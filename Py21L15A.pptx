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1125" r:id="rId2"/>
    <p:sldId id="1127" r:id="rId3"/>
    <p:sldId id="1118" r:id="rId4"/>
    <p:sldId id="1119" r:id="rId5"/>
    <p:sldId id="1120" r:id="rId6"/>
    <p:sldId id="1132" r:id="rId7"/>
    <p:sldId id="1135" r:id="rId8"/>
    <p:sldId id="1133" r:id="rId9"/>
    <p:sldId id="1134" r:id="rId10"/>
    <p:sldId id="1138" r:id="rId11"/>
    <p:sldId id="1139" r:id="rId12"/>
    <p:sldId id="1140" r:id="rId13"/>
    <p:sldId id="1143" r:id="rId14"/>
    <p:sldId id="1142" r:id="rId15"/>
    <p:sldId id="1144" r:id="rId16"/>
    <p:sldId id="1145" r:id="rId17"/>
    <p:sldId id="1146" r:id="rId18"/>
    <p:sldId id="1152" r:id="rId19"/>
    <p:sldId id="1122" r:id="rId20"/>
    <p:sldId id="1147" r:id="rId21"/>
    <p:sldId id="1148" r:id="rId22"/>
    <p:sldId id="1037" r:id="rId23"/>
    <p:sldId id="877" r:id="rId24"/>
    <p:sldId id="1153" r:id="rId25"/>
    <p:sldId id="880" r:id="rId26"/>
    <p:sldId id="901" r:id="rId27"/>
    <p:sldId id="1157" r:id="rId28"/>
    <p:sldId id="903" r:id="rId29"/>
    <p:sldId id="1034" r:id="rId30"/>
    <p:sldId id="1151" r:id="rId31"/>
    <p:sldId id="1075" r:id="rId32"/>
    <p:sldId id="1095" r:id="rId33"/>
    <p:sldId id="1099" r:id="rId34"/>
    <p:sldId id="1108" r:id="rId35"/>
    <p:sldId id="1109" r:id="rId36"/>
    <p:sldId id="1101" r:id="rId37"/>
    <p:sldId id="1098" r:id="rId38"/>
    <p:sldId id="1100" r:id="rId39"/>
    <p:sldId id="1102" r:id="rId40"/>
    <p:sldId id="1103" r:id="rId41"/>
    <p:sldId id="1156" r:id="rId4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E00EA9"/>
    <a:srgbClr val="C40C94"/>
    <a:srgbClr val="009A46"/>
    <a:srgbClr val="D10D9E"/>
    <a:srgbClr val="BFBFBF"/>
    <a:srgbClr val="F8B300"/>
    <a:srgbClr val="FAB4E8"/>
    <a:srgbClr val="FFD9D9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1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922"/>
    </p:cViewPr>
  </p:sorterViewPr>
  <p:notesViewPr>
    <p:cSldViewPr>
      <p:cViewPr varScale="1">
        <p:scale>
          <a:sx n="42" d="100"/>
          <a:sy n="42" d="100"/>
        </p:scale>
        <p:origin x="-145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3A984F1-FBCB-4859-ADB3-E12E940EB4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63627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5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4518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9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1005092-2163-400C-AEFE-4B6A92D8B0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31518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124200"/>
            <a:ext cx="7772400" cy="8382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248400" cy="990600"/>
          </a:xfrm>
        </p:spPr>
        <p:txBody>
          <a:bodyPr/>
          <a:lstStyle>
            <a:lvl1pPr marL="0" indent="0" algn="ctr">
              <a:buFontTx/>
              <a:buNone/>
              <a:defRPr sz="4300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 smtClean="0"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fld id="{C09014C9-52E7-4CD1-84B8-B056EC9134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274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556077-34C1-4F14-A168-CF3BEE6B5F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46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982802-01CC-47D4-A101-EE861CF046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7508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761659-3234-4C40-A788-6674B111F0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3226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1463BA-AF67-4764-9AFD-4090969756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7996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71A776-FABC-43D3-830A-D8AF575AB3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0825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37609D-94FD-4933-BF1E-43B02B6004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9867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A3B321-6EAC-4AD5-93B9-CE2485F843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954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2F5CA3-0D52-411D-97E9-8E04CDF895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498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907299-9E05-4B77-9632-38C020D334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4887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1E8C32-6342-4ADF-8FED-CF27CA2EAD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3169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81000"/>
            <a:ext cx="8077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295400"/>
            <a:ext cx="80772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222222"/>
                </a:solidFill>
                <a:latin typeface="Arial" pitchFamily="34" charset="0"/>
              </a:defRPr>
            </a:lvl1pPr>
          </a:lstStyle>
          <a:p>
            <a:fld id="{59A33E89-56BA-4489-ACFB-045B09264CF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600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m4a"/><Relationship Id="rId2" Type="http://schemas.microsoft.com/office/2007/relationships/media" Target="../media/media1.m4a"/><Relationship Id="rId1" Type="http://schemas.openxmlformats.org/officeDocument/2006/relationships/tags" Target="../tags/tag10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media2.m4a"/><Relationship Id="rId2" Type="http://schemas.microsoft.com/office/2007/relationships/media" Target="../media/media2.m4a"/><Relationship Id="rId1" Type="http://schemas.openxmlformats.org/officeDocument/2006/relationships/tags" Target="../tags/tag11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media3.m4a"/><Relationship Id="rId2" Type="http://schemas.microsoft.com/office/2007/relationships/media" Target="../media/media3.m4a"/><Relationship Id="rId1" Type="http://schemas.openxmlformats.org/officeDocument/2006/relationships/tags" Target="../tags/tag12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media4.m4a"/><Relationship Id="rId2" Type="http://schemas.microsoft.com/office/2007/relationships/media" Target="../media/media4.m4a"/><Relationship Id="rId1" Type="http://schemas.openxmlformats.org/officeDocument/2006/relationships/tags" Target="../tags/tag13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media6.m4a"/><Relationship Id="rId2" Type="http://schemas.microsoft.com/office/2007/relationships/media" Target="../media/media6.m4a"/><Relationship Id="rId1" Type="http://schemas.openxmlformats.org/officeDocument/2006/relationships/tags" Target="../tags/tag14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media7.m4a"/><Relationship Id="rId2" Type="http://schemas.microsoft.com/office/2007/relationships/media" Target="../media/media7.m4a"/><Relationship Id="rId1" Type="http://schemas.openxmlformats.org/officeDocument/2006/relationships/tags" Target="../tags/tag15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audio" Target="../media/media10.m4a"/><Relationship Id="rId2" Type="http://schemas.microsoft.com/office/2007/relationships/media" Target="../media/media10.m4a"/><Relationship Id="rId1" Type="http://schemas.openxmlformats.org/officeDocument/2006/relationships/tags" Target="../tags/tag16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810191"/>
            <a:ext cx="9067800" cy="61380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5563" lvl="0">
              <a:lnSpc>
                <a:spcPct val="92000"/>
              </a:lnSpc>
            </a:pPr>
            <a:r>
              <a:rPr lang="en-US" altLang="en-US" sz="3200" spc="50" dirty="0">
                <a:solidFill>
                  <a:srgbClr val="222222"/>
                </a:solidFill>
                <a:ea typeface="source sans pro"/>
              </a:rPr>
              <a:t>There are 2 ways to use decorators on classes:</a:t>
            </a:r>
          </a:p>
          <a:p>
            <a:pPr marL="55563" lvl="0">
              <a:lnSpc>
                <a:spcPct val="92000"/>
              </a:lnSpc>
              <a:spcBef>
                <a:spcPts val="600"/>
              </a:spcBef>
            </a:pPr>
            <a:r>
              <a:rPr lang="en-US" altLang="en-US" sz="3200" spc="100" dirty="0">
                <a:solidFill>
                  <a:srgbClr val="222222"/>
                </a:solidFill>
                <a:ea typeface="source sans pro"/>
              </a:rPr>
              <a:t> </a:t>
            </a:r>
            <a:r>
              <a:rPr lang="en-US" altLang="en-US" sz="3000" b="1" spc="100" dirty="0">
                <a:solidFill>
                  <a:srgbClr val="222222"/>
                </a:solidFill>
                <a:ea typeface="source sans pro"/>
              </a:rPr>
              <a:t>1.Decorating the methods of a class.</a:t>
            </a:r>
          </a:p>
          <a:p>
            <a:pPr marL="511175" lvl="0">
              <a:lnSpc>
                <a:spcPct val="92000"/>
              </a:lnSpc>
            </a:pP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This is like what we’ve been doing with functions</a:t>
            </a:r>
          </a:p>
          <a:p>
            <a:pPr marL="511175" lvl="0">
              <a:lnSpc>
                <a:spcPct val="92000"/>
              </a:lnSpc>
              <a:spcBef>
                <a:spcPts val="1200"/>
              </a:spcBef>
            </a:pP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Some decorators are even Python built-ins:</a:t>
            </a:r>
          </a:p>
          <a:p>
            <a:pPr marL="914400" lvl="0" indent="-403225">
              <a:lnSpc>
                <a:spcPct val="92000"/>
              </a:lnSpc>
            </a:pPr>
            <a:r>
              <a:rPr lang="en-US" altLang="en-US" sz="2800" spc="100" dirty="0">
                <a:solidFill>
                  <a:schemeClr val="accent2"/>
                </a:solidFill>
                <a:ea typeface="source sans pro"/>
              </a:rPr>
              <a:t>@</a:t>
            </a:r>
            <a:r>
              <a:rPr lang="en-US" altLang="en-US" sz="2800" spc="100" dirty="0" err="1">
                <a:solidFill>
                  <a:schemeClr val="accent2"/>
                </a:solidFill>
                <a:ea typeface="source sans pro"/>
              </a:rPr>
              <a:t>classmethod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 and </a:t>
            </a:r>
            <a:r>
              <a:rPr lang="en-US" altLang="en-US" sz="2800" spc="100" dirty="0">
                <a:solidFill>
                  <a:schemeClr val="accent2"/>
                </a:solidFill>
                <a:ea typeface="source sans pro"/>
              </a:rPr>
              <a:t>@</a:t>
            </a:r>
            <a:r>
              <a:rPr lang="en-US" altLang="en-US" sz="2800" spc="100" dirty="0" err="1">
                <a:solidFill>
                  <a:schemeClr val="accent2"/>
                </a:solidFill>
                <a:ea typeface="source sans pro"/>
              </a:rPr>
              <a:t>staticmethod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:</a:t>
            </a:r>
            <a:br>
              <a:rPr lang="en-US" altLang="en-US" sz="2800" spc="100" dirty="0">
                <a:solidFill>
                  <a:srgbClr val="222222"/>
                </a:solidFill>
                <a:ea typeface="source sans pro"/>
              </a:rPr>
            </a:b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These are used to define methods inside a class namespace that are not connected to a particular instance of that class.</a:t>
            </a:r>
          </a:p>
          <a:p>
            <a:pPr marL="914400" lvl="0" indent="-403225">
              <a:lnSpc>
                <a:spcPct val="92000"/>
              </a:lnSpc>
            </a:pPr>
            <a:r>
              <a:rPr lang="en-US" altLang="en-US" sz="2800" spc="100" dirty="0">
                <a:solidFill>
                  <a:schemeClr val="accent2"/>
                </a:solidFill>
                <a:ea typeface="source sans pro"/>
              </a:rPr>
              <a:t>@property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:</a:t>
            </a:r>
          </a:p>
          <a:p>
            <a:pPr marL="914400" lvl="0" indent="-403225">
              <a:lnSpc>
                <a:spcPct val="92000"/>
              </a:lnSpc>
            </a:pP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	This is used to customize getters and setters for class attributes. </a:t>
            </a:r>
          </a:p>
          <a:p>
            <a:pPr marL="914400" lvl="0" indent="-403225">
              <a:lnSpc>
                <a:spcPct val="92000"/>
              </a:lnSpc>
            </a:pPr>
            <a:endParaRPr lang="en-US" altLang="en-US" sz="1200" spc="100" dirty="0">
              <a:solidFill>
                <a:srgbClr val="222222"/>
              </a:solidFill>
              <a:ea typeface="source sans pro"/>
            </a:endParaRPr>
          </a:p>
          <a:p>
            <a:pPr marL="569913" indent="-403225">
              <a:lnSpc>
                <a:spcPct val="92000"/>
              </a:lnSpc>
            </a:pPr>
            <a:r>
              <a:rPr lang="en-US" altLang="en-US" sz="500" b="1" spc="100" dirty="0">
                <a:solidFill>
                  <a:srgbClr val="222222"/>
                </a:solidFill>
                <a:ea typeface="source sans pro"/>
              </a:rPr>
              <a:t> </a:t>
            </a:r>
            <a:r>
              <a:rPr lang="en-US" altLang="en-US" sz="3000" b="1" spc="100" dirty="0">
                <a:solidFill>
                  <a:srgbClr val="222222"/>
                </a:solidFill>
                <a:ea typeface="source sans pro"/>
              </a:rPr>
              <a:t>2.Decorating the whole class.</a:t>
            </a:r>
            <a:br>
              <a:rPr lang="en-US" altLang="en-US" sz="3000" b="1" spc="100" dirty="0">
                <a:solidFill>
                  <a:srgbClr val="222222"/>
                </a:solidFill>
                <a:ea typeface="source sans pro"/>
              </a:rPr>
            </a:br>
            <a:r>
              <a:rPr lang="en-US" altLang="en-US" sz="2800" spc="60" dirty="0">
                <a:solidFill>
                  <a:srgbClr val="FF0000"/>
                </a:solidFill>
                <a:ea typeface="source sans pro"/>
              </a:rPr>
              <a:t>A built-in decorator for creating a boilerplate class</a:t>
            </a:r>
            <a:r>
              <a:rPr lang="en-US" altLang="en-US" sz="2800" spc="100" dirty="0">
                <a:solidFill>
                  <a:srgbClr val="FF0000"/>
                </a:solidFill>
                <a:ea typeface="source sans pro"/>
              </a:rPr>
              <a:t> </a:t>
            </a:r>
            <a:r>
              <a:rPr lang="en-US" altLang="en-US" sz="2800" spc="100" dirty="0">
                <a:solidFill>
                  <a:schemeClr val="accent2"/>
                </a:solidFill>
                <a:ea typeface="source sans pro"/>
              </a:rPr>
              <a:t>@</a:t>
            </a:r>
            <a:r>
              <a:rPr lang="en-US" altLang="en-US" sz="2800" spc="100" dirty="0" err="1">
                <a:solidFill>
                  <a:schemeClr val="accent2"/>
                </a:solidFill>
                <a:ea typeface="source sans pro"/>
              </a:rPr>
              <a:t>dataclass</a:t>
            </a:r>
            <a:r>
              <a:rPr lang="en-US" altLang="en-US" sz="2800" spc="100" dirty="0">
                <a:solidFill>
                  <a:srgbClr val="222222"/>
                </a:solidFill>
                <a:ea typeface="source sans pro"/>
              </a:rPr>
              <a:t> </a:t>
            </a:r>
            <a:r>
              <a:rPr lang="en-US" altLang="en-US" sz="2800" spc="100" dirty="0">
                <a:solidFill>
                  <a:srgbClr val="FF0000"/>
                </a:solidFill>
                <a:ea typeface="source sans pro"/>
              </a:rPr>
              <a:t>(fr</a:t>
            </a:r>
            <a:r>
              <a:rPr lang="en-US" altLang="en-US" sz="2800" spc="-100" dirty="0">
                <a:solidFill>
                  <a:srgbClr val="FF0000"/>
                </a:solidFill>
                <a:ea typeface="source sans pro"/>
              </a:rPr>
              <a:t>om </a:t>
            </a:r>
            <a:r>
              <a:rPr lang="en-US" altLang="en-US" sz="2800" spc="-100" dirty="0" err="1">
                <a:solidFill>
                  <a:srgbClr val="FF0000"/>
                </a:solidFill>
                <a:ea typeface="source sans pro"/>
              </a:rPr>
              <a:t>d</a:t>
            </a:r>
            <a:r>
              <a:rPr lang="en-US" altLang="en-US" sz="2800" spc="100" dirty="0" err="1">
                <a:solidFill>
                  <a:srgbClr val="FF0000"/>
                </a:solidFill>
                <a:ea typeface="source sans pro"/>
              </a:rPr>
              <a:t>atac</a:t>
            </a:r>
            <a:r>
              <a:rPr lang="en-US" altLang="en-US" sz="2800" dirty="0" err="1">
                <a:solidFill>
                  <a:srgbClr val="FF0000"/>
                </a:solidFill>
                <a:ea typeface="source sans pro"/>
              </a:rPr>
              <a:t>lasses</a:t>
            </a:r>
            <a:r>
              <a:rPr lang="en-US" altLang="en-US" sz="2800" dirty="0">
                <a:solidFill>
                  <a:srgbClr val="FF0000"/>
                </a:solidFill>
                <a:ea typeface="source sans pro"/>
              </a:rPr>
              <a:t> modul</a:t>
            </a:r>
            <a:r>
              <a:rPr lang="en-US" altLang="en-US" sz="2800" spc="-100" dirty="0">
                <a:solidFill>
                  <a:srgbClr val="FF0000"/>
                </a:solidFill>
                <a:ea typeface="source sans pro"/>
              </a:rPr>
              <a:t>e</a:t>
            </a:r>
            <a:r>
              <a:rPr lang="en-US" altLang="en-US" sz="2800" dirty="0">
                <a:solidFill>
                  <a:srgbClr val="FF0000"/>
                </a:solidFill>
                <a:ea typeface="source sans pro"/>
              </a:rPr>
              <a:t>, </a:t>
            </a:r>
            <a:r>
              <a:rPr lang="en-US" altLang="en-US" sz="2800" spc="100" dirty="0">
                <a:solidFill>
                  <a:srgbClr val="FF0000"/>
                </a:solidFill>
                <a:ea typeface="source sans pro"/>
              </a:rPr>
              <a:t>Pyt</a:t>
            </a:r>
            <a:r>
              <a:rPr lang="en-US" altLang="en-US" sz="2800" spc="-100" dirty="0">
                <a:solidFill>
                  <a:srgbClr val="FF0000"/>
                </a:solidFill>
                <a:ea typeface="source sans pro"/>
              </a:rPr>
              <a:t>hon 3.7).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/>
          <a:lstStyle/>
          <a:p>
            <a:r>
              <a:rPr lang="en-US" b="1" dirty="0"/>
              <a:t>Decorating classes</a:t>
            </a:r>
          </a:p>
        </p:txBody>
      </p:sp>
      <p:sp>
        <p:nvSpPr>
          <p:cNvPr id="4" name="Trapezoid 3"/>
          <p:cNvSpPr>
            <a:spLocks noChangeAspect="1"/>
          </p:cNvSpPr>
          <p:nvPr/>
        </p:nvSpPr>
        <p:spPr bwMode="auto">
          <a:xfrm rot="2700000" flipH="1">
            <a:off x="7128722" y="301020"/>
            <a:ext cx="2658143" cy="719552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9144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5pPr>
            <a:lvl6pPr marL="22860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6pPr>
            <a:lvl7pPr marL="27432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7pPr>
            <a:lvl8pPr marL="32004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8pPr>
            <a:lvl9pPr marL="36576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9pPr>
          </a:lstStyle>
          <a:p>
            <a:pPr marL="0" marR="0" indent="0" algn="ctr" defTabSz="9144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0" dirty="0">
                <a:latin typeface="Arial" charset="0"/>
                <a:ea typeface="新細明體" charset="-120"/>
              </a:rPr>
              <a:t>From</a:t>
            </a:r>
            <a:br>
              <a:rPr lang="en-US" sz="2800" b="0" dirty="0">
                <a:latin typeface="Arial" charset="0"/>
                <a:ea typeface="新細明體" charset="-120"/>
              </a:rPr>
            </a:br>
            <a:r>
              <a: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rPr>
              <a:t>Lecture 14A</a:t>
            </a:r>
            <a:endParaRPr kumimoji="1" 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59240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1673"/>
    </mc:Choice>
    <mc:Fallback xmlns="">
      <p:transition spd="slow" advTm="171673"/>
    </mc:Fallback>
  </mc:AlternateContent>
  <p:extLst>
    <p:ext uri="{3A86A75C-4F4B-4683-9AE1-C65F6400EC91}">
      <p14:laserTraceLst xmlns:p14="http://schemas.microsoft.com/office/powerpoint/2010/main">
        <p14:tracePtLst>
          <p14:tracePt t="731" x="1358900" y="1917700"/>
          <p14:tracePt t="764" x="1238250" y="1905000"/>
          <p14:tracePt t="797" x="1168400" y="1866900"/>
          <p14:tracePt t="830" x="1123950" y="1854200"/>
          <p14:tracePt t="849" x="1111250" y="1854200"/>
          <p14:tracePt t="870" x="1104900" y="1854200"/>
          <p14:tracePt t="935" x="1111250" y="1866900"/>
          <p14:tracePt t="965" x="1130300" y="1866900"/>
          <p14:tracePt t="997" x="1168400" y="1873250"/>
          <p14:tracePt t="1030" x="1263650" y="1873250"/>
          <p14:tracePt t="1064" x="1555750" y="1879600"/>
          <p14:tracePt t="1096" x="1847850" y="1879600"/>
          <p14:tracePt t="1120" x="2133600" y="1860550"/>
          <p14:tracePt t="1152" x="2298700" y="1847850"/>
          <p14:tracePt t="1186" x="2495550" y="1841500"/>
          <p14:tracePt t="1234" x="2578100" y="1828800"/>
          <p14:tracePt t="1264" x="2590800" y="1828800"/>
          <p14:tracePt t="1417" x="2584450" y="1835150"/>
          <p14:tracePt t="1451" x="2571750" y="1835150"/>
          <p14:tracePt t="1484" x="2552700" y="1841500"/>
          <p14:tracePt t="1513" x="2501900" y="1854200"/>
          <p14:tracePt t="1545" x="2349500" y="1879600"/>
          <p14:tracePt t="1578" x="2082800" y="1898650"/>
          <p14:tracePt t="1612" x="1689100" y="1930400"/>
          <p14:tracePt t="1645" x="1517650" y="1949450"/>
          <p14:tracePt t="1678" x="1435100" y="1949450"/>
          <p14:tracePt t="1701" x="1422400" y="1949450"/>
          <p14:tracePt t="1729" x="1416050" y="1949450"/>
          <p14:tracePt t="1777" x="1416050" y="1955800"/>
          <p14:tracePt t="1811" x="1428750" y="1955800"/>
          <p14:tracePt t="1844" x="1492250" y="1955800"/>
          <p14:tracePt t="1863" x="1568450" y="1955800"/>
          <p14:tracePt t="1893" x="1784350" y="1955800"/>
          <p14:tracePt t="1927" x="2044700" y="1962150"/>
          <p14:tracePt t="1960" x="2286000" y="1974850"/>
          <p14:tracePt t="1993" x="2343150" y="1974850"/>
          <p14:tracePt t="2027" x="2374900" y="1955800"/>
          <p14:tracePt t="2060" x="2368550" y="1949450"/>
          <p14:tracePt t="2092" x="2355850" y="1943100"/>
          <p14:tracePt t="2126" x="2336800" y="1943100"/>
          <p14:tracePt t="2159" x="2273300" y="1943100"/>
          <p14:tracePt t="2193" x="2063750" y="1930400"/>
          <p14:tracePt t="2226" x="1873250" y="1917700"/>
          <p14:tracePt t="2259" x="1454150" y="1879600"/>
          <p14:tracePt t="2282" x="1257300" y="1854200"/>
          <p14:tracePt t="2315" x="1009650" y="1828800"/>
          <p14:tracePt t="2344" x="971550" y="1822450"/>
          <p14:tracePt t="2375" x="958850" y="1816100"/>
          <p14:tracePt t="2425" x="952500" y="1816100"/>
          <p14:tracePt t="2458" x="965200" y="1822450"/>
          <p14:tracePt t="2482" x="990600" y="1822450"/>
          <p14:tracePt t="2515" x="1041400" y="1822450"/>
          <p14:tracePt t="2547" x="1187450" y="1822450"/>
          <p14:tracePt t="2581" x="1568450" y="1822450"/>
          <p14:tracePt t="2614" x="2051050" y="1873250"/>
          <p14:tracePt t="2642" x="2254250" y="1898650"/>
          <p14:tracePt t="2674" x="2451100" y="1905000"/>
          <p14:tracePt t="2697" x="2495550" y="1905000"/>
          <p14:tracePt t="2730" x="2501900" y="1905000"/>
          <p14:tracePt t="2795" x="2489200" y="1905000"/>
          <p14:tracePt t="2862" x="2482850" y="1898650"/>
          <p14:tracePt t="2908" x="2476500" y="1898650"/>
          <p14:tracePt t="3006" x="2470150" y="1898650"/>
          <p14:tracePt t="3376" x="2457450" y="1905000"/>
          <p14:tracePt t="3407" x="2311400" y="1943100"/>
          <p14:tracePt t="3438" x="2019300" y="2051050"/>
          <p14:tracePt t="3472" x="1587500" y="2216150"/>
          <p14:tracePt t="3505" x="1022350" y="2444750"/>
          <p14:tracePt t="3543" x="742950" y="2590800"/>
          <p14:tracePt t="3578" x="558800" y="2730500"/>
          <p14:tracePt t="3606" x="533400" y="2774950"/>
          <p14:tracePt t="3642" x="514350" y="2806700"/>
          <p14:tracePt t="3673" x="514350" y="2825750"/>
          <p14:tracePt t="3704" x="514350" y="2857500"/>
          <p14:tracePt t="3737" x="533400" y="2952750"/>
          <p14:tracePt t="3761" x="552450" y="3003550"/>
          <p14:tracePt t="3793" x="571500" y="3092450"/>
          <p14:tracePt t="3827" x="609600" y="3181350"/>
          <p14:tracePt t="3860" x="685800" y="3270250"/>
          <p14:tracePt t="3878" x="742950" y="3295650"/>
          <p14:tracePt t="3920" x="850900" y="3308350"/>
          <p14:tracePt t="3953" x="1003300" y="3282950"/>
          <p14:tracePt t="3972" x="1073150" y="3251200"/>
          <p14:tracePt t="4003" x="1276350" y="3105150"/>
          <p14:tracePt t="4036" x="1320800" y="3041650"/>
          <p14:tracePt t="4069" x="1327150" y="2990850"/>
          <p14:tracePt t="4108" x="1289050" y="2901950"/>
          <p14:tracePt t="4152" x="1200150" y="2800350"/>
          <p14:tracePt t="4185" x="1104900" y="2749550"/>
          <p14:tracePt t="4219" x="1009650" y="2717800"/>
          <p14:tracePt t="4252" x="876300" y="2711450"/>
          <p14:tracePt t="4285" x="749300" y="2736850"/>
          <p14:tracePt t="4319" x="635000" y="2787650"/>
          <p14:tracePt t="4357" x="596900" y="2832100"/>
          <p14:tracePt t="4391" x="577850" y="2870200"/>
          <p14:tracePt t="4420" x="584200" y="2933700"/>
          <p14:tracePt t="4452" x="635000" y="3022600"/>
          <p14:tracePt t="4470" x="666750" y="3054350"/>
          <p14:tracePt t="4502" x="768350" y="3130550"/>
          <p14:tracePt t="4535" x="876300" y="3155950"/>
          <p14:tracePt t="4558" x="1016000" y="3162300"/>
          <p14:tracePt t="4591" x="1174750" y="3168650"/>
          <p14:tracePt t="4624" x="1384300" y="3079750"/>
          <p14:tracePt t="4658" x="1428750" y="3022600"/>
          <p14:tracePt t="4686" x="1441450" y="2978150"/>
          <p14:tracePt t="4722" x="1435100" y="2952750"/>
          <p14:tracePt t="4752" x="1428750" y="2940050"/>
          <p14:tracePt t="4784" x="1397000" y="2921000"/>
          <p14:tracePt t="4817" x="1333500" y="2895600"/>
          <p14:tracePt t="4855" x="1155700" y="2851150"/>
          <p14:tracePt t="4890" x="984250" y="2844800"/>
          <p14:tracePt t="4923" x="838200" y="2863850"/>
          <p14:tracePt t="4952" x="774700" y="2901950"/>
          <p14:tracePt t="4983" x="730250" y="2959100"/>
          <p14:tracePt t="5016" x="698500" y="3041650"/>
          <p14:tracePt t="5050" x="692150" y="3111500"/>
          <p14:tracePt t="5084" x="723900" y="3187700"/>
          <p14:tracePt t="5101" x="742950" y="3213100"/>
          <p14:tracePt t="5123" x="825500" y="3263900"/>
          <p14:tracePt t="5151" x="933450" y="3289300"/>
          <p14:tracePt t="5187" x="1060450" y="3302000"/>
          <p14:tracePt t="5217" x="1193800" y="3276600"/>
          <p14:tracePt t="5249" x="1346200" y="3155950"/>
          <p14:tracePt t="5282" x="1403350" y="2978150"/>
          <p14:tracePt t="5315" x="1390650" y="2832100"/>
          <p14:tracePt t="5348" x="1333500" y="2724150"/>
          <p14:tracePt t="5382" x="1244600" y="2647950"/>
          <p14:tracePt t="5401" x="1149350" y="2597150"/>
          <p14:tracePt t="5432" x="1085850" y="2571750"/>
          <p14:tracePt t="5465" x="977900" y="2559050"/>
          <p14:tracePt t="5498" x="920750" y="2565400"/>
          <p14:tracePt t="5531" x="882650" y="2578100"/>
          <p14:tracePt t="5564" x="850900" y="2609850"/>
          <p14:tracePt t="5598" x="844550" y="2628900"/>
          <p14:tracePt t="5631" x="831850" y="2647950"/>
          <p14:tracePt t="5649" x="831850" y="2654300"/>
          <p14:tracePt t="5685" x="831850" y="2660650"/>
          <p14:tracePt t="6362" x="825500" y="2673350"/>
          <p14:tracePt t="6385" x="806450" y="2711450"/>
          <p14:tracePt t="6402" x="787400" y="2730500"/>
          <p14:tracePt t="6435" x="723900" y="2813050"/>
          <p14:tracePt t="6468" x="698500" y="2870200"/>
          <p14:tracePt t="6496" x="673100" y="2927350"/>
          <p14:tracePt t="6532" x="660400" y="3035300"/>
          <p14:tracePt t="6563" x="666750" y="3136900"/>
          <p14:tracePt t="6599" x="717550" y="3219450"/>
          <p14:tracePt t="6629" x="749300" y="3251200"/>
          <p14:tracePt t="6650" x="793750" y="3282950"/>
          <p14:tracePt t="6684" x="882650" y="3295650"/>
          <p14:tracePt t="6717" x="984250" y="3270250"/>
          <p14:tracePt t="6750" x="1085850" y="3168650"/>
          <p14:tracePt t="6783" x="1136650" y="3060700"/>
          <p14:tracePt t="6812" x="1162050" y="2959100"/>
          <p14:tracePt t="6844" x="1155700" y="2889250"/>
          <p14:tracePt t="6877" x="1123950" y="2832100"/>
          <p14:tracePt t="6900" x="1073150" y="2800350"/>
          <p14:tracePt t="6933" x="1003300" y="2768600"/>
          <p14:tracePt t="6966" x="927100" y="2755900"/>
          <p14:tracePt t="6999" x="831850" y="2755900"/>
          <p14:tracePt t="7028" x="787400" y="2762250"/>
          <p14:tracePt t="7060" x="704850" y="2806700"/>
          <p14:tracePt t="7092" x="666750" y="2844800"/>
          <p14:tracePt t="7126" x="641350" y="2876550"/>
          <p14:tracePt t="7159" x="641350" y="2940050"/>
          <p14:tracePt t="7192" x="673100" y="3035300"/>
          <p14:tracePt t="7225" x="730250" y="3168650"/>
          <p14:tracePt t="7263" x="812800" y="3244850"/>
          <p14:tracePt t="7293" x="869950" y="3282950"/>
          <p14:tracePt t="7325" x="927100" y="3308350"/>
          <p14:tracePt t="7358" x="977900" y="3302000"/>
          <p14:tracePt t="7392" x="1003300" y="3276600"/>
          <p14:tracePt t="7425" x="1016000" y="3244850"/>
          <p14:tracePt t="7458" x="1016000" y="3219450"/>
          <p14:tracePt t="7491" x="1022350" y="3181350"/>
          <p14:tracePt t="7529" x="1022350" y="3162300"/>
          <p14:tracePt t="7811" x="1028700" y="3143250"/>
          <p14:tracePt t="7856" x="1028700" y="3136900"/>
          <p14:tracePt t="7890" x="1035050" y="3124200"/>
          <p14:tracePt t="7923" x="1035050" y="3117850"/>
          <p14:tracePt t="7958" x="1041400" y="3111500"/>
          <p14:tracePt t="8023" x="1047750" y="3098800"/>
          <p14:tracePt t="8073" x="1054100" y="3092450"/>
          <p14:tracePt t="8106" x="1060450" y="3079750"/>
          <p14:tracePt t="8172" x="1066800" y="3079750"/>
          <p14:tracePt t="8205" x="1073150" y="3079750"/>
          <p14:tracePt t="8322" x="1079500" y="3079750"/>
          <p14:tracePt t="8371" x="1085850" y="3079750"/>
          <p14:tracePt t="8421" x="1092200" y="3079750"/>
          <p14:tracePt t="8454" x="1098550" y="3079750"/>
          <p14:tracePt t="8487" x="1104900" y="3079750"/>
          <p14:tracePt t="8521" x="1123950" y="3079750"/>
          <p14:tracePt t="8554" x="1162050" y="3086100"/>
          <p14:tracePt t="8577" x="1206500" y="3092450"/>
          <p14:tracePt t="8610" x="1352550" y="3092450"/>
          <p14:tracePt t="8644" x="1441450" y="3092450"/>
          <p14:tracePt t="8677" x="1612900" y="3079750"/>
          <p14:tracePt t="8705" x="1758950" y="3079750"/>
          <p14:tracePt t="8737" x="1892300" y="3060700"/>
          <p14:tracePt t="8770" x="2012950" y="3054350"/>
          <p14:tracePt t="8793" x="2108200" y="3048000"/>
          <p14:tracePt t="8826" x="2197100" y="3035300"/>
          <p14:tracePt t="8859" x="2266950" y="3022600"/>
          <p14:tracePt t="8893" x="2311400" y="3022600"/>
          <p14:tracePt t="8926" x="2324100" y="3022600"/>
          <p14:tracePt t="8955" x="2330450" y="3022600"/>
          <p14:tracePt t="9003" x="2336800" y="3022600"/>
          <p14:tracePt t="9202" x="2343150" y="3016250"/>
          <p14:tracePt t="9236" x="2355850" y="3016250"/>
          <p14:tracePt t="9268" x="2362200" y="3016250"/>
          <p14:tracePt t="9302" x="2368550" y="3016250"/>
          <p14:tracePt t="9356" x="2381250" y="3016250"/>
          <p14:tracePt t="9406" x="2387600" y="3016250"/>
          <p14:tracePt t="9436" x="2400300" y="3016250"/>
          <p14:tracePt t="9783" x="2393950" y="3009900"/>
          <p14:tracePt t="10331" x="2546350" y="3054350"/>
          <p14:tracePt t="10364" x="2781300" y="3111500"/>
          <p14:tracePt t="10398" x="3022600" y="3162300"/>
          <p14:tracePt t="10431" x="3079750" y="3162300"/>
          <p14:tracePt t="10450" x="3098800" y="3162300"/>
          <p14:tracePt t="10481" x="3105150" y="3155950"/>
          <p14:tracePt t="10514" x="3117850" y="3143250"/>
          <p14:tracePt t="10547" x="3149600" y="3130550"/>
          <p14:tracePt t="10580" x="3200400" y="3111500"/>
          <p14:tracePt t="10614" x="3289300" y="3092450"/>
          <p14:tracePt t="10647" x="3378200" y="3073400"/>
          <p14:tracePt t="10680" x="3416300" y="3060700"/>
          <p14:tracePt t="10703" x="3422650" y="3060700"/>
          <p14:tracePt t="10732" x="3422650" y="3054350"/>
          <p14:tracePt t="10846" x="3549650" y="3079750"/>
          <p14:tracePt t="10879" x="3898900" y="3124200"/>
          <p14:tracePt t="10912" x="4464050" y="3162300"/>
          <p14:tracePt t="10946" x="5130800" y="3111500"/>
          <p14:tracePt t="10981" x="5391150" y="3041650"/>
          <p14:tracePt t="10997" x="5448300" y="3009900"/>
          <p14:tracePt t="11029" x="5549900" y="2940050"/>
          <p14:tracePt t="11062" x="5562600" y="2927350"/>
          <p14:tracePt t="11095" x="5562600" y="2921000"/>
          <p14:tracePt t="11128" x="5575300" y="2914650"/>
          <p14:tracePt t="11161" x="5575300" y="2908300"/>
          <p14:tracePt t="11228" x="5568950" y="2908300"/>
          <p14:tracePt t="11251" x="5556250" y="2914650"/>
          <p14:tracePt t="11280" x="5499100" y="2940050"/>
          <p14:tracePt t="11311" x="5245100" y="3054350"/>
          <p14:tracePt t="11344" x="4591050" y="3282950"/>
          <p14:tracePt t="11377" x="3676650" y="3594100"/>
          <p14:tracePt t="11411" x="2730500" y="3930650"/>
          <p14:tracePt t="11444" x="2089150" y="4171950"/>
          <p14:tracePt t="11482" x="1720850" y="4324350"/>
          <p14:tracePt t="11518" x="1663700" y="4349750"/>
          <p14:tracePt t="11561" x="1663700" y="4356100"/>
          <p14:tracePt t="11610" x="1651000" y="4368800"/>
          <p14:tracePt t="11676" x="1644650" y="4368800"/>
          <p14:tracePt t="11926" x="1689100" y="4191000"/>
          <p14:tracePt t="11944" x="1720850" y="3987800"/>
          <p14:tracePt t="11965" x="1739900" y="3708400"/>
          <p14:tracePt t="11999" x="1752600" y="3194050"/>
          <p14:tracePt t="12027" x="1765300" y="2755900"/>
          <p14:tracePt t="12058" x="1771650" y="2590800"/>
          <p14:tracePt t="12097" x="1771650" y="2552700"/>
          <p14:tracePt t="12175" x="1771650" y="2571750"/>
          <p14:tracePt t="12208" x="1771650" y="2578100"/>
          <p14:tracePt t="12263" x="1771650" y="2590800"/>
          <p14:tracePt t="12313" x="1771650" y="2609850"/>
          <p14:tracePt t="12343" x="1771650" y="2622550"/>
          <p14:tracePt t="12374" x="1771650" y="2647950"/>
          <p14:tracePt t="12407" x="1771650" y="2692400"/>
          <p14:tracePt t="12440" x="1771650" y="2755900"/>
          <p14:tracePt t="12459" x="1758950" y="2787650"/>
          <p14:tracePt t="12495" x="1746250" y="2819400"/>
          <p14:tracePt t="12530" x="1739900" y="2832100"/>
          <p14:tracePt t="12563" x="1733550" y="2832100"/>
          <p14:tracePt t="12607" x="1746250" y="2832100"/>
          <p14:tracePt t="12640" x="1835150" y="2825750"/>
          <p14:tracePt t="12658" x="1873250" y="2825750"/>
          <p14:tracePt t="12690" x="2095500" y="2800350"/>
          <p14:tracePt t="12723" x="2254250" y="2768600"/>
          <p14:tracePt t="12756" x="2463800" y="2711450"/>
          <p14:tracePt t="12789" x="2546350" y="2679700"/>
          <p14:tracePt t="12807" x="2552700" y="2679700"/>
          <p14:tracePt t="12839" x="2565400" y="2673350"/>
          <p14:tracePt t="12889" x="2552700" y="2673350"/>
          <p14:tracePt t="12922" x="2520950" y="2679700"/>
          <p14:tracePt t="12955" x="2463800" y="2692400"/>
          <p14:tracePt t="12990" x="2343150" y="2717800"/>
          <p14:tracePt t="13022" x="2197100" y="2774950"/>
          <p14:tracePt t="13060" x="2108200" y="2819400"/>
          <p14:tracePt t="13090" x="2089150" y="2825750"/>
          <p14:tracePt t="13138" x="2133600" y="2838450"/>
          <p14:tracePt t="13171" x="2209800" y="2838450"/>
          <p14:tracePt t="13205" x="2438400" y="2825750"/>
          <p14:tracePt t="13238" x="2698750" y="2774950"/>
          <p14:tracePt t="13271" x="2832100" y="2743200"/>
          <p14:tracePt t="13304" x="2857500" y="2724150"/>
          <p14:tracePt t="13370" x="2768600" y="2730500"/>
          <p14:tracePt t="13404" x="2470150" y="2774950"/>
          <p14:tracePt t="13437" x="2070100" y="2832100"/>
          <p14:tracePt t="13470" x="1911350" y="2851150"/>
          <p14:tracePt t="13503" x="1835150" y="2870200"/>
          <p14:tracePt t="13536" x="1828800" y="2876550"/>
          <p14:tracePt t="13560" x="1816100" y="2889250"/>
          <p14:tracePt t="13641" x="1816100" y="2901950"/>
          <p14:tracePt t="13671" x="1816100" y="2908300"/>
          <p14:tracePt t="14068" x="1943100" y="2908300"/>
          <p14:tracePt t="14107" x="2114550" y="2908300"/>
          <p14:tracePt t="14141" x="2336800" y="2895600"/>
          <p14:tracePt t="14169" x="2393950" y="2895600"/>
          <p14:tracePt t="14201" x="2406650" y="2895600"/>
          <p14:tracePt t="14268" x="2387600" y="2895600"/>
          <p14:tracePt t="14300" x="2355850" y="2895600"/>
          <p14:tracePt t="14334" x="2266950" y="2908300"/>
          <p14:tracePt t="14339" x="2228850" y="2908300"/>
          <p14:tracePt t="14372" x="2057400" y="2927350"/>
          <p14:tracePt t="14402" x="1860550" y="2952750"/>
          <p14:tracePt t="14433" x="1727200" y="2971800"/>
          <p14:tracePt t="14466" x="1682750" y="2971800"/>
          <p14:tracePt t="14500" x="1670050" y="2978150"/>
          <p14:tracePt t="14550" x="1682750" y="2978150"/>
          <p14:tracePt t="14583" x="1720850" y="2971800"/>
          <p14:tracePt t="14616" x="1822450" y="2959100"/>
          <p14:tracePt t="14655" x="2000250" y="2933700"/>
          <p14:tracePt t="14685" x="2216150" y="2933700"/>
          <p14:tracePt t="14701" x="2343150" y="2933700"/>
          <p14:tracePt t="14732" x="2463800" y="2940050"/>
          <p14:tracePt t="14766" x="2514600" y="2940050"/>
          <p14:tracePt t="14799" x="2527300" y="2933700"/>
          <p14:tracePt t="14887" x="2520950" y="2933700"/>
          <p14:tracePt t="14970" x="2540000" y="2933700"/>
          <p14:tracePt t="15000" x="2552700" y="2933700"/>
          <p14:tracePt t="15036" x="2616200" y="2927350"/>
          <p14:tracePt t="15081" x="2730500" y="2921000"/>
          <p14:tracePt t="15105" x="2787650" y="2914650"/>
          <p14:tracePt t="15138" x="2838450" y="2889250"/>
          <p14:tracePt t="15171" x="2876550" y="2876550"/>
          <p14:tracePt t="15219" x="2876550" y="2870200"/>
          <p14:tracePt t="15313" x="2876550" y="2863850"/>
          <p14:tracePt t="15347" x="2889250" y="2857500"/>
          <p14:tracePt t="15370" x="2895600" y="2851150"/>
          <p14:tracePt t="15404" x="2908300" y="2825750"/>
          <p14:tracePt t="15437" x="2978150" y="2774950"/>
          <p14:tracePt t="15471" x="3092450" y="2698750"/>
          <p14:tracePt t="15504" x="3168650" y="2635250"/>
          <p14:tracePt t="15531" x="3276600" y="2571750"/>
          <p14:tracePt t="15568" x="3340100" y="2540000"/>
          <p14:tracePt t="15598" x="3365500" y="2533650"/>
          <p14:tracePt t="15646" x="3378200" y="2533650"/>
          <p14:tracePt t="15700" x="3384550" y="2527300"/>
          <p14:tracePt t="15750" x="3384550" y="2520950"/>
          <p14:tracePt t="15912" x="3378200" y="2527300"/>
          <p14:tracePt t="15945" x="3365500" y="2540000"/>
          <p14:tracePt t="15983" x="3346450" y="2603500"/>
          <p14:tracePt t="16028" x="3327400" y="2686050"/>
          <p14:tracePt t="16061" x="3321050" y="2762250"/>
          <p14:tracePt t="16094" x="3321050" y="2825750"/>
          <p14:tracePt t="16127" x="3321050" y="2851150"/>
          <p14:tracePt t="16161" x="3321050" y="2870200"/>
          <p14:tracePt t="16211" x="3321050" y="2882900"/>
          <p14:tracePt t="16244" x="3321050" y="2889250"/>
          <p14:tracePt t="16410" x="3321050" y="2882900"/>
          <p14:tracePt t="16444" x="3308350" y="2863850"/>
          <p14:tracePt t="16477" x="3295650" y="2819400"/>
          <p14:tracePt t="16496" x="3270250" y="2762250"/>
          <p14:tracePt t="16533" x="3225800" y="2622550"/>
          <p14:tracePt t="16561" x="3194050" y="2482850"/>
          <p14:tracePt t="16593" x="3187700" y="2425700"/>
          <p14:tracePt t="16626" x="3219450" y="2330450"/>
          <p14:tracePt t="16659" x="3257550" y="2286000"/>
          <p14:tracePt t="16692" x="3289300" y="2279650"/>
          <p14:tracePt t="16725" x="3295650" y="2279650"/>
          <p14:tracePt t="16792" x="3295650" y="2292350"/>
          <p14:tracePt t="16825" x="3295650" y="2305050"/>
          <p14:tracePt t="16858" x="3295650" y="2324100"/>
          <p14:tracePt t="16892" x="3359150" y="2387600"/>
          <p14:tracePt t="16925" x="3505200" y="2501900"/>
          <p14:tracePt t="16958" x="3867150" y="2673350"/>
          <p14:tracePt t="16976" x="3956050" y="2692400"/>
          <p14:tracePt t="17008" x="4184650" y="2724150"/>
          <p14:tracePt t="17032" x="4248150" y="2705100"/>
          <p14:tracePt t="17065" x="4279900" y="2673350"/>
          <p14:tracePt t="17108" x="4286250" y="2654300"/>
          <p14:tracePt t="17141" x="4286250" y="2635250"/>
          <p14:tracePt t="17174" x="4286250" y="2609850"/>
          <p14:tracePt t="17207" x="4292600" y="2578100"/>
          <p14:tracePt t="17241" x="4298950" y="2552700"/>
          <p14:tracePt t="17274" x="4324350" y="2501900"/>
          <p14:tracePt t="17298" x="4330700" y="2489200"/>
          <p14:tracePt t="17325" x="4330700" y="2482850"/>
          <p14:tracePt t="17357" x="4330700" y="2476500"/>
          <p14:tracePt t="17440" x="4337050" y="2476500"/>
          <p14:tracePt t="17490" x="4337050" y="2495550"/>
          <p14:tracePt t="17509" x="4337050" y="2508250"/>
          <p14:tracePt t="17557" x="4254500" y="2622550"/>
          <p14:tracePt t="17595" x="4140200" y="2749550"/>
          <p14:tracePt t="17629" x="3943350" y="2876550"/>
          <p14:tracePt t="17658" x="3854450" y="2908300"/>
          <p14:tracePt t="17689" x="3803650" y="2914650"/>
          <p14:tracePt t="17723" x="3778250" y="2914650"/>
          <p14:tracePt t="17772" x="3771900" y="2908300"/>
          <p14:tracePt t="17811" x="3765550" y="2895600"/>
          <p14:tracePt t="17846" x="3727450" y="2851150"/>
          <p14:tracePt t="17874" x="3663950" y="2800350"/>
          <p14:tracePt t="17910" x="3492500" y="2730500"/>
          <p14:tracePt t="17941" x="3327400" y="2660650"/>
          <p14:tracePt t="17972" x="3276600" y="2654300"/>
          <p14:tracePt t="17995" x="3244850" y="2654300"/>
          <p14:tracePt t="18013" x="3238500" y="2654300"/>
          <p14:tracePt t="18045" x="3238500" y="2660650"/>
          <p14:tracePt t="18078" x="3225800" y="2673350"/>
          <p14:tracePt t="18111" x="3232150" y="2679700"/>
          <p14:tracePt t="18159" x="3276600" y="2692400"/>
          <p14:tracePt t="18189" x="3397250" y="2711450"/>
          <p14:tracePt t="18221" x="3568700" y="2717800"/>
          <p14:tracePt t="18254" x="3727450" y="2717800"/>
          <p14:tracePt t="18277" x="3803650" y="2705100"/>
          <p14:tracePt t="18310" x="3822700" y="2692400"/>
          <p14:tracePt t="18343" x="3822700" y="2686050"/>
          <p14:tracePt t="18404" x="3752850" y="2686050"/>
          <p14:tracePt t="18437" x="3689350" y="2698750"/>
          <p14:tracePt t="18470" x="3486150" y="2743200"/>
          <p14:tracePt t="18503" x="3219450" y="2838450"/>
          <p14:tracePt t="18522" x="3143250" y="2857500"/>
          <p14:tracePt t="18553" x="3098800" y="2876550"/>
          <p14:tracePt t="18586" x="3092450" y="2876550"/>
          <p14:tracePt t="18620" x="3136900" y="2857500"/>
          <p14:tracePt t="18638" x="3175000" y="2838450"/>
          <p14:tracePt t="18669" x="3340100" y="2762250"/>
          <p14:tracePt t="18688" x="3441700" y="2698750"/>
          <p14:tracePt t="18719" x="3517900" y="2654300"/>
          <p14:tracePt t="18752" x="3530600" y="2641600"/>
          <p14:tracePt t="18835" x="3486150" y="2654300"/>
          <p14:tracePt t="18869" x="3251200" y="2705100"/>
          <p14:tracePt t="18902" x="3035300" y="2755900"/>
          <p14:tracePt t="18935" x="2965450" y="2787650"/>
          <p14:tracePt t="18968" x="2940050" y="2806700"/>
          <p14:tracePt t="19001" x="2933700" y="2806700"/>
          <p14:tracePt t="19036" x="2946400" y="2806700"/>
          <p14:tracePt t="19069" x="2965450" y="2806700"/>
          <p14:tracePt t="19118" x="2971800" y="2794000"/>
          <p14:tracePt t="19621" x="2870200" y="2806700"/>
          <p14:tracePt t="19658" x="2698750" y="2819400"/>
          <p14:tracePt t="19689" x="2603500" y="2832100"/>
          <p14:tracePt t="19717" x="2419350" y="2857500"/>
          <p14:tracePt t="19754" x="2254250" y="2882900"/>
          <p14:tracePt t="19784" x="2197100" y="2882900"/>
          <p14:tracePt t="19815" x="2139950" y="2870200"/>
          <p14:tracePt t="19839" x="2051050" y="2838450"/>
          <p14:tracePt t="19872" x="1924050" y="2806700"/>
          <p14:tracePt t="19905" x="1822450" y="2787650"/>
          <p14:tracePt t="19938" x="1701800" y="2774950"/>
          <p14:tracePt t="19971" x="1612900" y="2774950"/>
          <p14:tracePt t="19988" x="1562100" y="2787650"/>
          <p14:tracePt t="20016" x="1524000" y="2794000"/>
          <p14:tracePt t="20048" x="1485900" y="2806700"/>
          <p14:tracePt t="20066" x="1473200" y="2813050"/>
          <p14:tracePt t="20088" x="1466850" y="2813050"/>
          <p14:tracePt t="20121" x="1479550" y="2825750"/>
          <p14:tracePt t="20154" x="1524000" y="2825750"/>
          <p14:tracePt t="20187" x="1600200" y="2832100"/>
          <p14:tracePt t="20221" x="1911350" y="2870200"/>
          <p14:tracePt t="20249" x="2146300" y="2914650"/>
          <p14:tracePt t="20280" x="2628900" y="3009900"/>
          <p14:tracePt t="20313" x="2813050" y="3035300"/>
          <p14:tracePt t="20347" x="2851150" y="3048000"/>
          <p14:tracePt t="20370" x="2851150" y="3041650"/>
          <p14:tracePt t="20418" x="2844800" y="3035300"/>
          <p14:tracePt t="20453" x="2832100" y="3035300"/>
          <p14:tracePt t="20481" x="2787650" y="3035300"/>
          <p14:tracePt t="20518" x="2679700" y="3035300"/>
          <p14:tracePt t="20548" x="2349500" y="3035300"/>
          <p14:tracePt t="20579" x="2146300" y="3028950"/>
          <p14:tracePt t="20613" x="1790700" y="2990850"/>
          <p14:tracePt t="20646" x="1651000" y="2971800"/>
          <p14:tracePt t="20669" x="1612900" y="2965450"/>
          <p14:tracePt t="20704" x="1593850" y="2965450"/>
          <p14:tracePt t="20750" x="1593850" y="2971800"/>
          <p14:tracePt t="20780" x="1593850" y="2978150"/>
          <p14:tracePt t="20828" x="1606550" y="2978150"/>
          <p14:tracePt t="20878" x="1619250" y="2984500"/>
          <p14:tracePt t="20911" x="1625600" y="2984500"/>
          <p14:tracePt t="20950" x="1638300" y="2984500"/>
          <p14:tracePt t="20985" x="1670050" y="2990850"/>
          <p14:tracePt t="21018" x="1816100" y="3003550"/>
          <p14:tracePt t="21046" x="2120900" y="3009900"/>
          <p14:tracePt t="21079" x="2597150" y="3022600"/>
          <p14:tracePt t="21096" x="2686050" y="3022600"/>
          <p14:tracePt t="21127" x="2857500" y="3022600"/>
          <p14:tracePt t="21160" x="2908300" y="3022600"/>
          <p14:tracePt t="21194" x="2921000" y="3022600"/>
          <p14:tracePt t="21244" x="2927350" y="3016250"/>
          <p14:tracePt t="21326" x="2921000" y="3009900"/>
          <p14:tracePt t="21360" x="2914650" y="3009900"/>
          <p14:tracePt t="21675" x="2895600" y="3117850"/>
          <p14:tracePt t="21708" x="2921000" y="3175000"/>
          <p14:tracePt t="21734" x="3073400" y="3232150"/>
          <p14:tracePt t="21760" x="3270250" y="3282950"/>
          <p14:tracePt t="21792" x="3816350" y="3384550"/>
          <p14:tracePt t="21825" x="4152900" y="3397250"/>
          <p14:tracePt t="21858" x="4330700" y="3365500"/>
          <p14:tracePt t="21891" x="4413250" y="3327400"/>
          <p14:tracePt t="21925" x="4464050" y="3308350"/>
          <p14:tracePt t="21958" x="4489450" y="3302000"/>
          <p14:tracePt t="21991" x="4502150" y="3302000"/>
          <p14:tracePt t="22014" x="4559300" y="3282950"/>
          <p14:tracePt t="22043" x="4591050" y="3270250"/>
          <p14:tracePt t="22060" x="4603750" y="3270250"/>
          <p14:tracePt t="22092" x="4635500" y="3251200"/>
          <p14:tracePt t="22124" x="4641850" y="3232150"/>
          <p14:tracePt t="22157" x="4654550" y="3225800"/>
          <p14:tracePt t="22190" x="4654550" y="3219450"/>
          <p14:tracePt t="22224" x="4654550" y="3206750"/>
          <p14:tracePt t="22262" x="4660900" y="3206750"/>
          <p14:tracePt t="22312" x="4660900" y="3194050"/>
          <p14:tracePt t="22407" x="4629150" y="3200400"/>
          <p14:tracePt t="22425" x="4546600" y="3225800"/>
          <p14:tracePt t="22456" x="4254500" y="3263900"/>
          <p14:tracePt t="22489" x="3797300" y="3302000"/>
          <p14:tracePt t="22513" x="3378200" y="3308350"/>
          <p14:tracePt t="22546" x="3048000" y="3308350"/>
          <p14:tracePt t="22563" x="2921000" y="3295650"/>
          <p14:tracePt t="22610" x="2813050" y="3282950"/>
          <p14:tracePt t="22655" x="2794000" y="3270250"/>
          <p14:tracePt t="22705" x="2787650" y="3270250"/>
          <p14:tracePt t="22738" x="2781300" y="3257550"/>
          <p14:tracePt t="22772" x="2755900" y="3244850"/>
          <p14:tracePt t="22810" x="2724150" y="3225800"/>
          <p14:tracePt t="22840" x="2667000" y="3187700"/>
          <p14:tracePt t="22871" x="2616200" y="3155950"/>
          <p14:tracePt t="22905" x="2571750" y="3136900"/>
          <p14:tracePt t="22938" x="2559050" y="3136900"/>
          <p14:tracePt t="22987" x="2552700" y="3136900"/>
          <p14:tracePt t="23054" x="2565400" y="3136900"/>
          <p14:tracePt t="23087" x="2578100" y="3136900"/>
          <p14:tracePt t="23111" x="2616200" y="3143250"/>
          <p14:tracePt t="23139" x="2844800" y="3175000"/>
          <p14:tracePt t="23170" x="3327400" y="3206750"/>
          <p14:tracePt t="23203" x="3981450" y="3206750"/>
          <p14:tracePt t="23237" x="4527550" y="3181350"/>
          <p14:tracePt t="23270" x="4711700" y="3155950"/>
          <p14:tracePt t="23303" x="4756150" y="3143250"/>
          <p14:tracePt t="23336" x="4775200" y="3143250"/>
          <p14:tracePt t="23360" x="4781550" y="3143250"/>
          <p14:tracePt t="23502" x="4756150" y="3143250"/>
          <p14:tracePt t="23536" x="4610100" y="3206750"/>
          <p14:tracePt t="23559" x="4425950" y="3289300"/>
          <p14:tracePt t="23576" x="4305300" y="3340100"/>
          <p14:tracePt t="23609" x="3619500" y="3695700"/>
          <p14:tracePt t="23642" x="3067050" y="4019550"/>
          <p14:tracePt t="23676" x="2578100" y="4311650"/>
          <p14:tracePt t="23692" x="2495550" y="4362450"/>
          <p14:tracePt t="23720" x="2336800" y="4464050"/>
          <p14:tracePt t="23752" x="2279650" y="4514850"/>
          <p14:tracePt t="23775" x="2260600" y="4527550"/>
          <p14:tracePt t="23825" x="2254250" y="4527550"/>
          <p14:tracePt t="23873" x="2254250" y="4533900"/>
          <p14:tracePt t="23908" x="2247900" y="4533900"/>
          <p14:tracePt t="23936" x="2241550" y="4533900"/>
          <p14:tracePt t="23984" x="2235200" y="4540250"/>
          <p14:tracePt t="24033" x="2235200" y="4546600"/>
          <p14:tracePt t="24083" x="2228850" y="4546600"/>
          <p14:tracePt t="24123" x="2222500" y="4546600"/>
          <p14:tracePt t="24199" x="2216150" y="4546600"/>
          <p14:tracePt t="24266" x="2216150" y="4533900"/>
          <p14:tracePt t="24299" x="2209800" y="4445000"/>
          <p14:tracePt t="24332" x="2178050" y="4159250"/>
          <p14:tracePt t="24365" x="2133600" y="3600450"/>
          <p14:tracePt t="24405" x="2114550" y="3333750"/>
          <p14:tracePt t="24434" x="2095500" y="3143250"/>
          <p14:tracePt t="24465" x="2095500" y="2990850"/>
          <p14:tracePt t="24499" x="2095500" y="2895600"/>
          <p14:tracePt t="24532" x="2095500" y="2857500"/>
          <p14:tracePt t="24565" x="2095500" y="2838450"/>
          <p14:tracePt t="24632" x="2108200" y="2838450"/>
          <p14:tracePt t="24682" x="2120900" y="2844800"/>
          <p14:tracePt t="24715" x="2146300" y="2863850"/>
          <p14:tracePt t="24748" x="2184400" y="2870200"/>
          <p14:tracePt t="24781" x="2489200" y="2933700"/>
          <p14:tracePt t="24814" x="3295650" y="3003550"/>
          <p14:tracePt t="24848" x="4260850" y="3009900"/>
          <p14:tracePt t="24881" x="4679950" y="2959100"/>
          <p14:tracePt t="24914" x="4927600" y="2914650"/>
          <p14:tracePt t="24947" x="5080000" y="2882900"/>
          <p14:tracePt t="24981" x="5200650" y="2870200"/>
          <p14:tracePt t="25014" x="5270500" y="2857500"/>
          <p14:tracePt t="25047" x="5321300" y="2851150"/>
          <p14:tracePt t="25080" x="5340350" y="2851150"/>
          <p14:tracePt t="25163" x="5289550" y="2851150"/>
          <p14:tracePt t="25197" x="4921250" y="2946400"/>
          <p14:tracePt t="25230" x="3860800" y="3175000"/>
          <p14:tracePt t="25263" x="2863850" y="3397250"/>
          <p14:tracePt t="25296" x="2400300" y="3536950"/>
          <p14:tracePt t="25329" x="2279650" y="3606800"/>
          <p14:tracePt t="25363" x="2108200" y="3721100"/>
          <p14:tracePt t="25396" x="2038350" y="3810000"/>
          <p14:tracePt t="25429" x="1974850" y="3917950"/>
          <p14:tracePt t="25462" x="1955800" y="3949700"/>
          <p14:tracePt t="25486" x="1924050" y="4000500"/>
          <p14:tracePt t="25529" x="1905000" y="4025900"/>
          <p14:tracePt t="25562" x="1892300" y="4038600"/>
          <p14:tracePt t="25595" x="1885950" y="4051300"/>
          <p14:tracePt t="25614" x="1879600" y="4051300"/>
          <p14:tracePt t="25645" x="1879600" y="4038600"/>
          <p14:tracePt t="25678" x="1892300" y="3987800"/>
          <p14:tracePt t="25712" x="1911350" y="3810000"/>
          <p14:tracePt t="25745" x="1924050" y="3505200"/>
          <p14:tracePt t="25778" x="1924050" y="3352800"/>
          <p14:tracePt t="25811" x="1924050" y="3219450"/>
          <p14:tracePt t="25844" x="1924050" y="3175000"/>
          <p14:tracePt t="25878" x="1924050" y="3168650"/>
          <p14:tracePt t="25949" x="1924050" y="3162300"/>
          <p14:tracePt t="26049" x="1924050" y="3155950"/>
          <p14:tracePt t="26176" x="1924050" y="3162300"/>
          <p14:tracePt t="26210" x="1924050" y="3168650"/>
          <p14:tracePt t="26309" x="1924050" y="3175000"/>
          <p14:tracePt t="27046" x="2012950" y="3175000"/>
          <p14:tracePt t="27064" x="2114550" y="3175000"/>
          <p14:tracePt t="27097" x="2374900" y="3194050"/>
          <p14:tracePt t="27114" x="2616200" y="3194050"/>
          <p14:tracePt t="27142" x="2965450" y="3232150"/>
          <p14:tracePt t="27173" x="3841750" y="3327400"/>
          <p14:tracePt t="27197" x="4254500" y="3378200"/>
          <p14:tracePt t="27229" x="4641850" y="3409950"/>
          <p14:tracePt t="27263" x="4806950" y="3390900"/>
          <p14:tracePt t="27296" x="4845050" y="3371850"/>
          <p14:tracePt t="27344" x="4845050" y="3352800"/>
          <p14:tracePt t="27439" x="4838700" y="3333750"/>
          <p14:tracePt t="27472" x="4686300" y="3321050"/>
          <p14:tracePt t="27496" x="4343400" y="3302000"/>
          <p14:tracePt t="27529" x="3937000" y="3276600"/>
          <p14:tracePt t="27562" x="3460750" y="3276600"/>
          <p14:tracePt t="27595" x="3187700" y="3289300"/>
          <p14:tracePt t="27628" x="2978150" y="3308350"/>
          <p14:tracePt t="27656" x="2946400" y="3308350"/>
          <p14:tracePt t="27688" x="2927350" y="3314700"/>
          <p14:tracePt t="27771" x="2914650" y="3302000"/>
          <p14:tracePt t="28220" x="2838450" y="3384550"/>
          <p14:tracePt t="28238" x="2762250" y="3473450"/>
          <p14:tracePt t="28269" x="2692400" y="3651250"/>
          <p14:tracePt t="28302" x="2692400" y="3714750"/>
          <p14:tracePt t="28336" x="2724150" y="3816350"/>
          <p14:tracePt t="28359" x="2787650" y="3848100"/>
          <p14:tracePt t="28392" x="2978150" y="3905250"/>
          <p14:tracePt t="28426" x="3371850" y="3911600"/>
          <p14:tracePt t="28459" x="3587750" y="3822700"/>
          <p14:tracePt t="28487" x="3663950" y="3721100"/>
          <p14:tracePt t="28518" x="3670300" y="3600450"/>
          <p14:tracePt t="28552" x="3549650" y="3390900"/>
          <p14:tracePt t="28575" x="3416300" y="3270250"/>
          <p14:tracePt t="28608" x="3162300" y="3136900"/>
          <p14:tracePt t="28642" x="2787650" y="3086100"/>
          <p14:tracePt t="28675" x="2616200" y="3117850"/>
          <p14:tracePt t="28708" x="2330450" y="3244850"/>
          <p14:tracePt t="28736" x="2222500" y="3321050"/>
          <p14:tracePt t="28767" x="2178050" y="3371850"/>
          <p14:tracePt t="28801" x="2165350" y="3378200"/>
          <p14:tracePt t="28851" x="2209800" y="3378200"/>
          <p14:tracePt t="28922" x="2171700" y="3473450"/>
          <p14:tracePt t="28952" x="2120900" y="3606800"/>
          <p14:tracePt t="28989" x="1987550" y="3956050"/>
          <p14:tracePt t="29019" x="1930400" y="4178300"/>
          <p14:tracePt t="29050" x="1885950" y="4343400"/>
          <p14:tracePt t="29073" x="1873250" y="4432300"/>
          <p14:tracePt t="29107" x="1873250" y="4521200"/>
          <p14:tracePt t="29140" x="1873250" y="4552950"/>
          <p14:tracePt t="29157" x="1873250" y="4559300"/>
          <p14:tracePt t="29190" x="1885950" y="4559300"/>
          <p14:tracePt t="29218" x="1911350" y="4552950"/>
          <p14:tracePt t="29249" x="1974850" y="4527550"/>
          <p14:tracePt t="29283" x="2203450" y="4425950"/>
          <p14:tracePt t="29316" x="2787650" y="4146550"/>
          <p14:tracePt t="29349" x="3956050" y="3587750"/>
          <p14:tracePt t="29387" x="4743450" y="3124200"/>
          <p14:tracePt t="29422" x="5213350" y="2781300"/>
          <p14:tracePt t="29450" x="5295900" y="2724150"/>
          <p14:tracePt t="29486" x="5295900" y="2711450"/>
          <p14:tracePt t="29517" x="5295900" y="2698750"/>
          <p14:tracePt t="29565" x="5289550" y="2698750"/>
          <p14:tracePt t="29598" x="5264150" y="2698750"/>
          <p14:tracePt t="29631" x="5073650" y="2705100"/>
          <p14:tracePt t="29655" x="4781550" y="2717800"/>
          <p14:tracePt t="29672" x="4000500" y="2705100"/>
          <p14:tracePt t="29715" x="2794000" y="2660650"/>
          <p14:tracePt t="29747" x="2260600" y="2686050"/>
          <p14:tracePt t="29781" x="2025650" y="2724150"/>
          <p14:tracePt t="29814" x="1962150" y="2762250"/>
          <p14:tracePt t="29847" x="1955800" y="2774950"/>
          <p14:tracePt t="29880" x="1955800" y="2794000"/>
          <p14:tracePt t="29914" x="1955800" y="2806700"/>
          <p14:tracePt t="29947" x="1993900" y="2908300"/>
          <p14:tracePt t="29970" x="2032000" y="3073400"/>
          <p14:tracePt t="29999" x="2095500" y="3448050"/>
          <p14:tracePt t="30030" x="2120900" y="3892550"/>
          <p14:tracePt t="30063" x="2127250" y="4184650"/>
          <p14:tracePt t="30096" x="2152650" y="4324350"/>
          <p14:tracePt t="30130" x="2165350" y="4349750"/>
          <p14:tracePt t="30164" x="2171700" y="4356100"/>
          <p14:tracePt t="30198" x="2190750" y="4343400"/>
          <p14:tracePt t="30246" x="2209800" y="4311650"/>
          <p14:tracePt t="30269" x="2247900" y="4235450"/>
          <p14:tracePt t="30297" x="2311400" y="3962400"/>
          <p14:tracePt t="30329" x="2317750" y="3562350"/>
          <p14:tracePt t="30362" x="2216150" y="3054350"/>
          <p14:tracePt t="30395" x="2012950" y="2451100"/>
          <p14:tracePt t="30419" x="1962150" y="2292350"/>
          <p14:tracePt t="30452" x="1943100" y="2216150"/>
          <p14:tracePt t="30516" x="1943100" y="2228850"/>
          <p14:tracePt t="30546" x="1949450" y="2235200"/>
          <p14:tracePt t="30578" x="1968500" y="2235200"/>
          <p14:tracePt t="30628" x="2076450" y="2203450"/>
          <p14:tracePt t="30661" x="2374900" y="2146300"/>
          <p14:tracePt t="30685" x="2889250" y="2076450"/>
          <p14:tracePt t="30718" x="4044950" y="2006600"/>
          <p14:tracePt t="30751" x="5130800" y="2006600"/>
          <p14:tracePt t="30768" x="5340350" y="2006600"/>
          <p14:tracePt t="30801" x="5575300" y="1987550"/>
          <p14:tracePt t="30829" x="5581650" y="1981200"/>
          <p14:tracePt t="30860" x="5581650" y="1968500"/>
          <p14:tracePt t="30894" x="5575300" y="1962150"/>
          <p14:tracePt t="30943" x="5549900" y="1962150"/>
          <p14:tracePt t="30977" x="5461000" y="1949450"/>
          <p14:tracePt t="31010" x="5327650" y="1930400"/>
          <p14:tracePt t="31043" x="5048250" y="1905000"/>
          <p14:tracePt t="31076" x="4724400" y="1847850"/>
          <p14:tracePt t="31110" x="4476750" y="1803400"/>
          <p14:tracePt t="31143" x="4394200" y="1797050"/>
          <p14:tracePt t="31162" x="4356100" y="1790700"/>
          <p14:tracePt t="31183" x="4349750" y="1790700"/>
          <p14:tracePt t="31216" x="4413250" y="1771650"/>
          <p14:tracePt t="31249" x="4610100" y="1771650"/>
          <p14:tracePt t="31282" x="4749800" y="1765300"/>
          <p14:tracePt t="31310" x="4889500" y="1752600"/>
          <p14:tracePt t="31342" x="4984750" y="1733550"/>
          <p14:tracePt t="31375" x="4997450" y="1708150"/>
          <p14:tracePt t="31425" x="4978400" y="1701800"/>
          <p14:tracePt t="31458" x="4876800" y="1714500"/>
          <p14:tracePt t="31491" x="4768850" y="1739900"/>
          <p14:tracePt t="31546" x="4902200" y="1739900"/>
          <p14:tracePt t="31576" x="5226050" y="1758950"/>
          <p14:tracePt t="31608" x="6083300" y="1835150"/>
          <p14:tracePt t="31641" x="6483350" y="1860550"/>
          <p14:tracePt t="31674" x="6686550" y="1860550"/>
          <p14:tracePt t="31707" x="6756400" y="1841500"/>
          <p14:tracePt t="31741" x="6775450" y="1828800"/>
          <p14:tracePt t="31775" x="6769100" y="1816100"/>
          <p14:tracePt t="31807" x="6604000" y="1816100"/>
          <p14:tracePt t="31840" x="6051550" y="1835150"/>
          <p14:tracePt t="31873" x="5575300" y="1860550"/>
          <p14:tracePt t="31907" x="4997450" y="1860550"/>
          <p14:tracePt t="31940" x="4756150" y="1854200"/>
          <p14:tracePt t="31973" x="4705350" y="1854200"/>
          <p14:tracePt t="32006" x="4705350" y="1866900"/>
          <p14:tracePt t="32039" x="4819650" y="1879600"/>
          <p14:tracePt t="32073" x="5334000" y="1968500"/>
          <p14:tracePt t="32106" x="6051550" y="2070100"/>
          <p14:tracePt t="32140" x="6267450" y="2063750"/>
          <p14:tracePt t="32173" x="6337300" y="2038350"/>
          <p14:tracePt t="32191" x="6337300" y="2025650"/>
          <p14:tracePt t="32224" x="6330950" y="2012950"/>
          <p14:tracePt t="32256" x="6019800" y="1993900"/>
          <p14:tracePt t="32289" x="5168900" y="1936750"/>
          <p14:tracePt t="32312" x="4870450" y="1905000"/>
          <p14:tracePt t="32346" x="4337050" y="1854200"/>
          <p14:tracePt t="32374" x="4216400" y="1835150"/>
          <p14:tracePt t="32438" x="4400550" y="1841500"/>
          <p14:tracePt t="32472" x="5327650" y="2000250"/>
          <p14:tracePt t="32505" x="6299200" y="2133600"/>
          <p14:tracePt t="32539" x="6578600" y="2114550"/>
          <p14:tracePt t="32561" x="6591300" y="2108200"/>
          <p14:tracePt t="32589" x="6597650" y="2089150"/>
          <p14:tracePt t="32626" x="6578600" y="2076450"/>
          <p14:tracePt t="32656" x="6381750" y="2076450"/>
          <p14:tracePt t="32687" x="5613400" y="2108200"/>
          <p14:tracePt t="32706" x="5219700" y="2108200"/>
          <p14:tracePt t="32737" x="4152900" y="2076450"/>
          <p14:tracePt t="32770" x="3638550" y="2063750"/>
          <p14:tracePt t="32788" x="3562350" y="2063750"/>
          <p14:tracePt t="32836" x="3505200" y="2063750"/>
          <p14:tracePt t="32903" x="3505200" y="2070100"/>
          <p14:tracePt t="32936" x="3505200" y="2076450"/>
          <p14:tracePt t="32986" x="3505200" y="2082800"/>
          <p14:tracePt t="33036" x="3511550" y="2063750"/>
          <p14:tracePt t="33385" x="3289300" y="2076450"/>
          <p14:tracePt t="33408" x="3117850" y="2108200"/>
          <p14:tracePt t="33441" x="2768600" y="2222500"/>
          <p14:tracePt t="33484" x="2489200" y="2381250"/>
          <p14:tracePt t="33518" x="2393950" y="2489200"/>
          <p14:tracePt t="33551" x="2324100" y="2654300"/>
          <p14:tracePt t="33584" x="2266950" y="2781300"/>
          <p14:tracePt t="33617" x="2209800" y="2870200"/>
          <p14:tracePt t="33651" x="2139950" y="2940050"/>
          <p14:tracePt t="33684" x="2076450" y="2978150"/>
          <p14:tracePt t="33717" x="2063750" y="2978150"/>
          <p14:tracePt t="34116" x="1885950" y="2978150"/>
          <p14:tracePt t="34149" x="1695450" y="2927350"/>
          <p14:tracePt t="34172" x="1543050" y="2908300"/>
          <p14:tracePt t="34205" x="1244600" y="2914650"/>
          <p14:tracePt t="34223" x="1181100" y="2914650"/>
          <p14:tracePt t="34252" x="1047750" y="2921000"/>
          <p14:tracePt t="34282" x="996950" y="2921000"/>
          <p14:tracePt t="34315" x="977900" y="2921000"/>
          <p14:tracePt t="34348" x="952500" y="2933700"/>
          <p14:tracePt t="34372" x="933450" y="2933700"/>
          <p14:tracePt t="34453" x="927100" y="2940050"/>
          <p14:tracePt t="34488" x="920750" y="2940050"/>
          <p14:tracePt t="34548" x="914400" y="2946400"/>
          <p14:tracePt t="34702" x="927100" y="2959100"/>
          <p14:tracePt t="34752" x="946150" y="2959100"/>
          <p14:tracePt t="34797" x="965200" y="2965450"/>
          <p14:tracePt t="34830" x="977900" y="2965450"/>
          <p14:tracePt t="34863" x="1104900" y="2978150"/>
          <p14:tracePt t="34887" x="1168400" y="2990850"/>
          <p14:tracePt t="34920" x="1543050" y="3041650"/>
          <p14:tracePt t="34954" x="1892300" y="3086100"/>
          <p14:tracePt t="34970" x="1943100" y="3086100"/>
          <p14:tracePt t="34998" x="2012950" y="3086100"/>
          <p14:tracePt t="35029" x="2025650" y="3086100"/>
          <p14:tracePt t="35145" x="2012950" y="3086100"/>
          <p14:tracePt t="35184" x="2006600" y="3086100"/>
          <p14:tracePt t="35234" x="1993900" y="3073400"/>
          <p14:tracePt t="35264" x="1987550" y="3067050"/>
          <p14:tracePt t="35312" x="1974850" y="3060700"/>
          <p14:tracePt t="35378" x="1968500" y="3060700"/>
          <p14:tracePt t="35478" x="1962150" y="3060700"/>
          <p14:tracePt t="36175" x="2006600" y="3054350"/>
          <p14:tracePt t="36199" x="2095500" y="3009900"/>
          <p14:tracePt t="36215" x="2171700" y="2965450"/>
          <p14:tracePt t="36248" x="2279650" y="2882900"/>
          <p14:tracePt t="36281" x="2393950" y="2743200"/>
          <p14:tracePt t="36316" x="2514600" y="2501900"/>
          <p14:tracePt t="36344" x="2603500" y="2178050"/>
          <p14:tracePt t="36380" x="2717800" y="1765300"/>
          <p14:tracePt t="36410" x="2794000" y="1403350"/>
          <p14:tracePt t="36431" x="2844800" y="1231900"/>
          <p14:tracePt t="36464" x="2895600" y="1041400"/>
          <p14:tracePt t="36498" x="2959100" y="882650"/>
          <p14:tracePt t="36531" x="2990850" y="850900"/>
          <p14:tracePt t="36564" x="3022600" y="831850"/>
          <p14:tracePt t="36597" x="3028950" y="825500"/>
          <p14:tracePt t="36625" x="3054350" y="812800"/>
          <p14:tracePt t="36657" x="3111500" y="787400"/>
          <p14:tracePt t="36690" x="3175000" y="749300"/>
          <p14:tracePt t="36723" x="3232150" y="704850"/>
          <p14:tracePt t="36742" x="3251200" y="679450"/>
          <p14:tracePt t="36773" x="3270250" y="666750"/>
          <p14:tracePt t="36811" x="3270250" y="647700"/>
          <p14:tracePt t="36861" x="3270250" y="635000"/>
          <p14:tracePt t="36911" x="3282950" y="628650"/>
          <p14:tracePt t="36941" x="3302000" y="615950"/>
          <p14:tracePt t="36973" x="3390900" y="584200"/>
          <p14:tracePt t="36996" x="3530600" y="552450"/>
          <p14:tracePt t="37029" x="3829050" y="527050"/>
          <p14:tracePt t="37063" x="4171950" y="495300"/>
          <p14:tracePt t="37095" x="4489450" y="463550"/>
          <p14:tracePt t="37124" x="4699000" y="450850"/>
          <p14:tracePt t="37155" x="4800600" y="444500"/>
          <p14:tracePt t="37188" x="4838700" y="444500"/>
          <p14:tracePt t="37238" x="4845050" y="438150"/>
          <p14:tracePt t="37258" x="4851400" y="438150"/>
          <p14:tracePt t="37310" x="4870450" y="438150"/>
          <p14:tracePt t="37345" x="4895850" y="444500"/>
          <p14:tracePt t="37374" x="4972050" y="457200"/>
          <p14:tracePt t="37409" x="5118100" y="495300"/>
          <p14:tracePt t="37439" x="5295900" y="558800"/>
          <p14:tracePt t="37471" x="5568950" y="654050"/>
          <p14:tracePt t="37504" x="5708650" y="698500"/>
          <p14:tracePt t="37537" x="5778500" y="723900"/>
          <p14:tracePt t="37560" x="5816600" y="736600"/>
          <p14:tracePt t="37589" x="5835650" y="742950"/>
          <p14:tracePt t="37637" x="5848350" y="742950"/>
          <p14:tracePt t="37703" x="5848350" y="736600"/>
          <p14:tracePt t="37737" x="5848350" y="730250"/>
          <p14:tracePt t="37756" x="5848350" y="723900"/>
          <p14:tracePt t="37786" x="5848350" y="717550"/>
          <p14:tracePt t="37819" x="5842000" y="711200"/>
          <p14:tracePt t="37891" x="5835650" y="698500"/>
          <p14:tracePt t="37936" x="5829300" y="692150"/>
          <p14:tracePt t="37986" x="5816600" y="685800"/>
          <p14:tracePt t="38019" x="5816600" y="679450"/>
          <p14:tracePt t="38052" x="5803900" y="679450"/>
          <p14:tracePt t="38118" x="5772150" y="673100"/>
          <p14:tracePt t="38152" x="5695950" y="673100"/>
          <p14:tracePt t="38185" x="5397500" y="685800"/>
          <p14:tracePt t="38218" x="5010150" y="762000"/>
          <p14:tracePt t="38236" x="4832350" y="800100"/>
          <p14:tracePt t="38268" x="3873500" y="1143000"/>
          <p14:tracePt t="38303" x="3219450" y="1517650"/>
          <p14:tracePt t="38335" x="2870200" y="1797050"/>
          <p14:tracePt t="38368" x="2393950" y="2317750"/>
          <p14:tracePt t="38391" x="2241550" y="2514600"/>
          <p14:tracePt t="38426" x="2057400" y="2768600"/>
          <p14:tracePt t="38452" x="2000250" y="2889250"/>
          <p14:tracePt t="38484" x="1949450" y="2971800"/>
          <p14:tracePt t="38517" x="1924050" y="3028950"/>
          <p14:tracePt t="38550" x="1873250" y="3098800"/>
          <p14:tracePt t="38584" x="1822450" y="3175000"/>
          <p14:tracePt t="38607" x="1790700" y="3206750"/>
          <p14:tracePt t="38640" x="1758950" y="3232150"/>
          <p14:tracePt t="38674" x="1746250" y="3232150"/>
          <p14:tracePt t="38771" x="1733550" y="3225800"/>
          <p14:tracePt t="38801" x="1720850" y="3219450"/>
          <p14:tracePt t="38828" x="1714500" y="3219450"/>
          <p14:tracePt t="38856" x="1701800" y="3206750"/>
          <p14:tracePt t="38889" x="1695450" y="3206750"/>
          <p14:tracePt t="38937" x="1689100" y="3194050"/>
          <p14:tracePt t="38973" x="1708150" y="3181350"/>
          <p14:tracePt t="39001" x="1727200" y="3175000"/>
          <p14:tracePt t="39032" x="1809750" y="3136900"/>
          <p14:tracePt t="39051" x="1841500" y="3117850"/>
          <p14:tracePt t="39082" x="2000250" y="3073400"/>
          <p14:tracePt t="39115" x="2070100" y="3028950"/>
          <p14:tracePt t="39148" x="2108200" y="3009900"/>
          <p14:tracePt t="39172" x="2127250" y="2997200"/>
          <p14:tracePt t="39281" x="2120900" y="2997200"/>
          <p14:tracePt t="39331" x="2108200" y="2997200"/>
          <p14:tracePt t="39364" x="2051050" y="2997200"/>
          <p14:tracePt t="39397" x="1924050" y="3035300"/>
          <p14:tracePt t="39431" x="1739900" y="3060700"/>
          <p14:tracePt t="39464" x="1549400" y="3098800"/>
          <p14:tracePt t="39497" x="1504950" y="3105150"/>
          <p14:tracePt t="39530" x="1498600" y="3105150"/>
          <p14:tracePt t="39613" x="1504950" y="3105150"/>
          <p14:tracePt t="39646" x="1517650" y="3098800"/>
          <p14:tracePt t="39680" x="1530350" y="3092450"/>
          <p14:tracePt t="39713" x="1562100" y="3073400"/>
          <p14:tracePt t="39746" x="1689100" y="3009900"/>
          <p14:tracePt t="39779" x="1866900" y="2901950"/>
          <p14:tracePt t="39798" x="2101850" y="2717800"/>
          <p14:tracePt t="39829" x="2559050" y="2228850"/>
          <p14:tracePt t="39862" x="2882900" y="1739900"/>
          <p14:tracePt t="39896" x="3022600" y="1301750"/>
          <p14:tracePt t="39929" x="3028950" y="1117600"/>
          <p14:tracePt t="39962" x="3028950" y="984250"/>
          <p14:tracePt t="39986" x="3028950" y="876300"/>
          <p14:tracePt t="40002" x="3035300" y="850900"/>
          <p14:tracePt t="40030" x="3079750" y="742950"/>
          <p14:tracePt t="40062" x="3155950" y="635000"/>
          <p14:tracePt t="40095" x="3295650" y="501650"/>
          <p14:tracePt t="40128" x="3467100" y="387350"/>
          <p14:tracePt t="40161" x="3657600" y="304800"/>
          <p14:tracePt t="40185" x="3790950" y="285750"/>
          <p14:tracePt t="40228" x="4165600" y="266700"/>
          <p14:tracePt t="40261" x="4425950" y="311150"/>
          <p14:tracePt t="40295" x="4699000" y="368300"/>
          <p14:tracePt t="40313" x="4743450" y="374650"/>
          <p14:tracePt t="40346" x="4864100" y="387350"/>
          <p14:tracePt t="40377" x="4889500" y="387350"/>
          <p14:tracePt t="40411" x="4895850" y="381000"/>
          <p14:tracePt t="40434" x="4895850" y="368300"/>
          <p14:tracePt t="40467" x="4889500" y="355600"/>
          <p14:tracePt t="40496" x="4819650" y="374650"/>
          <p14:tracePt t="40532" x="4603750" y="469900"/>
          <p14:tracePt t="40562" x="4159250" y="679450"/>
          <p14:tracePt t="40593" x="3435350" y="1047750"/>
          <p14:tracePt t="40627" x="2400300" y="1638300"/>
          <p14:tracePt t="40660" x="1835150" y="1987550"/>
          <p14:tracePt t="40693" x="1562100" y="2190750"/>
          <p14:tracePt t="40716" x="1441450" y="2273300"/>
          <p14:tracePt t="40749" x="1403350" y="2330450"/>
          <p14:tracePt t="40783" x="1390650" y="2393950"/>
          <p14:tracePt t="40811" x="1384300" y="2432050"/>
          <p14:tracePt t="40828" x="1371600" y="2495550"/>
          <p14:tracePt t="40859" x="1365250" y="2571750"/>
          <p14:tracePt t="40892" x="1346200" y="2609850"/>
          <p14:tracePt t="40926" x="1346200" y="2622550"/>
          <p14:tracePt t="40949" x="1339850" y="2609850"/>
          <p14:tracePt t="41374" x="1384300" y="2762250"/>
          <p14:tracePt t="41407" x="1447800" y="2876550"/>
          <p14:tracePt t="41440" x="1466850" y="2889250"/>
          <p14:tracePt t="41459" x="1479550" y="2889250"/>
          <p14:tracePt t="41507" x="1619250" y="2838450"/>
          <p14:tracePt t="41530" x="1771650" y="2705100"/>
          <p14:tracePt t="41564" x="2152650" y="2127250"/>
          <p14:tracePt t="41596" x="2381250" y="1206500"/>
          <p14:tracePt t="41624" x="2311400" y="374650"/>
          <p14:tracePt t="41661" x="2241550" y="0"/>
          <p14:tracePt t="41739" x="2260600" y="6350"/>
          <p14:tracePt t="41763" x="2273300" y="12700"/>
          <p14:tracePt t="41795" x="2292350" y="19050"/>
          <p14:tracePt t="41829" x="2406650" y="82550"/>
          <p14:tracePt t="41847" x="2533650" y="158750"/>
          <p14:tracePt t="41857" x="2616200" y="222250"/>
          <p14:tracePt t="41894" x="2908300" y="368300"/>
          <p14:tracePt t="41924" x="3200400" y="501650"/>
          <p14:tracePt t="41940" x="3295650" y="546100"/>
          <p14:tracePt t="41972" x="3511550" y="666750"/>
          <p14:tracePt t="41995" x="3568700" y="704850"/>
          <p14:tracePt t="42029" x="3587750" y="717550"/>
          <p14:tracePt t="42138" x="3587750" y="704850"/>
          <p14:tracePt t="42172" x="3644900" y="673100"/>
          <p14:tracePt t="42205" x="3810000" y="622300"/>
          <p14:tracePt t="42238" x="4076700" y="558800"/>
          <p14:tracePt t="42271" x="4432300" y="520700"/>
          <p14:tracePt t="42294" x="4584700" y="508000"/>
          <p14:tracePt t="42322" x="4794250" y="482600"/>
          <p14:tracePt t="42359" x="4927600" y="444500"/>
          <p14:tracePt t="42389" x="4991100" y="444500"/>
          <p14:tracePt t="42420" x="5041900" y="438150"/>
          <p14:tracePt t="42454" x="5092700" y="431800"/>
          <p14:tracePt t="42487" x="5168900" y="425450"/>
          <p14:tracePt t="42520" x="5226050" y="425450"/>
          <p14:tracePt t="42553" x="5270500" y="438150"/>
          <p14:tracePt t="42577" x="5302250" y="444500"/>
          <p14:tracePt t="42605" x="5314950" y="444500"/>
          <p14:tracePt t="42686" x="5321300" y="444500"/>
          <p14:tracePt t="42719" x="5321300" y="431800"/>
          <p14:tracePt t="42752" x="5321300" y="425450"/>
          <p14:tracePt t="42786" x="5321300" y="419100"/>
          <p14:tracePt t="42858" x="5321300" y="412750"/>
          <p14:tracePt t="42935" x="5302250" y="412750"/>
          <p14:tracePt t="42969" x="5245100" y="444500"/>
          <p14:tracePt t="42987" x="5200650" y="469900"/>
          <p14:tracePt t="43018" x="4794250" y="768350"/>
          <p14:tracePt t="43051" x="4210050" y="1206500"/>
          <p14:tracePt t="43085" x="3492500" y="1746250"/>
          <p14:tracePt t="43123" x="3028950" y="2076450"/>
          <p14:tracePt t="43153" x="2597150" y="2413000"/>
          <p14:tracePt t="43184" x="1854200" y="2971800"/>
          <p14:tracePt t="43218" x="1587500" y="3206750"/>
          <p14:tracePt t="43251" x="1428750" y="3390900"/>
          <p14:tracePt t="43284" x="1358900" y="3479800"/>
          <p14:tracePt t="43317" x="1295400" y="3575050"/>
          <p14:tracePt t="43350" x="1257300" y="3619500"/>
          <p14:tracePt t="43389" x="1244600" y="3632200"/>
          <p14:tracePt t="43433" x="1244600" y="3644900"/>
          <p14:tracePt t="43467" x="1231900" y="3644900"/>
          <p14:tracePt t="43815" x="1289050" y="3625850"/>
          <p14:tracePt t="43849" x="1352550" y="3575050"/>
          <p14:tracePt t="43882" x="1435100" y="3467100"/>
          <p14:tracePt t="43917" x="1492250" y="3371850"/>
          <p14:tracePt t="43965" x="1543050" y="3238500"/>
          <p14:tracePt t="43998" x="1562100" y="3206750"/>
          <p14:tracePt t="44031" x="1568450" y="3162300"/>
          <p14:tracePt t="44065" x="1568450" y="3155950"/>
          <p14:tracePt t="44364" x="1574800" y="3149600"/>
          <p14:tracePt t="44430" x="1587500" y="3149600"/>
          <p14:tracePt t="44480" x="1593850" y="3149600"/>
          <p14:tracePt t="44513" x="1606550" y="3149600"/>
          <p14:tracePt t="44547" x="1657350" y="3162300"/>
          <p14:tracePt t="44579" x="1847850" y="3200400"/>
          <p14:tracePt t="44613" x="2235200" y="3263900"/>
          <p14:tracePt t="44646" x="3130550" y="3403600"/>
          <p14:tracePt t="44680" x="3644900" y="3441700"/>
          <p14:tracePt t="44712" x="3962400" y="3448050"/>
          <p14:tracePt t="44736" x="4171950" y="3422650"/>
          <p14:tracePt t="44764" x="4260850" y="3384550"/>
          <p14:tracePt t="44795" x="4362450" y="3327400"/>
          <p14:tracePt t="44829" x="4451350" y="3289300"/>
          <p14:tracePt t="44862" x="4514850" y="3257550"/>
          <p14:tracePt t="44880" x="4540250" y="3251200"/>
          <p14:tracePt t="44898" x="4578350" y="3232150"/>
          <p14:tracePt t="44930" x="4610100" y="3225800"/>
          <p14:tracePt t="44952" x="4648200" y="3213100"/>
          <p14:tracePt t="44985" x="4679950" y="3200400"/>
          <p14:tracePt t="45033" x="4692650" y="3200400"/>
          <p14:tracePt t="45063" x="4699000" y="3194050"/>
          <p14:tracePt t="45111" x="4711700" y="3187700"/>
          <p14:tracePt t="45144" x="4718050" y="3181350"/>
          <p14:tracePt t="45168" x="4718050" y="3175000"/>
          <p14:tracePt t="45232" x="4724400" y="3162300"/>
          <p14:tracePt t="45282" x="4730750" y="3162300"/>
          <p14:tracePt t="45317" x="4737100" y="3155950"/>
          <p14:tracePt t="45346" x="4718050" y="3168650"/>
          <p14:tracePt t="45362" x="4629150" y="3206750"/>
          <p14:tracePt t="45379" x="4445000" y="3302000"/>
          <p14:tracePt t="45410" x="3746500" y="3619500"/>
          <p14:tracePt t="45443" x="3333750" y="3803650"/>
          <p14:tracePt t="45467" x="2749550" y="4070350"/>
          <p14:tracePt t="45500" x="2292350" y="4273550"/>
          <p14:tracePt t="45517" x="2095500" y="4368800"/>
          <p14:tracePt t="45550" x="1866900" y="4489450"/>
          <p14:tracePt t="45582" x="1733550" y="4572000"/>
          <p14:tracePt t="45611" x="1663700" y="4616450"/>
          <p14:tracePt t="45643" x="1651000" y="4616450"/>
          <p14:tracePt t="45742" x="1651000" y="4622800"/>
          <p14:tracePt t="45830" x="1644650" y="4616450"/>
          <p14:tracePt t="45860" x="1644650" y="4610100"/>
          <p14:tracePt t="45897" x="1644650" y="4591050"/>
          <p14:tracePt t="45927" x="1644650" y="4521200"/>
          <p14:tracePt t="45975" x="1606550" y="4210050"/>
          <p14:tracePt t="46008" x="1568450" y="3644900"/>
          <p14:tracePt t="46041" x="1562100" y="3314700"/>
          <p14:tracePt t="46074" x="1574800" y="3130550"/>
          <p14:tracePt t="46107" x="1587500" y="3060700"/>
          <p14:tracePt t="46141" x="1593850" y="3048000"/>
          <p14:tracePt t="46174" x="1606550" y="3048000"/>
          <p14:tracePt t="46224" x="1612900" y="3048000"/>
          <p14:tracePt t="46279" x="1612900" y="3041650"/>
          <p14:tracePt t="46345" x="1625600" y="3041650"/>
          <p14:tracePt t="46391" x="1625600" y="3054350"/>
          <p14:tracePt t="46409" x="1631950" y="3060700"/>
          <p14:tracePt t="46442" x="1651000" y="3067050"/>
          <p14:tracePt t="46490" x="1790700" y="3098800"/>
          <p14:tracePt t="46523" x="2387600" y="3194050"/>
          <p14:tracePt t="46557" x="3511550" y="3244850"/>
          <p14:tracePt t="46590" x="4292600" y="3232150"/>
          <p14:tracePt t="46623" x="5429250" y="3098800"/>
          <p14:tracePt t="46656" x="5740400" y="3016250"/>
          <p14:tracePt t="46689" x="5861050" y="2971800"/>
          <p14:tracePt t="46723" x="5892800" y="2946400"/>
          <p14:tracePt t="46750" x="5892800" y="2940050"/>
          <p14:tracePt t="46957" x="5880100" y="2946400"/>
          <p14:tracePt t="46982" x="5861050" y="2959100"/>
          <p14:tracePt t="47014" x="5708650" y="3054350"/>
          <p14:tracePt t="47046" x="5067300" y="3378200"/>
          <p14:tracePt t="47079" x="3524250" y="4076700"/>
          <p14:tracePt t="47113" x="2755900" y="4394200"/>
          <p14:tracePt t="47129" x="1873250" y="4756150"/>
          <p14:tracePt t="47158" x="1466850" y="4895850"/>
          <p14:tracePt t="47191" x="1282700" y="4972050"/>
          <p14:tracePt t="47214" x="1231900" y="5003800"/>
          <p14:tracePt t="47248" x="1187450" y="5029200"/>
          <p14:tracePt t="47280" x="1187450" y="5035550"/>
          <p14:tracePt t="47312" x="1181100" y="5041900"/>
          <p14:tracePt t="47392" x="1181100" y="5035550"/>
          <p14:tracePt t="47422" x="1193800" y="4997450"/>
          <p14:tracePt t="47440" x="1206500" y="4933950"/>
          <p14:tracePt t="47472" x="1282700" y="4648200"/>
          <p14:tracePt t="47506" x="1441450" y="3816350"/>
          <p14:tracePt t="47530" x="1549400" y="3263900"/>
          <p14:tracePt t="47562" x="1657350" y="2667000"/>
          <p14:tracePt t="47594" x="1682750" y="2571750"/>
          <p14:tracePt t="47621" x="1682750" y="2559050"/>
          <p14:tracePt t="47735" x="1689100" y="2565400"/>
          <p14:tracePt t="47769" x="1695450" y="2578100"/>
          <p14:tracePt t="47868" x="1701800" y="2584450"/>
          <p14:tracePt t="47902" x="1714500" y="2597150"/>
          <p14:tracePt t="47935" x="1803400" y="2628900"/>
          <p14:tracePt t="47970" x="2197100" y="2743200"/>
          <p14:tracePt t="48002" x="3194050" y="2889250"/>
          <p14:tracePt t="48035" x="4781550" y="3048000"/>
          <p14:tracePt t="48068" x="5524500" y="3073400"/>
          <p14:tracePt t="48093" x="5746750" y="3073400"/>
          <p14:tracePt t="48126" x="5918200" y="3060700"/>
          <p14:tracePt t="48159" x="5969000" y="3054350"/>
          <p14:tracePt t="48193" x="5975350" y="3054350"/>
          <p14:tracePt t="48234" x="5981700" y="3048000"/>
          <p14:tracePt t="48267" x="5981700" y="3035300"/>
          <p14:tracePt t="48333" x="5956300" y="3028950"/>
          <p14:tracePt t="48359" x="5880100" y="3060700"/>
          <p14:tracePt t="48392" x="5518150" y="3238500"/>
          <p14:tracePt t="48425" x="4546600" y="3721100"/>
          <p14:tracePt t="48442" x="3740150" y="4102100"/>
          <p14:tracePt t="48470" x="3048000" y="4413250"/>
          <p14:tracePt t="48502" x="2387600" y="4705350"/>
          <p14:tracePt t="48526" x="2139950" y="4819650"/>
          <p14:tracePt t="48559" x="1885950" y="4914900"/>
          <p14:tracePt t="48591" x="1803400" y="4953000"/>
          <p14:tracePt t="48624" x="1765300" y="4959350"/>
          <p14:tracePt t="48657" x="1746250" y="4959350"/>
          <p14:tracePt t="48706" x="1733550" y="4959350"/>
          <p14:tracePt t="48765" x="1727200" y="4965700"/>
          <p14:tracePt t="48798" x="1720850" y="4965700"/>
          <p14:tracePt t="48873" x="1714500" y="4959350"/>
          <p14:tracePt t="49147" x="1701800" y="4819650"/>
          <p14:tracePt t="49180" x="1644650" y="4368800"/>
          <p14:tracePt t="49214" x="1549400" y="4083050"/>
          <p14:tracePt t="49247" x="1409700" y="3835400"/>
          <p14:tracePt t="49280" x="1200150" y="3575050"/>
          <p14:tracePt t="49314" x="1035050" y="3346450"/>
          <p14:tracePt t="49347" x="965200" y="3302000"/>
          <p14:tracePt t="49380" x="939800" y="3302000"/>
          <p14:tracePt t="49399" x="939800" y="3295650"/>
          <p14:tracePt t="49423" x="920750" y="3289300"/>
          <p14:tracePt t="49502" x="914400" y="3289300"/>
          <p14:tracePt t="49595" x="908050" y="3295650"/>
          <p14:tracePt t="49678" x="901700" y="3295650"/>
          <p14:tracePt t="50066" x="901700" y="3302000"/>
          <p14:tracePt t="50110" x="901700" y="3308350"/>
          <p14:tracePt t="51157" x="927100" y="3308350"/>
          <p14:tracePt t="51191" x="1016000" y="3295650"/>
          <p14:tracePt t="51224" x="1270000" y="3244850"/>
          <p14:tracePt t="51249" x="1473200" y="3225800"/>
          <p14:tracePt t="51281" x="1835150" y="3181350"/>
          <p14:tracePt t="51315" x="2355850" y="3124200"/>
          <p14:tracePt t="51348" x="3206750" y="3086100"/>
          <p14:tracePt t="51365" x="3416300" y="3086100"/>
          <p14:tracePt t="51393" x="3822700" y="3067050"/>
          <p14:tracePt t="51417" x="3956050" y="3048000"/>
          <p14:tracePt t="51449" x="4051300" y="3022600"/>
          <p14:tracePt t="51481" x="4064000" y="3016250"/>
          <p14:tracePt t="51562" x="4064000" y="3009900"/>
          <p14:tracePt t="51597" x="4064000" y="2997200"/>
          <p14:tracePt t="51624" x="4064000" y="2990850"/>
          <p14:tracePt t="51656" x="4057650" y="2978150"/>
          <p14:tracePt t="51689" x="3968750" y="2959100"/>
          <p14:tracePt t="51722" x="3657600" y="2921000"/>
          <p14:tracePt t="51761" x="3448050" y="2901950"/>
          <p14:tracePt t="51796" x="3079750" y="2870200"/>
          <p14:tracePt t="51829" x="2844800" y="2876550"/>
          <p14:tracePt t="51857" x="2781300" y="2876550"/>
          <p14:tracePt t="51889" x="2762250" y="2876550"/>
          <p14:tracePt t="51921" x="2724150" y="2895600"/>
          <p14:tracePt t="52320" x="2654300" y="2927350"/>
          <p14:tracePt t="52345" x="2520950" y="2997200"/>
          <p14:tracePt t="52378" x="2425700" y="3035300"/>
          <p14:tracePt t="52419" x="2324100" y="3079750"/>
          <p14:tracePt t="52453" x="2273300" y="3105150"/>
          <p14:tracePt t="52486" x="2241550" y="3117850"/>
          <p14:tracePt t="52535" x="2235200" y="3124200"/>
          <p14:tracePt t="52624" x="2235200" y="3130550"/>
          <p14:tracePt t="52708" x="2254250" y="3130550"/>
          <p14:tracePt t="52736" x="2260600" y="3130550"/>
          <p14:tracePt t="52760" x="2266950" y="3130550"/>
          <p14:tracePt t="52793" x="2298700" y="3130550"/>
          <p14:tracePt t="52826" x="2540000" y="3143250"/>
          <p14:tracePt t="52860" x="2978150" y="3168650"/>
          <p14:tracePt t="52893" x="3930650" y="3130550"/>
          <p14:tracePt t="52926" x="4368800" y="3073400"/>
          <p14:tracePt t="52953" x="4679950" y="3035300"/>
          <p14:tracePt t="52985" x="5016500" y="2965450"/>
          <p14:tracePt t="53005" x="5162550" y="2927350"/>
          <p14:tracePt t="53041" x="5276850" y="2889250"/>
          <p14:tracePt t="53075" x="5302250" y="2882900"/>
          <p14:tracePt t="53108" x="5302250" y="2876550"/>
          <p14:tracePt t="53142" x="5308600" y="2876550"/>
          <p14:tracePt t="53266" x="5302250" y="2876550"/>
          <p14:tracePt t="53316" x="5295900" y="2876550"/>
          <p14:tracePt t="53349" x="5264150" y="2882900"/>
          <p14:tracePt t="53383" x="5010150" y="2927350"/>
          <p14:tracePt t="53416" x="4768850" y="2978150"/>
          <p14:tracePt t="53449" x="4108450" y="3086100"/>
          <p14:tracePt t="53482" x="3759200" y="3149600"/>
          <p14:tracePt t="53503" x="3613150" y="3181350"/>
          <p14:tracePt t="53537" x="3511550" y="3213100"/>
          <p14:tracePt t="53553" x="3511550" y="3219450"/>
          <p14:tracePt t="53577" x="3505200" y="3219450"/>
          <p14:tracePt t="53665" x="3517900" y="3219450"/>
          <p14:tracePt t="53704" x="3524250" y="3219450"/>
          <p14:tracePt t="53734" x="3536950" y="3219450"/>
          <p14:tracePt t="53765" x="3549650" y="3219450"/>
          <p14:tracePt t="53798" x="3587750" y="3200400"/>
          <p14:tracePt t="53831" x="3651250" y="3149600"/>
          <p14:tracePt t="53856" x="3790950" y="3048000"/>
          <p14:tracePt t="53889" x="4076700" y="2806700"/>
          <p14:tracePt t="53922" x="4394200" y="2489200"/>
          <p14:tracePt t="53956" x="4648200" y="2216150"/>
          <p14:tracePt t="53989" x="4826000" y="2000250"/>
          <p14:tracePt t="54016" x="4908550" y="1924050"/>
          <p14:tracePt t="54049" x="4997450" y="1854200"/>
          <p14:tracePt t="54075" x="5041900" y="1835150"/>
          <p14:tracePt t="54105" x="5111750" y="1809750"/>
          <p14:tracePt t="54138" x="5187950" y="1790700"/>
          <p14:tracePt t="54173" x="5289550" y="1778000"/>
          <p14:tracePt t="54205" x="5473700" y="1752600"/>
          <p14:tracePt t="54232" x="5619750" y="1739900"/>
          <p14:tracePt t="54270" x="5759450" y="1739900"/>
          <p14:tracePt t="54298" x="5861050" y="1746250"/>
          <p14:tracePt t="54330" x="5994400" y="1758950"/>
          <p14:tracePt t="54363" x="6089650" y="1778000"/>
          <p14:tracePt t="54396" x="6286500" y="1797050"/>
          <p14:tracePt t="54421" x="6388100" y="1778000"/>
          <p14:tracePt t="54453" x="6438900" y="1765300"/>
          <p14:tracePt t="54481" x="6483350" y="1733550"/>
          <p14:tracePt t="54514" x="6527800" y="1701800"/>
          <p14:tracePt t="54546" x="6546850" y="1695450"/>
          <p14:tracePt t="54579" x="6559550" y="1670050"/>
          <p14:tracePt t="54612" x="6572250" y="1663700"/>
          <p14:tracePt t="54645" x="6584950" y="1657350"/>
          <p14:tracePt t="54695" x="6591300" y="1657350"/>
          <p14:tracePt t="54745" x="6597650" y="1657350"/>
          <p14:tracePt t="54794" x="6597650" y="1651000"/>
          <p14:tracePt t="54828" x="6604000" y="1651000"/>
          <p14:tracePt t="54894" x="6604000" y="1644650"/>
          <p14:tracePt t="54993" x="6604000" y="1638300"/>
          <p14:tracePt t="55168" x="6584950" y="1638300"/>
          <p14:tracePt t="55201" x="6508750" y="1676400"/>
          <p14:tracePt t="55235" x="6121400" y="1835150"/>
          <p14:tracePt t="55268" x="5511800" y="2038350"/>
          <p14:tracePt t="55301" x="4749800" y="2298700"/>
          <p14:tracePt t="55328" x="4229100" y="2451100"/>
          <p14:tracePt t="55360" x="3511550" y="2705100"/>
          <p14:tracePt t="55393" x="3067050" y="2889250"/>
          <p14:tracePt t="55418" x="2895600" y="2971800"/>
          <p14:tracePt t="55450" x="2819400" y="3022600"/>
          <p14:tracePt t="55484" x="2743200" y="3086100"/>
          <p14:tracePt t="55516" x="2711450" y="3124200"/>
          <p14:tracePt t="55544" x="2673350" y="3175000"/>
          <p14:tracePt t="55582" x="2603500" y="3276600"/>
          <p14:tracePt t="55610" x="2559050" y="3321050"/>
          <p14:tracePt t="55642" x="2495550" y="3390900"/>
          <p14:tracePt t="55675" x="2463800" y="3429000"/>
          <p14:tracePt t="55708" x="2419350" y="3479800"/>
          <p14:tracePt t="55733" x="2381250" y="3536950"/>
          <p14:tracePt t="55766" x="2343150" y="3600450"/>
          <p14:tracePt t="55793" x="2311400" y="3651250"/>
          <p14:tracePt t="56191" x="2286000" y="3835400"/>
          <p14:tracePt t="56225" x="2241550" y="3943350"/>
          <p14:tracePt t="56264" x="2197100" y="4083050"/>
          <p14:tracePt t="56297" x="2133600" y="4286250"/>
          <p14:tracePt t="56325" x="2095500" y="4387850"/>
          <p14:tracePt t="56357" x="2070100" y="4451350"/>
          <p14:tracePt t="56389" x="2044700" y="4508500"/>
          <p14:tracePt t="56422" x="2025650" y="4578350"/>
          <p14:tracePt t="56455" x="2012950" y="4591050"/>
          <p14:tracePt t="56505" x="2012950" y="4597400"/>
          <p14:tracePt t="56638" x="2006600" y="4603750"/>
          <p14:tracePt t="56754" x="2019300" y="4603750"/>
          <p14:tracePt t="56787" x="2032000" y="4603750"/>
          <p14:tracePt t="56813" x="2038350" y="4603750"/>
          <p14:tracePt t="56845" x="2044700" y="4597400"/>
          <p14:tracePt t="56879" x="2057400" y="4597400"/>
          <p14:tracePt t="56912" x="2070100" y="4597400"/>
          <p14:tracePt t="56921" x="2082800" y="4597400"/>
          <p14:tracePt t="56970" x="2114550" y="4584700"/>
          <p14:tracePt t="56995" x="2159000" y="4565650"/>
          <p14:tracePt t="57028" x="2203450" y="4533900"/>
          <p14:tracePt t="57046" x="2216150" y="4527550"/>
          <p14:tracePt t="57079" x="2222500" y="4502150"/>
          <p14:tracePt t="57111" x="2222500" y="4495800"/>
          <p14:tracePt t="57159" x="2203450" y="4495800"/>
          <p14:tracePt t="57188" x="2152650" y="4495800"/>
          <p14:tracePt t="57221" x="2076450" y="4508500"/>
          <p14:tracePt t="57248" x="2012950" y="4540250"/>
          <p14:tracePt t="57276" x="1968500" y="4572000"/>
          <p14:tracePt t="57311" x="1955800" y="4597400"/>
          <p14:tracePt t="62767" x="1905000" y="4603750"/>
          <p14:tracePt t="62800" x="1854200" y="4616450"/>
          <p14:tracePt t="62833" x="1816100" y="4622800"/>
          <p14:tracePt t="62857" x="1809750" y="4629150"/>
          <p14:tracePt t="62889" x="1797050" y="4629150"/>
          <p14:tracePt t="62938" x="1790700" y="4622800"/>
          <p14:tracePt t="63004" x="1784350" y="4603750"/>
          <p14:tracePt t="63034" x="1778000" y="4603750"/>
          <p14:tracePt t="63065" x="1778000" y="4597400"/>
          <p14:tracePt t="63115" x="1778000" y="4584700"/>
          <p14:tracePt t="63139" x="1778000" y="4578350"/>
          <p14:tracePt t="63403" x="1752600" y="4578350"/>
          <p14:tracePt t="63438" x="1612900" y="4559300"/>
          <p14:tracePt t="63472" x="1524000" y="4540250"/>
          <p14:tracePt t="63499" x="1498600" y="4540250"/>
          <p14:tracePt t="63531" x="1492250" y="4546600"/>
          <p14:tracePt t="63564" x="1498600" y="4559300"/>
          <p14:tracePt t="63597" x="1574800" y="4572000"/>
          <p14:tracePt t="63620" x="1701800" y="4597400"/>
          <p14:tracePt t="63654" x="1987550" y="4616450"/>
          <p14:tracePt t="63687" x="2254250" y="4597400"/>
          <p14:tracePt t="63720" x="2374900" y="4572000"/>
          <p14:tracePt t="63748" x="2387600" y="4565650"/>
          <p14:tracePt t="63796" x="2374900" y="4552950"/>
          <p14:tracePt t="63830" x="2324100" y="4521200"/>
          <p14:tracePt t="63863" x="2190750" y="4464050"/>
          <p14:tracePt t="63896" x="2063750" y="4432300"/>
          <p14:tracePt t="63920" x="2032000" y="4432300"/>
          <p14:tracePt t="63947" x="2025650" y="4432300"/>
          <p14:tracePt t="63984" x="2012950" y="4438650"/>
          <p14:tracePt t="64014" x="2012950" y="4445000"/>
          <p14:tracePt t="64045" x="2019300" y="4457700"/>
          <p14:tracePt t="64079" x="2038350" y="4464050"/>
          <p14:tracePt t="64112" x="2057400" y="4464050"/>
          <p14:tracePt t="64145" x="2114550" y="4464050"/>
          <p14:tracePt t="64178" x="2279650" y="4413250"/>
          <p14:tracePt t="64213" x="2590800" y="4292600"/>
          <p14:tracePt t="64236" x="2819400" y="4171950"/>
          <p14:tracePt t="64264" x="3098800" y="4000500"/>
          <p14:tracePt t="64295" x="3606800" y="3530600"/>
          <p14:tracePt t="64313" x="3740150" y="3384550"/>
          <p14:tracePt t="64345" x="4121150" y="2832100"/>
          <p14:tracePt t="64378" x="4248150" y="2628900"/>
          <p14:tracePt t="64411" x="4406900" y="2419350"/>
          <p14:tracePt t="64444" x="4578350" y="2235200"/>
          <p14:tracePt t="64468" x="4705350" y="2133600"/>
          <p14:tracePt t="64502" x="4914900" y="2012950"/>
          <p14:tracePt t="64534" x="5073650" y="1955800"/>
          <p14:tracePt t="64567" x="5359400" y="1873250"/>
          <p14:tracePt t="64595" x="5651500" y="1860550"/>
          <p14:tracePt t="64627" x="5911850" y="1885950"/>
          <p14:tracePt t="64660" x="6197600" y="1949450"/>
          <p14:tracePt t="64693" x="6305550" y="1974850"/>
          <p14:tracePt t="64727" x="6394450" y="1987550"/>
          <p14:tracePt t="64750" x="6438900" y="1993900"/>
          <p14:tracePt t="64783" x="6477000" y="1993900"/>
          <p14:tracePt t="64811" x="6534150" y="1974850"/>
          <p14:tracePt t="64843" x="6578600" y="1936750"/>
          <p14:tracePt t="64876" x="6604000" y="1898650"/>
          <p14:tracePt t="64909" x="6616700" y="1879600"/>
          <p14:tracePt t="64942" x="6616700" y="1866900"/>
          <p14:tracePt t="64992" x="6572250" y="1873250"/>
          <p14:tracePt t="65016" x="6445250" y="1930400"/>
          <p14:tracePt t="65049" x="6223000" y="2025650"/>
          <p14:tracePt t="65082" x="5283200" y="2476500"/>
          <p14:tracePt t="65115" x="4222750" y="3048000"/>
          <p14:tracePt t="65158" x="3543300" y="3435350"/>
          <p14:tracePt t="65192" x="3206750" y="3657600"/>
          <p14:tracePt t="65211" x="2978150" y="3784600"/>
          <p14:tracePt t="65232" x="2832100" y="3886200"/>
          <p14:tracePt t="65265" x="2571750" y="4083050"/>
          <p14:tracePt t="65298" x="2438400" y="4171950"/>
          <p14:tracePt t="65331" x="2311400" y="4273550"/>
          <p14:tracePt t="65360" x="2209800" y="4368800"/>
          <p14:tracePt t="65391" x="2133600" y="4445000"/>
          <p14:tracePt t="65424" x="2063750" y="4533900"/>
          <p14:tracePt t="65442" x="2057400" y="4546600"/>
          <p14:tracePt t="65464" x="2057400" y="4565650"/>
          <p14:tracePt t="65497" x="2063750" y="4591050"/>
          <p14:tracePt t="65533" x="2127250" y="4597400"/>
          <p14:tracePt t="65559" x="2254250" y="4591050"/>
          <p14:tracePt t="65595" x="2495550" y="4546600"/>
          <p14:tracePt t="65625" x="2774950" y="4375150"/>
          <p14:tracePt t="65657" x="3060700" y="3994150"/>
          <p14:tracePt t="65690" x="3124200" y="3676650"/>
          <p14:tracePt t="65723" x="3067050" y="3422650"/>
          <p14:tracePt t="65747" x="2844800" y="3143250"/>
          <p14:tracePt t="65763" x="2762250" y="3067050"/>
          <p14:tracePt t="65796" x="2324100" y="2959100"/>
          <p14:tracePt t="65825" x="2000250" y="3048000"/>
          <p14:tracePt t="65856" x="1835150" y="3162300"/>
          <p14:tracePt t="65889" x="1663700" y="3486150"/>
          <p14:tracePt t="65922" x="1701800" y="3797300"/>
          <p14:tracePt t="65955" x="1924050" y="4070350"/>
          <p14:tracePt t="65989" x="2552700" y="4533900"/>
          <p14:tracePt t="66027" x="3232150" y="4730750"/>
          <p14:tracePt t="66045" x="3657600" y="4737100"/>
          <p14:tracePt t="66079" x="4311650" y="4368800"/>
          <p14:tracePt t="66107" x="4457700" y="4146550"/>
          <p14:tracePt t="66139" x="4521200" y="3848100"/>
          <p14:tracePt t="66172" x="4279900" y="3479800"/>
          <p14:tracePt t="66205" x="3886200" y="3200400"/>
          <p14:tracePt t="66228" x="3594100" y="3124200"/>
          <p14:tracePt t="66261" x="2952750" y="3238500"/>
          <p14:tracePt t="66294" x="2616200" y="3467100"/>
          <p14:tracePt t="66327" x="2476500" y="3771900"/>
          <p14:tracePt t="66361" x="2552700" y="4076700"/>
          <p14:tracePt t="66394" x="3041650" y="4394200"/>
          <p14:tracePt t="66422" x="3886200" y="4603750"/>
          <p14:tracePt t="66459" x="4756150" y="4305300"/>
          <p14:tracePt t="66489" x="5003800" y="3962400"/>
          <p14:tracePt t="66510" x="5060950" y="3638550"/>
          <p14:tracePt t="66544" x="4927600" y="3289300"/>
          <p14:tracePt t="66578" x="4508500" y="3028950"/>
          <p14:tracePt t="66610" x="3841750" y="2946400"/>
          <p14:tracePt t="66657" x="3333750" y="3130550"/>
          <p14:tracePt t="66688" x="3073400" y="3486150"/>
          <p14:tracePt t="66719" x="3054350" y="3702050"/>
          <p14:tracePt t="66753" x="3219450" y="4140200"/>
          <p14:tracePt t="66776" x="3562350" y="4470400"/>
          <p14:tracePt t="66809" x="4654550" y="4902200"/>
          <p14:tracePt t="66842" x="5238750" y="4857750"/>
          <p14:tracePt t="66875" x="5594350" y="4514850"/>
          <p14:tracePt t="66903" x="5613400" y="4133850"/>
          <p14:tracePt t="66935" x="5080000" y="3403600"/>
          <p14:tracePt t="66968" x="3879850" y="2781300"/>
          <p14:tracePt t="67001" x="3276600" y="2749550"/>
          <p14:tracePt t="67035" x="2520950" y="2946400"/>
          <p14:tracePt t="67068" x="2222500" y="3213100"/>
          <p14:tracePt t="67091" x="2120900" y="3448050"/>
          <p14:tracePt t="67125" x="2159000" y="3638550"/>
          <p14:tracePt t="67153" x="2425700" y="3911600"/>
          <p14:tracePt t="67185" x="3048000" y="4241800"/>
          <p14:tracePt t="67217" x="3683000" y="4324350"/>
          <p14:tracePt t="67237" x="4070350" y="4241800"/>
          <p14:tracePt t="67269" x="4470400" y="3873500"/>
          <p14:tracePt t="67301" x="4540250" y="3536950"/>
          <p14:tracePt t="67334" x="4406900" y="3282950"/>
          <p14:tracePt t="67367" x="3613150" y="2851150"/>
          <p14:tracePt t="67401" x="3175000" y="2794000"/>
          <p14:tracePt t="67434" x="2406650" y="2921000"/>
          <p14:tracePt t="67467" x="2038350" y="3181350"/>
          <p14:tracePt t="67500" x="1898650" y="3543300"/>
          <p14:tracePt t="67519" x="1898650" y="3644900"/>
          <p14:tracePt t="67550" x="2019300" y="4083050"/>
          <p14:tracePt t="67583" x="2343150" y="4406900"/>
          <p14:tracePt t="67617" x="2870200" y="4635500"/>
          <p14:tracePt t="67642" x="3498850" y="4654550"/>
          <p14:tracePt t="67673" x="4121150" y="4400550"/>
          <p14:tracePt t="67701" x="4419600" y="4102100"/>
          <p14:tracePt t="67733" x="4654550" y="3581400"/>
          <p14:tracePt t="67766" x="4578350" y="3232150"/>
          <p14:tracePt t="67799" x="4210050" y="2838450"/>
          <p14:tracePt t="67832" x="3346450" y="2470150"/>
          <p14:tracePt t="67866" x="2806700" y="2463800"/>
          <p14:tracePt t="67889" x="2546350" y="2540000"/>
          <p14:tracePt t="67922" x="2152650" y="2851150"/>
          <p14:tracePt t="67955" x="2019300" y="3238500"/>
          <p14:tracePt t="67989" x="1993900" y="3581400"/>
          <p14:tracePt t="68017" x="2089150" y="3943350"/>
          <p14:tracePt t="68048" x="2349500" y="4191000"/>
          <p14:tracePt t="68082" x="3028950" y="4483100"/>
          <p14:tracePt t="68115" x="3962400" y="4502150"/>
          <p14:tracePt t="68138" x="4445000" y="4318000"/>
          <p14:tracePt t="68171" x="5080000" y="3778250"/>
          <p14:tracePt t="68205" x="5365750" y="2895600"/>
          <p14:tracePt t="68238" x="5105400" y="2222500"/>
          <p14:tracePt t="68256" x="4711700" y="1784350"/>
          <p14:tracePt t="68283" x="4013200" y="1403350"/>
          <p14:tracePt t="68314" x="3390900" y="1397000"/>
          <p14:tracePt t="68332" x="3181350" y="1447800"/>
          <p14:tracePt t="68354" x="2616200" y="1720850"/>
          <p14:tracePt t="68387" x="2247900" y="2076450"/>
          <p14:tracePt t="68421" x="2082800" y="2654300"/>
          <p14:tracePt t="68454" x="2101850" y="2921000"/>
          <p14:tracePt t="68482" x="2266950" y="3352800"/>
          <p14:tracePt t="68513" x="2889250" y="3867150"/>
          <p14:tracePt t="68547" x="3409950" y="4076700"/>
          <p14:tracePt t="68580" x="3892550" y="4083050"/>
          <p14:tracePt t="68613" x="4419600" y="3930650"/>
          <p14:tracePt t="68646" x="4832350" y="3562350"/>
          <p14:tracePt t="68686" x="4927600" y="3276600"/>
          <p14:tracePt t="68686" x="4927600" y="3200400"/>
          <p14:tracePt t="68714" x="4794250" y="2946400"/>
          <p14:tracePt t="68746" x="4584700" y="2730500"/>
          <p14:tracePt t="68765" x="4457700" y="2647950"/>
          <p14:tracePt t="68796" x="4292600" y="2578100"/>
          <p14:tracePt t="68830" x="4121150" y="2578100"/>
          <p14:tracePt t="68862" x="3746500" y="2679700"/>
          <p14:tracePt t="68895" x="3536950" y="2755900"/>
          <p14:tracePt t="68929" x="3130550" y="2997200"/>
          <p14:tracePt t="68967" x="2857500" y="3390900"/>
          <p14:tracePt t="68997" x="2825750" y="3587750"/>
          <p14:tracePt t="69028" x="2971800" y="3733800"/>
          <p14:tracePt t="69062" x="3543300" y="4051300"/>
          <p14:tracePt t="69095" x="4330700" y="4235450"/>
          <p14:tracePt t="69128" x="4984750" y="4057650"/>
          <p14:tracePt t="69161" x="5156200" y="3822700"/>
          <p14:tracePt t="69194" x="5137150" y="3822700"/>
          <p14:tracePt t="70362" x="5118100" y="3822700"/>
          <p14:tracePt t="70392" x="5086350" y="3810000"/>
          <p14:tracePt t="70423" x="5003800" y="3790950"/>
          <p14:tracePt t="70457" x="4813300" y="3784600"/>
          <p14:tracePt t="70490" x="4483100" y="3771900"/>
          <p14:tracePt t="70514" x="4279900" y="3778250"/>
          <p14:tracePt t="70547" x="3930650" y="3835400"/>
          <p14:tracePt t="70580" x="3771900" y="3911600"/>
          <p14:tracePt t="70613" x="3708400" y="3956050"/>
          <p14:tracePt t="70641" x="3683000" y="3987800"/>
          <p14:tracePt t="70673" x="3670300" y="4000500"/>
          <p14:tracePt t="70723" x="3670300" y="4006850"/>
          <p14:tracePt t="70748" x="3670300" y="4013200"/>
          <p14:tracePt t="70794" x="3670300" y="4019550"/>
          <p14:tracePt t="70844" x="3670300" y="4032250"/>
          <p14:tracePt t="70879" x="3670300" y="4051300"/>
          <p14:tracePt t="70907" x="3670300" y="4089400"/>
          <p14:tracePt t="70939" x="3683000" y="4229100"/>
          <p14:tracePt t="70964" x="3714750" y="4349750"/>
          <p14:tracePt t="71005" x="3790950" y="4641850"/>
          <p14:tracePt t="71038" x="3886200" y="4902200"/>
          <p14:tracePt t="71071" x="4025900" y="5226050"/>
          <p14:tracePt t="71095" x="4057650" y="5321300"/>
          <p14:tracePt t="71128" x="4102100" y="5505450"/>
          <p14:tracePt t="71171" x="4114800" y="5594350"/>
          <p14:tracePt t="71204" x="4121150" y="5626100"/>
          <p14:tracePt t="71237" x="4121150" y="5638800"/>
          <p14:tracePt t="71270" x="4127500" y="5657850"/>
          <p14:tracePt t="71304" x="4127500" y="5664200"/>
          <p14:tracePt t="71404" x="4133850" y="5664200"/>
          <p14:tracePt t="71569" x="4140200" y="5664200"/>
          <p14:tracePt t="71669" x="4146550" y="5664200"/>
          <p14:tracePt t="71736" x="4146550" y="5651500"/>
          <p14:tracePt t="71802" x="4152900" y="5645150"/>
          <p14:tracePt t="71890" x="4146550" y="5651500"/>
          <p14:tracePt t="71935" x="4146550" y="5657850"/>
          <p14:tracePt t="71985" x="4140200" y="5664200"/>
          <p14:tracePt t="72068" x="4146550" y="5664200"/>
          <p14:tracePt t="72134" x="4152900" y="5664200"/>
          <p14:tracePt t="72167" x="4152900" y="5657850"/>
          <p14:tracePt t="72201" x="4152900" y="5638800"/>
          <p14:tracePt t="72234" x="4152900" y="5486400"/>
          <p14:tracePt t="72267" x="4076700" y="4762500"/>
          <p14:tracePt t="72300" x="3917950" y="3860800"/>
          <p14:tracePt t="72320" x="3689350" y="2959100"/>
          <p14:tracePt t="72352" x="3562350" y="2520950"/>
          <p14:tracePt t="72373" x="3416300" y="2095500"/>
          <p14:tracePt t="72407" x="3314700" y="1866900"/>
          <p14:tracePt t="72440" x="3232150" y="1758950"/>
          <p14:tracePt t="72468" x="3213100" y="1739900"/>
          <p14:tracePt t="72499" x="3206750" y="1727200"/>
          <p14:tracePt t="72533" x="3194050" y="1708150"/>
          <p14:tracePt t="72566" x="3168650" y="1682750"/>
          <p14:tracePt t="72600" x="3117850" y="1612900"/>
          <p14:tracePt t="72618" x="3105150" y="1600200"/>
          <p14:tracePt t="72666" x="3009900" y="1473200"/>
          <p14:tracePt t="72689" x="2965450" y="1403350"/>
          <p14:tracePt t="72717" x="2946400" y="1377950"/>
          <p14:tracePt t="72749" x="2946400" y="1365250"/>
          <p14:tracePt t="72782" x="2965450" y="1358900"/>
          <p14:tracePt t="72815" x="3022600" y="1358900"/>
          <p14:tracePt t="72848" x="3302000" y="1365250"/>
          <p14:tracePt t="72882" x="3898900" y="1358900"/>
          <p14:tracePt t="72915" x="4768850" y="1308100"/>
          <p14:tracePt t="72933" x="5003800" y="1295400"/>
          <p14:tracePt t="72965" x="5759450" y="1206500"/>
          <p14:tracePt t="72998" x="5930900" y="1168400"/>
          <p14:tracePt t="73031" x="5975350" y="1149350"/>
          <p14:tracePt t="73064" x="6000750" y="1143000"/>
          <p14:tracePt t="73098" x="6013450" y="1143000"/>
          <p14:tracePt t="73131" x="6057900" y="1143000"/>
          <p14:tracePt t="73164" x="6165850" y="1143000"/>
          <p14:tracePt t="73202" x="6419850" y="1143000"/>
          <p14:tracePt t="73221" x="6635750" y="1143000"/>
          <p14:tracePt t="73249" x="6953250" y="1117600"/>
          <p14:tracePt t="73280" x="7226300" y="1079500"/>
          <p14:tracePt t="73314" x="7378700" y="1035050"/>
          <p14:tracePt t="73333" x="7429500" y="1022350"/>
          <p14:tracePt t="73365" x="7448550" y="1003300"/>
          <p14:tracePt t="73517" x="7442200" y="1003300"/>
          <p14:tracePt t="73563" x="7429500" y="1003300"/>
          <p14:tracePt t="73596" x="7366000" y="1054100"/>
          <p14:tracePt t="73629" x="7226300" y="1168400"/>
          <p14:tracePt t="73662" x="6775450" y="1504950"/>
          <p14:tracePt t="73701" x="5467350" y="2565400"/>
          <p14:tracePt t="73719" x="5073650" y="2940050"/>
          <p14:tracePt t="73747" x="4667250" y="3378200"/>
          <p14:tracePt t="73779" x="4400550" y="3651250"/>
          <p14:tracePt t="73812" x="4184650" y="3879850"/>
          <p14:tracePt t="73831" x="4064000" y="4000500"/>
          <p14:tracePt t="73862" x="3930650" y="4159250"/>
          <p14:tracePt t="73895" x="3784600" y="4279900"/>
          <p14:tracePt t="73928" x="3600450" y="4406900"/>
          <p14:tracePt t="73961" x="3467100" y="4489450"/>
          <p14:tracePt t="73985" x="3371850" y="4552950"/>
          <p14:tracePt t="74018" x="3308350" y="4629150"/>
          <p14:tracePt t="74046" x="3238500" y="4718050"/>
          <p14:tracePt t="74077" x="3181350" y="4781550"/>
          <p14:tracePt t="74111" x="3092450" y="4864100"/>
          <p14:tracePt t="74144" x="2921000" y="4978400"/>
          <p14:tracePt t="74177" x="2844800" y="5029200"/>
          <p14:tracePt t="74210" x="2717800" y="5092700"/>
          <p14:tracePt t="74234" x="2616200" y="5143500"/>
          <p14:tracePt t="74250" x="2584450" y="5156200"/>
          <p14:tracePt t="74284" x="2495550" y="5200650"/>
          <p14:tracePt t="74300" x="2482850" y="5207000"/>
          <p14:tracePt t="74328" x="2444750" y="5219700"/>
          <p14:tracePt t="74346" x="2438400" y="5226050"/>
          <p14:tracePt t="74378" x="2400300" y="5245100"/>
          <p14:tracePt t="74410" x="2368550" y="5257800"/>
          <p14:tracePt t="74443" x="2336800" y="5276850"/>
          <p14:tracePt t="74467" x="2286000" y="5308600"/>
          <p14:tracePt t="74500" x="2228850" y="5340350"/>
          <p14:tracePt t="74533" x="2184400" y="5372100"/>
          <p14:tracePt t="74566" x="2146300" y="5397500"/>
          <p14:tracePt t="74599" x="2133600" y="5403850"/>
          <p14:tracePt t="74627" x="2127250" y="5410200"/>
          <p14:tracePt t="74675" x="2120900" y="5410200"/>
          <p14:tracePt t="74699" x="2120900" y="5416550"/>
          <p14:tracePt t="74763" x="2133600" y="5435600"/>
          <p14:tracePt t="74799" x="2171700" y="5473700"/>
          <p14:tracePt t="74827" x="2228850" y="5537200"/>
          <p14:tracePt t="74858" x="2279650" y="5594350"/>
          <p14:tracePt t="74876" x="2317750" y="5645150"/>
          <p14:tracePt t="74908" x="2362200" y="5721350"/>
          <p14:tracePt t="74941" x="2381250" y="5746750"/>
          <p14:tracePt t="74974" x="2387600" y="5759450"/>
          <p14:tracePt t="75008" x="2400300" y="5765800"/>
          <p14:tracePt t="75057" x="2419350" y="5765800"/>
          <p14:tracePt t="75091" x="2444750" y="5765800"/>
          <p14:tracePt t="75124" x="2476500" y="5778500"/>
          <p14:tracePt t="75157" x="2559050" y="5791200"/>
          <p14:tracePt t="75192" x="2743200" y="5797550"/>
          <p14:tracePt t="75223" x="2959100" y="5797550"/>
          <p14:tracePt t="75256" x="3225800" y="5797550"/>
          <p14:tracePt t="75290" x="3543300" y="5797550"/>
          <p14:tracePt t="75313" x="3708400" y="5810250"/>
          <p14:tracePt t="75346" x="3949700" y="5810250"/>
          <p14:tracePt t="75374" x="4171950" y="5816600"/>
          <p14:tracePt t="75406" x="4368800" y="5835650"/>
          <p14:tracePt t="75424" x="4406900" y="5835650"/>
          <p14:tracePt t="75456" x="4508500" y="5848350"/>
          <p14:tracePt t="75489" x="4540250" y="5854700"/>
          <p14:tracePt t="75522" x="4597400" y="5861050"/>
          <p14:tracePt t="75556" x="4641850" y="5867400"/>
          <p14:tracePt t="75579" x="4692650" y="5873750"/>
          <p14:tracePt t="75612" x="4806950" y="5873750"/>
          <p14:tracePt t="75640" x="4914900" y="5867400"/>
          <p14:tracePt t="75671" x="4978400" y="5867400"/>
          <p14:tracePt t="75705" x="5016500" y="5867400"/>
          <p14:tracePt t="75738" x="5029200" y="5867400"/>
          <p14:tracePt t="75788" x="5029200" y="5861050"/>
          <p14:tracePt t="75838" x="5022850" y="5854700"/>
          <p14:tracePt t="75857" x="5016500" y="5854700"/>
          <p14:tracePt t="75904" x="5016500" y="5861050"/>
          <p14:tracePt t="76591" x="4902200" y="5867400"/>
          <p14:tracePt t="76620" x="4578350" y="5899150"/>
          <p14:tracePt t="76652" x="4400550" y="5905500"/>
          <p14:tracePt t="76685" x="4019550" y="5930900"/>
          <p14:tracePt t="76718" x="3759200" y="5949950"/>
          <p14:tracePt t="76752" x="3498850" y="6000750"/>
          <p14:tracePt t="76785" x="3365500" y="6038850"/>
          <p14:tracePt t="76818" x="3238500" y="6089650"/>
          <p14:tracePt t="76851" x="3079750" y="6127750"/>
          <p14:tracePt t="76885" x="2965450" y="6159500"/>
          <p14:tracePt t="76918" x="2889250" y="6178550"/>
          <p14:tracePt t="76951" x="2825750" y="6197600"/>
          <p14:tracePt t="76985" x="2762250" y="6223000"/>
          <p14:tracePt t="77018" x="2698750" y="6254750"/>
          <p14:tracePt t="77050" x="2654300" y="6273800"/>
          <p14:tracePt t="77084" x="2628900" y="6280150"/>
          <p14:tracePt t="77134" x="2622550" y="6280150"/>
          <p14:tracePt t="77383" x="2628900" y="6286500"/>
          <p14:tracePt t="77499" x="2635250" y="6292850"/>
          <p14:tracePt t="77565" x="2635250" y="6299200"/>
          <p14:tracePt t="77615" x="2635250" y="6305550"/>
          <p14:tracePt t="77682" x="2635250" y="6318250"/>
          <p14:tracePt t="77748" x="2635250" y="6324600"/>
          <p14:tracePt t="77781" x="2635250" y="6330950"/>
          <p14:tracePt t="77831" x="2635250" y="6337300"/>
          <p14:tracePt t="77881" x="2635250" y="6350000"/>
          <p14:tracePt t="77938" x="2635250" y="6356350"/>
          <p14:tracePt t="77971" x="2641600" y="6362700"/>
          <p14:tracePt t="78005" x="2641600" y="6375400"/>
          <p14:tracePt t="78033" x="2641600" y="6394450"/>
          <p14:tracePt t="78080" x="2647950" y="6400800"/>
          <p14:tracePt t="78130" x="2647950" y="6407150"/>
          <p14:tracePt t="78154" x="2654300" y="6413500"/>
          <p14:tracePt t="78187" x="2654300" y="6419850"/>
          <p14:tracePt t="78220" x="2660650" y="6426200"/>
          <p14:tracePt t="78253" x="2673350" y="6432550"/>
          <p14:tracePt t="78317" x="2679700" y="6445250"/>
          <p14:tracePt t="78396" x="2679700" y="6451600"/>
          <p14:tracePt t="78484" x="2686050" y="6457950"/>
          <p14:tracePt t="78551" x="2686050" y="6464300"/>
          <p14:tracePt t="78629" x="2692400" y="6464300"/>
          <p14:tracePt t="79050" x="2698750" y="6464300"/>
          <p14:tracePt t="80190" x="2705100" y="6464300"/>
          <p14:tracePt t="80804" x="2698750" y="6464300"/>
          <p14:tracePt t="80871" x="2692400" y="6464300"/>
          <p14:tracePt t="80954" x="2692400" y="6457950"/>
          <p14:tracePt t="81003" x="2686050" y="6451600"/>
          <p14:tracePt t="81126" x="2679700" y="6445250"/>
          <p14:tracePt t="81219" x="2673350" y="6445250"/>
          <p14:tracePt t="81341" x="2679700" y="6445250"/>
          <p14:tracePt t="81435" x="2686050" y="6445250"/>
          <p14:tracePt t="81518" x="2692400" y="6445250"/>
          <p14:tracePt t="81552" x="2698750" y="6445250"/>
          <p14:tracePt t="81585" x="2705100" y="6445250"/>
          <p14:tracePt t="81618" x="2711450" y="6445250"/>
          <p14:tracePt t="81642" x="2717800" y="6445250"/>
          <p14:tracePt t="81734" x="2724150" y="6445250"/>
          <p14:tracePt t="81768" x="2730500" y="6438900"/>
          <p14:tracePt t="81801" x="2736850" y="6438900"/>
          <p14:tracePt t="81850" x="2743200" y="6438900"/>
          <p14:tracePt t="81917" x="2749550" y="6438900"/>
          <p14:tracePt t="81968" x="2755900" y="6438900"/>
          <p14:tracePt t="82067" x="2762250" y="6438900"/>
          <p14:tracePt t="82149" x="2768600" y="6438900"/>
          <p14:tracePt t="82205" x="2774950" y="6438900"/>
          <p14:tracePt t="82234" x="2781300" y="6438900"/>
          <p14:tracePt t="82282" x="2787650" y="6438900"/>
          <p14:tracePt t="82316" x="2794000" y="6438900"/>
          <p14:tracePt t="82399" x="2800350" y="6438900"/>
          <p14:tracePt t="82453" x="2806700" y="6438900"/>
          <p14:tracePt t="82548" x="2819400" y="6438900"/>
          <p14:tracePt t="82598" x="2825750" y="6432550"/>
          <p14:tracePt t="82653" x="2825750" y="6419850"/>
          <p14:tracePt t="82769" x="2832100" y="6413500"/>
          <p14:tracePt t="82814" x="2832100" y="6407150"/>
          <p14:tracePt t="82847" x="2832100" y="6400800"/>
          <p14:tracePt t="82952" x="2825750" y="6400800"/>
          <p14:tracePt t="82987" x="2819400" y="6400800"/>
          <p14:tracePt t="83020" x="2813050" y="6407150"/>
          <p14:tracePt t="83080" x="2800350" y="6419850"/>
          <p14:tracePt t="83105" x="2800350" y="6426200"/>
          <p14:tracePt t="83136" x="2794000" y="6438900"/>
          <p14:tracePt t="83184" x="2794000" y="6457950"/>
          <p14:tracePt t="83221" x="2794000" y="6464300"/>
          <p14:tracePt t="83252" x="2794000" y="6477000"/>
          <p14:tracePt t="83281" x="2800350" y="6496050"/>
          <p14:tracePt t="83317" x="2813050" y="6508750"/>
          <p14:tracePt t="83347" x="2851150" y="6521450"/>
          <p14:tracePt t="83369" x="2882900" y="6534150"/>
          <p14:tracePt t="83402" x="2946400" y="6534150"/>
          <p14:tracePt t="83435" x="3003550" y="6534150"/>
          <p14:tracePt t="83468" x="3079750" y="6527800"/>
          <p14:tracePt t="83486" x="3092450" y="6521450"/>
          <p14:tracePt t="83513" x="3130550" y="6515100"/>
          <p14:tracePt t="83545" x="3168650" y="6508750"/>
          <p14:tracePt t="83578" x="3225800" y="6502400"/>
          <p14:tracePt t="83611" x="3295650" y="6502400"/>
          <p14:tracePt t="83644" x="3352800" y="6496050"/>
          <p14:tracePt t="83678" x="3403600" y="6496050"/>
          <p14:tracePt t="83701" x="3416300" y="6489700"/>
          <p14:tracePt t="83734" x="3429000" y="6489700"/>
          <p14:tracePt t="83767" x="3448050" y="6483350"/>
          <p14:tracePt t="83796" x="3460750" y="6477000"/>
          <p14:tracePt t="83843" x="3473450" y="6470650"/>
          <p14:tracePt t="83893" x="3486150" y="6470650"/>
          <p14:tracePt t="83943" x="3492500" y="6470650"/>
          <p14:tracePt t="83981" x="3498850" y="6483350"/>
          <p14:tracePt t="84031" x="3498850" y="6489700"/>
          <p14:tracePt t="84061" x="3498850" y="6502400"/>
          <p14:tracePt t="84093" x="3498850" y="6508750"/>
          <p14:tracePt t="84142" x="3498850" y="6515100"/>
          <p14:tracePt t="84192" x="3498850" y="6521450"/>
          <p14:tracePt t="84219" x="3479800" y="6521450"/>
          <p14:tracePt t="84259" x="3429000" y="6496050"/>
          <p14:tracePt t="84292" x="3327400" y="6464300"/>
          <p14:tracePt t="84325" x="3162300" y="6419850"/>
          <p14:tracePt t="84358" x="2984500" y="6381750"/>
          <p14:tracePt t="84392" x="2901950" y="6375400"/>
          <p14:tracePt t="84410" x="2857500" y="6375400"/>
          <p14:tracePt t="84441" x="2825750" y="6381750"/>
          <p14:tracePt t="84492" x="2806700" y="6388100"/>
          <p14:tracePt t="84510" x="2800350" y="6388100"/>
          <p14:tracePt t="84558" x="2794000" y="6388100"/>
          <p14:tracePt t="84857" x="2762250" y="6407150"/>
          <p14:tracePt t="84890" x="2641600" y="6432550"/>
          <p14:tracePt t="84908" x="2622550" y="6438900"/>
          <p14:tracePt t="84940" x="2527300" y="6464300"/>
          <p14:tracePt t="84973" x="2508250" y="6470650"/>
          <p14:tracePt t="85006" x="2495550" y="6470650"/>
          <p14:tracePt t="85173" x="2501900" y="6477000"/>
          <p14:tracePt t="85222" x="2508250" y="6477000"/>
          <p14:tracePt t="85289" x="2514600" y="6477000"/>
          <p14:tracePt t="85314" x="2520950" y="6477000"/>
          <p14:tracePt t="85355" x="2533650" y="6470650"/>
          <p14:tracePt t="85389" x="2546350" y="6464300"/>
          <p14:tracePt t="85455" x="2552700" y="6451600"/>
          <p14:tracePt t="85488" x="2559050" y="6445250"/>
          <p14:tracePt t="85538" x="2571750" y="6445250"/>
          <p14:tracePt t="85561" x="2578100" y="6438900"/>
          <p14:tracePt t="85687" x="2578100" y="6445250"/>
          <p14:tracePt t="85720" x="2571750" y="6451600"/>
          <p14:tracePt t="85754" x="2565400" y="6451600"/>
          <p14:tracePt t="85787" x="2565400" y="6457950"/>
          <p14:tracePt t="85810" x="2559050" y="6464300"/>
          <p14:tracePt t="85858" x="2559050" y="6470650"/>
          <p14:tracePt t="85908" x="2552700" y="6470650"/>
          <p14:tracePt t="85970" x="2552700" y="6477000"/>
          <p14:tracePt t="86086" x="2565400" y="6477000"/>
          <p14:tracePt t="86141" x="2571750" y="6477000"/>
          <p14:tracePt t="86176" x="2578100" y="6477000"/>
          <p14:tracePt t="86204" x="2584450" y="6477000"/>
          <p14:tracePt t="86235" x="2584450" y="6470650"/>
          <p14:tracePt t="86269" x="2590800" y="6464300"/>
          <p14:tracePt t="86302" x="2597150" y="6464300"/>
          <p14:tracePt t="86335" x="2603500" y="6457950"/>
          <p14:tracePt t="86373" x="2616200" y="6451600"/>
          <p14:tracePt t="86418" x="2622550" y="6445250"/>
          <p14:tracePt t="86468" x="2635250" y="6445250"/>
          <p14:tracePt t="86501" x="2635250" y="6438900"/>
          <p14:tracePt t="86520" x="2647950" y="6438900"/>
          <p14:tracePt t="86551" x="2654300" y="6432550"/>
          <p14:tracePt t="86584" x="2667000" y="6426200"/>
          <p14:tracePt t="86618" x="2673350" y="6426200"/>
          <p14:tracePt t="86641" x="2679700" y="6426200"/>
          <p14:tracePt t="86674" x="2692400" y="6419850"/>
          <p14:tracePt t="86717" x="2698750" y="6413500"/>
          <p14:tracePt t="86750" x="2711450" y="6413500"/>
          <p14:tracePt t="86817" x="2724150" y="6407150"/>
          <p14:tracePt t="86867" x="2736850" y="6400800"/>
          <p14:tracePt t="86890" x="2743200" y="6400800"/>
          <p14:tracePt t="86955" x="2755900" y="6400800"/>
          <p14:tracePt t="86999" x="2768600" y="6400800"/>
          <p14:tracePt t="87066" x="2787650" y="6394450"/>
          <p14:tracePt t="87116" x="2800350" y="6394450"/>
          <p14:tracePt t="87165" x="2819400" y="6388100"/>
          <p14:tracePt t="87204" x="2832100" y="6381750"/>
          <p14:tracePt t="87239" x="2851150" y="6381750"/>
          <p14:tracePt t="87267" x="2857500" y="6375400"/>
          <p14:tracePt t="87299" x="2870200" y="6375400"/>
          <p14:tracePt t="87332" x="2882900" y="6369050"/>
          <p14:tracePt t="87355" x="2895600" y="6369050"/>
          <p14:tracePt t="87437" x="2908300" y="6362700"/>
          <p14:tracePt t="87503" x="2921000" y="6356350"/>
          <p14:tracePt t="87548" x="2927350" y="6356350"/>
          <p14:tracePt t="87581" x="2933700" y="6356350"/>
          <p14:tracePt t="87604" x="2940050" y="6356350"/>
          <p14:tracePt t="87652" x="2946400" y="6350000"/>
          <p14:tracePt t="87689" x="2952750" y="6350000"/>
          <p14:tracePt t="87798" x="2946400" y="6350000"/>
          <p14:tracePt t="87849" x="2940050" y="6350000"/>
          <p14:tracePt t="87947" x="2927350" y="6356350"/>
          <p14:tracePt t="87997" x="2921000" y="6362700"/>
          <p14:tracePt t="88029" x="2914650" y="6362700"/>
          <p14:tracePt t="88079" x="2895600" y="6375400"/>
          <p14:tracePt t="88112" x="2882900" y="6381750"/>
          <p14:tracePt t="88145" x="2870200" y="6388100"/>
          <p14:tracePt t="88179" x="2857500" y="6388100"/>
          <p14:tracePt t="88212" x="2838450" y="6400800"/>
          <p14:tracePt t="88245" x="2825750" y="6407150"/>
          <p14:tracePt t="88278" x="2819400" y="6413500"/>
          <p14:tracePt t="88311" x="2806700" y="6419850"/>
          <p14:tracePt t="88345" x="2794000" y="6426200"/>
          <p14:tracePt t="88378" x="2781300" y="6432550"/>
          <p14:tracePt t="88428" x="2743200" y="6451600"/>
          <p14:tracePt t="88461" x="2717800" y="6464300"/>
          <p14:tracePt t="88485" x="2660650" y="6483350"/>
          <p14:tracePt t="88518" x="2616200" y="6508750"/>
          <p14:tracePt t="88534" x="2609850" y="6508750"/>
          <p14:tracePt t="88577" x="2603500" y="6508750"/>
          <p14:tracePt t="88610" x="2597150" y="6515100"/>
          <p14:tracePt t="88677" x="2603500" y="6515100"/>
          <p14:tracePt t="88701" x="2616200" y="6515100"/>
          <p14:tracePt t="88733" x="2628900" y="6515100"/>
          <p14:tracePt t="88767" x="2641600" y="6515100"/>
          <p14:tracePt t="88800" x="2711450" y="6496050"/>
          <p14:tracePt t="88828" x="2819400" y="6483350"/>
          <p14:tracePt t="88865" x="2914650" y="6464300"/>
          <p14:tracePt t="88895" x="2978150" y="6451600"/>
          <p14:tracePt t="88916" x="3003550" y="6451600"/>
          <p14:tracePt t="88950" x="3022600" y="6451600"/>
          <p14:tracePt t="89061" x="3016250" y="6445250"/>
          <p14:tracePt t="89092" x="3009900" y="6445250"/>
          <p14:tracePt t="89126" x="3009900" y="6438900"/>
          <p14:tracePt t="89160" x="3009900" y="6432550"/>
          <p14:tracePt t="89192" x="2997200" y="6432550"/>
          <p14:tracePt t="89215" x="2990850" y="6438900"/>
          <p14:tracePt t="89297" x="2984500" y="6451600"/>
          <p14:tracePt t="89331" x="2984500" y="6464300"/>
          <p14:tracePt t="89360" x="2984500" y="6483350"/>
          <p14:tracePt t="89408" x="2990850" y="6489700"/>
          <p14:tracePt t="89442" x="2997200" y="6508750"/>
          <p14:tracePt t="89466" x="3009900" y="6515100"/>
          <p14:tracePt t="89497" x="3009900" y="6521450"/>
          <p14:tracePt t="89531" x="3022600" y="6521450"/>
          <p14:tracePt t="89580" x="3035300" y="6521450"/>
          <p14:tracePt t="89609" x="3048000" y="6515100"/>
          <p14:tracePt t="89657" x="3060700" y="6502400"/>
          <p14:tracePt t="89690" x="3117850" y="6470650"/>
          <p14:tracePt t="89723" x="3181350" y="6438900"/>
          <p14:tracePt t="89747" x="3308350" y="6400800"/>
          <p14:tracePt t="89780" x="3467100" y="6362700"/>
          <p14:tracePt t="89808" x="3581400" y="6356350"/>
          <p14:tracePt t="89840" x="3638550" y="6356350"/>
          <p14:tracePt t="89873" x="3670300" y="6362700"/>
          <p14:tracePt t="89923" x="3676650" y="6369050"/>
          <p14:tracePt t="89973" x="3683000" y="6394450"/>
          <p14:tracePt t="90022" x="3683000" y="6400800"/>
          <p14:tracePt t="90042" x="3683000" y="6407150"/>
          <p14:tracePt t="90089" x="3683000" y="6419850"/>
          <p14:tracePt t="90122" x="3683000" y="6432550"/>
          <p14:tracePt t="90155" x="3683000" y="6445250"/>
          <p14:tracePt t="90205" x="3683000" y="6457950"/>
          <p14:tracePt t="90255" x="3676650" y="6464300"/>
          <p14:tracePt t="90288" x="3663950" y="6464300"/>
          <p14:tracePt t="90322" x="3619500" y="6451600"/>
          <p14:tracePt t="90355" x="3549650" y="6426200"/>
          <p14:tracePt t="90388" x="3321050" y="6375400"/>
          <p14:tracePt t="90422" x="3124200" y="6356350"/>
          <p14:tracePt t="90454" x="2952750" y="6343650"/>
          <p14:tracePt t="90472" x="2921000" y="6343650"/>
          <p14:tracePt t="90505" x="2832100" y="6350000"/>
          <p14:tracePt t="90537" x="2800350" y="6356350"/>
          <p14:tracePt t="90587" x="2781300" y="6356350"/>
          <p14:tracePt t="90611" x="2774950" y="6356350"/>
          <p14:tracePt t="90643" x="2762250" y="6356350"/>
          <p14:tracePt t="92796" x="2743200" y="6375400"/>
          <p14:tracePt t="92829" x="2705100" y="6394450"/>
          <p14:tracePt t="92863" x="2667000" y="6413500"/>
          <p14:tracePt t="92896" x="2622550" y="6438900"/>
          <p14:tracePt t="92919" x="2609850" y="6445250"/>
          <p14:tracePt t="92952" x="2597150" y="6457950"/>
          <p14:tracePt t="92985" x="2590800" y="6464300"/>
          <p14:tracePt t="93019" x="2584450" y="6470650"/>
          <p14:tracePt t="93067" x="2578100" y="6470650"/>
          <p14:tracePt t="93081" x="2571750" y="6470650"/>
          <p14:tracePt t="93128" x="2565400" y="6464300"/>
          <p14:tracePt t="93183" x="2565400" y="6445250"/>
          <p14:tracePt t="93218" x="2559050" y="6438900"/>
          <p14:tracePt t="93235" x="2552700" y="6432550"/>
          <p14:tracePt t="93268" x="2520950" y="6400800"/>
          <p14:tracePt t="93301" x="2432050" y="6356350"/>
          <p14:tracePt t="93329" x="2317750" y="6299200"/>
          <p14:tracePt t="93361" x="2120900" y="6235700"/>
          <p14:tracePt t="93384" x="2051050" y="6216650"/>
          <p14:tracePt t="93427" x="1917700" y="6197600"/>
          <p14:tracePt t="93451" x="1854200" y="6197600"/>
          <p14:tracePt t="93485" x="1797050" y="6197600"/>
          <p14:tracePt t="93500" x="1771650" y="6203950"/>
          <p14:tracePt t="93534" x="1733550" y="6210300"/>
          <p14:tracePt t="93550" x="1727200" y="6216650"/>
          <p14:tracePt t="93578" x="1701800" y="6223000"/>
          <p14:tracePt t="93596" x="1695450" y="6223000"/>
          <p14:tracePt t="93627" x="1689100" y="6223000"/>
          <p14:tracePt t="93693" x="1682750" y="6223000"/>
          <p14:tracePt t="93764" x="1682750" y="6229350"/>
          <p14:tracePt t="93794" x="1701800" y="6229350"/>
          <p14:tracePt t="93831" x="1733550" y="6229350"/>
          <p14:tracePt t="93861" x="1816100" y="6235700"/>
          <p14:tracePt t="93892" x="2082800" y="6267450"/>
          <p14:tracePt t="93925" x="2438400" y="6299200"/>
          <p14:tracePt t="93949" x="2552700" y="6324600"/>
          <p14:tracePt t="93982" x="2736850" y="6350000"/>
          <p14:tracePt t="94015" x="2870200" y="6350000"/>
          <p14:tracePt t="94049" x="2901950" y="6350000"/>
          <p14:tracePt t="94082" x="2908300" y="6356350"/>
          <p14:tracePt t="94115" x="2927350" y="6356350"/>
          <p14:tracePt t="94143" x="2959100" y="6350000"/>
          <p14:tracePt t="94175" x="3124200" y="6299200"/>
          <p14:tracePt t="94208" x="3536950" y="6172200"/>
          <p14:tracePt t="94232" x="3721100" y="6108700"/>
          <p14:tracePt t="94264" x="3917950" y="6070600"/>
          <p14:tracePt t="94297" x="4000500" y="6064250"/>
          <p14:tracePt t="94331" x="4025900" y="6064250"/>
          <p14:tracePt t="94391" x="4013200" y="6064250"/>
          <p14:tracePt t="94424" x="4006850" y="6064250"/>
          <p14:tracePt t="94795" x="4152900" y="6096000"/>
          <p14:tracePt t="94824" x="4419600" y="6159500"/>
          <p14:tracePt t="94856" x="4914900" y="6210300"/>
          <p14:tracePt t="94889" x="5232400" y="6210300"/>
          <p14:tracePt t="94922" x="5314950" y="6203950"/>
          <p14:tracePt t="94955" x="5321300" y="6203950"/>
          <p14:tracePt t="95005" x="5327650" y="6203950"/>
          <p14:tracePt t="95043" x="5334000" y="6203950"/>
          <p14:tracePt t="95079" x="5353050" y="6203950"/>
          <p14:tracePt t="95107" x="5403850" y="6203950"/>
          <p14:tracePt t="95140" x="5505450" y="6203950"/>
          <p14:tracePt t="95171" x="5613400" y="6191250"/>
          <p14:tracePt t="95204" x="5746750" y="6184900"/>
          <p14:tracePt t="95238" x="5880100" y="6165850"/>
          <p14:tracePt t="95271" x="5937250" y="6159500"/>
          <p14:tracePt t="95304" x="6007100" y="6153150"/>
          <p14:tracePt t="95327" x="6045200" y="6153150"/>
          <p14:tracePt t="95361" x="6108700" y="6146800"/>
          <p14:tracePt t="95389" x="6153150" y="6140450"/>
          <p14:tracePt t="95420" x="6210300" y="6134100"/>
          <p14:tracePt t="95453" x="6254750" y="6134100"/>
          <p14:tracePt t="95487" x="6311900" y="6134100"/>
          <p14:tracePt t="95520" x="6381750" y="6134100"/>
          <p14:tracePt t="95553" x="6470650" y="6134100"/>
          <p14:tracePt t="95572" x="6489700" y="6134100"/>
          <p14:tracePt t="95595" x="6559550" y="6127750"/>
          <p14:tracePt t="95626" x="6616700" y="6121400"/>
          <p14:tracePt t="95660" x="6724650" y="6121400"/>
          <p14:tracePt t="95703" x="6838950" y="6121400"/>
          <p14:tracePt t="95736" x="7080250" y="6146800"/>
          <p14:tracePt t="95769" x="7251700" y="6165850"/>
          <p14:tracePt t="95802" x="7467600" y="6178550"/>
          <p14:tracePt t="95836" x="7639050" y="6184900"/>
          <p14:tracePt t="95859" x="7727950" y="6184900"/>
          <p14:tracePt t="95892" x="7835900" y="6184900"/>
          <p14:tracePt t="95925" x="7943850" y="6184900"/>
          <p14:tracePt t="95958" x="8007350" y="6184900"/>
          <p14:tracePt t="95987" x="8108950" y="6184900"/>
          <p14:tracePt t="96018" x="8293100" y="6178550"/>
          <p14:tracePt t="96052" x="8451850" y="6172200"/>
          <p14:tracePt t="96085" x="8540750" y="6153150"/>
          <p14:tracePt t="96108" x="8623300" y="6140450"/>
          <p14:tracePt t="96141" x="8655050" y="6134100"/>
          <p14:tracePt t="96175" x="8674100" y="6127750"/>
          <p14:tracePt t="96251" x="8674100" y="6121400"/>
          <p14:tracePt t="96400" x="8667750" y="6121400"/>
          <p14:tracePt t="96500" x="8661400" y="6115050"/>
          <p14:tracePt t="96600" x="8655050" y="6115050"/>
          <p14:tracePt t="96650" x="8648700" y="6108700"/>
          <p14:tracePt t="96722" x="8642350" y="6108700"/>
          <p14:tracePt t="96766" x="8642350" y="6102350"/>
          <p14:tracePt t="96799" x="8623300" y="6102350"/>
          <p14:tracePt t="96832" x="8604250" y="6096000"/>
          <p14:tracePt t="96866" x="8426450" y="6076950"/>
          <p14:tracePt t="96884" x="8324850" y="6070600"/>
          <p14:tracePt t="96905" x="8077200" y="6038850"/>
          <p14:tracePt t="96939" x="7461250" y="5975350"/>
          <p14:tracePt t="96972" x="6451600" y="5911850"/>
          <p14:tracePt t="97000" x="5861050" y="5905500"/>
          <p14:tracePt t="97031" x="5467350" y="5918200"/>
          <p14:tracePt t="97065" x="5156200" y="5956300"/>
          <p14:tracePt t="97098" x="4857750" y="6026150"/>
          <p14:tracePt t="97122" x="4749800" y="6051550"/>
          <p14:tracePt t="97139" x="4648200" y="6089650"/>
          <p14:tracePt t="97156" x="4597400" y="6096000"/>
          <p14:tracePt t="97187" x="4470400" y="6140450"/>
          <p14:tracePt t="97221" x="4260850" y="6203950"/>
          <p14:tracePt t="97254" x="4171950" y="6242050"/>
          <p14:tracePt t="97282" x="4095750" y="6261100"/>
          <p14:tracePt t="97314" x="4051300" y="6267450"/>
          <p14:tracePt t="97332" x="4019550" y="6267450"/>
          <p14:tracePt t="97769" x="3981450" y="6286500"/>
          <p14:tracePt t="97797" x="3930650" y="6324600"/>
          <p14:tracePt t="97829" x="3886200" y="6337300"/>
          <p14:tracePt t="97862" x="3790950" y="6375400"/>
          <p14:tracePt t="97885" x="3727450" y="6388100"/>
          <p14:tracePt t="97918" x="3638550" y="6407150"/>
          <p14:tracePt t="97951" x="3581400" y="6413500"/>
          <p14:tracePt t="97985" x="3511550" y="6419850"/>
          <p14:tracePt t="98013" x="3422650" y="6432550"/>
          <p14:tracePt t="98049" x="3340100" y="6438900"/>
          <p14:tracePt t="98094" x="3238500" y="6438900"/>
          <p14:tracePt t="98128" x="3168650" y="6426200"/>
          <p14:tracePt t="98161" x="3117850" y="6426200"/>
          <p14:tracePt t="98180" x="3105150" y="6426200"/>
          <p14:tracePt t="98202" x="3073400" y="6426200"/>
          <p14:tracePt t="98229" x="3054350" y="6426200"/>
          <p14:tracePt t="98246" x="3048000" y="6426200"/>
          <p14:tracePt t="98277" x="3028950" y="6426200"/>
          <p14:tracePt t="98310" x="3009900" y="6432550"/>
          <p14:tracePt t="98344" x="2990850" y="6438900"/>
          <p14:tracePt t="98377" x="2959100" y="6457950"/>
          <p14:tracePt t="98395" x="2940050" y="6464300"/>
          <p14:tracePt t="98427" x="2876550" y="6483350"/>
          <p14:tracePt t="98460" x="2844800" y="6496050"/>
          <p14:tracePt t="98483" x="2806700" y="6508750"/>
          <p14:tracePt t="98512" x="2787650" y="6508750"/>
          <p14:tracePt t="98559" x="2781300" y="6508750"/>
          <p14:tracePt t="98626" x="2781300" y="6515100"/>
          <p14:tracePt t="98659" x="2768600" y="6527800"/>
          <p14:tracePt t="98698" x="2762250" y="6534150"/>
          <p14:tracePt t="98732" x="2762250" y="6540500"/>
          <p14:tracePt t="98765" x="2755900" y="6540500"/>
          <p14:tracePt t="98859" x="2749550" y="6540500"/>
          <p14:tracePt t="98908" x="2749550" y="6546850"/>
          <p14:tracePt t="99029" x="2749550" y="6553200"/>
          <p14:tracePt t="99262" x="2787650" y="6553200"/>
          <p14:tracePt t="99297" x="2851150" y="6540500"/>
          <p14:tracePt t="99326" x="2933700" y="6540500"/>
          <p14:tracePt t="99357" x="3022600" y="6540500"/>
          <p14:tracePt t="99390" x="3092450" y="6540500"/>
          <p14:tracePt t="99423" x="3149600" y="6534150"/>
          <p14:tracePt t="99456" x="3155950" y="6534150"/>
          <p14:tracePt t="99506" x="3162300" y="6534150"/>
          <p14:tracePt t="99561" x="3168650" y="6527800"/>
          <p14:tracePt t="99622" x="3175000" y="6527800"/>
          <p14:tracePt t="99656" x="3181350" y="6527800"/>
          <p14:tracePt t="99689" x="3194050" y="6527800"/>
          <p14:tracePt t="99722" x="3200400" y="6527800"/>
          <p14:tracePt t="99755" x="3219450" y="6527800"/>
          <p14:tracePt t="99779" x="3232150" y="6527800"/>
          <p14:tracePt t="99807" x="3251200" y="6527800"/>
          <p14:tracePt t="99839" x="3302000" y="6521450"/>
          <p14:tracePt t="99872" x="3378200" y="6521450"/>
          <p14:tracePt t="99905" x="3435350" y="6508750"/>
          <p14:tracePt t="99939" x="3505200" y="6508750"/>
          <p14:tracePt t="99971" x="3549650" y="6502400"/>
          <p14:tracePt t="100005" x="3600450" y="6489700"/>
          <p14:tracePt t="100023" x="3619500" y="6489700"/>
          <p14:tracePt t="100045" x="3689350" y="6477000"/>
          <p14:tracePt t="100078" x="3835400" y="6451600"/>
          <p14:tracePt t="100106" x="3930650" y="6419850"/>
          <p14:tracePt t="100138" x="4013200" y="6413500"/>
          <p14:tracePt t="100156" x="4025900" y="6413500"/>
          <p14:tracePt t="100204" x="4057650" y="6413500"/>
          <p14:tracePt t="100254" x="4064000" y="6413500"/>
          <p14:tracePt t="100287" x="4070350" y="6407150"/>
          <p14:tracePt t="100403" x="4057650" y="6407150"/>
          <p14:tracePt t="100436" x="4051300" y="6400800"/>
          <p14:tracePt t="100851" x="4114800" y="6413500"/>
          <p14:tracePt t="100877" x="4203700" y="6432550"/>
          <p14:tracePt t="100908" x="4273550" y="6451600"/>
          <p14:tracePt t="100941" x="4394200" y="6451600"/>
          <p14:tracePt t="100974" x="4476750" y="6445250"/>
          <p14:tracePt t="101017" x="4514850" y="6438900"/>
          <p14:tracePt t="101067" x="4533900" y="6438900"/>
          <p14:tracePt t="101100" x="4546600" y="6438900"/>
          <p14:tracePt t="101133" x="4552950" y="6438900"/>
          <p14:tracePt t="101157" x="4559300" y="6438900"/>
          <p14:tracePt t="101190" x="4572000" y="6438900"/>
          <p14:tracePt t="101219" x="4584700" y="6438900"/>
          <p14:tracePt t="101251" x="4610100" y="6438900"/>
          <p14:tracePt t="101283" x="4737100" y="6432550"/>
          <p14:tracePt t="101316" x="4845050" y="6419850"/>
          <p14:tracePt t="101350" x="5092700" y="6394450"/>
          <p14:tracePt t="101373" x="5181600" y="6394450"/>
          <p14:tracePt t="101406" x="5270500" y="6388100"/>
          <p14:tracePt t="101440" x="5321300" y="6381750"/>
          <p14:tracePt t="101468" x="5346700" y="6375400"/>
          <p14:tracePt t="101516" x="5359400" y="6375400"/>
          <p14:tracePt t="101582" x="5359400" y="6369050"/>
          <p14:tracePt t="101666" x="5359400" y="6356350"/>
          <p14:tracePt t="101689" x="5353050" y="6350000"/>
          <p14:tracePt t="102152" x="5378450" y="6350000"/>
          <p14:tracePt t="102187" x="5480050" y="6356350"/>
          <p14:tracePt t="102220" x="5638800" y="6381750"/>
          <p14:tracePt t="102237" x="5683250" y="6388100"/>
          <p14:tracePt t="102265" x="5753100" y="6400800"/>
          <p14:tracePt t="102296" x="5797550" y="6400800"/>
          <p14:tracePt t="102330" x="5803900" y="6400800"/>
          <p14:tracePt t="102363" x="5810250" y="6407150"/>
          <p14:tracePt t="102401" x="5816600" y="6407150"/>
          <p14:tracePt t="102451" x="5822950" y="6407150"/>
          <p14:tracePt t="102486" x="5829300" y="6407150"/>
          <p14:tracePt t="102534" x="5842000" y="6407150"/>
          <p14:tracePt t="102564" x="5873750" y="6400800"/>
          <p14:tracePt t="102596" x="5949950" y="6388100"/>
          <p14:tracePt t="102629" x="6140450" y="6362700"/>
          <p14:tracePt t="102662" x="6286500" y="6343650"/>
          <p14:tracePt t="102700" x="6470650" y="6330950"/>
          <p14:tracePt t="102735" x="6591300" y="6318250"/>
          <p14:tracePt t="102764" x="6680200" y="6318250"/>
          <p14:tracePt t="102795" x="6756400" y="6318250"/>
          <p14:tracePt t="102828" x="6819900" y="6324600"/>
          <p14:tracePt t="102861" x="6883400" y="6330950"/>
          <p14:tracePt t="102894" x="6902450" y="6330950"/>
          <p14:tracePt t="102928" x="6908800" y="6330950"/>
          <p14:tracePt t="102967" x="6915150" y="6330950"/>
          <p14:tracePt t="103331" x="7042150" y="6337300"/>
          <p14:tracePt t="103361" x="7150100" y="6362700"/>
          <p14:tracePt t="103393" x="7334250" y="6375400"/>
          <p14:tracePt t="103426" x="7454900" y="6375400"/>
          <p14:tracePt t="103459" x="7531100" y="6375400"/>
          <p14:tracePt t="103483" x="7600950" y="6362700"/>
          <p14:tracePt t="103516" x="7645400" y="6362700"/>
          <p14:tracePt t="103549" x="7664450" y="6362700"/>
          <p14:tracePt t="103582" x="7696200" y="6362700"/>
          <p14:tracePt t="103610" x="7708900" y="6362700"/>
          <p14:tracePt t="103642" x="7721600" y="6362700"/>
          <p14:tracePt t="103675" x="7740650" y="6362700"/>
          <p14:tracePt t="103730" x="7766050" y="6362700"/>
          <p14:tracePt t="103749" x="7778750" y="6362700"/>
          <p14:tracePt t="103781" x="7823200" y="6356350"/>
          <p14:tracePt t="103815" x="7893050" y="6356350"/>
          <p14:tracePt t="103843" x="7950200" y="6337300"/>
          <p14:tracePt t="103875" x="8020050" y="6324600"/>
          <p14:tracePt t="103908" x="8051800" y="6311900"/>
          <p14:tracePt t="103941" x="8102600" y="6292850"/>
          <p14:tracePt t="103964" x="8115300" y="6286500"/>
          <p14:tracePt t="103999" x="8128000" y="6273800"/>
          <p14:tracePt t="104031" x="8147050" y="6273800"/>
          <p14:tracePt t="104095" x="8159750" y="6267450"/>
          <p14:tracePt t="104158" x="8166100" y="6267450"/>
          <p14:tracePt t="104190" x="8178800" y="6261100"/>
          <p14:tracePt t="104245" x="8185150" y="6261100"/>
          <p14:tracePt t="104328" x="8185150" y="6254750"/>
          <p14:tracePt t="104439" x="8096250" y="6254750"/>
          <p14:tracePt t="104472" x="7766050" y="6254750"/>
          <p14:tracePt t="104506" x="7397750" y="6267450"/>
          <p14:tracePt t="104539" x="7054850" y="6286500"/>
          <p14:tracePt t="104557" x="6858000" y="6311900"/>
          <p14:tracePt t="104589" x="6642100" y="6330950"/>
          <p14:tracePt t="104622" x="6496050" y="6343650"/>
          <p14:tracePt t="104655" x="6375400" y="6356350"/>
          <p14:tracePt t="104688" x="6299200" y="6362700"/>
          <p14:tracePt t="104721" x="6210300" y="6362700"/>
          <p14:tracePt t="104755" x="5988050" y="6381750"/>
          <p14:tracePt t="104774" x="5810250" y="6388100"/>
          <p14:tracePt t="104804" x="5480050" y="6400800"/>
          <p14:tracePt t="104838" x="5156200" y="6400800"/>
          <p14:tracePt t="104861" x="4914900" y="6400800"/>
          <p14:tracePt t="104889" x="4559300" y="6400800"/>
          <p14:tracePt t="104921" x="4203700" y="6407150"/>
          <p14:tracePt t="104954" x="3898900" y="6432550"/>
          <p14:tracePt t="104988" x="3568700" y="6438900"/>
          <p14:tracePt t="105020" x="3340100" y="6438900"/>
          <p14:tracePt t="105045" x="3257550" y="6438900"/>
          <p14:tracePt t="105077" x="3111500" y="6438900"/>
          <p14:tracePt t="105110" x="3048000" y="6445250"/>
          <p14:tracePt t="105143" x="3009900" y="6451600"/>
          <p14:tracePt t="105172" x="2984500" y="6451600"/>
          <p14:tracePt t="105203" x="2959100" y="6451600"/>
          <p14:tracePt t="105236" x="2940050" y="6457950"/>
          <p14:tracePt t="105269" x="2940050" y="6464300"/>
          <p14:tracePt t="105289" x="2933700" y="6464300"/>
          <p14:tracePt t="105353" x="2908300" y="6477000"/>
          <p14:tracePt t="105376" x="2901950" y="6483350"/>
          <p14:tracePt t="105409" x="2889250" y="6483350"/>
          <p14:tracePt t="105474" x="2876550" y="6489700"/>
          <p14:tracePt t="105535" x="2870200" y="6496050"/>
          <p14:tracePt t="105590" x="2863850" y="6496050"/>
          <p14:tracePt t="105673" x="2876550" y="6502400"/>
          <p14:tracePt t="105703" x="2908300" y="6502400"/>
          <p14:tracePt t="105735" x="3155950" y="6521450"/>
          <p14:tracePt t="105768" x="3435350" y="6527800"/>
          <p14:tracePt t="105787" x="4241800" y="6604000"/>
          <p14:tracePt t="105823" x="5257800" y="6718300"/>
          <p14:tracePt t="105857" x="6146800" y="6826250"/>
          <p14:tracePt t="105891" x="6807200" y="6851650"/>
          <p14:tracePt t="105924" x="7131050" y="6794500"/>
          <p14:tracePt t="105952" x="7251700" y="6775450"/>
          <p14:tracePt t="105984" x="7366000" y="6756400"/>
          <p14:tracePt t="106017" x="7435850" y="6756400"/>
          <p14:tracePt t="106050" x="7473950" y="6750050"/>
          <p14:tracePt t="106084" x="7524750" y="6750050"/>
          <p14:tracePt t="106091" x="7537450" y="6743700"/>
          <p14:tracePt t="106121" x="7626350" y="6743700"/>
          <p14:tracePt t="106152" x="7753350" y="6718300"/>
          <p14:tracePt t="106188" x="7899400" y="6686550"/>
          <p14:tracePt t="106218" x="8058150" y="6629400"/>
          <p14:tracePt t="106250" x="8108950" y="6610350"/>
          <p14:tracePt t="106283" x="8121650" y="6597650"/>
          <p14:tracePt t="106317" x="8128000" y="6584950"/>
          <p14:tracePt t="106349" x="8128000" y="6572250"/>
          <p14:tracePt t="106373" x="8128000" y="6565900"/>
          <p14:tracePt t="106406" x="8128000" y="6559550"/>
          <p14:tracePt t="106454" x="8128000" y="6553200"/>
          <p14:tracePt t="106499" x="8102600" y="6540500"/>
          <p14:tracePt t="106532" x="8070850" y="6534150"/>
          <p14:tracePt t="106565" x="7962900" y="6502400"/>
          <p14:tracePt t="106598" x="7683500" y="6445250"/>
          <p14:tracePt t="106632" x="7480300" y="6426200"/>
          <p14:tracePt t="106665" x="7308850" y="6413500"/>
          <p14:tracePt t="106698" x="7219950" y="6419850"/>
          <p14:tracePt t="106731" x="7207250" y="6426200"/>
          <p14:tracePt t="106765" x="7194550" y="6432550"/>
          <p14:tracePt t="106847" x="7194550" y="6438900"/>
          <p14:tracePt t="106881" x="7207250" y="6445250"/>
          <p14:tracePt t="106914" x="7219950" y="6445250"/>
          <p14:tracePt t="106947" x="7232650" y="6445250"/>
          <p14:tracePt t="106971" x="7245350" y="6445250"/>
          <p14:tracePt t="106999" x="7277100" y="6432550"/>
          <p14:tracePt t="107030" x="7321550" y="6419850"/>
          <p14:tracePt t="107064" x="7461250" y="6375400"/>
          <p14:tracePt t="107097" x="7543800" y="6337300"/>
          <p14:tracePt t="107130" x="7569200" y="6318250"/>
          <p14:tracePt t="107163" x="7575550" y="6318250"/>
          <p14:tracePt t="107188" x="7569200" y="6330950"/>
          <p14:tracePt t="113209" x="7620000" y="6356350"/>
          <p14:tracePt t="113242" x="7708900" y="6375400"/>
          <p14:tracePt t="113266" x="7759700" y="6388100"/>
          <p14:tracePt t="113299" x="7854950" y="6407150"/>
          <p14:tracePt t="113334" x="7950200" y="6432550"/>
          <p14:tracePt t="113365" x="7988300" y="6432550"/>
          <p14:tracePt t="113393" x="8007350" y="6438900"/>
          <p14:tracePt t="113425" x="8032750" y="6438900"/>
          <p14:tracePt t="113458" x="8051800" y="6445250"/>
          <p14:tracePt t="113481" x="8058150" y="6445250"/>
          <p14:tracePt t="113562" x="8045450" y="6445250"/>
          <p14:tracePt t="113593" x="8026400" y="6451600"/>
          <p14:tracePt t="113624" x="7975600" y="6464300"/>
          <p14:tracePt t="113657" x="7848600" y="6477000"/>
          <p14:tracePt t="113691" x="7708900" y="6496050"/>
          <p14:tracePt t="113724" x="7639050" y="6502400"/>
          <p14:tracePt t="113747" x="7600950" y="6502400"/>
          <p14:tracePt t="113780" x="7594600" y="6502400"/>
          <p14:tracePt t="113814" x="7588250" y="6496050"/>
          <p14:tracePt t="113861" x="7594600" y="6496050"/>
          <p14:tracePt t="113897" x="7607300" y="6496050"/>
          <p14:tracePt t="113925" x="7626350" y="6496050"/>
          <p14:tracePt t="113942" x="7639050" y="6489700"/>
          <p14:tracePt t="113974" x="7734300" y="6457950"/>
          <p14:tracePt t="114006" x="7880350" y="6413500"/>
          <p14:tracePt t="114024" x="7981950" y="6381750"/>
          <p14:tracePt t="114072" x="8070850" y="6350000"/>
          <p14:tracePt t="114096" x="8096250" y="6330950"/>
          <p14:tracePt t="114129" x="8102600" y="6324600"/>
          <p14:tracePt t="114189" x="8102600" y="6318250"/>
          <p14:tracePt t="114222" x="8096250" y="6318250"/>
          <p14:tracePt t="114289" x="8083550" y="6318250"/>
          <p14:tracePt t="114312" x="8077200" y="6318250"/>
          <p14:tracePt t="114345" x="8070850" y="6318250"/>
          <p14:tracePt t="114374" x="8058150" y="6318250"/>
          <p14:tracePt t="114409" x="8045450" y="6318250"/>
          <p14:tracePt t="114440" x="8013700" y="6311900"/>
          <p14:tracePt t="114457" x="7981950" y="6305550"/>
          <p14:tracePt t="114488" x="7924800" y="6305550"/>
          <p14:tracePt t="114511" x="7867650" y="6305550"/>
          <p14:tracePt t="114544" x="7842250" y="6299200"/>
          <p14:tracePt t="114578" x="7823200" y="6299200"/>
          <p14:tracePt t="114625" x="7797800" y="6299200"/>
          <p14:tracePt t="114655" x="7785100" y="6299200"/>
          <p14:tracePt t="127509" x="7797800" y="6305550"/>
          <p14:tracePt t="127533" x="7816850" y="6305550"/>
          <p14:tracePt t="127566" x="7842250" y="6305550"/>
          <p14:tracePt t="127594" x="7861300" y="6305550"/>
          <p14:tracePt t="127625" x="7886700" y="6305550"/>
          <p14:tracePt t="127659" x="7905750" y="6305550"/>
          <p14:tracePt t="127692" x="7924800" y="6305550"/>
          <p14:tracePt t="127725" x="7956550" y="6305550"/>
          <p14:tracePt t="127749" x="7969250" y="6299200"/>
          <p14:tracePt t="127782" x="8001000" y="6299200"/>
          <p14:tracePt t="127815" x="8013700" y="6299200"/>
          <p14:tracePt t="127850" x="8032750" y="6299200"/>
          <p14:tracePt t="127908" x="8039100" y="6299200"/>
          <p14:tracePt t="128013" x="8026400" y="6299200"/>
          <p14:tracePt t="128047" x="8013700" y="6299200"/>
          <p14:tracePt t="128081" x="7975600" y="6305550"/>
          <p14:tracePt t="128124" x="7874000" y="6337300"/>
          <p14:tracePt t="128159" x="7785100" y="6350000"/>
          <p14:tracePt t="128190" x="7708900" y="6362700"/>
          <p14:tracePt t="128223" x="7632700" y="6388100"/>
          <p14:tracePt t="128257" x="7613650" y="6394450"/>
          <p14:tracePt t="128280" x="7607300" y="6394450"/>
          <p14:tracePt t="128313" x="7588250" y="6400800"/>
          <p14:tracePt t="128346" x="7588250" y="6407150"/>
          <p14:tracePt t="135105" x="7569200" y="6407150"/>
          <p14:tracePt t="135140" x="7493000" y="6419850"/>
          <p14:tracePt t="135168" x="7429500" y="6419850"/>
          <p14:tracePt t="135205" x="7302500" y="6426200"/>
          <p14:tracePt t="135234" x="7258050" y="6419850"/>
          <p14:tracePt t="135266" x="7239000" y="6419850"/>
          <p14:tracePt t="135301" x="7232650" y="6419850"/>
          <p14:tracePt t="135387" x="7219950" y="6419850"/>
          <p14:tracePt t="135422" x="7188200" y="6419850"/>
          <p14:tracePt t="135450" x="7162800" y="6419850"/>
          <p14:tracePt t="135482" x="7124700" y="6419850"/>
          <p14:tracePt t="135515" x="7112000" y="6419850"/>
          <p14:tracePt t="135548" x="7099300" y="6419850"/>
          <p14:tracePt t="135681" x="7105650" y="6419850"/>
          <p14:tracePt t="135714" x="7118350" y="6419850"/>
          <p14:tracePt t="135748" x="7169150" y="6419850"/>
          <p14:tracePt t="135766" x="7213600" y="6413500"/>
          <p14:tracePt t="135797" x="7296150" y="6413500"/>
          <p14:tracePt t="135831" x="7404100" y="6400800"/>
          <p14:tracePt t="135864" x="7480300" y="6388100"/>
          <p14:tracePt t="135887" x="7512050" y="6381750"/>
          <p14:tracePt t="135920" x="7531100" y="6369050"/>
          <p14:tracePt t="135949" x="7543800" y="6356350"/>
          <p14:tracePt t="135985" x="7543800" y="6350000"/>
          <p14:tracePt t="136113" x="7537450" y="6350000"/>
          <p14:tracePt t="136517" x="7524750" y="6381750"/>
          <p14:tracePt t="136551" x="7499350" y="6413500"/>
          <p14:tracePt t="136580" x="7486650" y="6419850"/>
          <p14:tracePt t="136628" x="7480300" y="6426200"/>
          <p14:tracePt t="136732" x="7493000" y="6426200"/>
          <p14:tracePt t="136767" x="7531100" y="6419850"/>
          <p14:tracePt t="136785" x="7543800" y="6413500"/>
          <p14:tracePt t="136812" x="7658100" y="6375400"/>
          <p14:tracePt t="136844" x="7797800" y="6337300"/>
          <p14:tracePt t="136877" x="7943850" y="6267450"/>
          <p14:tracePt t="136910" x="7994650" y="6235700"/>
          <p14:tracePt t="136934" x="8007350" y="6216650"/>
          <p14:tracePt t="136982" x="8007350" y="6210300"/>
          <p14:tracePt t="137017" x="7994650" y="6210300"/>
          <p14:tracePt t="137050" x="7981950" y="6210300"/>
          <p14:tracePt t="137078" x="7962900" y="6210300"/>
          <p14:tracePt t="137110" x="7943850" y="6216650"/>
          <p14:tracePt t="137144" x="7886700" y="6235700"/>
          <p14:tracePt t="137162" x="7854950" y="6254750"/>
          <p14:tracePt t="137183" x="7816850" y="6267450"/>
          <p14:tracePt t="137216" x="7727950" y="6318250"/>
          <p14:tracePt t="137249" x="7702550" y="6356350"/>
          <p14:tracePt t="137284" x="7689850" y="6413500"/>
          <p14:tracePt t="137299" x="7689850" y="6419850"/>
          <p14:tracePt t="137327" x="7696200" y="6432550"/>
          <p14:tracePt t="137392" x="7702550" y="6438900"/>
          <p14:tracePt t="139003" x="7645400" y="6438900"/>
          <p14:tracePt t="139021" x="7588250" y="6438900"/>
          <p14:tracePt t="139053" x="7493000" y="6438900"/>
          <p14:tracePt t="139087" x="7404100" y="6457950"/>
          <p14:tracePt t="139110" x="7315200" y="6457950"/>
          <p14:tracePt t="139142" x="7277100" y="6457950"/>
          <p14:tracePt t="139176" x="7226300" y="6457950"/>
          <p14:tracePt t="139210" x="7219950" y="6457950"/>
          <p14:tracePt t="139252" x="7213600" y="6457950"/>
          <p14:tracePt t="139353" x="7226300" y="6451600"/>
          <p14:tracePt t="139375" x="7245350" y="6445250"/>
          <p14:tracePt t="139408" x="7283450" y="6426200"/>
          <p14:tracePt t="139442" x="7397750" y="6356350"/>
          <p14:tracePt t="139469" x="7486650" y="6305550"/>
          <p14:tracePt t="139501" x="7632700" y="6210300"/>
          <p14:tracePt t="139519" x="7645400" y="6191250"/>
          <p14:tracePt t="139541" x="7677150" y="6172200"/>
          <p14:tracePt t="139574" x="7708900" y="6153150"/>
          <p14:tracePt t="139607" x="7721600" y="6146800"/>
          <p14:tracePt t="139641" x="7727950" y="6140450"/>
          <p14:tracePt t="139669" x="7740650" y="6134100"/>
          <p14:tracePt t="139706" x="7759700" y="6134100"/>
          <p14:tracePt t="139767" x="7772400" y="6140450"/>
          <p14:tracePt t="139800" x="7778750" y="6146800"/>
          <p14:tracePt t="139833" x="7791450" y="6153150"/>
          <p14:tracePt t="139871" x="7797800" y="6159500"/>
          <p14:tracePt t="139906" x="7804150" y="6165850"/>
          <p14:tracePt t="139940" x="7816850" y="6172200"/>
          <p14:tracePt t="139973" x="7816850" y="6178550"/>
          <p14:tracePt t="140021" x="7823200" y="6197600"/>
          <p14:tracePt t="140115" x="7816850" y="6210300"/>
          <p14:tracePt t="140139" x="7810500" y="6223000"/>
          <p14:tracePt t="140830" x="7569200" y="6184900"/>
          <p14:tracePt t="140849" x="7150100" y="6057900"/>
          <p14:tracePt t="140880" x="6724650" y="5943600"/>
          <p14:tracePt t="140913" x="6299200" y="5822950"/>
          <p14:tracePt t="140946" x="5778500" y="5657850"/>
          <p14:tracePt t="140970" x="5530850" y="5568950"/>
          <p14:tracePt t="140998" x="5226050" y="5448300"/>
          <p14:tracePt t="141030" x="5022850" y="5365750"/>
          <p14:tracePt t="141062" x="4895850" y="5334000"/>
          <p14:tracePt t="141096" x="4826000" y="5295900"/>
          <p14:tracePt t="141129" x="4800600" y="5289550"/>
          <p14:tracePt t="141660" x="4737100" y="5289550"/>
          <p14:tracePt t="141684" x="4679950" y="5289550"/>
          <p14:tracePt t="141717" x="4476750" y="5321300"/>
          <p14:tracePt t="141750" x="4318000" y="5346700"/>
          <p14:tracePt t="141783" x="4038600" y="5403850"/>
          <p14:tracePt t="141812" x="3867150" y="5480050"/>
          <p14:tracePt t="141848" x="3568700" y="5594350"/>
          <p14:tracePt t="141878" x="3435350" y="5664200"/>
          <p14:tracePt t="141910" x="3155950" y="5835650"/>
          <p14:tracePt t="141933" x="3073400" y="5924550"/>
          <p14:tracePt t="141966" x="3016250" y="6057900"/>
          <p14:tracePt t="141999" x="3035300" y="6140450"/>
          <p14:tracePt t="142032" x="3092450" y="6197600"/>
          <p14:tracePt t="142061" x="3162300" y="6248400"/>
          <p14:tracePt t="142092" x="3251200" y="6280150"/>
          <p14:tracePt t="142125" x="3333750" y="6292850"/>
          <p14:tracePt t="142159" x="3403600" y="6292850"/>
          <p14:tracePt t="142183" x="3435350" y="6280150"/>
          <p14:tracePt t="142199" x="3441700" y="6280150"/>
          <p14:tracePt t="142232" x="3448050" y="6267450"/>
          <p14:tracePt t="142297" x="3435350" y="6254750"/>
          <p14:tracePt t="142327" x="3422650" y="6254750"/>
          <p14:tracePt t="142360" x="3365500" y="6235700"/>
          <p14:tracePt t="142393" x="3270250" y="6210300"/>
          <p14:tracePt t="142425" x="3124200" y="6210300"/>
          <p14:tracePt t="142458" x="3009900" y="6229350"/>
          <p14:tracePt t="142491" x="2959100" y="6248400"/>
          <p14:tracePt t="142529" x="2946400" y="6273800"/>
          <p14:tracePt t="142564" x="2946400" y="6280150"/>
          <p14:tracePt t="142597" x="2978150" y="6299200"/>
          <p14:tracePt t="142626" x="3035300" y="6311900"/>
          <p14:tracePt t="142657" x="3111500" y="6337300"/>
          <p14:tracePt t="142690" x="3295650" y="6356350"/>
          <p14:tracePt t="142714" x="3371850" y="6356350"/>
          <p14:tracePt t="142747" x="3454400" y="6324600"/>
          <p14:tracePt t="142780" x="3492500" y="6292850"/>
          <p14:tracePt t="142813" x="3492500" y="6280150"/>
          <p14:tracePt t="142861" x="3460750" y="6267450"/>
          <p14:tracePt t="142880" x="3429000" y="6261100"/>
          <p14:tracePt t="142923" x="3282950" y="6229350"/>
          <p14:tracePt t="142956" x="3136900" y="6223000"/>
          <p14:tracePt t="142990" x="2959100" y="6254750"/>
          <p14:tracePt t="143027" x="2889250" y="6280150"/>
          <p14:tracePt t="143062" x="2851150" y="6299200"/>
          <p14:tracePt t="143091" x="2844800" y="6305550"/>
          <p14:tracePt t="149816" x="2870200" y="6305550"/>
          <p14:tracePt t="149849" x="2927350" y="6286500"/>
          <p14:tracePt t="149872" x="2997200" y="6261100"/>
          <p14:tracePt t="149905" x="3263900" y="6191250"/>
          <p14:tracePt t="149938" x="3632200" y="6108700"/>
          <p14:tracePt t="149956" x="3937000" y="6038850"/>
          <p14:tracePt t="149988" x="4381500" y="5854700"/>
          <p14:tracePt t="150017" x="4679950" y="5695950"/>
          <p14:tracePt t="150053" x="5226050" y="5149850"/>
          <p14:tracePt t="150072" x="5435600" y="4775200"/>
          <p14:tracePt t="150105" x="5638800" y="4076700"/>
          <p14:tracePt t="150138" x="5695950" y="3352800"/>
          <p14:tracePt t="150171" x="5632450" y="2482850"/>
          <p14:tracePt t="150205" x="5524500" y="2063750"/>
          <p14:tracePt t="150237" x="5435600" y="1854200"/>
          <p14:tracePt t="150266" x="5207000" y="1593850"/>
          <p14:tracePt t="150298" x="4965700" y="1479550"/>
          <p14:tracePt t="150331" x="4679950" y="1454150"/>
          <p14:tracePt t="150349" x="4451350" y="1504950"/>
          <p14:tracePt t="150370" x="4343400" y="1549400"/>
          <p14:tracePt t="150404" x="3752850" y="1968500"/>
          <p14:tracePt t="150437" x="3378200" y="2540000"/>
          <p14:tracePt t="150465" x="3270250" y="3073400"/>
          <p14:tracePt t="150501" x="3321050" y="3797300"/>
          <p14:tracePt t="150532" x="3575050" y="4654550"/>
          <p14:tracePt t="150563" x="3987800" y="5365750"/>
          <p14:tracePt t="150596" x="4610100" y="5880100"/>
          <p14:tracePt t="150630" x="5168900" y="6064250"/>
          <p14:tracePt t="150663" x="5651500" y="6019800"/>
          <p14:tracePt t="150696" x="5867400" y="5924550"/>
          <p14:tracePt t="150729" x="6146800" y="5600700"/>
          <p14:tracePt t="150762" x="6273800" y="4819650"/>
          <p14:tracePt t="150795" x="6064250" y="3949700"/>
          <p14:tracePt t="150829" x="5575300" y="2978150"/>
          <p14:tracePt t="150847" x="5448300" y="2838450"/>
          <p14:tracePt t="150879" x="4984750" y="2438400"/>
          <p14:tracePt t="150912" x="4660900" y="2349500"/>
          <p14:tracePt t="150945" x="4235450" y="2393950"/>
          <p14:tracePt t="150980" x="3994150" y="2546350"/>
          <p14:tracePt t="151002" x="3879850" y="2736850"/>
          <p14:tracePt t="151030" x="3765550" y="3143250"/>
          <p14:tracePt t="151061" x="3860800" y="3917950"/>
          <p14:tracePt t="151094" x="4025900" y="4324350"/>
          <p14:tracePt t="151128" x="4565650" y="5016500"/>
          <p14:tracePt t="151161" x="5829300" y="5880100"/>
          <p14:tracePt t="151194" x="6629400" y="6115050"/>
          <p14:tracePt t="151218" x="6845300" y="6108700"/>
          <p14:tracePt t="151246" x="7004050" y="6019800"/>
          <p14:tracePt t="151277" x="7169150" y="5664200"/>
          <p14:tracePt t="151310" x="7105650" y="4705350"/>
          <p14:tracePt t="151344" x="6400800" y="3314700"/>
          <p14:tracePt t="151377" x="5391150" y="2063750"/>
          <p14:tracePt t="151410" x="4978400" y="1803400"/>
          <p14:tracePt t="151443" x="4521200" y="1784350"/>
          <p14:tracePt t="151462" x="4286250" y="1885950"/>
          <p14:tracePt t="151498" x="3937000" y="2266950"/>
          <p14:tracePt t="151528" x="3841750" y="2660650"/>
          <p14:tracePt t="151560" x="3873500" y="3206750"/>
          <p14:tracePt t="151593" x="4083050" y="3746500"/>
          <p14:tracePt t="151626" x="4445000" y="4114800"/>
          <p14:tracePt t="151659" x="4502150" y="4159250"/>
          <p14:tracePt t="152357" x="4406900" y="4121150"/>
          <p14:tracePt t="152390" x="4210050" y="3949700"/>
          <p14:tracePt t="152423" x="4057650" y="3816350"/>
          <p14:tracePt t="152442" x="3892550" y="3695700"/>
          <p14:tracePt t="152473" x="3606800" y="3479800"/>
          <p14:tracePt t="152506" x="3333750" y="3238500"/>
          <p14:tracePt t="152539" x="3041650" y="2971800"/>
          <p14:tracePt t="152573" x="2686050" y="2654300"/>
          <p14:tracePt t="152606" x="2457450" y="2482850"/>
          <p14:tracePt t="152639" x="2146300" y="2330450"/>
          <p14:tracePt t="152672" x="1981200" y="2235200"/>
          <p14:tracePt t="152706" x="1835150" y="2178050"/>
          <p14:tracePt t="152740" x="1651000" y="2146300"/>
          <p14:tracePt t="152772" x="1555750" y="2165350"/>
          <p14:tracePt t="152805" x="1492250" y="2184400"/>
          <p14:tracePt t="152838" x="1441450" y="2241550"/>
          <p14:tracePt t="152877" x="1365250" y="2330450"/>
          <p14:tracePt t="152895" x="1352550" y="2343150"/>
          <p14:tracePt t="152923" x="1301750" y="2400300"/>
          <p14:tracePt t="152954" x="1257300" y="2482850"/>
          <p14:tracePt t="152989" x="1181100" y="2654300"/>
          <p14:tracePt t="153028" x="1143000" y="2844800"/>
          <p14:tracePt t="153061" x="1092200" y="3022600"/>
          <p14:tracePt t="153094" x="1079500" y="3067050"/>
          <p14:tracePt t="153123" x="1066800" y="3073400"/>
          <p14:tracePt t="153204" x="1060450" y="3073400"/>
          <p14:tracePt t="153237" x="1047750" y="3079750"/>
          <p14:tracePt t="153270" x="1028700" y="3079750"/>
          <p14:tracePt t="153303" x="1016000" y="3086100"/>
          <p14:tracePt t="153337" x="1009650" y="3086100"/>
          <p14:tracePt t="153391" x="1003300" y="3086100"/>
          <p14:tracePt t="153421" x="990600" y="3086100"/>
          <p14:tracePt t="153470" x="977900" y="3079750"/>
          <p14:tracePt t="153519" x="971550" y="3079750"/>
          <p14:tracePt t="153553" x="946150" y="3079750"/>
          <p14:tracePt t="153576" x="927100" y="3079750"/>
          <p14:tracePt t="153609" x="863600" y="3079750"/>
          <p14:tracePt t="153642" x="812800" y="3092450"/>
          <p14:tracePt t="153676" x="768350" y="3098800"/>
          <p14:tracePt t="153704" x="755650" y="3098800"/>
          <p14:tracePt t="153735" x="749300" y="3098800"/>
          <p14:tracePt t="153785" x="742950" y="3098800"/>
          <p14:tracePt t="153868" x="736600" y="3098800"/>
          <p14:tracePt t="153906" x="730250" y="3098800"/>
          <p14:tracePt t="154019" x="742950" y="3098800"/>
          <p14:tracePt t="154067" x="749300" y="3098800"/>
          <p14:tracePt t="154101" x="762000" y="3098800"/>
          <p14:tracePt t="154167" x="781050" y="3098800"/>
          <p14:tracePt t="154200" x="812800" y="3092450"/>
          <p14:tracePt t="154234" x="927100" y="3092450"/>
          <p14:tracePt t="154267" x="1092200" y="3092450"/>
          <p14:tracePt t="154300" x="1276350" y="3111500"/>
          <p14:tracePt t="154333" x="1479550" y="3136900"/>
          <p14:tracePt t="154366" x="1549400" y="3136900"/>
          <p14:tracePt t="154400" x="1581150" y="3136900"/>
          <p14:tracePt t="154423" x="1587500" y="3136900"/>
          <p14:tracePt t="154466" x="1581150" y="3124200"/>
          <p14:tracePt t="154499" x="1574800" y="3111500"/>
          <p14:tracePt t="154533" x="1517650" y="3067050"/>
          <p14:tracePt t="154551" x="1485900" y="3041650"/>
          <p14:tracePt t="154582" x="1314450" y="2959100"/>
          <p14:tracePt t="154615" x="1092200" y="2901950"/>
          <p14:tracePt t="154649" x="844550" y="2927350"/>
          <p14:tracePt t="154682" x="558800" y="3041650"/>
          <p14:tracePt t="154715" x="457200" y="3143250"/>
          <p14:tracePt t="154734" x="431800" y="3187700"/>
          <p14:tracePt t="154765" x="450850" y="3238500"/>
          <p14:tracePt t="154815" x="558800" y="3244850"/>
          <p14:tracePt t="154848" x="717550" y="3213100"/>
          <p14:tracePt t="154881" x="914400" y="3111500"/>
          <p14:tracePt t="154905" x="1123950" y="2927350"/>
          <p14:tracePt t="154938" x="1238250" y="2800350"/>
          <p14:tracePt t="154971" x="1289050" y="2590800"/>
          <p14:tracePt t="155004" x="1250950" y="2514600"/>
          <p14:tracePt t="155047" x="1155700" y="2463800"/>
          <p14:tracePt t="155081" x="1054100" y="2463800"/>
          <p14:tracePt t="155114" x="1003300" y="2489200"/>
          <p14:tracePt t="155147" x="927100" y="2578100"/>
          <p14:tracePt t="155171" x="889000" y="2647950"/>
          <p14:tracePt t="155203" x="889000" y="2832100"/>
          <p14:tracePt t="155237" x="984250" y="3124200"/>
          <p14:tracePt t="155270" x="1079500" y="3282950"/>
          <p14:tracePt t="155298" x="1193800" y="3333750"/>
          <p14:tracePt t="155330" x="1365250" y="3333750"/>
          <p14:tracePt t="155363" x="1625600" y="3187700"/>
          <p14:tracePt t="155396" x="1739900" y="3016250"/>
          <p14:tracePt t="155420" x="1758950" y="2908300"/>
          <p14:tracePt t="155453" x="1758950" y="2819400"/>
          <p14:tracePt t="155486" x="1701800" y="2768600"/>
          <p14:tracePt t="155519" x="1651000" y="2762250"/>
          <p14:tracePt t="155547" x="1466850" y="2781300"/>
          <p14:tracePt t="155579" x="1111250" y="2895600"/>
          <p14:tracePt t="155603" x="971550" y="2984500"/>
          <p14:tracePt t="155635" x="882650" y="3124200"/>
          <p14:tracePt t="155669" x="882650" y="3194050"/>
          <p14:tracePt t="155703" x="927100" y="3244850"/>
          <p14:tracePt t="155735" x="1073150" y="3308350"/>
          <p14:tracePt t="155763" x="1206500" y="3327400"/>
          <p14:tracePt t="155795" x="1403350" y="3321050"/>
          <p14:tracePt t="155828" x="1587500" y="3251200"/>
          <p14:tracePt t="155861" x="1638300" y="3206750"/>
          <p14:tracePt t="155895" x="1638300" y="3181350"/>
          <p14:tracePt t="155944" x="1631950" y="3187700"/>
          <p14:tracePt t="155982" x="1631950" y="3200400"/>
          <p14:tracePt t="156002" x="1631950" y="3219450"/>
          <p14:tracePt t="156029" x="1670050" y="3276600"/>
          <p14:tracePt t="156061" x="1790700" y="3460750"/>
          <p14:tracePt t="156094" x="2000250" y="3784600"/>
          <p14:tracePt t="156127" x="2305050" y="4330700"/>
          <p14:tracePt t="156162" x="2559050" y="4762500"/>
          <p14:tracePt t="156198" x="2800350" y="5124450"/>
          <p14:tracePt t="156233" x="2927350" y="5295900"/>
          <p14:tracePt t="156266" x="3028950" y="5441950"/>
          <p14:tracePt t="156300" x="3086100" y="5486400"/>
          <p14:tracePt t="156333" x="3098800" y="5499100"/>
          <p14:tracePt t="156724" x="3086100" y="5588000"/>
          <p14:tracePt t="156759" x="3067050" y="5727700"/>
          <p14:tracePt t="156782" x="3048000" y="5778500"/>
          <p14:tracePt t="156815" x="3028950" y="5848350"/>
          <p14:tracePt t="156843" x="3003550" y="5899150"/>
          <p14:tracePt t="156875" x="2978150" y="5962650"/>
          <p14:tracePt t="156908" x="2940050" y="6026150"/>
          <p14:tracePt t="156941" x="2901950" y="6096000"/>
          <p14:tracePt t="156974" x="2863850" y="6140450"/>
          <p14:tracePt t="156994" x="2838450" y="6146800"/>
          <p14:tracePt t="157026" x="2813050" y="6153150"/>
          <p14:tracePt t="157057" x="2705100" y="6153150"/>
          <p14:tracePt t="157090" x="2533650" y="6140450"/>
          <p14:tracePt t="157123" x="2317750" y="6134100"/>
          <p14:tracePt t="157157" x="2044700" y="6102350"/>
          <p14:tracePt t="157190" x="1898650" y="6096000"/>
          <p14:tracePt t="157223" x="1841500" y="6096000"/>
          <p14:tracePt t="157257" x="1771650" y="6096000"/>
          <p14:tracePt t="157290" x="1714500" y="6102350"/>
          <p14:tracePt t="157313" x="1670050" y="6108700"/>
          <p14:tracePt t="157346" x="1581150" y="6115050"/>
          <p14:tracePt t="157374" x="1536700" y="6121400"/>
          <p14:tracePt t="157406" x="1460500" y="6146800"/>
          <p14:tracePt t="157439" x="1339850" y="6178550"/>
          <p14:tracePt t="157472" x="1276350" y="6203950"/>
          <p14:tracePt t="157491" x="1250950" y="6210300"/>
          <p14:tracePt t="157522" x="1225550" y="6235700"/>
          <p14:tracePt t="157546" x="1206500" y="6248400"/>
          <p14:tracePt t="157579" x="1193800" y="6280150"/>
          <p14:tracePt t="157607" x="1174750" y="6311900"/>
          <p14:tracePt t="157639" x="1155700" y="6350000"/>
          <p14:tracePt t="157672" x="1136650" y="6381750"/>
          <p14:tracePt t="157705" x="1123950" y="6400800"/>
          <p14:tracePt t="157738" x="1117600" y="6426200"/>
          <p14:tracePt t="157772" x="1104900" y="6432550"/>
          <p14:tracePt t="157810" x="1104900" y="6438900"/>
          <p14:tracePt t="157860" x="1098550" y="6451600"/>
          <p14:tracePt t="158022" x="1104900" y="6432550"/>
          <p14:tracePt t="158059" x="1111250" y="6426200"/>
          <p14:tracePt t="158094" x="1123950" y="6419850"/>
          <p14:tracePt t="158122" x="1136650" y="6413500"/>
          <p14:tracePt t="158153" x="1136650" y="6407150"/>
          <p14:tracePt t="158187" x="1155700" y="6388100"/>
          <p14:tracePt t="158220" x="1168400" y="6388100"/>
          <p14:tracePt t="158253" x="1219200" y="6343650"/>
          <p14:tracePt t="158286" x="1301750" y="6286500"/>
          <p14:tracePt t="158310" x="1409700" y="6223000"/>
          <p14:tracePt t="158344" x="1530350" y="6159500"/>
          <p14:tracePt t="158371" x="1708150" y="6096000"/>
          <p14:tracePt t="158403" x="1917700" y="6045200"/>
          <p14:tracePt t="158435" x="2139950" y="5988050"/>
          <p14:tracePt t="158469" x="2419350" y="5930900"/>
          <p14:tracePt t="158489" x="2540000" y="5892800"/>
          <p14:tracePt t="158519" x="2736850" y="5854700"/>
          <p14:tracePt t="158552" x="2895600" y="5835650"/>
          <p14:tracePt t="158577" x="3003550" y="5829300"/>
          <p14:tracePt t="158610" x="3219450" y="5784850"/>
          <p14:tracePt t="158642" x="3365500" y="5759450"/>
          <p14:tracePt t="158659" x="3422650" y="5746750"/>
          <p14:tracePt t="158691" x="3524250" y="5721350"/>
          <p14:tracePt t="158720" x="3587750" y="5695950"/>
          <p14:tracePt t="158751" x="3619500" y="5683250"/>
          <p14:tracePt t="158785" x="3625850" y="5683250"/>
          <p14:tracePt t="158818" x="3625850" y="5702300"/>
          <p14:tracePt t="165433" x="3606800" y="5734050"/>
          <p14:tracePt t="165468" x="3467100" y="5861050"/>
          <p14:tracePt t="165502" x="3302000" y="5981700"/>
          <p14:tracePt t="165530" x="3194050" y="6070600"/>
          <p14:tracePt t="165546" x="3168650" y="6089650"/>
          <p14:tracePt t="165578" x="3111500" y="6159500"/>
          <p14:tracePt t="165611" x="3073400" y="6197600"/>
          <p14:tracePt t="165644" x="3048000" y="6235700"/>
          <p14:tracePt t="165683" x="3041650" y="6248400"/>
          <p14:tracePt t="165718" x="3028950" y="6273800"/>
          <p14:tracePt t="165745" x="3028950" y="6280150"/>
          <p14:tracePt t="165782" x="3022600" y="6286500"/>
          <p14:tracePt t="165827" x="3016250" y="6286500"/>
          <p14:tracePt t="165876" x="3009900" y="6286500"/>
          <p14:tracePt t="165942" x="3003550" y="6286500"/>
          <p14:tracePt t="165976" x="2997200" y="6292850"/>
          <p14:tracePt t="166031" x="2990850" y="6292850"/>
          <p14:tracePt t="166076" x="2990850" y="6299200"/>
          <p14:tracePt t="166142" x="3009900" y="6280150"/>
          <p14:tracePt t="166176" x="3143250" y="6197600"/>
          <p14:tracePt t="166209" x="3390900" y="6057900"/>
          <p14:tracePt t="166242" x="3657600" y="5880100"/>
          <p14:tracePt t="166280" x="3892550" y="5702300"/>
          <p14:tracePt t="166316" x="3987800" y="5632450"/>
          <p14:tracePt t="166344" x="3987800" y="5626100"/>
          <p14:tracePt t="166409" x="3981450" y="5657850"/>
          <p14:tracePt t="166432" x="3981450" y="5683250"/>
        </p14:tracePtLst>
      </p14:laserTrace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auto">
          <a:xfrm>
            <a:off x="0" y="0"/>
            <a:ext cx="9144000" cy="2133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77800"/>
            <a:r>
              <a:rPr lang="en-US" sz="2800" b="1" i="1" dirty="0">
                <a:solidFill>
                  <a:srgbClr val="00B0F0"/>
                </a:solidFill>
                <a:latin typeface="Times New Roman" charset="0"/>
              </a:rPr>
              <a:t>Wrapper functions</a:t>
            </a:r>
            <a:r>
              <a:rPr lang="en-US" sz="2400" dirty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do</a:t>
            </a:r>
            <a:r>
              <a:rPr lang="en-US" sz="2400" dirty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little</a:t>
            </a:r>
            <a:r>
              <a:rPr lang="en-US" sz="2400" dirty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but</a:t>
            </a:r>
            <a:r>
              <a:rPr lang="en-US" sz="2400" dirty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to</a:t>
            </a:r>
            <a:r>
              <a:rPr lang="en-US" dirty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just</a:t>
            </a:r>
            <a:r>
              <a:rPr lang="en-US" sz="2400" dirty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call</a:t>
            </a:r>
            <a:r>
              <a:rPr lang="en-US" sz="2400" dirty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another</a:t>
            </a:r>
            <a:r>
              <a:rPr lang="en-US" sz="2400" dirty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functions. </a:t>
            </a:r>
          </a:p>
          <a:p>
            <a:pPr marL="1778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(Consider how the </a:t>
            </a:r>
            <a:r>
              <a:rPr lang="en-US" sz="2800" dirty="0">
                <a:solidFill>
                  <a:srgbClr val="00B050"/>
                </a:solidFill>
                <a:latin typeface="Times New Roman" charset="0"/>
              </a:rPr>
              <a:t>wrapping paper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 </a:t>
            </a:r>
            <a:r>
              <a:rPr lang="en-US" sz="2800" i="1" dirty="0">
                <a:solidFill>
                  <a:schemeClr val="tx1"/>
                </a:solidFill>
                <a:latin typeface="Times New Roman" charset="0"/>
              </a:rPr>
              <a:t>decorates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 the gift, below: </a:t>
            </a:r>
          </a:p>
          <a:p>
            <a:pPr marL="463550" indent="-285750">
              <a:lnSpc>
                <a:spcPct val="9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800" spc="-20" dirty="0">
                <a:solidFill>
                  <a:schemeClr val="tx1"/>
                </a:solidFill>
                <a:latin typeface="Times New Roman" charset="0"/>
              </a:rPr>
              <a:t>The paper is just a thin sheet. Its only job is to cover the box. </a:t>
            </a:r>
          </a:p>
          <a:p>
            <a:pPr marL="463550" indent="-285750">
              <a:lnSpc>
                <a:spcPct val="8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The paper wraps around the box. So, to get to the box, you will have to get through the paper.)</a:t>
            </a:r>
            <a:endParaRPr lang="en-US" altLang="en-US" sz="2800" dirty="0">
              <a:solidFill>
                <a:srgbClr val="00B050"/>
              </a:solidFill>
              <a:ea typeface="source sans pro"/>
            </a:endParaRPr>
          </a:p>
        </p:txBody>
      </p:sp>
      <p:pic>
        <p:nvPicPr>
          <p:cNvPr id="9218" name="Picture 2" descr="How to Wrap a Gift - YouTub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36" b="13532"/>
          <a:stretch/>
        </p:blipFill>
        <p:spPr bwMode="auto">
          <a:xfrm>
            <a:off x="304800" y="2133600"/>
            <a:ext cx="8573529" cy="4734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rapezoid 8"/>
          <p:cNvSpPr>
            <a:spLocks noChangeAspect="1"/>
          </p:cNvSpPr>
          <p:nvPr/>
        </p:nvSpPr>
        <p:spPr bwMode="auto">
          <a:xfrm rot="2700000" flipH="1">
            <a:off x="7128722" y="301020"/>
            <a:ext cx="2658143" cy="719552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9144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5pPr>
            <a:lvl6pPr marL="22860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6pPr>
            <a:lvl7pPr marL="27432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7pPr>
            <a:lvl8pPr marL="32004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8pPr>
            <a:lvl9pPr marL="36576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9pPr>
          </a:lstStyle>
          <a:p>
            <a:pPr marL="0" marR="0" indent="0" algn="ctr" defTabSz="9144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0" dirty="0">
                <a:latin typeface="Arial" charset="0"/>
                <a:ea typeface="新細明體" charset="-120"/>
              </a:rPr>
              <a:t>From</a:t>
            </a:r>
            <a:br>
              <a:rPr lang="en-US" sz="2800" b="0" dirty="0">
                <a:latin typeface="Arial" charset="0"/>
                <a:ea typeface="新細明體" charset="-120"/>
              </a:rPr>
            </a:br>
            <a:r>
              <a: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rPr>
              <a:t>Lecture 14A</a:t>
            </a:r>
            <a:endParaRPr kumimoji="1" 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1548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335"/>
    </mc:Choice>
    <mc:Fallback xmlns="">
      <p:transition spd="slow" advTm="493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</p:bldLst>
  </p:timing>
  <p:extLst>
    <p:ext uri="{3A86A75C-4F4B-4683-9AE1-C65F6400EC91}">
      <p14:laserTraceLst xmlns:p14="http://schemas.microsoft.com/office/powerpoint/2010/main">
        <p14:tracePtLst>
          <p14:tracePt t="1313" x="1485900" y="641350"/>
          <p14:tracePt t="1336" x="1454150" y="641350"/>
          <p14:tracePt t="1369" x="1435100" y="641350"/>
          <p14:tracePt t="1402" x="1422400" y="641350"/>
          <p14:tracePt t="1435" x="1416050" y="641350"/>
          <p14:tracePt t="1463" x="1409700" y="641350"/>
          <p14:tracePt t="1495" x="1397000" y="635000"/>
          <p14:tracePt t="1545" x="1390650" y="635000"/>
          <p14:tracePt t="1568" x="1384300" y="628650"/>
          <p14:tracePt t="1601" x="1371600" y="622300"/>
          <p14:tracePt t="1649" x="1365250" y="622300"/>
          <p14:tracePt t="1727" x="1371600" y="622300"/>
          <p14:tracePt t="1761" x="1397000" y="622300"/>
          <p14:tracePt t="1784" x="1441450" y="622300"/>
          <p14:tracePt t="1819" x="1549400" y="628650"/>
          <p14:tracePt t="1836" x="1708150" y="641350"/>
          <p14:tracePt t="1867" x="1809750" y="647700"/>
          <p14:tracePt t="1900" x="1936750" y="647700"/>
          <p14:tracePt t="1934" x="1993900" y="641350"/>
          <p14:tracePt t="1962" x="2038350" y="641350"/>
          <p14:tracePt t="1999" x="2076450" y="641350"/>
          <p14:tracePt t="2033" x="2082800" y="635000"/>
          <p14:tracePt t="2066" x="2101850" y="635000"/>
          <p14:tracePt t="2147" x="2095500" y="635000"/>
          <p14:tracePt t="2197" x="2082800" y="635000"/>
          <p14:tracePt t="2247" x="2063750" y="635000"/>
          <p14:tracePt t="2277" x="2006600" y="635000"/>
          <p14:tracePt t="2299" x="1924050" y="622300"/>
          <p14:tracePt t="2332" x="1778000" y="609600"/>
          <p14:tracePt t="2365" x="1644650" y="590550"/>
          <p14:tracePt t="2399" x="1562100" y="590550"/>
          <p14:tracePt t="2432" x="1555750" y="590550"/>
          <p14:tracePt t="2591" x="1562100" y="590550"/>
          <p14:tracePt t="2615" x="1587500" y="590550"/>
          <p14:tracePt t="2648" x="1644650" y="590550"/>
          <p14:tracePt t="2664" x="1752600" y="590550"/>
          <p14:tracePt t="2698" x="2032000" y="615950"/>
          <p14:tracePt t="2726" x="2178050" y="622300"/>
          <p14:tracePt t="2757" x="2324100" y="628650"/>
          <p14:tracePt t="2791" x="2393950" y="628650"/>
          <p14:tracePt t="2824" x="2413000" y="628650"/>
          <p14:tracePt t="2857" x="2419350" y="628650"/>
          <p14:tracePt t="2897" x="2419350" y="622300"/>
          <p14:tracePt t="2995" x="2425700" y="615950"/>
          <p14:tracePt t="6445" x="2463800" y="577850"/>
          <p14:tracePt t="6478" x="2540000" y="520700"/>
          <p14:tracePt t="6511" x="2603500" y="476250"/>
          <p14:tracePt t="6544" x="2667000" y="425450"/>
          <p14:tracePt t="6577" x="2673350" y="406400"/>
          <p14:tracePt t="6611" x="2679700" y="406400"/>
          <p14:tracePt t="6677" x="2679700" y="400050"/>
          <p14:tracePt t="6727" x="2673350" y="400050"/>
          <p14:tracePt t="6760" x="2660650" y="400050"/>
          <p14:tracePt t="6793" x="2641600" y="400050"/>
          <p14:tracePt t="6826" x="2597150" y="400050"/>
          <p14:tracePt t="6860" x="2501900" y="387350"/>
          <p14:tracePt t="6883" x="2419350" y="381000"/>
          <p14:tracePt t="6916" x="2247900" y="374650"/>
          <p14:tracePt t="6949" x="2159000" y="381000"/>
          <p14:tracePt t="6978" x="2108200" y="381000"/>
          <p14:tracePt t="7009" x="2082800" y="381000"/>
          <p14:tracePt t="7059" x="2076450" y="387350"/>
          <p14:tracePt t="7125" x="2076450" y="393700"/>
          <p14:tracePt t="7181" x="2089150" y="393700"/>
          <p14:tracePt t="7216" x="2101850" y="400050"/>
          <p14:tracePt t="7258" x="2120900" y="400050"/>
          <p14:tracePt t="7292" x="2171700" y="406400"/>
          <p14:tracePt t="7325" x="2305050" y="412750"/>
          <p14:tracePt t="7348" x="2520950" y="425450"/>
          <p14:tracePt t="7381" x="2800350" y="425450"/>
          <p14:tracePt t="7399" x="3003550" y="419100"/>
          <p14:tracePt t="7431" x="3270250" y="406400"/>
          <p14:tracePt t="7464" x="3454400" y="381000"/>
          <p14:tracePt t="7493" x="3549650" y="368300"/>
          <p14:tracePt t="7524" x="3594100" y="355600"/>
          <p14:tracePt t="7557" x="3600450" y="355600"/>
          <p14:tracePt t="7612" x="3606800" y="349250"/>
          <p14:tracePt t="7647" x="3625850" y="342900"/>
          <p14:tracePt t="7681" x="3638550" y="342900"/>
          <p14:tracePt t="7710" x="3657600" y="342900"/>
          <p14:tracePt t="7745" x="3695700" y="349250"/>
          <p14:tracePt t="7775" x="3765550" y="361950"/>
          <p14:tracePt t="7806" x="3879850" y="387350"/>
          <p14:tracePt t="7840" x="3962400" y="393700"/>
          <p14:tracePt t="7864" x="4000500" y="400050"/>
          <p14:tracePt t="7896" x="4051300" y="406400"/>
          <p14:tracePt t="7929" x="4057650" y="406400"/>
          <p14:tracePt t="7962" x="4076700" y="406400"/>
          <p14:tracePt t="7996" x="4083050" y="400050"/>
          <p14:tracePt t="8030" x="4114800" y="400050"/>
          <p14:tracePt t="8072" x="4146550" y="400050"/>
          <p14:tracePt t="8106" x="4222750" y="400050"/>
          <p14:tracePt t="8139" x="4260850" y="400050"/>
          <p14:tracePt t="8172" x="4343400" y="400050"/>
          <p14:tracePt t="8196" x="4368800" y="400050"/>
          <p14:tracePt t="8228" x="4387850" y="400050"/>
          <p14:tracePt t="8741" x="4514850" y="400050"/>
          <p14:tracePt t="8772" x="4673600" y="412750"/>
          <p14:tracePt t="8808" x="4845050" y="444500"/>
          <p14:tracePt t="8838" x="5156200" y="488950"/>
          <p14:tracePt t="8869" x="5289550" y="520700"/>
          <p14:tracePt t="8903" x="5441950" y="552450"/>
          <p14:tracePt t="8922" x="5518150" y="565150"/>
          <p14:tracePt t="8938" x="5562600" y="565150"/>
          <p14:tracePt t="8974" x="5702300" y="539750"/>
          <p14:tracePt t="9004" x="5784850" y="501650"/>
          <p14:tracePt t="9036" x="5854700" y="469900"/>
          <p14:tracePt t="9069" x="5924550" y="450850"/>
          <p14:tracePt t="9102" x="6000750" y="438150"/>
          <p14:tracePt t="9135" x="6013450" y="438150"/>
          <p14:tracePt t="9285" x="6026150" y="438150"/>
          <p14:tracePt t="9318" x="6045200" y="438150"/>
          <p14:tracePt t="9351" x="6076950" y="444500"/>
          <p14:tracePt t="9384" x="6127750" y="457200"/>
          <p14:tracePt t="9417" x="6254750" y="488950"/>
          <p14:tracePt t="9435" x="6375400" y="527050"/>
          <p14:tracePt t="9458" x="6521450" y="565150"/>
          <p14:tracePt t="9491" x="6711950" y="603250"/>
          <p14:tracePt t="9524" x="6807200" y="622300"/>
          <p14:tracePt t="9552" x="6858000" y="622300"/>
          <p14:tracePt t="9584" x="6940550" y="622300"/>
          <p14:tracePt t="9617" x="7016750" y="596900"/>
          <p14:tracePt t="9650" x="7092950" y="584200"/>
          <p14:tracePt t="9683" x="7245350" y="533400"/>
          <p14:tracePt t="9717" x="7321550" y="488950"/>
          <p14:tracePt t="9755" x="7366000" y="469900"/>
          <p14:tracePt t="9789" x="7372350" y="469900"/>
          <p14:tracePt t="10121" x="7366000" y="476250"/>
          <p14:tracePt t="10151" x="7346950" y="482600"/>
          <p14:tracePt t="10182" x="7327900" y="488950"/>
          <p14:tracePt t="10215" x="7226300" y="508000"/>
          <p14:tracePt t="10238" x="7131050" y="527050"/>
          <p14:tracePt t="10271" x="6965950" y="558800"/>
          <p14:tracePt t="10305" x="6889750" y="571500"/>
          <p14:tracePt t="10321" x="6819900" y="571500"/>
          <p14:tracePt t="10354" x="6661150" y="577850"/>
          <p14:tracePt t="10383" x="6559550" y="584200"/>
          <p14:tracePt t="10419" x="6381750" y="615950"/>
          <p14:tracePt t="10438" x="6254750" y="641350"/>
          <p14:tracePt t="10481" x="6007100" y="641350"/>
          <p14:tracePt t="13121" x="5937250" y="641350"/>
          <p14:tracePt t="13155" x="5784850" y="641350"/>
          <p14:tracePt t="13188" x="5422900" y="609600"/>
          <p14:tracePt t="13221" x="5118100" y="558800"/>
          <p14:tracePt t="13254" x="4806950" y="520700"/>
          <p14:tracePt t="13288" x="4400550" y="501650"/>
          <p14:tracePt t="13321" x="4032250" y="533400"/>
          <p14:tracePt t="13354" x="3714750" y="558800"/>
          <p14:tracePt t="13387" x="3441700" y="577850"/>
          <p14:tracePt t="13420" x="3162300" y="577850"/>
          <p14:tracePt t="13454" x="2952750" y="615950"/>
          <p14:tracePt t="13492" x="2584450" y="635000"/>
          <p14:tracePt t="13522" x="2324100" y="654050"/>
          <p14:tracePt t="13553" x="2070100" y="673100"/>
          <p14:tracePt t="13587" x="1879600" y="685800"/>
          <p14:tracePt t="13621" x="1746250" y="723900"/>
          <p14:tracePt t="13653" x="1612900" y="781050"/>
          <p14:tracePt t="13686" x="1549400" y="793750"/>
          <p14:tracePt t="13719" x="1530350" y="806450"/>
          <p14:tracePt t="13752" x="1536700" y="806450"/>
          <p14:tracePt t="14118" x="1485900" y="781050"/>
          <p14:tracePt t="14152" x="1327150" y="711200"/>
          <p14:tracePt t="14185" x="1206500" y="692150"/>
          <p14:tracePt t="14218" x="1079500" y="666750"/>
          <p14:tracePt t="14251" x="952500" y="647700"/>
          <p14:tracePt t="14276" x="901700" y="635000"/>
          <p14:tracePt t="14308" x="863600" y="628650"/>
          <p14:tracePt t="14336" x="850900" y="622300"/>
          <p14:tracePt t="14367" x="844550" y="622300"/>
          <p14:tracePt t="14401" x="844550" y="615950"/>
          <p14:tracePt t="14450" x="844550" y="609600"/>
          <p14:tracePt t="14474" x="876300" y="596900"/>
          <p14:tracePt t="14507" x="914400" y="590550"/>
          <p14:tracePt t="14540" x="1111250" y="571500"/>
          <p14:tracePt t="14574" x="1479550" y="552450"/>
          <p14:tracePt t="14607" x="1911350" y="552450"/>
          <p14:tracePt t="14635" x="2178050" y="558800"/>
          <p14:tracePt t="14667" x="2343150" y="565150"/>
          <p14:tracePt t="14700" x="2444750" y="584200"/>
          <p14:tracePt t="14725" x="2451100" y="584200"/>
          <p14:tracePt t="14788" x="2444750" y="565150"/>
          <p14:tracePt t="14818" x="2438400" y="558800"/>
          <p14:tracePt t="17008" x="2381250" y="558800"/>
          <p14:tracePt t="17027" x="2260600" y="558800"/>
          <p14:tracePt t="17059" x="1949450" y="520700"/>
          <p14:tracePt t="17091" x="1689100" y="469900"/>
          <p14:tracePt t="17124" x="1428750" y="400050"/>
          <p14:tracePt t="17163" x="1130300" y="342900"/>
          <p14:tracePt t="17192" x="977900" y="304800"/>
          <p14:tracePt t="17224" x="908050" y="298450"/>
          <p14:tracePt t="17257" x="863600" y="292100"/>
          <p14:tracePt t="17290" x="857250" y="292100"/>
          <p14:tracePt t="17340" x="857250" y="304800"/>
          <p14:tracePt t="17395" x="869950" y="311150"/>
          <p14:tracePt t="17425" x="882650" y="311150"/>
          <p14:tracePt t="17462" x="946150" y="311150"/>
          <p14:tracePt t="17491" x="1028700" y="292100"/>
          <p14:tracePt t="17523" x="1092200" y="273050"/>
          <p14:tracePt t="17542" x="1111250" y="260350"/>
          <p14:tracePt t="17572" x="1111250" y="254000"/>
          <p14:tracePt t="17606" x="1073150" y="247650"/>
          <p14:tracePt t="17639" x="996950" y="247650"/>
          <p14:tracePt t="17672" x="755650" y="247650"/>
          <p14:tracePt t="17705" x="546100" y="279400"/>
          <p14:tracePt t="17739" x="412750" y="342900"/>
          <p14:tracePt t="17772" x="393700" y="368300"/>
          <p14:tracePt t="17805" x="400050" y="381000"/>
          <p14:tracePt t="17839" x="457200" y="387350"/>
          <p14:tracePt t="17872" x="603250" y="387350"/>
          <p14:tracePt t="17905" x="863600" y="361950"/>
          <p14:tracePt t="17929" x="1098550" y="304800"/>
          <p14:tracePt t="17962" x="1187450" y="260350"/>
          <p14:tracePt t="17995" x="1225550" y="215900"/>
          <p14:tracePt t="18028" x="1206500" y="190500"/>
          <p14:tracePt t="18046" x="1143000" y="158750"/>
          <p14:tracePt t="18073" x="1028700" y="120650"/>
          <p14:tracePt t="18104" x="908050" y="107950"/>
          <p14:tracePt t="18137" x="755650" y="152400"/>
          <p14:tracePt t="18161" x="596900" y="254000"/>
          <p14:tracePt t="18194" x="520700" y="342900"/>
          <p14:tracePt t="18227" x="514350" y="412750"/>
          <p14:tracePt t="18261" x="565150" y="463550"/>
          <p14:tracePt t="18294" x="641350" y="488950"/>
          <p14:tracePt t="18322" x="711200" y="495300"/>
          <p14:tracePt t="18353" x="812800" y="495300"/>
          <p14:tracePt t="18387" x="927100" y="488950"/>
          <p14:tracePt t="19816" x="971550" y="514350"/>
          <p14:tracePt t="19847" x="1028700" y="552450"/>
          <p14:tracePt t="19865" x="1060450" y="565150"/>
          <p14:tracePt t="19915" x="1123950" y="596900"/>
          <p14:tracePt t="19949" x="1143000" y="609600"/>
          <p14:tracePt t="19969" x="1155700" y="609600"/>
          <p14:tracePt t="20014" x="1155700" y="615950"/>
          <p14:tracePt t="20097" x="1162050" y="615950"/>
          <p14:tracePt t="20136" x="1174750" y="615950"/>
          <p14:tracePt t="20197" x="1187450" y="615950"/>
          <p14:tracePt t="20230" x="1193800" y="615950"/>
          <p14:tracePt t="20254" x="1200150" y="615950"/>
          <p14:tracePt t="20302" x="1219200" y="615950"/>
          <p14:tracePt t="20337" x="1257300" y="622300"/>
          <p14:tracePt t="20370" x="1492250" y="673100"/>
          <p14:tracePt t="20403" x="1854200" y="736600"/>
          <p14:tracePt t="20431" x="2286000" y="793750"/>
          <p14:tracePt t="20462" x="2698750" y="825500"/>
          <p14:tracePt t="20496" x="2990850" y="812800"/>
          <p14:tracePt t="20521" x="3149600" y="787400"/>
          <p14:tracePt t="20553" x="3232150" y="762000"/>
          <p14:tracePt t="20586" x="3257550" y="755650"/>
          <p14:tracePt t="20619" x="3289300" y="742950"/>
          <p14:tracePt t="20636" x="3302000" y="736600"/>
          <p14:tracePt t="20669" x="3403600" y="723900"/>
          <p14:tracePt t="20697" x="3511550" y="711200"/>
          <p14:tracePt t="20728" x="3619500" y="698500"/>
          <p14:tracePt t="20762" x="3841750" y="685800"/>
          <p14:tracePt t="20785" x="3968750" y="685800"/>
          <p14:tracePt t="20819" x="4229100" y="692150"/>
          <p14:tracePt t="20852" x="4368800" y="704850"/>
          <p14:tracePt t="20885" x="4489450" y="704850"/>
          <p14:tracePt t="20913" x="4622800" y="711200"/>
          <p14:tracePt t="20945" x="4756150" y="717550"/>
          <p14:tracePt t="20978" x="4959350" y="717550"/>
          <p14:tracePt t="21011" x="5181600" y="685800"/>
          <p14:tracePt t="21044" x="5391150" y="660400"/>
          <p14:tracePt t="21068" x="5473700" y="654050"/>
          <p14:tracePt t="21085" x="5518150" y="641350"/>
          <p14:tracePt t="21118" x="5537200" y="635000"/>
          <p14:tracePt t="21210" x="5505450" y="647700"/>
          <p14:tracePt t="21244" x="5441950" y="730250"/>
          <p14:tracePt t="21277" x="5314950" y="908050"/>
          <p14:tracePt t="21310" x="5016500" y="1447800"/>
          <p14:tracePt t="21343" x="4743450" y="2101850"/>
          <p14:tracePt t="21381" x="4502150" y="2959100"/>
          <p14:tracePt t="21411" x="4445000" y="3257550"/>
          <p14:tracePt t="21443" x="4387850" y="3632200"/>
          <p14:tracePt t="21476" x="4362450" y="3759200"/>
          <p14:tracePt t="21509" x="4356100" y="3854450"/>
          <p14:tracePt t="21542" x="4343400" y="3956050"/>
          <p14:tracePt t="21576" x="4337050" y="4006850"/>
          <p14:tracePt t="21609" x="4337050" y="4210050"/>
          <p14:tracePt t="21644" x="4337050" y="4368800"/>
          <p14:tracePt t="21675" x="4368800" y="4540250"/>
          <p14:tracePt t="21708" x="4362450" y="4622800"/>
          <p14:tracePt t="22140" x="4279900" y="4711700"/>
          <p14:tracePt t="22173" x="4178300" y="4826000"/>
          <p14:tracePt t="22197" x="4108450" y="4895850"/>
          <p14:tracePt t="22230" x="3994150" y="5016500"/>
          <p14:tracePt t="22258" x="3949700" y="5092700"/>
          <p14:tracePt t="22290" x="3917950" y="5162550"/>
          <p14:tracePt t="22323" x="3911600" y="5219700"/>
          <p14:tracePt t="22356" x="3917950" y="5245100"/>
          <p14:tracePt t="22389" x="3956050" y="5264150"/>
          <p14:tracePt t="22413" x="4064000" y="5314950"/>
          <p14:tracePt t="22446" x="4241800" y="5359400"/>
          <p14:tracePt t="22479" x="4432300" y="5378450"/>
          <p14:tracePt t="22513" x="4648200" y="5327650"/>
          <p14:tracePt t="22540" x="4832350" y="5207000"/>
          <p14:tracePt t="22572" x="4997450" y="5048250"/>
          <p14:tracePt t="22591" x="5010150" y="5029200"/>
          <p14:tracePt t="22622" x="5022850" y="5003800"/>
          <p14:tracePt t="22646" x="5022850" y="4991100"/>
          <p14:tracePt t="22679" x="5003800" y="4984750"/>
          <p14:tracePt t="22727" x="4914900" y="4972050"/>
          <p14:tracePt t="22745" x="4864100" y="4959350"/>
          <p14:tracePt t="22778" x="4603750" y="4940300"/>
          <p14:tracePt t="22806" x="4324350" y="4959350"/>
          <p14:tracePt t="22838" x="4083050" y="5035550"/>
          <p14:tracePt t="22871" x="3911600" y="5168900"/>
          <p14:tracePt t="22904" x="3790950" y="5372100"/>
          <p14:tracePt t="22928" x="3778250" y="5429250"/>
          <p14:tracePt t="22961" x="3778250" y="5480050"/>
          <p14:tracePt t="22994" x="3816350" y="5499100"/>
          <p14:tracePt t="23027" x="3911600" y="5518150"/>
          <p14:tracePt t="23061" x="4089400" y="5524500"/>
          <p14:tracePt t="23089" x="4356100" y="5524500"/>
          <p14:tracePt t="23120" x="4641850" y="5480050"/>
          <p14:tracePt t="23144" x="4775200" y="5422900"/>
          <p14:tracePt t="23177" x="4965700" y="5257800"/>
          <p14:tracePt t="23210" x="5003800" y="5143500"/>
          <p14:tracePt t="23243" x="4997450" y="5092700"/>
          <p14:tracePt t="23277" x="4940300" y="5054600"/>
          <p14:tracePt t="23305" x="4851400" y="5029200"/>
          <p14:tracePt t="23341" x="4679950" y="5016500"/>
          <p14:tracePt t="23371" x="4413250" y="5016500"/>
          <p14:tracePt t="23403" x="4140200" y="5067300"/>
          <p14:tracePt t="23426" x="3962400" y="5149850"/>
          <p14:tracePt t="23459" x="3752850" y="5321300"/>
          <p14:tracePt t="23493" x="3714750" y="5397500"/>
          <p14:tracePt t="23526" x="3721100" y="5441950"/>
          <p14:tracePt t="23554" x="3784600" y="5486400"/>
          <p14:tracePt t="23585" x="4013200" y="5568950"/>
          <p14:tracePt t="23619" x="4248150" y="5594350"/>
          <p14:tracePt t="23638" x="4324350" y="5594350"/>
          <p14:tracePt t="23670" x="4470400" y="5568950"/>
          <p14:tracePt t="23692" x="4476750" y="5562600"/>
          <p14:tracePt t="23740" x="4470400" y="5556250"/>
          <p14:tracePt t="23775" x="4451350" y="5556250"/>
          <p14:tracePt t="23803" x="4432300" y="5562600"/>
          <p14:tracePt t="23834" x="4368800" y="5594350"/>
          <p14:tracePt t="23868" x="4222750" y="5702300"/>
          <p14:tracePt t="23901" x="4064000" y="5797550"/>
          <p14:tracePt t="23934" x="3822700" y="5949950"/>
          <p14:tracePt t="23958" x="3702050" y="5994400"/>
          <p14:tracePt t="23991" x="3594100" y="6045200"/>
          <p14:tracePt t="24024" x="3530600" y="6051550"/>
          <p14:tracePt t="24052" x="3473450" y="6045200"/>
          <p14:tracePt t="24084" x="3378200" y="6000750"/>
          <p14:tracePt t="24117" x="3194050" y="5829300"/>
          <p14:tracePt t="24136" x="3143250" y="5759450"/>
          <p14:tracePt t="24167" x="2965450" y="5397500"/>
          <p14:tracePt t="24200" x="2940050" y="5245100"/>
          <p14:tracePt t="24233" x="2965450" y="5067300"/>
          <p14:tracePt t="24266" x="3028950" y="4978400"/>
          <p14:tracePt t="24285" x="3086100" y="4921250"/>
          <p14:tracePt t="24301" x="3130550" y="4895850"/>
          <p14:tracePt t="24332" x="3302000" y="4781550"/>
          <p14:tracePt t="24366" x="3530600" y="4667250"/>
          <p14:tracePt t="24399" x="3911600" y="4591050"/>
          <p14:tracePt t="24433" x="4216400" y="4565650"/>
          <p14:tracePt t="24451" x="4432300" y="4565650"/>
          <p14:tracePt t="24482" x="4724400" y="4584700"/>
          <p14:tracePt t="24515" x="4984750" y="4622800"/>
          <p14:tracePt t="24548" x="5168900" y="4667250"/>
          <p14:tracePt t="24572" x="5238750" y="4692650"/>
          <p14:tracePt t="24582" x="5270500" y="4699000"/>
          <p14:tracePt t="24615" x="5327650" y="4724400"/>
          <p14:tracePt t="24648" x="5359400" y="4743450"/>
          <p14:tracePt t="24683" x="5429250" y="4819650"/>
          <p14:tracePt t="24714" x="5480050" y="4895850"/>
          <p14:tracePt t="24748" x="5486400" y="4978400"/>
          <p14:tracePt t="24766" x="5467350" y="5010150"/>
          <p14:tracePt t="24788" x="5435600" y="5111750"/>
          <p14:tracePt t="24821" x="5302250" y="5334000"/>
          <p14:tracePt t="24854" x="5143500" y="5499100"/>
          <p14:tracePt t="24897" x="4864100" y="5702300"/>
          <p14:tracePt t="24931" x="4432300" y="5892800"/>
          <p14:tracePt t="24964" x="4121150" y="5943600"/>
          <p14:tracePt t="24997" x="3829050" y="5943600"/>
          <p14:tracePt t="25030" x="3549650" y="5861050"/>
          <p14:tracePt t="25064" x="3460750" y="5791200"/>
          <p14:tracePt t="25087" x="3422650" y="5746750"/>
          <p14:tracePt t="25120" x="3390900" y="5638800"/>
          <p14:tracePt t="25149" x="3397250" y="5537200"/>
          <p14:tracePt t="25166" x="3397250" y="5499100"/>
          <p14:tracePt t="25196" x="3441700" y="5321300"/>
          <p14:tracePt t="25230" x="3517900" y="5156200"/>
          <p14:tracePt t="25263" x="3613150" y="5029200"/>
          <p14:tracePt t="25296" x="3797300" y="4914900"/>
          <p14:tracePt t="25320" x="3987800" y="4832350"/>
          <p14:tracePt t="25352" x="4330700" y="4756150"/>
          <p14:tracePt t="25386" x="4546600" y="4749800"/>
          <p14:tracePt t="25419" x="4819650" y="4762500"/>
          <p14:tracePt t="25462" x="5035550" y="4794250"/>
          <p14:tracePt t="25496" x="5200650" y="4838700"/>
          <p14:tracePt t="25529" x="5276850" y="4876800"/>
          <p14:tracePt t="25552" x="5302250" y="4895850"/>
          <p14:tracePt t="25585" x="5314950" y="4953000"/>
          <p14:tracePt t="25619" x="5270500" y="5105400"/>
          <p14:tracePt t="25652" x="5207000" y="5232400"/>
          <p14:tracePt t="25680" x="5041900" y="5441950"/>
          <p14:tracePt t="25714" x="4724400" y="5715000"/>
          <p14:tracePt t="25745" x="4457700" y="5854700"/>
          <p14:tracePt t="25778" x="4229100" y="5918200"/>
          <p14:tracePt t="25801" x="4044950" y="5873750"/>
          <p14:tracePt t="25844" x="3759200" y="5765800"/>
          <p14:tracePt t="25868" x="3657600" y="5657850"/>
          <p14:tracePt t="25901" x="3505200" y="5467350"/>
          <p14:tracePt t="25934" x="3454400" y="5232400"/>
          <p14:tracePt t="25962" x="3448050" y="5060950"/>
          <p14:tracePt t="25994" x="3467100" y="4832350"/>
          <p14:tracePt t="26027" x="3587750" y="4616450"/>
          <p14:tracePt t="26061" x="3759200" y="4508500"/>
          <p14:tracePt t="26084" x="3930650" y="4451350"/>
          <p14:tracePt t="26117" x="4305300" y="4381500"/>
          <p14:tracePt t="26150" x="4552950" y="4362450"/>
          <p14:tracePt t="26183" x="4768850" y="4387850"/>
          <p14:tracePt t="26212" x="4806950" y="4406900"/>
          <p14:tracePt t="26243" x="4826000" y="4406900"/>
          <p14:tracePt t="26359" x="4819650" y="4406900"/>
          <p14:tracePt t="26414" x="4838700" y="4451350"/>
          <p14:tracePt t="26444" x="4914900" y="4603750"/>
          <p14:tracePt t="26480" x="5016500" y="4991100"/>
          <p14:tracePt t="26511" x="5003800" y="5314950"/>
          <p14:tracePt t="26542" x="4883150" y="5613400"/>
          <p14:tracePt t="26575" x="4584700" y="5949950"/>
          <p14:tracePt t="26613" x="4267200" y="6089650"/>
          <p14:tracePt t="26648" x="3930650" y="6115050"/>
          <p14:tracePt t="26682" x="3746500" y="6096000"/>
          <p14:tracePt t="26699" x="3644900" y="6051550"/>
          <p14:tracePt t="26727" x="3568700" y="6000750"/>
          <p14:tracePt t="26744" x="3492500" y="5867400"/>
          <p14:tracePt t="26776" x="3448050" y="5715000"/>
          <p14:tracePt t="26793" x="3448050" y="5651500"/>
          <p14:tracePt t="26824" x="3448050" y="5410200"/>
          <p14:tracePt t="26857" x="3536950" y="5137150"/>
          <p14:tracePt t="26896" x="3670300" y="4997450"/>
          <p14:tracePt t="26931" x="3898900" y="4895850"/>
          <p14:tracePt t="26948" x="3975100" y="4876800"/>
          <p14:tracePt t="26976" x="4171950" y="4813300"/>
          <p14:tracePt t="27007" x="4438650" y="4794250"/>
          <p14:tracePt t="27040" x="4629150" y="4813300"/>
          <p14:tracePt t="27074" x="4673600" y="4838700"/>
          <p14:tracePt t="27107" x="4679950" y="4838700"/>
          <p14:tracePt t="27140" x="4679950" y="4813300"/>
          <p14:tracePt t="27173" x="4667250" y="4775200"/>
          <p14:tracePt t="28220" x="4648200" y="4768850"/>
          <p14:tracePt t="28243" x="4578350" y="4743450"/>
          <p14:tracePt t="28276" x="4432300" y="4692650"/>
          <p14:tracePt t="28309" x="4273550" y="4635500"/>
          <p14:tracePt t="28352" x="4159250" y="4565650"/>
          <p14:tracePt t="28386" x="4089400" y="4540250"/>
          <p14:tracePt t="28419" x="4019550" y="4514850"/>
          <p14:tracePt t="28437" x="4006850" y="4508500"/>
          <p14:tracePt t="28469" x="3987800" y="4502150"/>
          <p14:tracePt t="28519" x="3987800" y="4508500"/>
          <p14:tracePt t="28602" x="3987800" y="4514850"/>
          <p14:tracePt t="28668" x="3981450" y="4514850"/>
          <p14:tracePt t="28701" x="3968750" y="4514850"/>
          <p14:tracePt t="28734" x="3956050" y="4502150"/>
          <p14:tracePt t="28769" x="3943350" y="4489450"/>
          <p14:tracePt t="28817" x="3917950" y="4476750"/>
          <p14:tracePt t="28851" x="3898900" y="4476750"/>
          <p14:tracePt t="28884" x="3898900" y="4495800"/>
          <p14:tracePt t="28917" x="3962400" y="4622800"/>
          <p14:tracePt t="28935" x="3987800" y="4667250"/>
          <p14:tracePt t="28967" x="4146550" y="4864100"/>
          <p14:tracePt t="29000" x="4216400" y="4946650"/>
          <p14:tracePt t="29034" x="4318000" y="4991100"/>
          <p14:tracePt t="29057" x="4368800" y="4997450"/>
          <p14:tracePt t="29085" x="4451350" y="4978400"/>
          <p14:tracePt t="29117" x="4546600" y="4921250"/>
          <p14:tracePt t="29149" x="4711700" y="4826000"/>
          <p14:tracePt t="29182" x="4826000" y="4787900"/>
          <p14:tracePt t="29216" x="4908550" y="4762500"/>
          <p14:tracePt t="29249" x="5022850" y="4743450"/>
          <p14:tracePt t="29273" x="5073650" y="4743450"/>
          <p14:tracePt t="29306" x="5118100" y="4743450"/>
          <p14:tracePt t="29339" x="5156200" y="4737100"/>
          <p14:tracePt t="29372" x="5175250" y="4737100"/>
          <p14:tracePt t="29400" x="5207000" y="4737100"/>
          <p14:tracePt t="29432" x="5238750" y="4749800"/>
          <p14:tracePt t="29465" x="5289550" y="4775200"/>
          <p14:tracePt t="29489" x="5321300" y="4794250"/>
          <p14:tracePt t="29522" x="5422900" y="4838700"/>
          <p14:tracePt t="29556" x="5530850" y="4889500"/>
          <p14:tracePt t="29588" x="5626100" y="4933950"/>
          <p14:tracePt t="29616" x="5689600" y="4984750"/>
          <p14:tracePt t="29653" x="5740400" y="5035550"/>
          <p14:tracePt t="29683" x="5772150" y="5099050"/>
          <p14:tracePt t="29714" x="5784850" y="5156200"/>
          <p14:tracePt t="29747" x="5791200" y="5207000"/>
          <p14:tracePt t="29754" x="5791200" y="5238750"/>
          <p14:tracePt t="29788" x="5791200" y="5321300"/>
          <p14:tracePt t="29820" x="5791200" y="5391150"/>
          <p14:tracePt t="29849" x="5791200" y="5429250"/>
          <p14:tracePt t="29880" x="5797550" y="5441950"/>
          <p14:tracePt t="30186" x="5803900" y="5429250"/>
          <p14:tracePt t="30601" x="5784850" y="5461000"/>
          <p14:tracePt t="30630" x="5740400" y="5524500"/>
          <p14:tracePt t="30661" x="5695950" y="5575300"/>
          <p14:tracePt t="30694" x="5676900" y="5588000"/>
          <p14:tracePt t="30727" x="5645150" y="5613400"/>
          <p14:tracePt t="30760" x="5626100" y="5619750"/>
          <p14:tracePt t="30794" x="5600700" y="5619750"/>
          <p14:tracePt t="30829" x="5588000" y="5619750"/>
          <p14:tracePt t="30877" x="5549900" y="5594350"/>
          <p14:tracePt t="30917" x="5473700" y="5530850"/>
          <p14:tracePt t="30946" x="5384800" y="5461000"/>
          <p14:tracePt t="30972" x="5346700" y="5435600"/>
          <p14:tracePt t="31005" x="5264150" y="5416550"/>
          <p14:tracePt t="31021" x="5245100" y="5416550"/>
          <p14:tracePt t="31054" x="5168900" y="5416550"/>
          <p14:tracePt t="31085" x="5105400" y="5410200"/>
          <p14:tracePt t="31117" x="5080000" y="5410200"/>
          <p14:tracePt t="31151" x="5054600" y="5403850"/>
          <p14:tracePt t="31184" x="5029200" y="5391150"/>
          <p14:tracePt t="31217" x="4978400" y="5334000"/>
          <p14:tracePt t="31244" x="4914900" y="5276850"/>
          <p14:tracePt t="31269" x="4876800" y="5238750"/>
          <p14:tracePt t="31285" x="4864100" y="5226050"/>
          <p14:tracePt t="31302" x="4838700" y="5219700"/>
          <p14:tracePt t="31336" x="4800600" y="5238750"/>
          <p14:tracePt t="31367" x="4781550" y="5276850"/>
          <p14:tracePt t="31400" x="4775200" y="5314950"/>
          <p14:tracePt t="31433" x="4794250" y="5359400"/>
          <p14:tracePt t="31460" x="4838700" y="5391150"/>
          <p14:tracePt t="31492" x="4902200" y="5410200"/>
          <p14:tracePt t="31525" x="4965700" y="5410200"/>
          <p14:tracePt t="31557" x="4972050" y="5410200"/>
          <p14:tracePt t="31591" x="4959350" y="5410200"/>
          <p14:tracePt t="31616" x="4902200" y="5410200"/>
          <p14:tracePt t="31650" x="4737100" y="5403850"/>
          <p14:tracePt t="31683" x="4457700" y="5397500"/>
          <p14:tracePt t="31715" x="4102100" y="5397500"/>
          <p14:tracePt t="31757" x="3816350" y="5397500"/>
          <p14:tracePt t="31791" x="3695700" y="5422900"/>
          <p14:tracePt t="31825" x="3638550" y="5448300"/>
          <p14:tracePt t="31850" x="3619500" y="5454650"/>
          <p14:tracePt t="31882" x="3619500" y="5461000"/>
          <p14:tracePt t="31962" x="3638550" y="5461000"/>
          <p14:tracePt t="31992" x="3689350" y="5454650"/>
          <p14:tracePt t="32028" x="3937000" y="5429250"/>
          <p14:tracePt t="32052" x="4305300" y="5384800"/>
          <p14:tracePt t="32090" x="4730750" y="5289550"/>
          <p14:tracePt t="32114" x="4845050" y="5245100"/>
          <p14:tracePt t="32147" x="4902200" y="5226050"/>
          <p14:tracePt t="32229" x="4883150" y="5226050"/>
          <p14:tracePt t="32263" x="4864100" y="5232400"/>
          <p14:tracePt t="32291" x="4838700" y="5238750"/>
          <p14:tracePt t="32339" x="4819650" y="5238750"/>
          <p14:tracePt t="32389" x="4819650" y="5245100"/>
          <p14:tracePt t="32428" x="4806950" y="5245100"/>
          <p14:tracePt t="32463" x="4787900" y="5226050"/>
          <p14:tracePt t="32491" x="4724400" y="5162550"/>
          <p14:tracePt t="32522" x="4610100" y="5048250"/>
          <p14:tracePt t="32555" x="4483100" y="4914900"/>
          <p14:tracePt t="32588" x="4400550" y="4832350"/>
          <p14:tracePt t="32621" x="4362450" y="4806950"/>
          <p14:tracePt t="32655" x="4349750" y="4806950"/>
          <p14:tracePt t="32710" x="4343400" y="4806950"/>
          <p14:tracePt t="32740" x="4343400" y="4800600"/>
          <p14:tracePt t="32822" x="4343400" y="4794250"/>
          <p14:tracePt t="32903" x="4356100" y="4813300"/>
          <p14:tracePt t="32937" x="4387850" y="4857750"/>
          <p14:tracePt t="32970" x="4451350" y="4946650"/>
          <p14:tracePt t="33003" x="4489450" y="4984750"/>
          <p14:tracePt t="33037" x="4489450" y="4991100"/>
          <p14:tracePt t="33072" x="4445000" y="4953000"/>
          <p14:tracePt t="33105" x="4349750" y="4870450"/>
          <p14:tracePt t="33136" x="4248150" y="4800600"/>
          <p14:tracePt t="33169" x="4165600" y="4775200"/>
          <p14:tracePt t="33203" x="4133850" y="4768850"/>
          <p14:tracePt t="33227" x="4121150" y="4768850"/>
          <p14:tracePt t="33275" x="4108450" y="4768850"/>
          <p14:tracePt t="33484" x="4140200" y="4959350"/>
          <p14:tracePt t="33509" x="4159250" y="5124450"/>
          <p14:tracePt t="33542" x="4197350" y="5397500"/>
          <p14:tracePt t="33575" x="4222750" y="5505450"/>
          <p14:tracePt t="33603" x="4222750" y="5524500"/>
          <p14:tracePt t="33639" x="4222750" y="5530850"/>
          <p14:tracePt t="33835" x="4222750" y="5524500"/>
          <p14:tracePt t="33883" x="4222750" y="5518150"/>
          <p14:tracePt t="33916" x="4216400" y="5505450"/>
          <p14:tracePt t="33949" x="4210050" y="5499100"/>
          <p14:tracePt t="33983" x="4191000" y="5492750"/>
          <p14:tracePt t="34066" x="4184650" y="5492750"/>
          <p14:tracePt t="34099" x="4178300" y="5492750"/>
          <p14:tracePt t="34119" x="4171950" y="5492750"/>
          <p14:tracePt t="34147" x="4165600" y="5492750"/>
          <p14:tracePt t="34232" x="4191000" y="5492750"/>
          <p14:tracePt t="34265" x="4368800" y="5486400"/>
          <p14:tracePt t="34290" x="4540250" y="5467350"/>
          <p14:tracePt t="34323" x="4781550" y="5435600"/>
          <p14:tracePt t="34350" x="4921250" y="5410200"/>
          <p14:tracePt t="34382" x="4946650" y="5403850"/>
          <p14:tracePt t="34414" x="4927600" y="5391150"/>
          <p14:tracePt t="34447" x="4711700" y="5365750"/>
          <p14:tracePt t="34481" x="4470400" y="5334000"/>
          <p14:tracePt t="34514" x="4210050" y="5334000"/>
          <p14:tracePt t="34539" x="4152900" y="5340350"/>
          <p14:tracePt t="34572" x="4121150" y="5365750"/>
          <p14:tracePt t="34605" x="4114800" y="5372100"/>
          <p14:tracePt t="34639" x="4152900" y="5372100"/>
          <p14:tracePt t="34666" x="4254500" y="5372100"/>
          <p14:tracePt t="34697" x="4489450" y="5365750"/>
          <p14:tracePt t="34722" x="4654550" y="5346700"/>
          <p14:tracePt t="34755" x="4819650" y="5295900"/>
          <p14:tracePt t="34788" x="4826000" y="5289550"/>
          <p14:tracePt t="34823" x="4730750" y="5283200"/>
          <p14:tracePt t="34855" x="4603750" y="5276850"/>
          <p14:tracePt t="34888" x="4292600" y="5276850"/>
          <p14:tracePt t="34915" x="4102100" y="5295900"/>
          <p14:tracePt t="34946" x="4025900" y="5314950"/>
          <p14:tracePt t="34979" x="4019550" y="5314950"/>
          <p14:tracePt t="35006" x="4070350" y="5302250"/>
          <p14:tracePt t="35041" x="4222750" y="5295900"/>
          <p14:tracePt t="35073" x="4470400" y="5276850"/>
          <p14:tracePt t="35105" x="4699000" y="5200650"/>
          <p14:tracePt t="35137" x="4718050" y="5187950"/>
          <p14:tracePt t="35164" x="4711700" y="5175250"/>
          <p14:tracePt t="35193" x="4610100" y="5168900"/>
          <p14:tracePt t="35229" x="4387850" y="5162550"/>
          <p14:tracePt t="35262" x="4216400" y="5168900"/>
          <p14:tracePt t="35295" x="4178300" y="5175250"/>
          <p14:tracePt t="35833" x="4000500" y="4972050"/>
          <p14:tracePt t="35868" x="3498850" y="4286250"/>
          <p14:tracePt t="35895" x="3009900" y="3448050"/>
          <p14:tracePt t="35933" x="2641600" y="2838450"/>
          <p14:tracePt t="35962" x="2425700" y="2501900"/>
          <p14:tracePt t="35994" x="2368550" y="2444750"/>
          <p14:tracePt t="36026" x="2305050" y="2381250"/>
          <p14:tracePt t="36060" x="2235200" y="2336800"/>
          <p14:tracePt t="36078" x="2222500" y="2330450"/>
          <p14:tracePt t="36115" x="2190750" y="2311400"/>
          <p14:tracePt t="36209" x="2190750" y="2324100"/>
          <p14:tracePt t="36896" x="2146300" y="2273300"/>
          <p14:tracePt t="36931" x="2057400" y="2152650"/>
          <p14:tracePt t="36964" x="1879600" y="1968500"/>
          <p14:tracePt t="36992" x="1739900" y="1822450"/>
          <p14:tracePt t="37029" x="1631950" y="1701800"/>
          <p14:tracePt t="37058" x="1568450" y="1612900"/>
          <p14:tracePt t="37090" x="1524000" y="1562100"/>
          <p14:tracePt t="37128" x="1504950" y="1555750"/>
          <p14:tracePt t="37178" x="1498600" y="1555750"/>
          <p14:tracePt t="37305" x="1511300" y="1555750"/>
          <p14:tracePt t="37338" x="1517650" y="1562100"/>
          <p14:tracePt t="37372" x="1543050" y="1568450"/>
          <p14:tracePt t="37405" x="1581150" y="1587500"/>
          <p14:tracePt t="37438" x="1701800" y="1612900"/>
          <p14:tracePt t="37457" x="1822450" y="1631950"/>
          <p14:tracePt t="37488" x="2019300" y="1657350"/>
          <p14:tracePt t="37521" x="2171700" y="1676400"/>
          <p14:tracePt t="37555" x="2343150" y="1676400"/>
          <p14:tracePt t="37588" x="2444750" y="1670050"/>
          <p14:tracePt t="37621" x="2540000" y="1657350"/>
          <p14:tracePt t="37654" x="2711450" y="1651000"/>
          <p14:tracePt t="37687" x="2895600" y="1644650"/>
          <p14:tracePt t="37713" x="3073400" y="1644650"/>
          <p14:tracePt t="37745" x="3429000" y="1676400"/>
          <p14:tracePt t="37772" x="3663950" y="1695450"/>
          <p14:tracePt t="37803" x="3790950" y="1708150"/>
          <p14:tracePt t="37836" x="3949700" y="1701800"/>
          <p14:tracePt t="37871" x="4044950" y="1689100"/>
          <p14:tracePt t="37902" x="4146550" y="1663700"/>
          <p14:tracePt t="37935" x="4273550" y="1644650"/>
          <p14:tracePt t="37961" x="4362450" y="1619250"/>
          <p14:tracePt t="37994" x="4425950" y="1606550"/>
          <p14:tracePt t="38027" x="4521200" y="1581150"/>
          <p14:tracePt t="38060" x="4578350" y="1574800"/>
          <p14:tracePt t="38093" x="4635500" y="1562100"/>
          <p14:tracePt t="38120" x="4654550" y="1562100"/>
          <p14:tracePt t="38144" x="4660900" y="1555750"/>
          <p14:tracePt t="38202" x="4667250" y="1555750"/>
          <p14:tracePt t="38257" x="4660900" y="1555750"/>
          <p14:tracePt t="38633" x="4737100" y="1555750"/>
          <p14:tracePt t="38666" x="5029200" y="1555750"/>
          <p14:tracePt t="38699" x="5359400" y="1562100"/>
          <p14:tracePt t="38733" x="5626100" y="1574800"/>
          <p14:tracePt t="38758" x="5721350" y="1574800"/>
          <p14:tracePt t="38792" x="5740400" y="1568450"/>
          <p14:tracePt t="38899" x="5746750" y="1568450"/>
          <p14:tracePt t="38949" x="5772150" y="1555750"/>
          <p14:tracePt t="38974" x="5822950" y="1549400"/>
          <p14:tracePt t="39007" x="5937250" y="1543050"/>
          <p14:tracePt t="39040" x="6127750" y="1543050"/>
          <p14:tracePt t="39073" x="6426200" y="1562100"/>
          <p14:tracePt t="39106" x="6553200" y="1574800"/>
          <p14:tracePt t="39134" x="6743700" y="1574800"/>
          <p14:tracePt t="39172" x="6959600" y="1562100"/>
          <p14:tracePt t="39189" x="7035800" y="1562100"/>
          <p14:tracePt t="39223" x="7169150" y="1555750"/>
          <p14:tracePt t="39256" x="7264400" y="1543050"/>
          <p14:tracePt t="39289" x="7334250" y="1536700"/>
          <p14:tracePt t="39323" x="7391400" y="1530350"/>
          <p14:tracePt t="39350" x="7404100" y="1530350"/>
          <p14:tracePt t="39384" x="7410450" y="1530350"/>
          <p14:tracePt t="39419" x="7366000" y="1530350"/>
          <p14:tracePt t="39452" x="7156450" y="1568450"/>
          <p14:tracePt t="39483" x="6838950" y="1606550"/>
          <p14:tracePt t="39516" x="5822950" y="1701800"/>
          <p14:tracePt t="39534" x="5429250" y="1739900"/>
          <p14:tracePt t="39567" x="4229100" y="1790700"/>
          <p14:tracePt t="39600" x="3390900" y="1803400"/>
          <p14:tracePt t="39631" x="3086100" y="1816100"/>
          <p14:tracePt t="39664" x="2736850" y="1822450"/>
          <p14:tracePt t="39697" x="2578100" y="1873250"/>
          <p14:tracePt t="39730" x="2527300" y="1892300"/>
          <p14:tracePt t="39764" x="2482850" y="1898650"/>
          <p14:tracePt t="39789" x="2374900" y="1898650"/>
          <p14:tracePt t="39821" x="2216150" y="1892300"/>
          <p14:tracePt t="39854" x="2108200" y="1879600"/>
          <p14:tracePt t="39881" x="2044700" y="1873250"/>
          <p14:tracePt t="39914" x="2025650" y="1873250"/>
          <p14:tracePt t="39979" x="2038350" y="1866900"/>
          <p14:tracePt t="40013" x="2051050" y="1866900"/>
          <p14:tracePt t="40046" x="2095500" y="1860550"/>
          <p14:tracePt t="40079" x="2241550" y="1847850"/>
          <p14:tracePt t="40112" x="2432050" y="1841500"/>
          <p14:tracePt t="40145" x="2540000" y="1841500"/>
          <p14:tracePt t="40179" x="2590800" y="1841500"/>
          <p14:tracePt t="40212" x="2603500" y="1841500"/>
          <p14:tracePt t="40245" x="2609850" y="1854200"/>
          <p14:tracePt t="40311" x="2616200" y="1854200"/>
          <p14:tracePt t="40345" x="2667000" y="1860550"/>
          <p14:tracePt t="40364" x="2736850" y="1866900"/>
          <p14:tracePt t="40382" x="2851150" y="1879600"/>
          <p14:tracePt t="40428" x="3162300" y="1898650"/>
          <p14:tracePt t="40466" x="3594100" y="1917700"/>
          <p14:tracePt t="40497" x="3911600" y="1917700"/>
          <p14:tracePt t="40516" x="4000500" y="1917700"/>
          <p14:tracePt t="40550" x="4222750" y="1892300"/>
          <p14:tracePt t="40582" x="4330700" y="1879600"/>
          <p14:tracePt t="40614" x="4349750" y="1879600"/>
          <p14:tracePt t="40646" x="4356100" y="1847850"/>
          <p14:tracePt t="40678" x="4356100" y="1841500"/>
          <p14:tracePt t="41839" x="4559300" y="1841500"/>
          <p14:tracePt t="41863" x="4737100" y="1841500"/>
          <p14:tracePt t="41880" x="4851400" y="1841500"/>
          <p14:tracePt t="41912" x="5067300" y="1847850"/>
          <p14:tracePt t="41946" x="5124450" y="1847850"/>
          <p14:tracePt t="42021" x="5111750" y="1847850"/>
          <p14:tracePt t="42060" x="5092700" y="1854200"/>
          <p14:tracePt t="42104" x="5080000" y="1854200"/>
          <p14:tracePt t="42138" x="5080000" y="1847850"/>
          <p14:tracePt t="42520" x="4883150" y="2051050"/>
          <p14:tracePt t="42553" x="4629150" y="2343150"/>
          <p14:tracePt t="42586" x="4381500" y="2660650"/>
          <p14:tracePt t="42619" x="4267200" y="2844800"/>
          <p14:tracePt t="42653" x="4178300" y="2978150"/>
          <p14:tracePt t="42686" x="4089400" y="3079750"/>
          <p14:tracePt t="42710" x="4070350" y="3105150"/>
          <p14:tracePt t="42743" x="4044950" y="3130550"/>
          <p14:tracePt t="42776" x="4038600" y="3136900"/>
          <p14:tracePt t="42810" x="4032250" y="3143250"/>
          <p14:tracePt t="42869" x="3994150" y="3130550"/>
          <p14:tracePt t="42888" x="3943350" y="3124200"/>
          <p14:tracePt t="42920" x="3810000" y="3105150"/>
          <p14:tracePt t="42942" x="3702050" y="3079750"/>
          <p14:tracePt t="42975" x="3517900" y="3009900"/>
          <p14:tracePt t="43008" x="3295650" y="2940050"/>
          <p14:tracePt t="43042" x="3238500" y="2927350"/>
          <p14:tracePt t="43071" x="3225800" y="2933700"/>
          <p14:tracePt t="43106" x="3213100" y="3003550"/>
          <p14:tracePt t="43151" x="3200400" y="3213100"/>
          <p14:tracePt t="43175" x="3251200" y="3524250"/>
          <p14:tracePt t="43208" x="3378200" y="3835400"/>
          <p14:tracePt t="43241" x="3511550" y="4000500"/>
          <p14:tracePt t="43274" x="3606800" y="4032250"/>
          <p14:tracePt t="43303" x="3651250" y="4013200"/>
          <p14:tracePt t="43334" x="3746500" y="3968750"/>
          <p14:tracePt t="43367" x="3873500" y="3898900"/>
          <p14:tracePt t="43401" x="3924300" y="3841750"/>
          <p14:tracePt t="43434" x="3930650" y="3822700"/>
          <p14:tracePt t="43467" x="3917950" y="3822700"/>
          <p14:tracePt t="43490" x="3879850" y="3829050"/>
          <p14:tracePt t="43523" x="3816350" y="3873500"/>
          <p14:tracePt t="43557" x="3657600" y="4019550"/>
          <p14:tracePt t="43585" x="3581400" y="4121150"/>
          <p14:tracePt t="43617" x="3473450" y="4368800"/>
          <p14:tracePt t="43635" x="3467100" y="4432300"/>
          <p14:tracePt t="43666" x="3441700" y="4565650"/>
          <p14:tracePt t="43699" x="3441700" y="4578350"/>
          <p14:tracePt t="43755" x="3448050" y="4578350"/>
          <p14:tracePt t="43790" x="3473450" y="4572000"/>
          <p14:tracePt t="43822" x="3505200" y="4559300"/>
          <p14:tracePt t="43851" x="3581400" y="4546600"/>
          <p14:tracePt t="43882" x="3784600" y="4533900"/>
          <p14:tracePt t="43901" x="3975100" y="4540250"/>
          <p14:tracePt t="43933" x="4305300" y="4572000"/>
          <p14:tracePt t="43965" x="4686300" y="4610100"/>
          <p14:tracePt t="43998" x="5226050" y="4743450"/>
          <p14:tracePt t="44022" x="5441950" y="4819650"/>
          <p14:tracePt t="44050" x="5670550" y="4914900"/>
          <p14:tracePt t="44082" x="5708650" y="4972050"/>
          <p14:tracePt t="44115" x="5702300" y="5067300"/>
          <p14:tracePt t="44148" x="5619750" y="5194300"/>
          <p14:tracePt t="44181" x="5372100" y="5429250"/>
          <p14:tracePt t="44214" x="5086350" y="5594350"/>
          <p14:tracePt t="44247" x="4641850" y="5753100"/>
          <p14:tracePt t="44271" x="4146550" y="5784850"/>
          <p14:tracePt t="44304" x="3625850" y="5683250"/>
          <p14:tracePt t="44337" x="3282950" y="5511800"/>
          <p14:tracePt t="44365" x="3028950" y="5365750"/>
          <p14:tracePt t="44397" x="2921000" y="5200650"/>
          <p14:tracePt t="44416" x="2921000" y="5175250"/>
          <p14:tracePt t="44447" x="2927350" y="5092700"/>
          <p14:tracePt t="44480" x="3054350" y="4902200"/>
          <p14:tracePt t="44498" x="3098800" y="4864100"/>
          <p14:tracePt t="44530" x="3321050" y="4705350"/>
          <p14:tracePt t="44563" x="3511550" y="4603750"/>
          <p14:tracePt t="44597" x="3740150" y="4540250"/>
          <p14:tracePt t="44630" x="4159250" y="4495800"/>
          <p14:tracePt t="44663" x="4394200" y="4527550"/>
          <p14:tracePt t="44696" x="4565650" y="4546600"/>
          <p14:tracePt t="44729" x="4610100" y="4565650"/>
          <p14:tracePt t="44762" x="4610100" y="4578350"/>
          <p14:tracePt t="44829" x="4610100" y="4584700"/>
          <p14:tracePt t="44961" x="4610100" y="4578350"/>
          <p14:tracePt t="44995" x="4603750" y="4572000"/>
          <p14:tracePt t="45028" x="4591050" y="4572000"/>
          <p14:tracePt t="45083" x="4584700" y="4565650"/>
          <p14:tracePt t="45118" x="4578350" y="4559300"/>
          <p14:tracePt t="45166" x="4578350" y="4546600"/>
          <p14:tracePt t="45196" x="4572000" y="4533900"/>
          <p14:tracePt t="45227" x="4559300" y="4527550"/>
          <p14:tracePt t="45261" x="4533900" y="4495800"/>
          <p14:tracePt t="45294" x="4445000" y="4400550"/>
          <p14:tracePt t="45312" x="4311650" y="4286250"/>
          <p14:tracePt t="45360" x="3841750" y="3886200"/>
          <p14:tracePt t="45384" x="3390900" y="3486150"/>
          <p14:tracePt t="45417" x="3009900" y="3143250"/>
          <p14:tracePt t="45450" x="2686050" y="2806700"/>
          <p14:tracePt t="45493" x="2482850" y="2584450"/>
          <p14:tracePt t="45526" x="2235200" y="2298700"/>
          <p14:tracePt t="45560" x="2089150" y="2089150"/>
          <p14:tracePt t="45583" x="2006600" y="1949450"/>
          <p14:tracePt t="45616" x="1866900" y="1695450"/>
          <p14:tracePt t="45649" x="1670050" y="1346200"/>
          <p14:tracePt t="45683" x="1511300" y="1079500"/>
          <p14:tracePt t="45718" x="1454150" y="971550"/>
          <p14:tracePt t="45744" x="1435100" y="914400"/>
          <p14:tracePt t="45776" x="1416050" y="889000"/>
          <p14:tracePt t="45809" x="1397000" y="831850"/>
          <p14:tracePt t="45832" x="1384300" y="812800"/>
          <p14:tracePt t="45865" x="1339850" y="742950"/>
          <p14:tracePt t="45899" x="1308100" y="679450"/>
          <p14:tracePt t="45916" x="1295400" y="654050"/>
          <p14:tracePt t="45948" x="1282700" y="622300"/>
          <p14:tracePt t="45977" x="1276350" y="596900"/>
          <p14:tracePt t="46008" x="1276350" y="571500"/>
          <p14:tracePt t="46041" x="1289050" y="558800"/>
          <p14:tracePt t="46075" x="1320800" y="546100"/>
          <p14:tracePt t="46098" x="1352550" y="533400"/>
          <p14:tracePt t="46131" x="1435100" y="495300"/>
          <p14:tracePt t="46165" x="1631950" y="431800"/>
          <p14:tracePt t="46193" x="1758950" y="406400"/>
          <p14:tracePt t="46209" x="1797050" y="400050"/>
          <p14:tracePt t="46240" x="1905000" y="393700"/>
          <p14:tracePt t="46274" x="1993900" y="381000"/>
          <p14:tracePt t="46307" x="2063750" y="374650"/>
          <p14:tracePt t="46340" x="2076450" y="374650"/>
          <p14:tracePt t="46395" x="2057400" y="374650"/>
          <p14:tracePt t="46425" x="2019300" y="374650"/>
          <p14:tracePt t="46461" x="1943100" y="393700"/>
          <p14:tracePt t="46492" x="1784350" y="412750"/>
          <p14:tracePt t="46523" x="1504950" y="431800"/>
          <p14:tracePt t="46556" x="1365250" y="431800"/>
          <p14:tracePt t="46589" x="1187450" y="419100"/>
          <p14:tracePt t="46622" x="1143000" y="419100"/>
          <p14:tracePt t="46656" x="1123950" y="419100"/>
          <p14:tracePt t="46756" x="1136650" y="419100"/>
          <p14:tracePt t="46788" x="1162050" y="419100"/>
          <p14:tracePt t="46822" x="1238250" y="419100"/>
          <p14:tracePt t="46855" x="1492250" y="419100"/>
          <p14:tracePt t="46888" x="2000250" y="419100"/>
          <p14:tracePt t="46922" x="2305050" y="419100"/>
          <p14:tracePt t="46954" x="2444750" y="419100"/>
          <p14:tracePt t="46990" x="2482850" y="406400"/>
          <p14:tracePt t="47054" x="2476500" y="406400"/>
          <p14:tracePt t="47088" x="2463800" y="406400"/>
          <p14:tracePt t="47204" x="2457450" y="406400"/>
          <p14:tracePt t="47254" x="2457450" y="400050"/>
          <p14:tracePt t="47752" x="2292350" y="444500"/>
          <p14:tracePt t="47775" x="2203450" y="482600"/>
          <p14:tracePt t="47810" x="2070100" y="520700"/>
          <p14:tracePt t="47842" x="1981200" y="552450"/>
          <p14:tracePt t="47870" x="1905000" y="571500"/>
          <p14:tracePt t="47901" x="1784350" y="615950"/>
          <p14:tracePt t="47935" x="1644650" y="666750"/>
          <p14:tracePt t="47958" x="1543050" y="711200"/>
          <p14:tracePt t="47992" x="1371600" y="781050"/>
          <p14:tracePt t="48024" x="1289050" y="793750"/>
          <p14:tracePt t="48057" x="1181100" y="793750"/>
          <p14:tracePt t="48091" x="1111250" y="768350"/>
        </p14:tracePtLst>
      </p14:laserTrace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-76200"/>
            <a:ext cx="91440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spc="-30" normalizeH="0" baseline="0" dirty="0">
                <a:ln>
                  <a:noFill/>
                </a:ln>
                <a:solidFill>
                  <a:schemeClr val="accent2"/>
                </a:solidFill>
                <a:effectLst/>
                <a:ea typeface="source sans pro"/>
              </a:rPr>
              <a:t>F</a:t>
            </a:r>
            <a:r>
              <a:rPr kumimoji="0" lang="en-US" altLang="en-US" sz="2800" i="0" u="none" strike="noStrike" cap="none" spc="-30" normalizeH="0" baseline="0" dirty="0">
                <a:ln>
                  <a:noFill/>
                </a:ln>
                <a:solidFill>
                  <a:schemeClr val="accent2"/>
                </a:solidFill>
                <a:effectLst/>
                <a:ea typeface="source sans pro"/>
              </a:rPr>
              <a:t>unctions can be passed around and used as arguments</a:t>
            </a:r>
            <a:r>
              <a:rPr kumimoji="0" lang="en-US" altLang="en-US" sz="2800" b="0" i="0" u="none" strike="noStrike" cap="none" spc="-30" normalizeH="0" baseline="0" dirty="0">
                <a:ln>
                  <a:noFill/>
                </a:ln>
                <a:solidFill>
                  <a:schemeClr val="accent2"/>
                </a:solidFill>
                <a:effectLst/>
                <a:ea typeface="source sans pro"/>
              </a:rPr>
              <a:t>, just like any other object (</a:t>
            </a:r>
            <a:r>
              <a:rPr kumimoji="0" lang="en-US" altLang="en-US" sz="2800" b="0" i="0" u="none" strike="noStrike" cap="none" spc="-30" normalizeH="0" baseline="0" dirty="0">
                <a:ln>
                  <a:noFill/>
                </a:ln>
                <a:solidFill>
                  <a:srgbClr val="FF0000"/>
                </a:solidFill>
                <a:effectLst/>
                <a:ea typeface="source sans pro"/>
              </a:rPr>
              <a:t>string</a:t>
            </a:r>
            <a:r>
              <a:rPr kumimoji="0" lang="en-US" altLang="en-US" sz="2800" b="0" i="0" u="none" strike="noStrike" cap="none" spc="-30" normalizeH="0" baseline="0" dirty="0">
                <a:ln>
                  <a:noFill/>
                </a:ln>
                <a:solidFill>
                  <a:schemeClr val="accent2"/>
                </a:solidFill>
                <a:effectLst/>
                <a:ea typeface="source sans pro"/>
              </a:rPr>
              <a:t>, </a:t>
            </a:r>
            <a:r>
              <a:rPr kumimoji="0" lang="en-US" altLang="en-US" sz="2800" b="0" i="0" u="none" strike="noStrike" cap="none" spc="-30" normalizeH="0" baseline="0" dirty="0" err="1">
                <a:ln>
                  <a:noFill/>
                </a:ln>
                <a:solidFill>
                  <a:schemeClr val="accent2"/>
                </a:solidFill>
                <a:effectLst/>
                <a:ea typeface="source sans pro"/>
              </a:rPr>
              <a:t>int</a:t>
            </a:r>
            <a:r>
              <a:rPr kumimoji="0" lang="en-US" altLang="en-US" sz="2800" b="0" i="0" u="none" strike="noStrike" cap="none" spc="-30" normalizeH="0" baseline="0" dirty="0">
                <a:ln>
                  <a:noFill/>
                </a:ln>
                <a:solidFill>
                  <a:schemeClr val="accent2"/>
                </a:solidFill>
                <a:effectLst/>
                <a:ea typeface="source sans pro"/>
              </a:rPr>
              <a:t>, list, etc.). Consider: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76200" y="838200"/>
            <a:ext cx="9296400" cy="5867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88000"/>
              </a:lnSpc>
              <a:spcBef>
                <a:spcPts val="1000"/>
              </a:spcBef>
            </a:pP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def </a:t>
            </a:r>
            <a:r>
              <a:rPr lang="en-US" altLang="en-US" sz="24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say_hi</a:t>
            </a: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(name):         </a:t>
            </a:r>
            <a:r>
              <a:rPr lang="en-US" altLang="en-US" sz="2400" spc="-40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#Receives a string-type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endParaRPr lang="en-US" altLang="en-US" sz="2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76200" y="838200"/>
            <a:ext cx="9296400" cy="5867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88000"/>
              </a:lnSpc>
              <a:spcBef>
                <a:spcPts val="100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latin typeface="Lucida Console" panose="020B0609040504020204" pitchFamily="49" charset="0"/>
              </a:rPr>
              <a:t> def </a:t>
            </a:r>
            <a:r>
              <a:rPr lang="en-US" altLang="en-US" sz="2400" dirty="0" err="1">
                <a:latin typeface="Lucida Console" panose="020B0609040504020204" pitchFamily="49" charset="0"/>
              </a:rPr>
              <a:t>say_hi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name</a:t>
            </a:r>
            <a:r>
              <a:rPr lang="en-US" altLang="en-US" sz="2400" dirty="0">
                <a:latin typeface="Lucida Console" panose="020B0609040504020204" pitchFamily="49" charset="0"/>
              </a:rPr>
              <a:t>):</a:t>
            </a:r>
          </a:p>
          <a:p>
            <a:pPr lvl="0">
              <a:lnSpc>
                <a:spcPct val="88000"/>
              </a:lnSpc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</a:rPr>
              <a:t>    return 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"Hi "+name</a:t>
            </a:r>
          </a:p>
          <a:p>
            <a:pPr lvl="0">
              <a:lnSpc>
                <a:spcPct val="48000"/>
              </a:lnSpc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endParaRPr lang="en-US" altLang="en-US" sz="2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76200" y="838200"/>
            <a:ext cx="914400" cy="5867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88000"/>
              </a:lnSpc>
              <a:spcBef>
                <a:spcPts val="100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endParaRPr lang="en-US" altLang="en-US" sz="24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48000"/>
              </a:lnSpc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endParaRPr lang="en-US" altLang="en-US" sz="24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48000"/>
              </a:lnSpc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endParaRPr lang="en-US" altLang="en-US" sz="2400" dirty="0">
              <a:solidFill>
                <a:srgbClr val="E06060"/>
              </a:solidFill>
              <a:latin typeface="Lucida Console" panose="020B0609040504020204" pitchFamily="49" charset="0"/>
              <a:sym typeface="Wingdings 3" panose="05040102010807070707" pitchFamily="18" charset="2"/>
            </a:endParaRPr>
          </a:p>
        </p:txBody>
      </p:sp>
      <p:sp>
        <p:nvSpPr>
          <p:cNvPr id="7" name="Trapezoid 6"/>
          <p:cNvSpPr>
            <a:spLocks noChangeAspect="1"/>
          </p:cNvSpPr>
          <p:nvPr/>
        </p:nvSpPr>
        <p:spPr bwMode="auto">
          <a:xfrm rot="2700000" flipH="1">
            <a:off x="7128722" y="301020"/>
            <a:ext cx="2658143" cy="719552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9144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5pPr>
            <a:lvl6pPr marL="22860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6pPr>
            <a:lvl7pPr marL="27432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7pPr>
            <a:lvl8pPr marL="32004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8pPr>
            <a:lvl9pPr marL="36576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9pPr>
          </a:lstStyle>
          <a:p>
            <a:pPr marL="0" marR="0" indent="0" algn="ctr" defTabSz="9144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0" dirty="0">
                <a:latin typeface="Arial" charset="0"/>
                <a:ea typeface="新細明體" charset="-120"/>
              </a:rPr>
              <a:t>From</a:t>
            </a:r>
            <a:br>
              <a:rPr lang="en-US" sz="2800" b="0" dirty="0">
                <a:latin typeface="Arial" charset="0"/>
                <a:ea typeface="新細明體" charset="-120"/>
              </a:rPr>
            </a:br>
            <a:r>
              <a: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rPr>
              <a:t>Lecture 14A</a:t>
            </a:r>
            <a:endParaRPr kumimoji="1" 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794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862"/>
    </mc:Choice>
    <mc:Fallback xmlns="">
      <p:transition spd="slow" advTm="268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368" x="1327150" y="704850"/>
          <p14:tracePt t="4402" x="1574800" y="622300"/>
          <p14:tracePt t="4435" x="1822450" y="546100"/>
          <p14:tracePt t="4459" x="2063750" y="469900"/>
          <p14:tracePt t="4491" x="2260600" y="412750"/>
          <p14:tracePt t="4519" x="2393950" y="355600"/>
          <p14:tracePt t="4551" x="2501900" y="311150"/>
          <p14:tracePt t="4584" x="2578100" y="298450"/>
          <p14:tracePt t="4617" x="2647950" y="279400"/>
          <p14:tracePt t="4651" x="2711450" y="254000"/>
          <p14:tracePt t="4684" x="2768600" y="241300"/>
          <p14:tracePt t="4703" x="2787650" y="241300"/>
          <p14:tracePt t="4740" x="2825750" y="241300"/>
          <p14:tracePt t="4774" x="2870200" y="241300"/>
          <p14:tracePt t="4807" x="2921000" y="247650"/>
          <p14:tracePt t="4835" x="2959100" y="247650"/>
          <p14:tracePt t="4867" x="3073400" y="273050"/>
          <p14:tracePt t="4900" x="3162300" y="273050"/>
          <p14:tracePt t="4923" x="3200400" y="273050"/>
          <p14:tracePt t="4956" x="3238500" y="266700"/>
          <p14:tracePt t="4989" x="3244850" y="266700"/>
          <p14:tracePt t="5055" x="3225800" y="266700"/>
          <p14:tracePt t="5084" x="3219450" y="266700"/>
          <p14:tracePt t="5431" x="3397250" y="330200"/>
          <p14:tracePt t="5455" x="3549650" y="361950"/>
          <p14:tracePt t="5488" x="3886200" y="419100"/>
          <p14:tracePt t="5521" x="4184650" y="425450"/>
          <p14:tracePt t="5554" x="4464050" y="406400"/>
          <p14:tracePt t="5583" x="4718050" y="406400"/>
          <p14:tracePt t="5614" x="4908550" y="406400"/>
          <p14:tracePt t="5647" x="5016500" y="400050"/>
          <p14:tracePt t="5680" x="5143500" y="400050"/>
          <p14:tracePt t="5714" x="5207000" y="400050"/>
          <p14:tracePt t="5733" x="5245100" y="400050"/>
          <p14:tracePt t="5765" x="5289550" y="400050"/>
          <p14:tracePt t="5782" x="5321300" y="400050"/>
          <p14:tracePt t="5813" x="5365750" y="400050"/>
          <p14:tracePt t="5847" x="5403850" y="393700"/>
          <p14:tracePt t="5880" x="5410200" y="393700"/>
          <p14:tracePt t="5946" x="5416550" y="387350"/>
          <p14:tracePt t="5979" x="5429250" y="381000"/>
          <p14:tracePt t="6018" x="5441950" y="381000"/>
          <p14:tracePt t="6048" x="5454650" y="381000"/>
          <p14:tracePt t="6079" x="5486400" y="381000"/>
          <p14:tracePt t="6113" x="5556250" y="381000"/>
          <p14:tracePt t="6146" x="5651500" y="368300"/>
          <p14:tracePt t="6179" x="5746750" y="355600"/>
          <p14:tracePt t="6212" x="5854700" y="330200"/>
          <p14:tracePt t="6245" x="5905500" y="323850"/>
          <p14:tracePt t="6278" x="5918200" y="323850"/>
          <p14:tracePt t="6312" x="5924550" y="323850"/>
          <p14:tracePt t="6544" x="5918200" y="317500"/>
          <p14:tracePt t="6568" x="5911850" y="317500"/>
          <p14:tracePt t="6628" x="5905500" y="317500"/>
          <p14:tracePt t="6677" x="5899150" y="317500"/>
          <p14:tracePt t="6760" x="5905500" y="304800"/>
          <p14:tracePt t="6795" x="5930900" y="304800"/>
          <p14:tracePt t="6826" x="5994400" y="292100"/>
          <p14:tracePt t="6850" x="6134100" y="279400"/>
          <p14:tracePt t="6878" x="6343650" y="260350"/>
          <p14:tracePt t="6909" x="6502400" y="241300"/>
          <p14:tracePt t="6943" x="6591300" y="228600"/>
          <p14:tracePt t="6976" x="6616700" y="228600"/>
          <p14:tracePt t="7092" x="6610350" y="228600"/>
          <p14:tracePt t="7159" x="6597650" y="228600"/>
          <p14:tracePt t="7209" x="6578600" y="222250"/>
          <p14:tracePt t="7242" x="6546850" y="215900"/>
          <p14:tracePt t="7261" x="6515100" y="209550"/>
          <p14:tracePt t="7292" x="6273800" y="158750"/>
          <p14:tracePt t="7315" x="6083300" y="127000"/>
          <p14:tracePt t="7348" x="5772150" y="76200"/>
          <p14:tracePt t="7382" x="5410200" y="31750"/>
          <p14:tracePt t="7414" x="5219700" y="25400"/>
          <p14:tracePt t="7457" x="5048250" y="25400"/>
          <p14:tracePt t="7491" x="4927600" y="44450"/>
          <p14:tracePt t="7524" x="4781550" y="44450"/>
          <p14:tracePt t="7557" x="4692650" y="50800"/>
          <p14:tracePt t="7581" x="4641850" y="57150"/>
          <p14:tracePt t="7614" x="4572000" y="63500"/>
          <p14:tracePt t="7631" x="4521200" y="82550"/>
          <p14:tracePt t="7664" x="4381500" y="120650"/>
          <p14:tracePt t="7692" x="4254500" y="171450"/>
          <p14:tracePt t="7728" x="4197350" y="184150"/>
          <p14:tracePt t="9717" x="4191000" y="209550"/>
          <p14:tracePt t="9739" x="4184650" y="234950"/>
          <p14:tracePt t="9773" x="4165600" y="304800"/>
          <p14:tracePt t="9791" x="4159250" y="330200"/>
          <p14:tracePt t="9808" x="4152900" y="342900"/>
          <p14:tracePt t="9835" x="4121150" y="406400"/>
          <p14:tracePt t="9866" x="4089400" y="482600"/>
          <p14:tracePt t="9899" x="4070350" y="539750"/>
          <p14:tracePt t="9923" x="4057650" y="603250"/>
          <p14:tracePt t="9956" x="4057650" y="654050"/>
          <p14:tracePt t="9989" x="4057650" y="692150"/>
          <p14:tracePt t="10022" x="4057650" y="704850"/>
          <p14:tracePt t="10055" x="4051300" y="717550"/>
          <p14:tracePt t="10115" x="4051300" y="723900"/>
          <p14:tracePt t="10165" x="4051300" y="730250"/>
          <p14:tracePt t="10270" x="4057650" y="730250"/>
          <p14:tracePt t="10314" x="4070350" y="730250"/>
          <p14:tracePt t="10350" x="4076700" y="723900"/>
          <p14:tracePt t="10381" x="4089400" y="723900"/>
          <p14:tracePt t="10431" x="4102100" y="717550"/>
          <p14:tracePt t="10514" x="4114800" y="717550"/>
          <p14:tracePt t="10564" x="4127500" y="711200"/>
          <p14:tracePt t="10630" x="4140200" y="711200"/>
          <p14:tracePt t="10663" x="4159250" y="711200"/>
          <p14:tracePt t="10696" x="4165600" y="711200"/>
          <p14:tracePt t="10720" x="4171950" y="711200"/>
          <p14:tracePt t="10768" x="4191000" y="711200"/>
          <p14:tracePt t="10803" x="4203700" y="711200"/>
          <p14:tracePt t="10851" x="4216400" y="711200"/>
          <p14:tracePt t="10896" x="4235450" y="711200"/>
          <p14:tracePt t="10945" x="4241800" y="711200"/>
          <p14:tracePt t="10995" x="4248150" y="711200"/>
          <p14:tracePt t="11050" x="4267200" y="711200"/>
          <p14:tracePt t="11133" x="4279900" y="711200"/>
          <p14:tracePt t="11178" x="4292600" y="711200"/>
          <p14:tracePt t="11245" x="4311650" y="711200"/>
          <p14:tracePt t="11299" x="4324350" y="711200"/>
          <p14:tracePt t="11366" x="4337050" y="711200"/>
          <p14:tracePt t="11410" x="4349750" y="711200"/>
          <p14:tracePt t="11444" x="4356100" y="711200"/>
          <p14:tracePt t="11510" x="4368800" y="711200"/>
          <p14:tracePt t="11548" x="4375150" y="717550"/>
          <p14:tracePt t="11583" x="4381500" y="717550"/>
          <p14:tracePt t="11632" x="4381500" y="723900"/>
          <p14:tracePt t="11693" x="4375150" y="723900"/>
          <p14:tracePt t="11726" x="4362450" y="730250"/>
          <p14:tracePt t="11759" x="4324350" y="749300"/>
          <p14:tracePt t="11793" x="4191000" y="800100"/>
          <p14:tracePt t="11812" x="4044950" y="838200"/>
          <p14:tracePt t="11832" x="3873500" y="889000"/>
          <p14:tracePt t="11866" x="3600450" y="971550"/>
          <p14:tracePt t="11899" x="3333750" y="1060450"/>
          <p14:tracePt t="11928" x="3263900" y="1085850"/>
          <p14:tracePt t="11959" x="3244850" y="1098550"/>
          <p14:tracePt t="11992" x="3232150" y="1104900"/>
          <p14:tracePt t="12047" x="3225800" y="1104900"/>
          <p14:tracePt t="12082" x="3219450" y="1111250"/>
          <p14:tracePt t="12163" x="3213100" y="1111250"/>
          <p14:tracePt t="12241" x="3213100" y="1117600"/>
          <p14:tracePt t="12345" x="3219450" y="1117600"/>
          <p14:tracePt t="12595" x="3225800" y="1117600"/>
          <p14:tracePt t="12644" x="3232150" y="1117600"/>
          <p14:tracePt t="12680" x="3238500" y="1117600"/>
          <p14:tracePt t="12708" x="3244850" y="1117600"/>
          <p14:tracePt t="12789" x="3251200" y="1117600"/>
          <p14:tracePt t="12812" x="3257550" y="1117600"/>
          <p14:tracePt t="12845" x="3270250" y="1117600"/>
          <p14:tracePt t="12879" x="3282950" y="1117600"/>
          <p14:tracePt t="12907" x="3321050" y="1130300"/>
          <p14:tracePt t="12939" x="3365500" y="1136650"/>
          <p14:tracePt t="12972" x="3378200" y="1143000"/>
          <p14:tracePt t="13020" x="3384550" y="1149350"/>
          <p14:tracePt t="13072" x="3397250" y="1155700"/>
          <p14:tracePt t="13105" x="3403600" y="1155700"/>
          <p14:tracePt t="13128" x="3409950" y="1155700"/>
          <p14:tracePt t="13237" x="3409950" y="1149350"/>
          <p14:tracePt t="13271" x="3403600" y="1149350"/>
          <p14:tracePt t="13304" x="3397250" y="1149350"/>
          <p14:tracePt t="13354" x="3390900" y="1149350"/>
          <p14:tracePt t="13409" x="3384550" y="1149350"/>
          <p14:tracePt t="13525" x="3384550" y="1155700"/>
          <p14:tracePt t="13555" x="3403600" y="1162050"/>
          <p14:tracePt t="13587" x="3556000" y="1200150"/>
          <p14:tracePt t="13610" x="3676650" y="1238250"/>
          <p14:tracePt t="13643" x="3905250" y="1301750"/>
          <p14:tracePt t="13676" x="3981450" y="1327150"/>
          <p14:tracePt t="13709" x="4025900" y="1339850"/>
          <p14:tracePt t="13738" x="4038600" y="1339850"/>
          <p14:tracePt t="13870" x="4025900" y="1339850"/>
          <p14:tracePt t="13892" x="4013200" y="1333500"/>
          <p14:tracePt t="13925" x="3949700" y="1308100"/>
          <p14:tracePt t="13959" x="3816350" y="1257300"/>
          <p14:tracePt t="13987" x="3663950" y="1181100"/>
          <p14:tracePt t="14023" x="3543300" y="1123950"/>
          <p14:tracePt t="14053" x="3486150" y="1085850"/>
          <p14:tracePt t="14085" x="3460750" y="1079500"/>
          <p14:tracePt t="14172" x="3479800" y="1079500"/>
          <p14:tracePt t="14208" x="3556000" y="1035050"/>
          <p14:tracePt t="14241" x="3746500" y="927100"/>
          <p14:tracePt t="14269" x="4038600" y="793750"/>
          <p14:tracePt t="14301" x="4394200" y="679450"/>
          <p14:tracePt t="14334" x="4546600" y="609600"/>
          <p14:tracePt t="14367" x="4610100" y="552450"/>
          <p14:tracePt t="14400" x="4622800" y="552450"/>
          <p14:tracePt t="14438" x="4603750" y="558800"/>
          <p14:tracePt t="14469" x="4432300" y="647700"/>
          <p14:tracePt t="14485" x="4279900" y="717550"/>
          <p14:tracePt t="14517" x="4133850" y="793750"/>
          <p14:tracePt t="14550" x="3822700" y="965200"/>
          <p14:tracePt t="14583" x="3670300" y="1060450"/>
          <p14:tracePt t="14617" x="3587750" y="1123950"/>
          <p14:tracePt t="14649" x="3575050" y="1143000"/>
          <p14:tracePt t="14683" x="3575050" y="1162050"/>
          <p14:tracePt t="14706" x="3587750" y="1168400"/>
          <p14:tracePt t="14734" x="3644900" y="1200150"/>
          <p14:tracePt t="14766" x="3860800" y="1289050"/>
          <p14:tracePt t="14799" x="4044950" y="1365250"/>
          <p14:tracePt t="14832" x="4197350" y="1416050"/>
          <p14:tracePt t="14851" x="4241800" y="1416050"/>
          <p14:tracePt t="14884" x="4267200" y="1416050"/>
          <p14:tracePt t="14915" x="4279900" y="1416050"/>
          <p14:tracePt t="14986" x="4260850" y="1416050"/>
          <p14:tracePt t="15017" x="4235450" y="1416050"/>
          <p14:tracePt t="15033" x="4216400" y="1416050"/>
          <p14:tracePt t="15065" x="4127500" y="1409700"/>
          <p14:tracePt t="15098" x="3943350" y="1377950"/>
          <p14:tracePt t="15131" x="3670300" y="1339850"/>
          <p14:tracePt t="15164" x="3524250" y="1314450"/>
          <p14:tracePt t="15197" x="3448050" y="1301750"/>
          <p14:tracePt t="15231" x="3422650" y="1295400"/>
          <p14:tracePt t="15281" x="3435350" y="1295400"/>
          <p14:tracePt t="15314" x="3454400" y="1289050"/>
          <p14:tracePt t="15347" x="3511550" y="1282700"/>
          <p14:tracePt t="15366" x="3543300" y="1276350"/>
          <p14:tracePt t="15397" x="3740150" y="1250950"/>
          <p14:tracePt t="15430" x="3822700" y="1238250"/>
          <p14:tracePt t="15455" x="3892550" y="1231900"/>
          <p14:tracePt t="15487" x="3911600" y="1225550"/>
          <p14:tracePt t="15570" x="3892550" y="1225550"/>
          <p14:tracePt t="15604" x="3835400" y="1231900"/>
          <p14:tracePt t="15632" x="3746500" y="1250950"/>
          <p14:tracePt t="15663" x="3663950" y="1276350"/>
          <p14:tracePt t="15687" x="3632200" y="1295400"/>
          <p14:tracePt t="15719" x="3613150" y="1301750"/>
          <p14:tracePt t="15768" x="3644900" y="1314450"/>
          <p14:tracePt t="15787" x="3651250" y="1320800"/>
          <p14:tracePt t="15819" x="3746500" y="1320800"/>
          <p14:tracePt t="15847" x="3829050" y="1320800"/>
          <p14:tracePt t="15865" x="3917950" y="1308100"/>
          <p14:tracePt t="15897" x="4006850" y="1295400"/>
          <p14:tracePt t="15929" x="4044950" y="1295400"/>
          <p14:tracePt t="15962" x="4051300" y="1289050"/>
          <p14:tracePt t="15986" x="4038600" y="1289050"/>
          <p14:tracePt t="16019" x="3975100" y="1289050"/>
          <p14:tracePt t="16052" x="3771900" y="1333500"/>
          <p14:tracePt t="16085" x="3619500" y="1358900"/>
          <p14:tracePt t="16118" x="3568700" y="1377950"/>
          <p14:tracePt t="16146" x="3549650" y="1397000"/>
          <p14:tracePt t="16194" x="3549650" y="1416050"/>
          <p14:tracePt t="16218" x="3562350" y="1428750"/>
          <p14:tracePt t="16251" x="3575050" y="1435100"/>
          <p14:tracePt t="16285" x="3638550" y="1441450"/>
          <p14:tracePt t="16318" x="3721100" y="1435100"/>
          <p14:tracePt t="16351" x="3816350" y="1403350"/>
          <p14:tracePt t="16368" x="3879850" y="1365250"/>
          <p14:tracePt t="16401" x="3911600" y="1276350"/>
          <p14:tracePt t="16444" x="3886200" y="1181100"/>
          <p14:tracePt t="16477" x="3784600" y="1111250"/>
          <p14:tracePt t="16500" x="3702050" y="1073150"/>
          <p14:tracePt t="16534" x="3562350" y="1060450"/>
          <p14:tracePt t="16550" x="3543300" y="1060450"/>
          <p14:tracePt t="16583" x="3498850" y="1073150"/>
          <p14:tracePt t="16618" x="3486150" y="1098550"/>
          <p14:tracePt t="16645" x="3479800" y="1111250"/>
          <p14:tracePt t="16682" x="3479800" y="1130300"/>
          <p14:tracePt t="16743" x="3479800" y="1136650"/>
          <p14:tracePt t="16814" x="3486150" y="1136650"/>
          <p14:tracePt t="16850" x="3492500" y="1136650"/>
          <p14:tracePt t="16925" x="3486150" y="1136650"/>
          <p14:tracePt t="16959" x="3403600" y="1136650"/>
          <p14:tracePt t="16992" x="3175000" y="1162050"/>
          <p14:tracePt t="17025" x="2838450" y="1187450"/>
          <p14:tracePt t="17048" x="2514600" y="1219200"/>
          <p14:tracePt t="17082" x="2305050" y="1250950"/>
          <p14:tracePt t="17098" x="2279650" y="1257300"/>
          <p14:tracePt t="17126" x="2247900" y="1270000"/>
          <p14:tracePt t="17163" x="2235200" y="1270000"/>
          <p14:tracePt t="17423" x="2260600" y="1270000"/>
          <p14:tracePt t="17457" x="2368550" y="1244600"/>
          <p14:tracePt t="17490" x="2508250" y="1206500"/>
          <p14:tracePt t="17523" x="2622550" y="1168400"/>
          <p14:tracePt t="17556" x="2679700" y="1136650"/>
          <p14:tracePt t="17590" x="2679700" y="1123950"/>
          <p14:tracePt t="17623" x="2647950" y="1117600"/>
          <p14:tracePt t="17648" x="2533650" y="1098550"/>
          <p14:tracePt t="17689" x="2343150" y="1066800"/>
          <p14:tracePt t="17723" x="2254250" y="1060450"/>
          <p14:tracePt t="17756" x="2222500" y="1054100"/>
          <p14:tracePt t="17789" x="2216150" y="1054100"/>
          <p14:tracePt t="17855" x="2235200" y="1060450"/>
          <p14:tracePt t="17874" x="2241550" y="1060450"/>
          <p14:tracePt t="17907" x="2254250" y="1060450"/>
          <p14:tracePt t="17939" x="2292350" y="1066800"/>
          <p14:tracePt t="17957" x="2368550" y="1079500"/>
          <p14:tracePt t="17989" x="2698750" y="1143000"/>
          <p14:tracePt t="18021" x="3003550" y="1206500"/>
          <p14:tracePt t="18055" x="3194050" y="1244600"/>
          <p14:tracePt t="18088" x="3270250" y="1257300"/>
          <p14:tracePt t="18121" x="3276600" y="1257300"/>
          <p14:tracePt t="18154" x="3282950" y="1257300"/>
          <p14:tracePt t="18271" x="3289300" y="1257300"/>
          <p14:tracePt t="18320" x="3302000" y="1257300"/>
          <p14:tracePt t="18370" x="3314700" y="1257300"/>
          <p14:tracePt t="18409" x="3333750" y="1263650"/>
          <p14:tracePt t="18439" x="3397250" y="1276350"/>
          <p14:tracePt t="18475" x="3505200" y="1295400"/>
          <p14:tracePt t="18505" x="3600450" y="1308100"/>
          <p14:tracePt t="18536" x="3651250" y="1320800"/>
          <p14:tracePt t="18603" x="3479800" y="1339850"/>
          <p14:tracePt t="18626" x="3302000" y="1339850"/>
          <p14:tracePt t="18659" x="2971800" y="1346200"/>
          <p14:tracePt t="18688" x="2705100" y="1358900"/>
          <p14:tracePt t="18721" x="2571750" y="1384300"/>
          <p14:tracePt t="18752" x="2559050" y="1384300"/>
          <p14:tracePt t="18785" x="2559050" y="1390650"/>
          <p14:tracePt t="18835" x="2584450" y="1390650"/>
          <p14:tracePt t="18869" x="2635250" y="1371600"/>
          <p14:tracePt t="18902" x="2863850" y="1295400"/>
          <p14:tracePt t="18937" x="3149600" y="1219200"/>
          <p14:tracePt t="18968" x="3409950" y="1181100"/>
          <p14:tracePt t="19002" x="3594100" y="1168400"/>
          <p14:tracePt t="19035" x="3632200" y="1168400"/>
          <p14:tracePt t="19053" x="3638550" y="1168400"/>
          <p14:tracePt t="19101" x="3632200" y="1168400"/>
          <p14:tracePt t="19135" x="3613150" y="1168400"/>
          <p14:tracePt t="19158" x="3575050" y="1174750"/>
          <p14:tracePt t="19191" x="3409950" y="1174750"/>
          <p14:tracePt t="19219" x="3257550" y="1174750"/>
          <p14:tracePt t="19251" x="2990850" y="1168400"/>
          <p14:tracePt t="19284" x="2730500" y="1181100"/>
          <p14:tracePt t="19317" x="2667000" y="1193800"/>
          <p14:tracePt t="19350" x="2654300" y="1193800"/>
          <p14:tracePt t="19383" x="2660650" y="1200150"/>
          <p14:tracePt t="19402" x="2692400" y="1200150"/>
          <p14:tracePt t="19433" x="2743200" y="1200150"/>
          <p14:tracePt t="19466" x="3035300" y="1181100"/>
          <p14:tracePt t="19500" x="3371850" y="1181100"/>
          <p14:tracePt t="19533" x="3657600" y="1200150"/>
          <p14:tracePt t="19566" x="3816350" y="1238250"/>
          <p14:tracePt t="19599" x="3829050" y="1238250"/>
          <p14:tracePt t="19649" x="3822700" y="1238250"/>
          <p14:tracePt t="19683" x="3759200" y="1263650"/>
          <p14:tracePt t="19716" x="3632200" y="1295400"/>
          <p14:tracePt t="19741" x="3384550" y="1358900"/>
          <p14:tracePt t="19773" x="3041650" y="1390650"/>
          <p14:tracePt t="19815" x="2838450" y="1377950"/>
          <p14:tracePt t="19849" x="2813050" y="1352550"/>
          <p14:tracePt t="19882" x="2813050" y="1333500"/>
          <p14:tracePt t="19915" x="2901950" y="1301750"/>
          <p14:tracePt t="19950" x="3124200" y="1250950"/>
          <p14:tracePt t="19972" x="3327400" y="1231900"/>
          <p14:tracePt t="20005" x="3695700" y="1225550"/>
          <p14:tracePt t="20038" x="3829050" y="1225550"/>
          <p14:tracePt t="20071" x="3841750" y="1225550"/>
          <p14:tracePt t="20114" x="3822700" y="1225550"/>
          <p14:tracePt t="20148" x="3733800" y="1206500"/>
          <p14:tracePt t="20181" x="3511550" y="1168400"/>
          <p14:tracePt t="20204" x="3327400" y="1130300"/>
          <p14:tracePt t="20237" x="2851150" y="1047750"/>
          <p14:tracePt t="20271" x="2520950" y="1016000"/>
          <p14:tracePt t="20304" x="2292350" y="1003300"/>
          <p14:tracePt t="20332" x="2228850" y="1003300"/>
          <p14:tracePt t="20364" x="2222500" y="1003300"/>
          <p14:tracePt t="20447" x="2222500" y="1009650"/>
          <p14:tracePt t="20501" x="2222500" y="1016000"/>
          <p14:tracePt t="20536" x="2209800" y="1022350"/>
          <p14:tracePt t="20565" x="2184400" y="1041400"/>
          <p14:tracePt t="20601" x="2152650" y="1073150"/>
          <p14:tracePt t="20631" x="2133600" y="1092200"/>
          <p14:tracePt t="20662" x="2127250" y="1092200"/>
          <p14:tracePt t="21310" x="2139950" y="1092200"/>
          <p14:tracePt t="21343" x="2184400" y="1092200"/>
          <p14:tracePt t="21377" x="2330450" y="1092200"/>
          <p14:tracePt t="21395" x="2381250" y="1092200"/>
          <p14:tracePt t="21427" x="2622550" y="1092200"/>
          <p14:tracePt t="21445" x="2755900" y="1104900"/>
          <p14:tracePt t="21476" x="2895600" y="1104900"/>
          <p14:tracePt t="21509" x="2952750" y="1104900"/>
          <p14:tracePt t="21543" x="2959100" y="1123950"/>
          <p14:tracePt t="21576" x="2959100" y="1149350"/>
          <p14:tracePt t="21599" x="2959100" y="1193800"/>
          <p14:tracePt t="21627" x="2927350" y="1301750"/>
          <p14:tracePt t="21659" x="2870200" y="1466850"/>
          <p14:tracePt t="21692" x="2800350" y="1600200"/>
          <p14:tracePt t="21725" x="2755900" y="1670050"/>
          <p14:tracePt t="21775" x="2755900" y="1663700"/>
          <p14:tracePt t="23092" x="2800350" y="1606550"/>
          <p14:tracePt t="23127" x="2889250" y="1485900"/>
          <p14:tracePt t="23161" x="2965450" y="1314450"/>
          <p14:tracePt t="23189" x="3016250" y="1162050"/>
          <p14:tracePt t="23225" x="3048000" y="1092200"/>
          <p14:tracePt t="23270" x="3048000" y="1085850"/>
          <p14:tracePt t="23458" x="3067050" y="1085850"/>
          <p14:tracePt t="23519" x="3079750" y="1085850"/>
          <p14:tracePt t="23569" x="3086100" y="1092200"/>
          <p14:tracePt t="23602" x="3098800" y="1098550"/>
          <p14:tracePt t="23652" x="3111500" y="1098550"/>
          <p14:tracePt t="23675" x="3117850" y="1098550"/>
          <p14:tracePt t="23709" x="3124200" y="1098550"/>
          <p14:tracePt t="23757" x="3130550" y="1098550"/>
          <p14:tracePt t="23801" x="3136900" y="1098550"/>
          <p14:tracePt t="23851" x="3155950" y="1098550"/>
          <p14:tracePt t="23885" x="3175000" y="1092200"/>
          <p14:tracePt t="23910" x="3219450" y="1079500"/>
          <p14:tracePt t="23941" x="3492500" y="1035050"/>
          <p14:tracePt t="23974" x="3778250" y="971550"/>
          <p14:tracePt t="24008" x="4044950" y="889000"/>
          <p14:tracePt t="24041" x="4229100" y="800100"/>
          <p14:tracePt t="24069" x="4267200" y="781050"/>
          <p14:tracePt t="24100" x="4279900" y="768350"/>
          <p14:tracePt t="24124" x="4286250" y="768350"/>
          <p14:tracePt t="24189" x="4286250" y="762000"/>
          <p14:tracePt t="24305" x="4279900" y="762000"/>
          <p14:tracePt t="24383" x="4260850" y="762000"/>
          <p14:tracePt t="24433" x="4203700" y="781050"/>
          <p14:tracePt t="24471" x="4076700" y="825500"/>
          <p14:tracePt t="24506" x="3816350" y="901700"/>
          <p14:tracePt t="24539" x="3651250" y="958850"/>
          <p14:tracePt t="24567" x="3562350" y="996950"/>
          <p14:tracePt t="24599" x="3524250" y="1003300"/>
          <p14:tracePt t="24632" x="3505200" y="1003300"/>
          <p14:tracePt t="24687" x="3498850" y="1003300"/>
          <p14:tracePt t="25081" x="3498850" y="990600"/>
          <p14:tracePt t="25114" x="3511550" y="984250"/>
          <p14:tracePt t="25147" x="3511550" y="971550"/>
          <p14:tracePt t="25180" x="3524250" y="958850"/>
          <p14:tracePt t="25204" x="3543300" y="920750"/>
          <p14:tracePt t="25220" x="3556000" y="901700"/>
          <p14:tracePt t="25253" x="3606800" y="787400"/>
          <p14:tracePt t="25282" x="3638550" y="704850"/>
          <p14:tracePt t="25318" x="3657600" y="647700"/>
          <p14:tracePt t="25348" x="3663950" y="641350"/>
          <p14:tracePt t="25380" x="3663950" y="635000"/>
          <p14:tracePt t="25501" x="3657600" y="635000"/>
          <p14:tracePt t="25536" x="3644900" y="622300"/>
          <p14:tracePt t="25564" x="3613150" y="603250"/>
          <p14:tracePt t="25601" x="3460750" y="552450"/>
          <p14:tracePt t="25630" x="3187700" y="457200"/>
          <p14:tracePt t="25662" x="2851150" y="355600"/>
          <p14:tracePt t="25695" x="2533650" y="260350"/>
          <p14:tracePt t="25713" x="2343150" y="228600"/>
          <p14:tracePt t="25735" x="2165350" y="196850"/>
          <p14:tracePt t="25769" x="1892300" y="177800"/>
          <p14:tracePt t="25802" x="1797050" y="171450"/>
          <p14:tracePt t="25834" x="1714500" y="165100"/>
          <p14:tracePt t="25864" x="1612900" y="165100"/>
          <p14:tracePt t="25896" x="1530350" y="165100"/>
          <p14:tracePt t="25929" x="1485900" y="165100"/>
          <p14:tracePt t="25963" x="1466850" y="171450"/>
          <p14:tracePt t="26115" x="1466850" y="177800"/>
          <p14:tracePt t="26243" x="1466850" y="190500"/>
          <p14:tracePt t="26267" x="1466850" y="196850"/>
        </p14:tracePtLst>
      </p14:laserTrace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6200" y="838200"/>
            <a:ext cx="9296400" cy="5867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88000"/>
              </a:lnSpc>
              <a:spcBef>
                <a:spcPts val="1000"/>
              </a:spcBef>
            </a:pP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def </a:t>
            </a:r>
            <a:r>
              <a:rPr lang="en-US" altLang="en-US" sz="24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say_hi</a:t>
            </a: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(name):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...    return "Hi "+name</a:t>
            </a:r>
          </a:p>
          <a:p>
            <a:pPr lvl="0">
              <a:lnSpc>
                <a:spcPct val="48000"/>
              </a:lnSpc>
            </a:pP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...</a:t>
            </a:r>
          </a:p>
          <a:p>
            <a:pPr lvl="0">
              <a:lnSpc>
                <a:spcPct val="88000"/>
              </a:lnSpc>
            </a:pP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    def </a:t>
            </a:r>
            <a:r>
              <a:rPr lang="en-US" altLang="en-US" sz="24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greet_bob</a:t>
            </a: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4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greeter_func</a:t>
            </a:r>
            <a:r>
              <a:rPr lang="en-US" alt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):</a:t>
            </a:r>
            <a:r>
              <a:rPr lang="en-US" altLang="en-US" sz="2400" spc="-4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40" dirty="0">
                <a:solidFill>
                  <a:srgbClr val="FF000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#Receives a function</a:t>
            </a:r>
            <a:endParaRPr lang="en-US" altLang="en-US" sz="2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48000"/>
              </a:lnSpc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>
              <a:lnSpc>
                <a:spcPct val="88000"/>
              </a:lnSpc>
            </a:pPr>
            <a:r>
              <a:rPr lang="en-US" altLang="en-US" sz="2400" dirty="0">
                <a:solidFill>
                  <a:srgbClr val="BFBFBF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endParaRPr lang="en-US" altLang="en-US" sz="2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/>
          <a:lstStyle/>
          <a:p>
            <a:r>
              <a:rPr lang="en-US" dirty="0"/>
              <a:t>Functions as passed-around objects</a:t>
            </a: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-76200"/>
            <a:ext cx="91440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spc="-30" normalizeH="0" baseline="0" dirty="0">
                <a:ln>
                  <a:noFill/>
                </a:ln>
                <a:solidFill>
                  <a:srgbClr val="FF0000"/>
                </a:solidFill>
                <a:effectLst/>
                <a:ea typeface="source sans pro"/>
              </a:rPr>
              <a:t>F</a:t>
            </a:r>
            <a:r>
              <a:rPr kumimoji="0" lang="en-US" altLang="en-US" sz="2800" i="0" u="none" strike="noStrike" cap="none" spc="-30" normalizeH="0" baseline="0" dirty="0">
                <a:ln>
                  <a:noFill/>
                </a:ln>
                <a:solidFill>
                  <a:srgbClr val="FF0000"/>
                </a:solidFill>
                <a:effectLst/>
                <a:ea typeface="source sans pro"/>
              </a:rPr>
              <a:t>unctions can be passed around</a:t>
            </a:r>
            <a:r>
              <a:rPr kumimoji="0" lang="en-US" altLang="en-US" sz="2800" i="0" u="none" strike="noStrike" cap="none" spc="-30" normalizeH="0" baseline="0" dirty="0">
                <a:ln>
                  <a:noFill/>
                </a:ln>
                <a:solidFill>
                  <a:schemeClr val="accent2"/>
                </a:solidFill>
                <a:effectLst/>
                <a:ea typeface="source sans pro"/>
              </a:rPr>
              <a:t> and used as arguments</a:t>
            </a:r>
            <a:r>
              <a:rPr kumimoji="0" lang="en-US" altLang="en-US" sz="2800" b="0" i="0" u="none" strike="noStrike" cap="none" spc="-30" normalizeH="0" baseline="0" dirty="0">
                <a:ln>
                  <a:noFill/>
                </a:ln>
                <a:solidFill>
                  <a:schemeClr val="accent2"/>
                </a:solidFill>
                <a:effectLst/>
                <a:ea typeface="source sans pro"/>
              </a:rPr>
              <a:t>, just like any other object (string, </a:t>
            </a:r>
            <a:r>
              <a:rPr kumimoji="0" lang="en-US" altLang="en-US" sz="2800" b="0" i="0" u="none" strike="noStrike" cap="none" spc="-30" normalizeH="0" baseline="0" dirty="0" err="1">
                <a:ln>
                  <a:noFill/>
                </a:ln>
                <a:solidFill>
                  <a:schemeClr val="accent2"/>
                </a:solidFill>
                <a:effectLst/>
                <a:ea typeface="source sans pro"/>
              </a:rPr>
              <a:t>int</a:t>
            </a:r>
            <a:r>
              <a:rPr kumimoji="0" lang="en-US" altLang="en-US" sz="2800" b="0" i="0" u="none" strike="noStrike" cap="none" spc="-30" normalizeH="0" baseline="0" dirty="0">
                <a:ln>
                  <a:noFill/>
                </a:ln>
                <a:solidFill>
                  <a:schemeClr val="accent2"/>
                </a:solidFill>
                <a:effectLst/>
                <a:ea typeface="source sans pro"/>
              </a:rPr>
              <a:t>, list, etc.). Consider:</a:t>
            </a: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76200" y="838200"/>
            <a:ext cx="9296400" cy="5867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88000"/>
              </a:lnSpc>
              <a:spcBef>
                <a:spcPts val="100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latin typeface="Lucida Console" panose="020B0609040504020204" pitchFamily="49" charset="0"/>
              </a:rPr>
              <a:t> def </a:t>
            </a:r>
            <a:r>
              <a:rPr lang="en-US" altLang="en-US" sz="2400" dirty="0" err="1">
                <a:latin typeface="Lucida Console" panose="020B0609040504020204" pitchFamily="49" charset="0"/>
              </a:rPr>
              <a:t>say_hi</a:t>
            </a:r>
            <a:r>
              <a:rPr lang="en-US" altLang="en-US" sz="2400" dirty="0">
                <a:latin typeface="Lucida Console" panose="020B0609040504020204" pitchFamily="49" charset="0"/>
              </a:rPr>
              <a:t>(name):</a:t>
            </a:r>
          </a:p>
          <a:p>
            <a:pPr lvl="0">
              <a:lnSpc>
                <a:spcPct val="88000"/>
              </a:lnSpc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</a:rPr>
              <a:t>    return 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"Hi "+name</a:t>
            </a:r>
          </a:p>
          <a:p>
            <a:pPr lvl="0">
              <a:lnSpc>
                <a:spcPct val="48000"/>
              </a:lnSpc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</a:rPr>
              <a:t> def </a:t>
            </a:r>
            <a:r>
              <a:rPr lang="en-US" altLang="en-US" sz="2400" dirty="0" err="1">
                <a:latin typeface="Lucida Console" panose="020B0609040504020204" pitchFamily="49" charset="0"/>
              </a:rPr>
              <a:t>greet_bob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greeter_func</a:t>
            </a:r>
            <a:r>
              <a:rPr lang="en-US" altLang="en-US" sz="2400" dirty="0">
                <a:latin typeface="Lucida Console" panose="020B0609040504020204" pitchFamily="49" charset="0"/>
              </a:rPr>
              <a:t>):</a:t>
            </a:r>
          </a:p>
          <a:p>
            <a:pPr lvl="0">
              <a:lnSpc>
                <a:spcPct val="88000"/>
              </a:lnSpc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</a:rPr>
              <a:t>    return </a:t>
            </a:r>
            <a:r>
              <a:rPr lang="en-US" altLang="en-US" sz="2400" dirty="0" err="1">
                <a:latin typeface="Lucida Console" panose="020B0609040504020204" pitchFamily="49" charset="0"/>
              </a:rPr>
              <a:t>greeter_func</a:t>
            </a:r>
            <a:r>
              <a:rPr lang="en-US" altLang="en-US" sz="2400" dirty="0">
                <a:latin typeface="Lucida Console" panose="020B0609040504020204" pitchFamily="49" charset="0"/>
              </a:rPr>
              <a:t>("Bob")</a:t>
            </a:r>
            <a:endParaRPr lang="en-US" altLang="en-US" sz="24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48000"/>
              </a:lnSpc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>
              <a:lnSpc>
                <a:spcPct val="88000"/>
              </a:lnSpc>
            </a:pPr>
            <a:r>
              <a:rPr lang="en-US" altLang="en-US" sz="2400" dirty="0">
                <a:solidFill>
                  <a:srgbClr val="BFBFBF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endParaRPr lang="en-US" altLang="en-US" sz="2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76200" y="838200"/>
            <a:ext cx="914400" cy="5867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88000"/>
              </a:lnSpc>
              <a:spcBef>
                <a:spcPts val="100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endParaRPr lang="en-US" altLang="en-US" sz="24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48000"/>
              </a:lnSpc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endParaRPr lang="en-US" altLang="en-US" sz="24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48000"/>
              </a:lnSpc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>
              <a:lnSpc>
                <a:spcPct val="88000"/>
              </a:lnSpc>
            </a:pPr>
            <a:r>
              <a:rPr lang="en-US" altLang="en-US" sz="240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</a:p>
          <a:p>
            <a:pPr lvl="0">
              <a:lnSpc>
                <a:spcPct val="88000"/>
              </a:lnSpc>
            </a:pPr>
            <a:endParaRPr lang="en-US" altLang="en-US" sz="2400" dirty="0">
              <a:solidFill>
                <a:srgbClr val="E06060"/>
              </a:solidFill>
              <a:latin typeface="Lucida Console" panose="020B0609040504020204" pitchFamily="49" charset="0"/>
              <a:sym typeface="Wingdings 3" panose="05040102010807070707" pitchFamily="18" charset="2"/>
            </a:endParaRPr>
          </a:p>
        </p:txBody>
      </p:sp>
      <p:sp>
        <p:nvSpPr>
          <p:cNvPr id="8" name="Trapezoid 7"/>
          <p:cNvSpPr>
            <a:spLocks noChangeAspect="1"/>
          </p:cNvSpPr>
          <p:nvPr/>
        </p:nvSpPr>
        <p:spPr bwMode="auto">
          <a:xfrm rot="2700000" flipH="1">
            <a:off x="7128722" y="301020"/>
            <a:ext cx="2658143" cy="719552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9144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5pPr>
            <a:lvl6pPr marL="22860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6pPr>
            <a:lvl7pPr marL="27432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7pPr>
            <a:lvl8pPr marL="32004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8pPr>
            <a:lvl9pPr marL="36576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9pPr>
          </a:lstStyle>
          <a:p>
            <a:pPr marL="0" marR="0" indent="0" algn="ctr" defTabSz="9144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0" dirty="0">
                <a:latin typeface="Arial" charset="0"/>
                <a:ea typeface="新細明體" charset="-120"/>
              </a:rPr>
              <a:t>From</a:t>
            </a:r>
            <a:br>
              <a:rPr lang="en-US" sz="2800" b="0" dirty="0">
                <a:latin typeface="Arial" charset="0"/>
                <a:ea typeface="新細明體" charset="-120"/>
              </a:rPr>
            </a:br>
            <a:r>
              <a: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rPr>
              <a:t>Lecture 14A</a:t>
            </a:r>
            <a:endParaRPr kumimoji="1" 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66363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939"/>
    </mc:Choice>
    <mc:Fallback xmlns="">
      <p:transition spd="slow" advTm="229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881" x="1498600" y="266700"/>
          <p14:tracePt t="911" x="1524000" y="336550"/>
          <p14:tracePt t="943" x="1638300" y="571500"/>
          <p14:tracePt t="966" x="1714500" y="736600"/>
          <p14:tracePt t="999" x="1879600" y="1079500"/>
          <p14:tracePt t="1032" x="1962150" y="1295400"/>
          <p14:tracePt t="1065" x="2044700" y="1492250"/>
          <p14:tracePt t="1093" x="2152650" y="1682750"/>
          <p14:tracePt t="1130" x="2273300" y="1873250"/>
          <p14:tracePt t="1175" x="2324100" y="1930400"/>
          <p14:tracePt t="1210" x="2336800" y="1949450"/>
          <p14:tracePt t="1279" x="2336800" y="1962150"/>
          <p14:tracePt t="1329" x="2336800" y="1981200"/>
          <p14:tracePt t="1359" x="2336800" y="1993900"/>
          <p14:tracePt t="1441" x="2343150" y="2000250"/>
          <p14:tracePt t="1507" x="2349500" y="2000250"/>
          <p14:tracePt t="1540" x="2355850" y="2000250"/>
          <p14:tracePt t="1574" x="2381250" y="2000250"/>
          <p14:tracePt t="1607" x="2438400" y="2000250"/>
          <p14:tracePt t="1640" x="2584450" y="1987550"/>
          <p14:tracePt t="1674" x="2832100" y="1968500"/>
          <p14:tracePt t="1706" x="2984500" y="1962150"/>
          <p14:tracePt t="1740" x="3048000" y="1955800"/>
          <p14:tracePt t="1773" x="3086100" y="1949450"/>
          <p14:tracePt t="1806" x="3092450" y="1949450"/>
          <p14:tracePt t="1906" x="3098800" y="1949450"/>
          <p14:tracePt t="1939" x="3105150" y="1943100"/>
          <p14:tracePt t="1972" x="3117850" y="1936750"/>
          <p14:tracePt t="2005" x="3136900" y="1936750"/>
          <p14:tracePt t="2039" x="3200400" y="1936750"/>
          <p14:tracePt t="2072" x="3352800" y="1936750"/>
          <p14:tracePt t="2105" x="3511550" y="1949450"/>
          <p14:tracePt t="2138" x="3740150" y="1968500"/>
          <p14:tracePt t="2171" x="3924300" y="1968500"/>
          <p14:tracePt t="2191" x="3981450" y="1968500"/>
          <p14:tracePt t="2223" x="4006850" y="1962150"/>
          <p14:tracePt t="2304" x="3994150" y="1962150"/>
          <p14:tracePt t="2337" x="3968750" y="1962150"/>
          <p14:tracePt t="2371" x="3886200" y="1962150"/>
          <p14:tracePt t="2404" x="3759200" y="1962150"/>
          <p14:tracePt t="2437" x="3441700" y="1943100"/>
          <p14:tracePt t="2470" x="3130550" y="1917700"/>
          <p14:tracePt t="2503" x="2863850" y="1892300"/>
          <p14:tracePt t="2537" x="2679700" y="1885950"/>
          <p14:tracePt t="2570" x="2559050" y="1879600"/>
          <p14:tracePt t="2603" x="2520950" y="1879600"/>
          <p14:tracePt t="2621" x="2501900" y="1879600"/>
          <p14:tracePt t="2902" x="2489200" y="1879600"/>
          <p14:tracePt t="2926" x="2482850" y="1879600"/>
          <p14:tracePt t="2954" x="2476500" y="1879600"/>
          <p14:tracePt t="3069" x="2495550" y="1873250"/>
          <p14:tracePt t="3101" x="2552700" y="1866900"/>
          <p14:tracePt t="3125" x="2622550" y="1847850"/>
          <p14:tracePt t="3158" x="2717800" y="1841500"/>
          <p14:tracePt t="3192" x="2851150" y="1822450"/>
          <p14:tracePt t="3209" x="2908300" y="1816100"/>
          <p14:tracePt t="3241" x="2952750" y="1816100"/>
          <p14:tracePt t="3270" x="2978150" y="1816100"/>
          <p14:tracePt t="3293" x="2990850" y="1816100"/>
          <p14:tracePt t="3325" x="2997200" y="1816100"/>
          <p14:tracePt t="3367" x="3009900" y="1816100"/>
          <p14:tracePt t="3500" x="3003550" y="1803400"/>
          <p14:tracePt t="3550" x="2990850" y="1797050"/>
          <p14:tracePt t="3949" x="3054350" y="1809750"/>
          <p14:tracePt t="3967" x="3079750" y="1822450"/>
          <p14:tracePt t="3998" x="3302000" y="1892300"/>
          <p14:tracePt t="4032" x="3467100" y="1930400"/>
          <p14:tracePt t="4065" x="3771900" y="2019300"/>
          <p14:tracePt t="4098" x="3968750" y="2044700"/>
          <p14:tracePt t="4131" x="4089400" y="2063750"/>
          <p14:tracePt t="4150" x="4095750" y="2063750"/>
          <p14:tracePt t="4181" x="4102100" y="2063750"/>
          <p14:tracePt t="4297" x="4102100" y="2057400"/>
          <p14:tracePt t="4331" x="4095750" y="2051050"/>
          <p14:tracePt t="4364" x="4089400" y="2051050"/>
          <p14:tracePt t="4397" x="4076700" y="2044700"/>
          <p14:tracePt t="4430" x="4064000" y="2032000"/>
          <p14:tracePt t="4464" x="3975100" y="1981200"/>
          <p14:tracePt t="4488" x="3898900" y="1936750"/>
          <p14:tracePt t="4520" x="3733800" y="1873250"/>
          <p14:tracePt t="4548" x="3606800" y="1809750"/>
          <p14:tracePt t="4580" x="3543300" y="1790700"/>
          <p14:tracePt t="4613" x="3511550" y="1790700"/>
          <p14:tracePt t="4767" x="3511550" y="1797050"/>
          <p14:tracePt t="4862" x="3511550" y="1803400"/>
          <p14:tracePt t="4912" x="3517900" y="1803400"/>
          <p14:tracePt t="4962" x="3524250" y="1803400"/>
          <p14:tracePt t="5000" x="3536950" y="1803400"/>
          <p14:tracePt t="5035" x="3549650" y="1803400"/>
          <p14:tracePt t="5068" x="3556000" y="1803400"/>
          <p14:tracePt t="5096" x="3568700" y="1803400"/>
          <p14:tracePt t="5128" x="3594100" y="1809750"/>
          <p14:tracePt t="5161" x="3632200" y="1816100"/>
          <p14:tracePt t="5194" x="3695700" y="1828800"/>
          <p14:tracePt t="5218" x="3714750" y="1835150"/>
          <p14:tracePt t="5236" x="3733800" y="1835150"/>
          <p14:tracePt t="5268" x="3759200" y="1835150"/>
          <p14:tracePt t="5316" x="3778250" y="1835150"/>
          <p14:tracePt t="5351" x="3790950" y="1835150"/>
          <p14:tracePt t="5379" x="3841750" y="1828800"/>
          <p14:tracePt t="5404" x="3937000" y="1828800"/>
          <p14:tracePt t="5443" x="4095750" y="1822450"/>
          <p14:tracePt t="5467" x="4267200" y="1822450"/>
          <p14:tracePt t="5500" x="4432300" y="1822450"/>
          <p14:tracePt t="5533" x="4572000" y="1822450"/>
          <p14:tracePt t="5567" x="4730750" y="1822450"/>
          <p14:tracePt t="5595" x="4819650" y="1816100"/>
          <p14:tracePt t="5631" x="4908550" y="1809750"/>
          <p14:tracePt t="5661" x="4991100" y="1809750"/>
          <p14:tracePt t="5693" x="5054600" y="1809750"/>
          <p14:tracePt t="5716" x="5086350" y="1803400"/>
          <p14:tracePt t="5749" x="5149850" y="1790700"/>
          <p14:tracePt t="5797" x="5187950" y="1784350"/>
          <p14:tracePt t="5832" x="5200650" y="1778000"/>
          <p14:tracePt t="5861" x="5207000" y="1771650"/>
          <p14:tracePt t="5892" x="5213350" y="1771650"/>
          <p14:tracePt t="5981" x="5207000" y="1771650"/>
          <p14:tracePt t="6030" x="5162550" y="1771650"/>
          <p14:tracePt t="6065" x="5041900" y="1771650"/>
          <p14:tracePt t="6093" x="4800600" y="1771650"/>
          <p14:tracePt t="6124" x="4470400" y="1771650"/>
          <p14:tracePt t="6157" x="4102100" y="1771650"/>
          <p14:tracePt t="6191" x="3924300" y="1784350"/>
          <p14:tracePt t="6224" x="3746500" y="1803400"/>
          <p14:tracePt t="6242" x="3727450" y="1803400"/>
          <p14:tracePt t="6260" x="3695700" y="1809750"/>
          <p14:tracePt t="6292" x="3670300" y="1809750"/>
          <p14:tracePt t="6340" x="3663950" y="1809750"/>
          <p14:tracePt t="6457" x="3676650" y="1809750"/>
          <p14:tracePt t="6490" x="3689350" y="1809750"/>
          <p14:tracePt t="6523" x="3746500" y="1803400"/>
          <p14:tracePt t="6556" x="3898900" y="1790700"/>
          <p14:tracePt t="6590" x="4292600" y="1790700"/>
          <p14:tracePt t="6613" x="4521200" y="1790700"/>
          <p14:tracePt t="6641" x="4826000" y="1790700"/>
          <p14:tracePt t="6672" x="5041900" y="1790700"/>
          <p14:tracePt t="6706" x="5175250" y="1771650"/>
          <p14:tracePt t="6739" x="5245100" y="1771650"/>
          <p14:tracePt t="6943" x="5232400" y="1771650"/>
          <p14:tracePt t="6973" x="5207000" y="1771650"/>
          <p14:tracePt t="7005" x="5149850" y="1778000"/>
          <p14:tracePt t="7028" x="5060950" y="1778000"/>
          <p14:tracePt t="7062" x="4749800" y="1784350"/>
          <p14:tracePt t="7094" x="4483100" y="1784350"/>
          <p14:tracePt t="7128" x="4318000" y="1784350"/>
          <p14:tracePt t="7161" x="4229100" y="1790700"/>
          <p14:tracePt t="7189" x="4216400" y="1790700"/>
          <p14:tracePt t="7226" x="4210050" y="1790700"/>
          <p14:tracePt t="7294" x="4203700" y="1790700"/>
          <p14:tracePt t="7358" x="4210050" y="1790700"/>
          <p14:tracePt t="7393" x="4229100" y="1790700"/>
          <p14:tracePt t="7422" x="4248150" y="1790700"/>
          <p14:tracePt t="7453" x="4292600" y="1790700"/>
          <p14:tracePt t="7487" x="4495800" y="1803400"/>
          <p14:tracePt t="7520" x="4756150" y="1822450"/>
          <p14:tracePt t="7553" x="5048250" y="1841500"/>
          <p14:tracePt t="7586" x="5226050" y="1841500"/>
          <p14:tracePt t="7624" x="5403850" y="1841500"/>
          <p14:tracePt t="7654" x="5473700" y="1841500"/>
          <p14:tracePt t="7686" x="5480050" y="1841500"/>
          <p14:tracePt t="7752" x="5467350" y="1841500"/>
          <p14:tracePt t="7771" x="5435600" y="1841500"/>
          <p14:tracePt t="7802" x="5384800" y="1841500"/>
          <p14:tracePt t="7835" x="5054600" y="1822450"/>
          <p14:tracePt t="7859" x="4813300" y="1790700"/>
          <p14:tracePt t="7892" x="4260850" y="1746250"/>
          <p14:tracePt t="7920" x="4083050" y="1739900"/>
          <p14:tracePt t="7951" x="3937000" y="1727200"/>
          <p14:tracePt t="7985" x="3892550" y="1727200"/>
          <p14:tracePt t="8018" x="3886200" y="1727200"/>
          <p14:tracePt t="8051" x="3886200" y="1733550"/>
          <p14:tracePt t="8201" x="3892550" y="1733550"/>
          <p14:tracePt t="8302" x="3892550" y="1727200"/>
          <p14:tracePt t="8704" x="3924300" y="1746250"/>
          <p14:tracePt t="8739" x="4108450" y="1835150"/>
          <p14:tracePt t="8757" x="4254500" y="1873250"/>
          <p14:tracePt t="8783" x="4451350" y="1917700"/>
          <p14:tracePt t="8815" x="4806950" y="1981200"/>
          <p14:tracePt t="8848" x="5105400" y="1955800"/>
          <p14:tracePt t="8881" x="5207000" y="1892300"/>
          <p14:tracePt t="8915" x="5226050" y="1835150"/>
          <p14:tracePt t="8939" x="5219700" y="1790700"/>
          <p14:tracePt t="8972" x="5200650" y="1784350"/>
          <p14:tracePt t="9005" x="5124450" y="1758950"/>
          <p14:tracePt t="9033" x="4953000" y="1708150"/>
          <p14:tracePt t="9064" x="4616450" y="1644650"/>
          <p14:tracePt t="9097" x="4273550" y="1631950"/>
          <p14:tracePt t="9131" x="3924300" y="1676400"/>
          <p14:tracePt t="9164" x="3790950" y="1752600"/>
          <p14:tracePt t="9188" x="3752850" y="1790700"/>
          <p14:tracePt t="9221" x="3746500" y="1828800"/>
          <p14:tracePt t="9254" x="3746500" y="1854200"/>
          <p14:tracePt t="9282" x="3778250" y="1885950"/>
          <p14:tracePt t="9313" x="3879850" y="1917700"/>
          <p14:tracePt t="9347" x="4102100" y="1924050"/>
          <p14:tracePt t="9380" x="4254500" y="1898650"/>
          <p14:tracePt t="9413" x="4521200" y="1828800"/>
          <p14:tracePt t="9446" x="4641850" y="1771650"/>
          <p14:tracePt t="9480" x="4711700" y="1701800"/>
          <p14:tracePt t="9498" x="4711700" y="1695450"/>
          <p14:tracePt t="9515" x="4711700" y="1676400"/>
          <p14:tracePt t="9546" x="4692650" y="1657350"/>
          <p14:tracePt t="9579" x="4660900" y="1644650"/>
          <p14:tracePt t="9612" x="4603750" y="1644650"/>
          <p14:tracePt t="9645" x="4521200" y="1644650"/>
          <p14:tracePt t="9679" x="4356100" y="1714500"/>
          <p14:tracePt t="9712" x="4235450" y="1809750"/>
          <p14:tracePt t="9736" x="4152900" y="1885950"/>
          <p14:tracePt t="9754" x="4102100" y="1936750"/>
          <p14:tracePt t="9785" x="4083050" y="1987550"/>
          <p14:tracePt t="9819" x="4083050" y="2006600"/>
          <p14:tracePt t="9852" x="4133850" y="2025650"/>
          <p14:tracePt t="9880" x="4216400" y="2038350"/>
          <p14:tracePt t="9911" x="4438650" y="2044700"/>
          <p14:tracePt t="9935" x="4603750" y="2012950"/>
          <p14:tracePt t="9968" x="4826000" y="1911350"/>
          <p14:tracePt t="10001" x="4953000" y="1765300"/>
          <p14:tracePt t="10035" x="4978400" y="1682750"/>
          <p14:tracePt t="10068" x="4972050" y="1631950"/>
          <p14:tracePt t="10096" x="4946650" y="1619250"/>
          <p14:tracePt t="10128" x="4908550" y="1606550"/>
          <p14:tracePt t="10160" x="4864100" y="1600200"/>
          <p14:tracePt t="10184" x="4787900" y="1600200"/>
          <p14:tracePt t="10217" x="4654550" y="1600200"/>
          <p14:tracePt t="10234" x="4635500" y="1606550"/>
          <p14:tracePt t="10267" x="4565650" y="1644650"/>
          <p14:tracePt t="10300" x="4527550" y="1682750"/>
          <p14:tracePt t="10328" x="4508500" y="1746250"/>
          <p14:tracePt t="10360" x="4508500" y="1841500"/>
          <p14:tracePt t="10393" x="4533900" y="1911350"/>
          <p14:tracePt t="10426" x="4578350" y="1968500"/>
          <p14:tracePt t="10459" x="4654550" y="1981200"/>
          <p14:tracePt t="10483" x="4705350" y="1981200"/>
          <p14:tracePt t="10513" x="4959350" y="1911350"/>
          <p14:tracePt t="10549" x="5092700" y="1822450"/>
          <p14:tracePt t="10583" x="5130800" y="1752600"/>
          <p14:tracePt t="10613" x="5124450" y="1727200"/>
          <p14:tracePt t="10646" x="5105400" y="1720850"/>
          <p14:tracePt t="10677" x="5035550" y="1701800"/>
          <p14:tracePt t="10698" x="4914900" y="1695450"/>
          <p14:tracePt t="10732" x="4597400" y="1682750"/>
          <p14:tracePt t="10765" x="4362450" y="1714500"/>
          <p14:tracePt t="10798" x="4210050" y="1771650"/>
          <p14:tracePt t="10832" x="4133850" y="1816100"/>
          <p14:tracePt t="10865" x="4102100" y="1854200"/>
          <p14:tracePt t="10893" x="4095750" y="1866900"/>
          <p14:tracePt t="10924" x="4089400" y="1866900"/>
          <p14:tracePt t="10958" x="4044950" y="1898650"/>
          <p14:tracePt t="10991" x="4000500" y="1911350"/>
          <p14:tracePt t="11015" x="3968750" y="1917700"/>
          <p14:tracePt t="11048" x="3937000" y="1917700"/>
          <p14:tracePt t="11082" x="3924300" y="1917700"/>
          <p14:tracePt t="11129" x="3917950" y="1930400"/>
          <p14:tracePt t="11159" x="3917950" y="1936750"/>
          <p14:tracePt t="11207" x="3911600" y="1936750"/>
          <p14:tracePt t="11240" x="3898900" y="1949450"/>
          <p14:tracePt t="11291" x="3892550" y="1955800"/>
          <p14:tracePt t="11361" x="3886200" y="1955800"/>
          <p14:tracePt t="11396" x="3879850" y="1962150"/>
          <p14:tracePt t="11430" x="3873500" y="1968500"/>
          <p14:tracePt t="11472" x="3873500" y="1974850"/>
          <p14:tracePt t="11506" x="3873500" y="1987550"/>
          <p14:tracePt t="11572" x="3879850" y="1993900"/>
          <p14:tracePt t="11645" x="3892550" y="1993900"/>
          <p14:tracePt t="11679" x="3905250" y="1993900"/>
          <p14:tracePt t="11707" x="3917950" y="1987550"/>
          <p14:tracePt t="11738" x="3956050" y="1974850"/>
          <p14:tracePt t="11771" x="4051300" y="1924050"/>
          <p14:tracePt t="11790" x="4133850" y="1892300"/>
          <p14:tracePt t="11812" x="4254500" y="1828800"/>
          <p14:tracePt t="11829" x="4286250" y="1816100"/>
          <p14:tracePt t="11861" x="4362450" y="1778000"/>
          <p14:tracePt t="11894" x="4387850" y="1765300"/>
          <p14:tracePt t="11923" x="4394200" y="1765300"/>
          <p14:tracePt t="12375" x="4387850" y="1765300"/>
          <p14:tracePt t="12424" x="4381500" y="1765300"/>
          <p14:tracePt t="12536" x="4387850" y="1758950"/>
          <p14:tracePt t="13172" x="4337050" y="1803400"/>
          <p14:tracePt t="13207" x="4273550" y="1885950"/>
          <p14:tracePt t="13240" x="4191000" y="2006600"/>
          <p14:tracePt t="13268" x="4171950" y="2044700"/>
          <p14:tracePt t="13305" x="4146550" y="2108200"/>
          <p14:tracePt t="13324" x="4140200" y="2120900"/>
          <p14:tracePt t="13382" x="4133850" y="2127250"/>
          <p14:tracePt t="13537" x="4140200" y="2127250"/>
          <p14:tracePt t="13567" x="4146550" y="2114550"/>
          <p14:tracePt t="13615" x="4152900" y="2108200"/>
          <p14:tracePt t="13665" x="4159250" y="2095500"/>
          <p14:tracePt t="13703" x="4165600" y="2082800"/>
          <p14:tracePt t="13753" x="4191000" y="2063750"/>
          <p14:tracePt t="13798" x="4229100" y="2019300"/>
          <p14:tracePt t="13831" x="4267200" y="1974850"/>
          <p14:tracePt t="13864" x="4318000" y="1917700"/>
          <p14:tracePt t="13897" x="4343400" y="1885950"/>
          <p14:tracePt t="13921" x="4343400" y="1879600"/>
          <p14:tracePt t="13954" x="4349750" y="1866900"/>
          <p14:tracePt t="13987" x="4356100" y="1866900"/>
          <p14:tracePt t="14030" x="4362450" y="1866900"/>
          <p14:tracePt t="14163" x="4356100" y="1866900"/>
          <p14:tracePt t="14196" x="4349750" y="1866900"/>
          <p14:tracePt t="14246" x="4349750" y="1873250"/>
          <p14:tracePt t="14851" x="4343400" y="1873250"/>
          <p14:tracePt t="14879" x="4337050" y="1873250"/>
          <p14:tracePt t="14911" x="4318000" y="1879600"/>
          <p14:tracePt t="14929" x="4311650" y="1879600"/>
          <p14:tracePt t="14977" x="4229100" y="1905000"/>
          <p14:tracePt t="15000" x="4044950" y="1930400"/>
          <p14:tracePt t="15034" x="3771900" y="1968500"/>
          <p14:tracePt t="15067" x="3397250" y="2038350"/>
          <p14:tracePt t="15095" x="3225800" y="2070100"/>
          <p14:tracePt t="15127" x="3016250" y="2127250"/>
          <p14:tracePt t="15160" x="2832100" y="2178050"/>
          <p14:tracePt t="15193" x="2755900" y="2209800"/>
          <p14:tracePt t="15231" x="2679700" y="2228850"/>
          <p14:tracePt t="15266" x="2635250" y="2235200"/>
          <p14:tracePt t="15295" x="2597150" y="2241550"/>
          <p14:tracePt t="15312" x="2571750" y="2260600"/>
          <p14:tracePt t="15343" x="2540000" y="2266950"/>
          <p14:tracePt t="15376" x="2520950" y="2266950"/>
          <p14:tracePt t="15426" x="2508250" y="2266950"/>
          <p14:tracePt t="15514" x="2495550" y="2254250"/>
          <p14:tracePt t="15548" x="2476500" y="2241550"/>
          <p14:tracePt t="15577" x="2413000" y="2184400"/>
          <p14:tracePt t="15614" x="2241550" y="2038350"/>
          <p14:tracePt t="15643" x="2076450" y="1911350"/>
          <p14:tracePt t="15675" x="1968500" y="1828800"/>
          <p14:tracePt t="15708" x="1898650" y="1797050"/>
          <p14:tracePt t="15741" x="1873250" y="1784350"/>
          <p14:tracePt t="15774" x="1860550" y="1778000"/>
          <p14:tracePt t="15814" x="1841500" y="1765300"/>
          <p14:tracePt t="15859" x="1835150" y="1758950"/>
          <p14:tracePt t="15957" x="1847850" y="1771650"/>
          <p14:tracePt t="15990" x="1866900" y="1778000"/>
          <p14:tracePt t="16023" x="1930400" y="1816100"/>
          <p14:tracePt t="16057" x="2114550" y="1930400"/>
          <p14:tracePt t="16081" x="2279650" y="2044700"/>
          <p14:tracePt t="16113" x="2565400" y="2203450"/>
          <p14:tracePt t="16142" x="2711450" y="2279650"/>
          <p14:tracePt t="16173" x="2819400" y="2336800"/>
          <p14:tracePt t="16206" x="2851150" y="2349500"/>
          <p14:tracePt t="16272" x="2851150" y="2343150"/>
          <p14:tracePt t="16306" x="2851150" y="2330450"/>
          <p14:tracePt t="16372" x="2851150" y="2324100"/>
          <p14:tracePt t="16405" x="2851150" y="2317750"/>
          <p14:tracePt t="16439" x="2857500" y="2317750"/>
          <p14:tracePt t="16472" x="2895600" y="2317750"/>
          <p14:tracePt t="16505" x="2990850" y="2305050"/>
          <p14:tracePt t="16524" x="3054350" y="2305050"/>
          <p14:tracePt t="16555" x="3308350" y="2266950"/>
          <p14:tracePt t="16579" x="3409950" y="2260600"/>
          <p14:tracePt t="16612" x="3505200" y="2241550"/>
          <p14:tracePt t="16645" x="3524250" y="2241550"/>
          <p14:tracePt t="16970" x="3543300" y="2241550"/>
          <p14:tracePt t="17004" x="3613150" y="2254250"/>
          <p14:tracePt t="17022" x="3651250" y="2254250"/>
          <p14:tracePt t="17054" x="3873500" y="2273300"/>
          <p14:tracePt t="17077" x="4064000" y="2279650"/>
          <p14:tracePt t="17110" x="4330700" y="2279650"/>
          <p14:tracePt t="17143" x="4476750" y="2279650"/>
          <p14:tracePt t="17176" x="4572000" y="2266950"/>
          <p14:tracePt t="17209" x="4584700" y="2266950"/>
          <p14:tracePt t="17518" x="4578350" y="2266950"/>
          <p14:tracePt t="17784" x="4565650" y="2266950"/>
          <p14:tracePt t="17851" x="4559300" y="2266950"/>
          <p14:tracePt t="17891" x="4559300" y="2260600"/>
          <p14:tracePt t="17938" x="4552950" y="2260600"/>
          <p14:tracePt t="17988" x="4546600" y="2260600"/>
          <p14:tracePt t="18365" x="4572000" y="2260600"/>
          <p14:tracePt t="18389" x="4718050" y="2260600"/>
          <p14:tracePt t="18422" x="4921250" y="2241550"/>
          <p14:tracePt t="18450" x="5054600" y="2228850"/>
          <p14:tracePt t="18482" x="5276850" y="2203450"/>
          <p14:tracePt t="18515" x="5397500" y="2184400"/>
          <p14:tracePt t="18548" x="5480050" y="2171700"/>
          <p14:tracePt t="18581" x="5530850" y="2152650"/>
          <p14:tracePt t="18614" x="5537200" y="2152650"/>
          <p14:tracePt t="18648" x="5543550" y="2152650"/>
          <p14:tracePt t="18748" x="5530850" y="2152650"/>
          <p14:tracePt t="18802" x="5518150" y="2159000"/>
          <p14:tracePt t="18832" x="5511800" y="2159000"/>
          <p14:tracePt t="18850" x="5505450" y="2159000"/>
          <p14:tracePt t="18920" x="5505450" y="2165350"/>
          <p14:tracePt t="18955" x="5537200" y="2165350"/>
          <p14:tracePt t="18987" x="5607050" y="2178050"/>
          <p14:tracePt t="19020" x="5734050" y="2178050"/>
          <p14:tracePt t="19053" x="5880100" y="2159000"/>
          <p14:tracePt t="19081" x="5918200" y="2146300"/>
          <p14:tracePt t="19113" x="5924550" y="2095500"/>
          <p14:tracePt t="19146" x="5911850" y="2076450"/>
          <p14:tracePt t="19169" x="5892800" y="2063750"/>
          <p14:tracePt t="19202" x="5873750" y="2063750"/>
          <p14:tracePt t="19236" x="5810250" y="2063750"/>
          <p14:tracePt t="19269" x="5727700" y="2089150"/>
          <p14:tracePt t="19303" x="5575300" y="2171700"/>
          <p14:tracePt t="19331" x="5499100" y="2254250"/>
          <p14:tracePt t="19362" x="5480050" y="2292350"/>
          <p14:tracePt t="19395" x="5480050" y="2355850"/>
          <p14:tracePt t="19419" x="5505450" y="2381250"/>
          <p14:tracePt t="19452" x="5581650" y="2400300"/>
          <p14:tracePt t="19485" x="5702300" y="2387600"/>
          <p14:tracePt t="19502" x="5734050" y="2362200"/>
          <p14:tracePt t="19530" x="5797550" y="2286000"/>
          <p14:tracePt t="19566" x="5822950" y="2178050"/>
          <p14:tracePt t="19596" x="5816600" y="2114550"/>
          <p14:tracePt t="19628" x="5765800" y="2051050"/>
          <p14:tracePt t="19661" x="5727700" y="2038350"/>
          <p14:tracePt t="19694" x="5695950" y="2038350"/>
          <p14:tracePt t="19727" x="5645150" y="2063750"/>
          <p14:tracePt t="19766" x="5549900" y="2152650"/>
          <p14:tracePt t="19796" x="5486400" y="2247900"/>
          <p14:tracePt t="19827" x="5473700" y="2298700"/>
          <p14:tracePt t="19860" x="5486400" y="2330450"/>
          <p14:tracePt t="19879" x="5499100" y="2343150"/>
          <p14:tracePt t="19912" x="5537200" y="2349500"/>
          <p14:tracePt t="19944" x="5613400" y="2343150"/>
          <p14:tracePt t="19976" x="5683250" y="2311400"/>
          <p14:tracePt t="20010" x="5753100" y="2241550"/>
          <p14:tracePt t="20043" x="5759450" y="2171700"/>
          <p14:tracePt t="20076" x="5727700" y="2089150"/>
          <p14:tracePt t="20109" x="5657850" y="2051050"/>
          <p14:tracePt t="20143" x="5549900" y="2044700"/>
          <p14:tracePt t="20176" x="5365750" y="2063750"/>
          <p14:tracePt t="20209" x="5213350" y="2127250"/>
          <p14:tracePt t="20242" x="5118100" y="2216150"/>
          <p14:tracePt t="20276" x="5105400" y="2279650"/>
          <p14:tracePt t="20299" x="5111750" y="2311400"/>
          <p14:tracePt t="20332" x="5181600" y="2368550"/>
          <p14:tracePt t="20360" x="5270500" y="2374900"/>
          <p14:tracePt t="20378" x="5378450" y="2368550"/>
          <p14:tracePt t="20408" x="5530850" y="2305050"/>
          <p14:tracePt t="20442" x="5676900" y="2209800"/>
          <p14:tracePt t="20475" x="5778500" y="2076450"/>
          <p14:tracePt t="20508" x="5797550" y="1981200"/>
          <p14:tracePt t="20541" x="5772150" y="1924050"/>
          <p14:tracePt t="20565" x="5753100" y="1917700"/>
          <p14:tracePt t="20598" x="5689600" y="1917700"/>
          <p14:tracePt t="20641" x="5556250" y="1949450"/>
          <p14:tracePt t="20674" x="5397500" y="2025650"/>
          <p14:tracePt t="20708" x="5187950" y="2197100"/>
          <p14:tracePt t="20726" x="5162550" y="2228850"/>
          <p14:tracePt t="20757" x="5143500" y="2317750"/>
          <p14:tracePt t="20790" x="5162550" y="2355850"/>
          <p14:tracePt t="20814" x="5232400" y="2413000"/>
          <p14:tracePt t="20847" x="5359400" y="2457450"/>
          <p14:tracePt t="20880" x="5594350" y="2451100"/>
          <p14:tracePt t="20923" x="5816600" y="2362200"/>
          <p14:tracePt t="20956" x="5924550" y="2247900"/>
          <p14:tracePt t="20990" x="5949950" y="2108200"/>
          <p14:tracePt t="21023" x="5924550" y="2044700"/>
          <p14:tracePt t="21046" x="5899150" y="2006600"/>
          <p14:tracePt t="21080" x="5842000" y="1968500"/>
          <p14:tracePt t="21096" x="5784850" y="1943100"/>
          <p14:tracePt t="21129" x="5676900" y="1930400"/>
          <p14:tracePt t="21162" x="5619750" y="1949450"/>
          <p14:tracePt t="21191" x="5600700" y="1962150"/>
          <p14:tracePt t="21222" x="5588000" y="1981200"/>
          <p14:tracePt t="21825" x="5518150" y="1993900"/>
          <p14:tracePt t="21860" x="5187950" y="2089150"/>
          <p14:tracePt t="21894" x="4622800" y="2317750"/>
          <p14:tracePt t="21911" x="4413250" y="2438400"/>
          <p14:tracePt t="21953" x="4000500" y="2635250"/>
          <p14:tracePt t="21971" x="3911600" y="2679700"/>
          <p14:tracePt t="22003" x="3663950" y="2774950"/>
          <p14:tracePt t="22037" x="3587750" y="2768600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077200" cy="762000"/>
          </a:xfrm>
        </p:spPr>
        <p:txBody>
          <a:bodyPr/>
          <a:lstStyle/>
          <a:p>
            <a:r>
              <a:rPr lang="en-US" dirty="0"/>
              <a:t>Functions as passed-around objects</a:t>
            </a:r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-76200"/>
            <a:ext cx="91440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spc="-30" normalizeH="0" baseline="0" dirty="0">
                <a:ln>
                  <a:noFill/>
                </a:ln>
                <a:solidFill>
                  <a:schemeClr val="accent2"/>
                </a:solidFill>
                <a:effectLst/>
                <a:ea typeface="source sans pro"/>
              </a:rPr>
              <a:t>F</a:t>
            </a:r>
            <a:r>
              <a:rPr kumimoji="0" lang="en-US" altLang="en-US" sz="2800" i="0" u="none" strike="noStrike" cap="none" spc="-30" normalizeH="0" baseline="0" dirty="0">
                <a:ln>
                  <a:noFill/>
                </a:ln>
                <a:solidFill>
                  <a:schemeClr val="accent2"/>
                </a:solidFill>
                <a:effectLst/>
                <a:ea typeface="source sans pro"/>
              </a:rPr>
              <a:t>unctions can be passed around and used as arguments</a:t>
            </a:r>
            <a:r>
              <a:rPr kumimoji="0" lang="en-US" altLang="en-US" sz="2800" b="0" i="0" u="none" strike="noStrike" cap="none" spc="-30" normalizeH="0" baseline="0" dirty="0">
                <a:ln>
                  <a:noFill/>
                </a:ln>
                <a:solidFill>
                  <a:schemeClr val="accent2"/>
                </a:solidFill>
                <a:effectLst/>
                <a:ea typeface="source sans pro"/>
              </a:rPr>
              <a:t>, just like any other object (string, </a:t>
            </a:r>
            <a:r>
              <a:rPr kumimoji="0" lang="en-US" altLang="en-US" sz="2800" b="0" i="0" u="none" strike="noStrike" cap="none" spc="-30" normalizeH="0" baseline="0" dirty="0" err="1">
                <a:ln>
                  <a:noFill/>
                </a:ln>
                <a:solidFill>
                  <a:schemeClr val="accent2"/>
                </a:solidFill>
                <a:effectLst/>
                <a:ea typeface="source sans pro"/>
              </a:rPr>
              <a:t>int</a:t>
            </a:r>
            <a:r>
              <a:rPr kumimoji="0" lang="en-US" altLang="en-US" sz="2800" b="0" i="0" u="none" strike="noStrike" cap="none" spc="-30" normalizeH="0" baseline="0" dirty="0">
                <a:ln>
                  <a:noFill/>
                </a:ln>
                <a:solidFill>
                  <a:schemeClr val="accent2"/>
                </a:solidFill>
                <a:effectLst/>
                <a:ea typeface="source sans pro"/>
              </a:rPr>
              <a:t>, list, etc.). Consider:</a:t>
            </a: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76200" y="838200"/>
            <a:ext cx="9296400" cy="5867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88000"/>
              </a:lnSpc>
              <a:spcBef>
                <a:spcPts val="1000"/>
              </a:spcBef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latin typeface="Lucida Console" panose="020B0609040504020204" pitchFamily="49" charset="0"/>
              </a:rPr>
              <a:t> def </a:t>
            </a:r>
            <a:r>
              <a:rPr lang="en-US" altLang="en-US" sz="2400" dirty="0" err="1">
                <a:latin typeface="Lucida Console" panose="020B0609040504020204" pitchFamily="49" charset="0"/>
              </a:rPr>
              <a:t>say_hi</a:t>
            </a:r>
            <a:r>
              <a:rPr lang="en-US" altLang="en-US" sz="2400" dirty="0">
                <a:latin typeface="Lucida Console" panose="020B0609040504020204" pitchFamily="49" charset="0"/>
              </a:rPr>
              <a:t>(name):</a:t>
            </a:r>
          </a:p>
          <a:p>
            <a:pPr lvl="0">
              <a:lnSpc>
                <a:spcPct val="88000"/>
              </a:lnSpc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</a:rPr>
              <a:t>    return 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"Hi "+name</a:t>
            </a:r>
          </a:p>
          <a:p>
            <a:pPr lvl="0">
              <a:lnSpc>
                <a:spcPct val="48000"/>
              </a:lnSpc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</a:rPr>
              <a:t> def </a:t>
            </a:r>
            <a:r>
              <a:rPr lang="en-US" altLang="en-US" sz="2400" dirty="0" err="1">
                <a:latin typeface="Lucida Console" panose="020B0609040504020204" pitchFamily="49" charset="0"/>
              </a:rPr>
              <a:t>greet_bob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dirty="0" err="1">
                <a:latin typeface="Lucida Console" panose="020B0609040504020204" pitchFamily="49" charset="0"/>
              </a:rPr>
              <a:t>greeter_func</a:t>
            </a:r>
            <a:r>
              <a:rPr lang="en-US" altLang="en-US" sz="2400" dirty="0">
                <a:latin typeface="Lucida Console" panose="020B0609040504020204" pitchFamily="49" charset="0"/>
              </a:rPr>
              <a:t>):</a:t>
            </a:r>
          </a:p>
          <a:p>
            <a:pPr lvl="0">
              <a:lnSpc>
                <a:spcPct val="88000"/>
              </a:lnSpc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</a:rPr>
              <a:t>    return </a:t>
            </a:r>
            <a:r>
              <a:rPr lang="en-US" altLang="en-US" sz="2400" dirty="0" err="1">
                <a:latin typeface="Lucida Console" panose="020B0609040504020204" pitchFamily="49" charset="0"/>
              </a:rPr>
              <a:t>greeter_func</a:t>
            </a:r>
            <a:r>
              <a:rPr lang="en-US" altLang="en-US" sz="2400" dirty="0">
                <a:latin typeface="Lucida Console" panose="020B0609040504020204" pitchFamily="49" charset="0"/>
              </a:rPr>
              <a:t>("Bob")</a:t>
            </a:r>
            <a:endParaRPr lang="en-US" altLang="en-US" sz="24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48000"/>
              </a:lnSpc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>
              <a:lnSpc>
                <a:spcPct val="88000"/>
              </a:lnSpc>
            </a:pPr>
            <a:r>
              <a:rPr lang="en-US" altLang="en-US" sz="2400" dirty="0">
                <a:solidFill>
                  <a:srgbClr val="BFBFBF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latin typeface="Lucida Console" panose="020B0609040504020204" pitchFamily="49" charset="0"/>
              </a:rPr>
              <a:t>greet_bob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 err="1">
                <a:latin typeface="Lucida Console" panose="020B0609040504020204" pitchFamily="49" charset="0"/>
              </a:rPr>
              <a:t>say_hi</a:t>
            </a:r>
            <a:r>
              <a:rPr lang="en-US" altLang="en-US" sz="2400" dirty="0">
                <a:latin typeface="Lucida Console" panose="020B0609040504020204" pitchFamily="49" charset="0"/>
              </a:rPr>
              <a:t>) </a:t>
            </a:r>
            <a:r>
              <a:rPr lang="en-US" altLang="en-US" sz="2400" spc="-4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#passing a fu</a:t>
            </a:r>
            <a:r>
              <a:rPr lang="en-US" altLang="en-US" sz="2400" spc="-7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</a:t>
            </a:r>
            <a:r>
              <a:rPr lang="en-US" altLang="en-US" sz="2400" spc="-4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ction argument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'Hi Bob' </a:t>
            </a:r>
            <a:r>
              <a:rPr lang="en-US" altLang="en-US" sz="2400" dirty="0">
                <a:solidFill>
                  <a:srgbClr val="E06060"/>
                </a:solidFill>
                <a:latin typeface="Lucida Console" panose="020B0609040504020204" pitchFamily="49" charset="0"/>
                <a:sym typeface="Wingdings 3" panose="05040102010807070707" pitchFamily="18" charset="2"/>
              </a:rPr>
              <a:t> How did it know to greet “Bob”?</a:t>
            </a:r>
          </a:p>
          <a:p>
            <a:pPr lvl="0">
              <a:lnSpc>
                <a:spcPct val="88000"/>
              </a:lnSpc>
            </a:pPr>
            <a:r>
              <a:rPr lang="en-US" altLang="en-US" sz="2400" dirty="0">
                <a:solidFill>
                  <a:srgbClr val="BFBFBF"/>
                </a:solidFill>
                <a:latin typeface="Lucida Console" panose="020B0609040504020204" pitchFamily="49" charset="0"/>
                <a:sym typeface="Wingdings 3" panose="05040102010807070707" pitchFamily="18" charset="2"/>
              </a:rPr>
              <a:t> 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say_hi</a:t>
            </a:r>
            <a:r>
              <a:rPr lang="en-US" altLang="en-US" sz="2400" dirty="0">
                <a:latin typeface="Lucida Console" panose="020B0609040504020204" pitchFamily="49" charset="0"/>
              </a:rPr>
              <a:t>("Alice")</a:t>
            </a:r>
            <a:r>
              <a:rPr lang="en-US" altLang="en-US" sz="2400" spc="-4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#a</a:t>
            </a:r>
            <a:r>
              <a:rPr lang="en-US" altLang="en-US" spc="-4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7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no</a:t>
            </a:r>
            <a:r>
              <a:rPr lang="en-US" altLang="en-US" sz="2400" spc="-4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rmal</a:t>
            </a:r>
            <a:r>
              <a:rPr lang="en-US" altLang="en-US" spc="-4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4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call</a:t>
            </a:r>
            <a:r>
              <a:rPr lang="en-US" altLang="en-US" spc="-4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4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to</a:t>
            </a:r>
            <a:r>
              <a:rPr lang="en-US" altLang="en-US" spc="-4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4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a</a:t>
            </a:r>
            <a:r>
              <a:rPr lang="en-US" altLang="en-US" spc="-4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7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no</a:t>
            </a:r>
            <a:r>
              <a:rPr lang="en-US" altLang="en-US" sz="2400" spc="-4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rmal</a:t>
            </a:r>
            <a:r>
              <a:rPr lang="en-US" altLang="en-US" spc="-4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4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fu</a:t>
            </a:r>
            <a:r>
              <a:rPr lang="en-US" altLang="en-US" sz="2400" spc="-7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</a:t>
            </a:r>
            <a:r>
              <a:rPr lang="en-US" altLang="en-US" sz="2400" spc="-4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cti</a:t>
            </a:r>
            <a:r>
              <a:rPr lang="en-US" altLang="en-US" sz="2400" spc="-7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o</a:t>
            </a:r>
            <a:r>
              <a:rPr lang="en-US" altLang="en-US" sz="2400" spc="-4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n</a:t>
            </a:r>
          </a:p>
          <a:p>
            <a:pPr>
              <a:lnSpc>
                <a:spcPct val="88000"/>
              </a:lnSpc>
            </a:pP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'Hi Alice'</a:t>
            </a:r>
          </a:p>
          <a:p>
            <a:pPr>
              <a:lnSpc>
                <a:spcPct val="88000"/>
              </a:lnSpc>
            </a:pPr>
            <a:r>
              <a:rPr lang="en-US" altLang="en-US" sz="2400" dirty="0">
                <a:solidFill>
                  <a:srgbClr val="BFBFBF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latin typeface="Lucida Console" panose="020B0609040504020204" pitchFamily="49" charset="0"/>
              </a:rPr>
              <a:t>def</a:t>
            </a: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say_bye</a:t>
            </a:r>
            <a:r>
              <a:rPr lang="en-US" altLang="en-US" sz="2400" dirty="0">
                <a:latin typeface="Lucida Console" panose="020B0609040504020204" pitchFamily="49" charset="0"/>
              </a:rPr>
              <a:t>(name):</a:t>
            </a:r>
            <a:r>
              <a:rPr lang="en-US" altLang="en-US" sz="800" dirty="0">
                <a:latin typeface="Lucida Console" panose="020B0609040504020204" pitchFamily="49" charset="0"/>
              </a:rPr>
              <a:t> </a:t>
            </a:r>
            <a:r>
              <a:rPr lang="en-US" altLang="en-US" sz="2400" spc="-4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#Let</a:t>
            </a:r>
            <a:r>
              <a:rPr lang="en-US" altLang="en-US" sz="2400" spc="-8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’</a:t>
            </a:r>
            <a:r>
              <a:rPr lang="en-US" altLang="en-US" sz="2400" spc="-4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s make different function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400" dirty="0">
                <a:latin typeface="Lucida Console" panose="020B0609040504020204" pitchFamily="49" charset="0"/>
              </a:rPr>
              <a:t>return 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"See you later, "+name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57000"/>
              </a:lnSpc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</a:t>
            </a: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</a:p>
          <a:p>
            <a:pPr lvl="0">
              <a:lnSpc>
                <a:spcPct val="88000"/>
              </a:lnSpc>
            </a:pPr>
            <a:r>
              <a:rPr lang="en-US" altLang="en-US" sz="2400" dirty="0">
                <a:solidFill>
                  <a:srgbClr val="BFBFBF"/>
                </a:solidFill>
                <a:latin typeface="Lucida Console" panose="020B06090405040202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latin typeface="Lucida Console" panose="020B0609040504020204" pitchFamily="49" charset="0"/>
              </a:rPr>
              <a:t>greet_bob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say_bye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  <a:r>
              <a:rPr lang="en-US" altLang="en-US" sz="1600" spc="-4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4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#And pass in that new one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'See you later, Bob'</a:t>
            </a:r>
          </a:p>
          <a:p>
            <a:pPr lvl="0">
              <a:lnSpc>
                <a:spcPct val="88000"/>
              </a:lnSpc>
            </a:pPr>
            <a:r>
              <a:rPr lang="en-US" altLang="en-US" sz="2400" dirty="0">
                <a:latin typeface="Lucida Console" panose="020B0609040504020204" pitchFamily="49" charset="0"/>
              </a:rPr>
              <a:t> 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greet_bob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solidFill>
                  <a:srgbClr val="FFC000"/>
                </a:solidFill>
                <a:latin typeface="Lucida Console" panose="020B0609040504020204" pitchFamily="49" charset="0"/>
              </a:rPr>
              <a:t>print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  <a:r>
              <a:rPr lang="en-US" altLang="en-US" sz="1600" spc="-4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altLang="en-US" sz="2400" spc="-40" dirty="0">
                <a:solidFill>
                  <a:srgbClr val="00B050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#How about a built-in function?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Bob</a:t>
            </a:r>
            <a:r>
              <a:rPr lang="en-US" altLang="en-US" sz="2400" dirty="0">
                <a:solidFill>
                  <a:srgbClr val="E06060"/>
                </a:solidFill>
                <a:latin typeface="Lucida Console" panose="020B0609040504020204" pitchFamily="49" charset="0"/>
                <a:sym typeface="Wingdings 3" panose="05040102010807070707" pitchFamily="18" charset="2"/>
              </a:rPr>
              <a:t>  You executed “print('Bob')”</a:t>
            </a:r>
            <a:endParaRPr lang="en-US" altLang="en-US" sz="24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>
                <a:solidFill>
                  <a:srgbClr val="BFBFBF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greet_bob</a:t>
            </a:r>
            <a:r>
              <a:rPr lang="en-US" altLang="en-US" sz="2400" dirty="0">
                <a:latin typeface="Lucida Console" panose="020B0609040504020204" pitchFamily="49" charset="0"/>
              </a:rPr>
              <a:t>(</a:t>
            </a:r>
            <a:r>
              <a:rPr lang="en-US" altLang="en-US" sz="24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float</a:t>
            </a:r>
            <a:r>
              <a:rPr lang="en-US" altLang="en-US" sz="2400" dirty="0">
                <a:latin typeface="Lucida Console" panose="020B0609040504020204" pitchFamily="49" charset="0"/>
              </a:rPr>
              <a:t>)</a:t>
            </a:r>
          </a:p>
          <a:p>
            <a:pPr lvl="0">
              <a:lnSpc>
                <a:spcPct val="88000"/>
              </a:lnSpc>
            </a:pPr>
            <a:r>
              <a:rPr lang="en-US" altLang="en-US" sz="2400" dirty="0" err="1">
                <a:solidFill>
                  <a:srgbClr val="E06060"/>
                </a:solidFill>
                <a:latin typeface="+mn-lt"/>
              </a:rPr>
              <a:t>Traceback</a:t>
            </a:r>
            <a:r>
              <a:rPr lang="en-US" altLang="en-US" sz="2400" dirty="0">
                <a:solidFill>
                  <a:srgbClr val="E06060"/>
                </a:solidFill>
                <a:latin typeface="+mn-lt"/>
              </a:rPr>
              <a:t> (most recent call last):  …</a:t>
            </a:r>
          </a:p>
          <a:p>
            <a:pPr lvl="0">
              <a:lnSpc>
                <a:spcPct val="88000"/>
              </a:lnSpc>
            </a:pPr>
            <a:r>
              <a:rPr lang="en-US" altLang="en-US" sz="2400" dirty="0" err="1">
                <a:solidFill>
                  <a:srgbClr val="E06060"/>
                </a:solidFill>
                <a:cs typeface="Arial" panose="020B0604020202020204" pitchFamily="34" charset="0"/>
              </a:rPr>
              <a:t>ValueError</a:t>
            </a:r>
            <a:r>
              <a:rPr lang="en-US" altLang="en-US" sz="2400" dirty="0">
                <a:solidFill>
                  <a:srgbClr val="E06060"/>
                </a:solidFill>
                <a:cs typeface="Arial" panose="020B0604020202020204" pitchFamily="34" charset="0"/>
              </a:rPr>
              <a:t>: </a:t>
            </a:r>
            <a:r>
              <a:rPr lang="en-US" altLang="en-US" sz="2400" dirty="0">
                <a:solidFill>
                  <a:srgbClr val="FF0000"/>
                </a:solidFill>
                <a:cs typeface="Arial" panose="020B0604020202020204" pitchFamily="34" charset="0"/>
              </a:rPr>
              <a:t>could not </a:t>
            </a:r>
            <a:r>
              <a:rPr lang="en-US" altLang="en-US" sz="2400" b="1" dirty="0">
                <a:solidFill>
                  <a:srgbClr val="FF0000"/>
                </a:solidFill>
                <a:cs typeface="Arial" panose="020B0604020202020204" pitchFamily="34" charset="0"/>
              </a:rPr>
              <a:t>convert string to float</a:t>
            </a:r>
            <a:r>
              <a:rPr lang="en-US" altLang="en-US" sz="2400" dirty="0">
                <a:solidFill>
                  <a:srgbClr val="FF0000"/>
                </a:solidFill>
                <a:cs typeface="Arial" panose="020B0604020202020204" pitchFamily="34" charset="0"/>
              </a:rPr>
              <a:t>: 'Bob'</a:t>
            </a: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76200" y="838200"/>
            <a:ext cx="914400" cy="5867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0" rIns="91440" bIns="45720" numCol="1" anchor="t" anchorCtr="0" compatLnSpc="1">
            <a:prstTxWarp prst="textNoShape">
              <a:avLst/>
            </a:prstTxWarp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88000"/>
              </a:lnSpc>
              <a:spcBef>
                <a:spcPts val="1000"/>
              </a:spcBef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endParaRPr lang="en-US" altLang="en-US" sz="24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48000"/>
              </a:lnSpc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endParaRPr lang="en-US" altLang="en-US" sz="24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48000"/>
              </a:lnSpc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>
              <a:lnSpc>
                <a:spcPct val="88000"/>
              </a:lnSpc>
            </a:pPr>
            <a:r>
              <a:rPr lang="en-US" altLang="en-US" sz="240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</a:p>
          <a:p>
            <a:pPr lvl="0">
              <a:lnSpc>
                <a:spcPct val="88000"/>
              </a:lnSpc>
            </a:pPr>
            <a:endParaRPr lang="en-US" altLang="en-US" sz="2400" dirty="0">
              <a:solidFill>
                <a:srgbClr val="E06060"/>
              </a:solidFill>
              <a:latin typeface="Lucida Console" panose="020B0609040504020204" pitchFamily="49" charset="0"/>
              <a:sym typeface="Wingdings 3" panose="05040102010807070707" pitchFamily="18" charset="2"/>
            </a:endParaRPr>
          </a:p>
          <a:p>
            <a:pPr lvl="0">
              <a:lnSpc>
                <a:spcPct val="86000"/>
              </a:lnSpc>
            </a:pPr>
            <a:r>
              <a:rPr lang="en-US" altLang="en-US" sz="2400" dirty="0">
                <a:solidFill>
                  <a:srgbClr val="BFBFBF"/>
                </a:solidFill>
                <a:latin typeface="Lucida Console" panose="020B0609040504020204" pitchFamily="49" charset="0"/>
                <a:sym typeface="Wingdings 3" panose="05040102010807070707" pitchFamily="18" charset="2"/>
              </a:rPr>
              <a:t>&gt;&gt;&gt;</a:t>
            </a:r>
            <a:endParaRPr lang="en-US" altLang="en-US" sz="2400" spc="-40" dirty="0">
              <a:solidFill>
                <a:srgbClr val="00B050"/>
              </a:solidFill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  <a:p>
            <a:pPr>
              <a:lnSpc>
                <a:spcPct val="88000"/>
              </a:lnSpc>
            </a:pPr>
            <a:endParaRPr lang="en-US" altLang="en-US" sz="24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>
              <a:lnSpc>
                <a:spcPct val="88000"/>
              </a:lnSpc>
            </a:pPr>
            <a:r>
              <a:rPr lang="en-US" altLang="en-US" sz="240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57000"/>
              </a:lnSpc>
            </a:pP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endParaRPr lang="en-US" altLang="en-US" sz="24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</a:p>
          <a:p>
            <a:pPr lvl="0">
              <a:lnSpc>
                <a:spcPct val="88000"/>
              </a:lnSpc>
            </a:pPr>
            <a:endParaRPr lang="en-US" altLang="en-US" sz="2400" dirty="0">
              <a:solidFill>
                <a:srgbClr val="BFBFBF"/>
              </a:solidFill>
              <a:latin typeface="Lucida Console" panose="020B0609040504020204" pitchFamily="49" charset="0"/>
            </a:endParaRPr>
          </a:p>
          <a:p>
            <a:pPr lvl="0">
              <a:lnSpc>
                <a:spcPct val="88000"/>
              </a:lnSpc>
            </a:pPr>
            <a:r>
              <a:rPr lang="en-US" altLang="en-US" sz="240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400" dirty="0">
              <a:latin typeface="Lucida Console" panose="020B0609040504020204" pitchFamily="49" charset="0"/>
            </a:endParaRPr>
          </a:p>
        </p:txBody>
      </p:sp>
      <p:sp>
        <p:nvSpPr>
          <p:cNvPr id="10" name="Trapezoid 9"/>
          <p:cNvSpPr>
            <a:spLocks noChangeAspect="1"/>
          </p:cNvSpPr>
          <p:nvPr/>
        </p:nvSpPr>
        <p:spPr bwMode="auto">
          <a:xfrm rot="2700000" flipH="1">
            <a:off x="7128722" y="301020"/>
            <a:ext cx="2658143" cy="719552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9144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5pPr>
            <a:lvl6pPr marL="22860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6pPr>
            <a:lvl7pPr marL="27432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7pPr>
            <a:lvl8pPr marL="32004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8pPr>
            <a:lvl9pPr marL="36576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9pPr>
          </a:lstStyle>
          <a:p>
            <a:pPr marL="0" marR="0" indent="0" algn="ctr" defTabSz="9144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0" dirty="0">
                <a:latin typeface="Arial" charset="0"/>
                <a:ea typeface="新細明體" charset="-120"/>
              </a:rPr>
              <a:t>From</a:t>
            </a:r>
            <a:br>
              <a:rPr lang="en-US" sz="2800" b="0" dirty="0">
                <a:latin typeface="Arial" charset="0"/>
                <a:ea typeface="新細明體" charset="-120"/>
              </a:rPr>
            </a:br>
            <a:r>
              <a: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rPr>
              <a:t>Lecture 14A</a:t>
            </a:r>
            <a:endParaRPr kumimoji="1" 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49409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8830"/>
    </mc:Choice>
    <mc:Fallback xmlns="">
      <p:transition spd="slow" advTm="1888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1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  <p:extLst>
    <p:ext uri="{3A86A75C-4F4B-4683-9AE1-C65F6400EC91}">
      <p14:laserTraceLst xmlns:p14="http://schemas.microsoft.com/office/powerpoint/2010/main">
        <p14:tracePtLst>
          <p14:tracePt t="2198" x="2012950" y="2686050"/>
          <p14:tracePt t="2259" x="2012950" y="2692400"/>
          <p14:tracePt t="2309" x="2019300" y="2692400"/>
          <p14:tracePt t="2342" x="2032000" y="2692400"/>
          <p14:tracePt t="2375" x="2076450" y="2698750"/>
          <p14:tracePt t="2408" x="2216150" y="2698750"/>
          <p14:tracePt t="2447" x="2432050" y="2724150"/>
          <p14:tracePt t="2477" x="2571750" y="2724150"/>
          <p14:tracePt t="2508" x="2679700" y="2724150"/>
          <p14:tracePt t="2542" x="2743200" y="2724150"/>
          <p14:tracePt t="2575" x="2781300" y="2717800"/>
          <p14:tracePt t="2624" x="2794000" y="2717800"/>
          <p14:tracePt t="2658" x="2813050" y="2711450"/>
          <p14:tracePt t="2713" x="2832100" y="2711450"/>
          <p14:tracePt t="2732" x="2838450" y="2711450"/>
          <p14:tracePt t="2759" x="2851150" y="2711450"/>
          <p14:tracePt t="2791" x="2882900" y="2711450"/>
          <p14:tracePt t="2824" x="2914650" y="2711450"/>
          <p14:tracePt t="2857" x="2965450" y="2711450"/>
          <p14:tracePt t="2890" x="2984500" y="2705100"/>
          <p14:tracePt t="2923" x="2990850" y="2705100"/>
          <p14:tracePt t="2995" x="2984500" y="2698750"/>
          <p14:tracePt t="3455" x="3048000" y="2698750"/>
          <p14:tracePt t="3479" x="3175000" y="2698750"/>
          <p14:tracePt t="3511" x="3302000" y="2673350"/>
          <p14:tracePt t="3540" x="3352800" y="2673350"/>
          <p14:tracePt t="3571" x="3429000" y="2673350"/>
          <p14:tracePt t="3604" x="3454400" y="2673350"/>
          <p14:tracePt t="3637" x="3467100" y="2673350"/>
          <p14:tracePt t="3721" x="3460750" y="2667000"/>
          <p14:tracePt t="3744" x="3454400" y="2667000"/>
          <p14:tracePt t="3772" x="3429000" y="2667000"/>
          <p14:tracePt t="3804" x="3365500" y="2667000"/>
          <p14:tracePt t="3837" x="3200400" y="2692400"/>
          <p14:tracePt t="3871" x="3092450" y="2717800"/>
          <p14:tracePt t="3903" x="3028950" y="2730500"/>
          <p14:tracePt t="3936" x="3003550" y="2730500"/>
          <p14:tracePt t="3960" x="2997200" y="2730500"/>
          <p14:tracePt t="3993" x="3028950" y="2724150"/>
          <p14:tracePt t="4026" x="3086100" y="2724150"/>
          <p14:tracePt t="4059" x="3238500" y="2705100"/>
          <p14:tracePt t="4088" x="3397250" y="2698750"/>
          <p14:tracePt t="4119" x="3498850" y="2686050"/>
          <p14:tracePt t="4152" x="3511550" y="2679700"/>
          <p14:tracePt t="4186" x="3517900" y="2679700"/>
          <p14:tracePt t="4235" x="3517900" y="2673350"/>
          <p14:tracePt t="4268" x="3511550" y="2660650"/>
          <p14:tracePt t="4302" x="3505200" y="2647950"/>
          <p14:tracePt t="4351" x="3479800" y="2616200"/>
          <p14:tracePt t="4385" x="3397250" y="2495550"/>
          <p14:tracePt t="4418" x="3175000" y="2190750"/>
          <p14:tracePt t="4451" x="2863850" y="1765300"/>
          <p14:tracePt t="4485" x="2533650" y="1295400"/>
          <p14:tracePt t="4518" x="2387600" y="1085850"/>
          <p14:tracePt t="4551" x="2324100" y="996950"/>
          <p14:tracePt t="4575" x="2286000" y="952500"/>
          <p14:tracePt t="4608" x="2279650" y="939800"/>
          <p14:tracePt t="4701" x="2273300" y="939800"/>
          <p14:tracePt t="4751" x="2266950" y="939800"/>
          <p14:tracePt t="4785" x="2241550" y="939800"/>
          <p14:tracePt t="4807" x="2228850" y="939800"/>
          <p14:tracePt t="4840" x="2146300" y="933450"/>
          <p14:tracePt t="4873" x="2095500" y="933450"/>
          <p14:tracePt t="4907" x="2012950" y="946150"/>
          <p14:tracePt t="4935" x="1981200" y="958850"/>
          <p14:tracePt t="4966" x="1962150" y="971550"/>
          <p14:tracePt t="4999" x="1955800" y="971550"/>
          <p14:tracePt t="5023" x="1955800" y="977900"/>
          <p14:tracePt t="5104" x="1974850" y="984250"/>
          <p14:tracePt t="5139" x="2025650" y="990600"/>
          <p14:tracePt t="5168" x="2171700" y="996950"/>
          <p14:tracePt t="5199" x="2374900" y="996950"/>
          <p14:tracePt t="5232" x="2565400" y="996950"/>
          <p14:tracePt t="5265" x="2730500" y="977900"/>
          <p14:tracePt t="5289" x="2762250" y="977900"/>
          <p14:tracePt t="5322" x="2787650" y="977900"/>
          <p14:tracePt t="5764" x="2787650" y="1035050"/>
          <p14:tracePt t="5798" x="2806700" y="1314450"/>
          <p14:tracePt t="5820" x="2844800" y="1524000"/>
          <p14:tracePt t="5853" x="2921000" y="1898650"/>
          <p14:tracePt t="5887" x="3022600" y="2311400"/>
          <p14:tracePt t="5915" x="3098800" y="2514600"/>
          <p14:tracePt t="5951" x="3143250" y="2597150"/>
          <p14:tracePt t="5981" x="3149600" y="2616200"/>
          <p14:tracePt t="6013" x="3149600" y="2622550"/>
          <p14:tracePt t="6311" x="3149600" y="2616200"/>
          <p14:tracePt t="6378" x="3149600" y="2603500"/>
          <p14:tracePt t="6428" x="3117850" y="2603500"/>
          <p14:tracePt t="6452" x="3111500" y="2603500"/>
          <p14:tracePt t="6480" x="3067050" y="2609850"/>
          <p14:tracePt t="6511" x="3028950" y="2616200"/>
          <p14:tracePt t="6544" x="3016250" y="2616200"/>
          <p14:tracePt t="6627" x="3028950" y="2616200"/>
          <p14:tracePt t="6660" x="3048000" y="2616200"/>
          <p14:tracePt t="6679" x="3079750" y="2590800"/>
          <p14:tracePt t="6696" x="3105150" y="2578100"/>
          <p14:tracePt t="6729" x="3244850" y="2495550"/>
          <p14:tracePt t="6761" x="3333750" y="2432050"/>
          <p14:tracePt t="6779" x="3422650" y="2368550"/>
          <p14:tracePt t="6811" x="3530600" y="2286000"/>
          <p14:tracePt t="6843" x="3733800" y="2133600"/>
          <p14:tracePt t="6877" x="3911600" y="2019300"/>
          <p14:tracePt t="6909" x="3968750" y="1987550"/>
          <p14:tracePt t="6943" x="4013200" y="1955800"/>
          <p14:tracePt t="6976" x="4032250" y="1943100"/>
          <p14:tracePt t="7009" x="4057650" y="1930400"/>
          <p14:tracePt t="7109" x="4064000" y="1924050"/>
          <p14:tracePt t="7192" x="4070350" y="1924050"/>
          <p14:tracePt t="7247" x="4083050" y="1924050"/>
          <p14:tracePt t="7277" x="4095750" y="1924050"/>
          <p14:tracePt t="7294" x="4108450" y="1917700"/>
          <p14:tracePt t="7325" x="4171950" y="1911350"/>
          <p14:tracePt t="7358" x="4298950" y="1879600"/>
          <p14:tracePt t="7391" x="4527550" y="1822450"/>
          <p14:tracePt t="7425" x="4673600" y="1784350"/>
          <p14:tracePt t="7448" x="4737100" y="1778000"/>
          <p14:tracePt t="7481" x="4781550" y="1765300"/>
          <p14:tracePt t="7515" x="4800600" y="1765300"/>
          <p14:tracePt t="7778" x="4641850" y="1758950"/>
          <p14:tracePt t="7798" x="4476750" y="1758950"/>
          <p14:tracePt t="7825" x="4248150" y="1771650"/>
          <p14:tracePt t="7856" x="4070350" y="1809750"/>
          <p14:tracePt t="7890" x="4000500" y="1828800"/>
          <p14:tracePt t="7923" x="3968750" y="1841500"/>
          <p14:tracePt t="7989" x="3962400" y="1841500"/>
          <p14:tracePt t="8106" x="3962400" y="1847850"/>
          <p14:tracePt t="8172" x="3943350" y="1847850"/>
          <p14:tracePt t="8205" x="3873500" y="1847850"/>
          <p14:tracePt t="8229" x="3784600" y="1847850"/>
          <p14:tracePt t="8262" x="3429000" y="1822450"/>
          <p14:tracePt t="8280" x="3225800" y="1816100"/>
          <p14:tracePt t="8297" x="3124200" y="1816100"/>
          <p14:tracePt t="8329" x="2857500" y="1816100"/>
          <p14:tracePt t="8345" x="2736850" y="1835150"/>
          <p14:tracePt t="8373" x="2597150" y="1873250"/>
          <p14:tracePt t="8404" x="2533650" y="1885950"/>
          <p14:tracePt t="8428" x="2514600" y="1892300"/>
          <p14:tracePt t="8461" x="2508250" y="1898650"/>
          <p14:tracePt t="8542" x="2501900" y="1905000"/>
          <p14:tracePt t="8793" x="2482850" y="2012950"/>
          <p14:tracePt t="8822" x="2451100" y="2184400"/>
          <p14:tracePt t="8858" x="2400300" y="2393950"/>
          <p14:tracePt t="8888" x="2324100" y="2552700"/>
          <p14:tracePt t="8919" x="2266950" y="2660650"/>
          <p14:tracePt t="8953" x="2235200" y="2711450"/>
          <p14:tracePt t="8986" x="2216150" y="2724150"/>
          <p14:tracePt t="9041" x="2216150" y="2730500"/>
          <p14:tracePt t="9302" x="2222500" y="2730500"/>
          <p14:tracePt t="9342" x="2228850" y="2730500"/>
          <p14:tracePt t="9401" x="2254250" y="2730500"/>
          <p14:tracePt t="9434" x="2330450" y="2730500"/>
          <p14:tracePt t="9468" x="2546350" y="2730500"/>
          <p14:tracePt t="9500" x="2724150" y="2730500"/>
          <p14:tracePt t="9534" x="2857500" y="2730500"/>
          <p14:tracePt t="9558" x="2921000" y="2730500"/>
          <p14:tracePt t="9590" x="2940050" y="2730500"/>
          <p14:tracePt t="9624" x="2946400" y="2730500"/>
          <p14:tracePt t="9733" x="2959100" y="2724150"/>
          <p14:tracePt t="9766" x="2984500" y="2705100"/>
          <p14:tracePt t="9790" x="3054350" y="2635250"/>
          <p14:tracePt t="9808" x="3149600" y="2514600"/>
          <p14:tracePt t="9843" x="3346450" y="2279650"/>
          <p14:tracePt t="9873" x="3473450" y="2101850"/>
          <p14:tracePt t="9906" x="3632200" y="1879600"/>
          <p14:tracePt t="9934" x="3752850" y="1752600"/>
          <p14:tracePt t="9966" x="3797300" y="1714500"/>
          <p14:tracePt t="10049" x="3790950" y="1733550"/>
          <p14:tracePt t="10087" x="3778250" y="1758950"/>
          <p14:tracePt t="10122" x="3771900" y="1778000"/>
          <p14:tracePt t="10150" x="3733800" y="1879600"/>
          <p14:tracePt t="10187" x="3632200" y="2063750"/>
          <p14:tracePt t="10217" x="3422650" y="2254250"/>
          <p14:tracePt t="10233" x="3219450" y="2349500"/>
          <p14:tracePt t="10265" x="2895600" y="2432050"/>
          <p14:tracePt t="10298" x="2546350" y="2508250"/>
          <p14:tracePt t="10317" x="2413000" y="2540000"/>
          <p14:tracePt t="10338" x="2317750" y="2578100"/>
          <p14:tracePt t="10366" x="2209800" y="2628900"/>
          <p14:tracePt t="10402" x="2127250" y="2679700"/>
          <p14:tracePt t="10433" x="2019300" y="2724150"/>
          <p14:tracePt t="10464" x="1930400" y="2762250"/>
          <p14:tracePt t="10497" x="1822450" y="2800350"/>
          <p14:tracePt t="10530" x="1714500" y="2844800"/>
          <p14:tracePt t="10564" x="1631950" y="2863850"/>
          <p14:tracePt t="10597" x="1562100" y="2895600"/>
          <p14:tracePt t="10635" x="1543050" y="2901950"/>
          <p14:tracePt t="10665" x="1524000" y="2901950"/>
          <p14:tracePt t="10696" x="1511300" y="2908300"/>
          <p14:tracePt t="10730" x="1492250" y="2921000"/>
          <p14:tracePt t="10748" x="1479550" y="2927350"/>
          <p14:tracePt t="10780" x="1460500" y="2946400"/>
          <p14:tracePt t="10813" x="1422400" y="2971800"/>
          <p14:tracePt t="10832" x="1403350" y="2990850"/>
          <p14:tracePt t="10863" x="1371600" y="3016250"/>
          <p14:tracePt t="10888" x="1365250" y="3028950"/>
          <p14:tracePt t="10929" x="1358900" y="3041650"/>
          <p14:tracePt t="10979" x="1365250" y="3048000"/>
          <p14:tracePt t="11012" x="1377950" y="3048000"/>
          <p14:tracePt t="11045" x="1397000" y="3054350"/>
          <p14:tracePt t="11078" x="1460500" y="3060700"/>
          <p14:tracePt t="11112" x="1600200" y="3086100"/>
          <p14:tracePt t="11145" x="1695450" y="3086100"/>
          <p14:tracePt t="11169" x="1733550" y="3092450"/>
          <p14:tracePt t="11202" x="1803400" y="3092450"/>
          <p14:tracePt t="11245" x="1816100" y="3092450"/>
          <p14:tracePt t="11294" x="1822450" y="3092450"/>
          <p14:tracePt t="11449" x="1816100" y="3092450"/>
          <p14:tracePt t="11826" x="2114550" y="3041650"/>
          <p14:tracePt t="11845" x="2374900" y="2984500"/>
          <p14:tracePt t="11876" x="2762250" y="2921000"/>
          <p14:tracePt t="11909" x="2984500" y="2889250"/>
          <p14:tracePt t="11935" x="3086100" y="2882900"/>
          <p14:tracePt t="11965" x="3130550" y="2870200"/>
          <p14:tracePt t="11999" x="3143250" y="2863850"/>
          <p14:tracePt t="12032" x="3149600" y="2863850"/>
          <p14:tracePt t="12141" x="3149600" y="2857500"/>
          <p14:tracePt t="12225" x="3162300" y="2851150"/>
          <p14:tracePt t="12258" x="3175000" y="2838450"/>
          <p14:tracePt t="12291" x="3200400" y="2825750"/>
          <p14:tracePt t="12325" x="3244850" y="2794000"/>
          <p14:tracePt t="12343" x="3257550" y="2781300"/>
          <p14:tracePt t="12375" x="3321050" y="2736850"/>
          <p14:tracePt t="12409" x="3340100" y="2711450"/>
          <p14:tracePt t="12445" x="3352800" y="2705100"/>
          <p14:tracePt t="12561" x="3327400" y="2705100"/>
          <p14:tracePt t="12592" x="3225800" y="2705100"/>
          <p14:tracePt t="12623" x="3149600" y="2705100"/>
          <p14:tracePt t="12646" x="3079750" y="2705100"/>
          <p14:tracePt t="12680" x="2984500" y="2705100"/>
          <p14:tracePt t="12713" x="2965450" y="2705100"/>
          <p14:tracePt t="12761" x="2978150" y="2705100"/>
          <p14:tracePt t="12791" x="3009900" y="2698750"/>
          <p14:tracePt t="12823" x="3086100" y="2698750"/>
          <p14:tracePt t="12841" x="3124200" y="2698750"/>
          <p14:tracePt t="12858" x="3219450" y="2698750"/>
          <p14:tracePt t="12874" x="3321050" y="2692400"/>
          <p14:tracePt t="12905" x="3403600" y="2660650"/>
          <p14:tracePt t="12939" x="3492500" y="2641600"/>
          <p14:tracePt t="12972" x="3505200" y="2641600"/>
          <p14:tracePt t="13371" x="3587750" y="2590800"/>
          <p14:tracePt t="13406" x="3771900" y="2457450"/>
          <p14:tracePt t="13422" x="3803650" y="2419350"/>
          <p14:tracePt t="13453" x="3892550" y="2330450"/>
          <p14:tracePt t="13487" x="4025900" y="2203450"/>
          <p14:tracePt t="13520" x="4222750" y="2032000"/>
          <p14:tracePt t="13543" x="4298950" y="1949450"/>
          <p14:tracePt t="13577" x="4394200" y="1885950"/>
          <p14:tracePt t="13610" x="4495800" y="1847850"/>
          <p14:tracePt t="13638" x="4527550" y="1828800"/>
          <p14:tracePt t="13670" x="4546600" y="1816100"/>
          <p14:tracePt t="13715" x="4565650" y="1816100"/>
          <p14:tracePt t="13791" x="4565650" y="1822450"/>
          <p14:tracePt t="14151" x="4514850" y="1854200"/>
          <p14:tracePt t="14184" x="4406900" y="1917700"/>
          <p14:tracePt t="14217" x="4260850" y="2032000"/>
          <p14:tracePt t="14251" x="4095750" y="2171700"/>
          <p14:tracePt t="14284" x="4044950" y="2241550"/>
          <p14:tracePt t="14317" x="4019550" y="2266950"/>
          <p14:tracePt t="14434" x="4019550" y="2260600"/>
          <p14:tracePt t="14500" x="4019550" y="2254250"/>
          <p14:tracePt t="14550" x="4000500" y="2247900"/>
          <p14:tracePt t="14573" x="3975100" y="2241550"/>
          <p14:tracePt t="14607" x="3886200" y="2216150"/>
          <p14:tracePt t="14640" x="3663950" y="2178050"/>
          <p14:tracePt t="14673" x="3232150" y="2139950"/>
          <p14:tracePt t="14716" x="2774950" y="2139950"/>
          <p14:tracePt t="14749" x="2508250" y="2152650"/>
          <p14:tracePt t="14782" x="2292350" y="2171700"/>
          <p14:tracePt t="14806" x="2254250" y="2178050"/>
          <p14:tracePt t="14839" x="2216150" y="2178050"/>
          <p14:tracePt t="15086" x="2228850" y="2178050"/>
          <p14:tracePt t="15121" x="2298700" y="2171700"/>
          <p14:tracePt t="15155" x="2419350" y="2178050"/>
          <p14:tracePt t="15183" x="2527300" y="2184400"/>
          <p14:tracePt t="15214" x="2590800" y="2197100"/>
          <p14:tracePt t="15248" x="2616200" y="2209800"/>
          <p14:tracePt t="15314" x="2616200" y="2216150"/>
          <p14:tracePt t="15415" x="2609850" y="2216150"/>
          <p14:tracePt t="15546" x="2603500" y="2216150"/>
          <p14:tracePt t="15579" x="2597150" y="2216150"/>
          <p14:tracePt t="15604" x="2590800" y="2216150"/>
          <p14:tracePt t="15636" x="2578100" y="2222500"/>
          <p14:tracePt t="15665" x="2565400" y="2222500"/>
          <p14:tracePt t="15696" x="2540000" y="2228850"/>
          <p14:tracePt t="15729" x="2495550" y="2241550"/>
          <p14:tracePt t="15762" x="2438400" y="2247900"/>
          <p14:tracePt t="15796" x="2349500" y="2254250"/>
          <p14:tracePt t="15829" x="2286000" y="2254250"/>
          <p14:tracePt t="15862" x="2241550" y="2254250"/>
          <p14:tracePt t="15895" x="2184400" y="2254250"/>
          <p14:tracePt t="15929" x="2127250" y="2247900"/>
          <p14:tracePt t="15962" x="2051050" y="2228850"/>
          <p14:tracePt t="15995" x="2025650" y="2228850"/>
          <p14:tracePt t="16028" x="1987550" y="2228850"/>
          <p14:tracePt t="16061" x="1974850" y="2228850"/>
          <p14:tracePt t="16096" x="1955800" y="2228850"/>
          <p14:tracePt t="16177" x="1949450" y="2228850"/>
          <p14:tracePt t="16377" x="1949450" y="2216150"/>
          <p14:tracePt t="16396" x="1943100" y="2209800"/>
          <p14:tracePt t="16417" x="1936750" y="2184400"/>
          <p14:tracePt t="16450" x="1879600" y="2082800"/>
          <p14:tracePt t="16483" x="1790700" y="1962150"/>
          <p14:tracePt t="16517" x="1733550" y="1905000"/>
          <p14:tracePt t="16545" x="1689100" y="1866900"/>
          <p14:tracePt t="16576" x="1657350" y="1854200"/>
          <p14:tracePt t="16609" x="1631950" y="1847850"/>
          <p14:tracePt t="16643" x="1619250" y="1841500"/>
          <p14:tracePt t="16676" x="1612900" y="1841500"/>
          <p14:tracePt t="16742" x="1606550" y="1841500"/>
          <p14:tracePt t="16776" x="1625600" y="1847850"/>
          <p14:tracePt t="16794" x="1631950" y="1847850"/>
          <p14:tracePt t="16825" x="1752600" y="1879600"/>
          <p14:tracePt t="16844" x="1803400" y="1885950"/>
          <p14:tracePt t="16875" x="2133600" y="1936750"/>
          <p14:tracePt t="16908" x="2324100" y="1949450"/>
          <p14:tracePt t="16941" x="2667000" y="1955800"/>
          <p14:tracePt t="16965" x="2762250" y="1943100"/>
          <p14:tracePt t="16998" x="2825750" y="1936750"/>
          <p14:tracePt t="17046" x="2832100" y="1943100"/>
          <p14:tracePt t="17091" x="2825750" y="1949450"/>
          <p14:tracePt t="17117" x="2813050" y="1955800"/>
          <p14:tracePt t="17149" x="2794000" y="1962150"/>
          <p14:tracePt t="17181" x="2774950" y="1968500"/>
          <p14:tracePt t="17214" x="2711450" y="1993900"/>
          <p14:tracePt t="17247" x="2489200" y="2082800"/>
          <p14:tracePt t="17281" x="2355850" y="2133600"/>
          <p14:tracePt t="17308" x="2152650" y="2203450"/>
          <p14:tracePt t="17345" x="1974850" y="2279650"/>
          <p14:tracePt t="17375" x="1936750" y="2286000"/>
          <p14:tracePt t="17423" x="1930400" y="2286000"/>
          <p14:tracePt t="17760" x="1917700" y="2286000"/>
          <p14:tracePt t="17811" x="1898650" y="2286000"/>
          <p14:tracePt t="17855" x="1879600" y="2286000"/>
          <p14:tracePt t="17905" x="1873250" y="2286000"/>
          <p14:tracePt t="17924" x="1866900" y="2286000"/>
          <p14:tracePt t="17977" x="1860550" y="2286000"/>
          <p14:tracePt t="18011" x="1860550" y="2273300"/>
          <p14:tracePt t="18044" x="1866900" y="2260600"/>
          <p14:tracePt t="18073" x="1873250" y="2254250"/>
          <p14:tracePt t="18121" x="1873250" y="2241550"/>
          <p14:tracePt t="18154" x="1879600" y="2228850"/>
          <p14:tracePt t="18188" x="1885950" y="2228850"/>
          <p14:tracePt t="18220" x="1892300" y="2216150"/>
          <p14:tracePt t="18275" x="1892300" y="2209800"/>
          <p14:tracePt t="18305" x="1898650" y="2209800"/>
          <p14:tracePt t="18420" x="1898650" y="2222500"/>
          <p14:tracePt t="18541" x="1905000" y="2228850"/>
          <p14:tracePt t="18603" x="1911350" y="2235200"/>
          <p14:tracePt t="18652" x="1936750" y="2241550"/>
          <p14:tracePt t="18686" x="1955800" y="2247900"/>
          <p14:tracePt t="18718" x="2044700" y="2266950"/>
          <p14:tracePt t="18752" x="2133600" y="2286000"/>
          <p14:tracePt t="18775" x="2184400" y="2298700"/>
          <p14:tracePt t="18805" x="2254250" y="2305050"/>
          <p14:tracePt t="18837" x="2311400" y="2317750"/>
          <p14:tracePt t="18870" x="2330450" y="2324100"/>
          <p14:tracePt t="18902" x="2349500" y="2330450"/>
          <p14:tracePt t="18935" x="2362200" y="2336800"/>
          <p14:tracePt t="18968" x="2368550" y="2336800"/>
          <p14:tracePt t="19000" x="2374900" y="2336800"/>
          <p14:tracePt t="19067" x="2393950" y="2343150"/>
          <p14:tracePt t="19134" x="2400300" y="2343150"/>
          <p14:tracePt t="19267" x="2413000" y="2343150"/>
          <p14:tracePt t="19300" x="2444750" y="2343150"/>
          <p14:tracePt t="19333" x="2565400" y="2343150"/>
          <p14:tracePt t="19367" x="2711450" y="2324100"/>
          <p14:tracePt t="19385" x="2762250" y="2317750"/>
          <p14:tracePt t="19417" x="2901950" y="2260600"/>
          <p14:tracePt t="19435" x="2914650" y="2247900"/>
          <p14:tracePt t="19468" x="2940050" y="2222500"/>
          <p14:tracePt t="19516" x="2946400" y="2216150"/>
          <p14:tracePt t="19582" x="2952750" y="2216150"/>
          <p14:tracePt t="19699" x="2959100" y="2222500"/>
          <p14:tracePt t="19749" x="2978150" y="2235200"/>
          <p14:tracePt t="19798" x="3041650" y="2247900"/>
          <p14:tracePt t="19822" x="3155950" y="2260600"/>
          <p14:tracePt t="19855" x="3448050" y="2273300"/>
          <p14:tracePt t="19888" x="3968750" y="2260600"/>
          <p14:tracePt t="19921" x="4260850" y="2260600"/>
          <p14:tracePt t="19955" x="4394200" y="2247900"/>
          <p14:tracePt t="19983" x="4445000" y="2247900"/>
          <p14:tracePt t="20014" x="4464050" y="2247900"/>
          <p14:tracePt t="20047" x="4464050" y="2254250"/>
          <p14:tracePt t="20071" x="4476750" y="2266950"/>
          <p14:tracePt t="20104" x="4495800" y="2266950"/>
          <p14:tracePt t="20137" x="4527550" y="2273300"/>
          <p14:tracePt t="20171" x="4597400" y="2266950"/>
          <p14:tracePt t="20199" x="4686300" y="2247900"/>
          <p14:tracePt t="20235" x="4800600" y="2228850"/>
          <p14:tracePt t="20266" x="4851400" y="2209800"/>
          <p14:tracePt t="20288" x="4908550" y="2203450"/>
          <p14:tracePt t="20320" x="4940300" y="2203450"/>
          <p14:tracePt t="20353" x="5016500" y="2203450"/>
          <p14:tracePt t="20386" x="5143500" y="2228850"/>
          <p14:tracePt t="20419" x="5213350" y="2241550"/>
          <p14:tracePt t="20448" x="5314950" y="2254250"/>
          <p14:tracePt t="20481" x="5403850" y="2247900"/>
          <p14:tracePt t="20513" x="5454650" y="2235200"/>
          <p14:tracePt t="20546" x="5486400" y="2228850"/>
          <p14:tracePt t="20579" x="5505450" y="2228850"/>
          <p14:tracePt t="20612" x="5511800" y="2222500"/>
          <p14:tracePt t="20977" x="5505450" y="2222500"/>
          <p14:tracePt t="21027" x="5505450" y="2216150"/>
          <p14:tracePt t="21060" x="5499100" y="2203450"/>
          <p14:tracePt t="21127" x="5492750" y="2190750"/>
          <p14:tracePt t="21160" x="5486400" y="2184400"/>
          <p14:tracePt t="21210" x="5461000" y="2159000"/>
          <p14:tracePt t="21233" x="5403850" y="2108200"/>
          <p14:tracePt t="21262" x="5143500" y="1911350"/>
          <p14:tracePt t="21293" x="4324350" y="1403350"/>
          <p14:tracePt t="21326" x="3632200" y="1073150"/>
          <p14:tracePt t="21359" x="3124200" y="889000"/>
          <p14:tracePt t="21392" x="2736850" y="831850"/>
          <p14:tracePt t="21416" x="2647950" y="831850"/>
          <p14:tracePt t="21449" x="2584450" y="831850"/>
          <p14:tracePt t="21467" x="2571750" y="831850"/>
          <p14:tracePt t="21499" x="2565400" y="831850"/>
          <p14:tracePt t="21533" x="2540000" y="850900"/>
          <p14:tracePt t="21575" x="2444750" y="889000"/>
          <p14:tracePt t="21609" x="2343150" y="920750"/>
          <p14:tracePt t="21642" x="2228850" y="946150"/>
          <p14:tracePt t="21675" x="2146300" y="958850"/>
          <p14:tracePt t="21708" x="2120900" y="958850"/>
          <p14:tracePt t="21732" x="2139950" y="958850"/>
          <p14:tracePt t="21760" x="2228850" y="965200"/>
          <p14:tracePt t="21792" x="2533650" y="984250"/>
          <p14:tracePt t="21825" x="2698750" y="984250"/>
          <p14:tracePt t="21858" x="2933700" y="984250"/>
          <p14:tracePt t="21891" x="2997200" y="984250"/>
          <p14:tracePt t="21924" x="3048000" y="971550"/>
          <p14:tracePt t="21957" x="3079750" y="971550"/>
          <p14:tracePt t="21977" x="3098800" y="965200"/>
          <p14:tracePt t="22008" x="3105150" y="965200"/>
          <p14:tracePt t="22074" x="3092450" y="971550"/>
          <p14:tracePt t="22107" x="3041650" y="990600"/>
          <p14:tracePt t="22140" x="2914650" y="1060450"/>
          <p14:tracePt t="22173" x="2743200" y="1162050"/>
          <p14:tracePt t="22206" x="2609850" y="1270000"/>
          <p14:tracePt t="22230" x="2590800" y="1289050"/>
          <p14:tracePt t="22263" x="2590800" y="1314450"/>
          <p14:tracePt t="22296" x="2603500" y="1327150"/>
          <p14:tracePt t="22331" x="2647950" y="1333500"/>
          <p14:tracePt t="22358" x="2717800" y="1339850"/>
          <p14:tracePt t="22389" x="2800350" y="1327150"/>
          <p14:tracePt t="22423" x="2844800" y="1308100"/>
          <p14:tracePt t="22446" x="2863850" y="1308100"/>
          <p14:tracePt t="22511" x="2876550" y="1308100"/>
          <p14:tracePt t="22546" x="2901950" y="1308100"/>
          <p14:tracePt t="22579" x="2952750" y="1320800"/>
          <p14:tracePt t="22607" x="3022600" y="1339850"/>
          <p14:tracePt t="22631" x="3067050" y="1346200"/>
          <p14:tracePt t="22672" x="3143250" y="1352550"/>
          <p14:tracePt t="22695" x="3187700" y="1352550"/>
          <p14:tracePt t="22728" x="3270250" y="1352550"/>
          <p14:tracePt t="22762" x="3441700" y="1352550"/>
          <p14:tracePt t="22795" x="3740150" y="1339850"/>
          <p14:tracePt t="22828" x="3898900" y="1320800"/>
          <p14:tracePt t="22857" x="3981450" y="1308100"/>
          <p14:tracePt t="22888" x="4019550" y="1308100"/>
          <p14:tracePt t="22921" x="4038600" y="1308100"/>
          <p14:tracePt t="22944" x="4051300" y="1308100"/>
          <p14:tracePt t="22978" x="4057650" y="1301750"/>
          <p14:tracePt t="23025" x="4064000" y="1301750"/>
          <p14:tracePt t="23076" x="4070350" y="1301750"/>
          <p14:tracePt t="23187" x="4070350" y="1308100"/>
          <p14:tracePt t="23220" x="4064000" y="1308100"/>
          <p14:tracePt t="23275" x="4057650" y="1308100"/>
          <p14:tracePt t="23304" x="4051300" y="1314450"/>
          <p14:tracePt t="23342" x="4044950" y="1320800"/>
          <p14:tracePt t="23403" x="4064000" y="1327150"/>
          <p14:tracePt t="23436" x="4108450" y="1339850"/>
          <p14:tracePt t="23469" x="4178300" y="1358900"/>
          <p14:tracePt t="23488" x="4197350" y="1358900"/>
          <p14:tracePt t="23520" x="4260850" y="1365250"/>
          <p14:tracePt t="23552" x="4292600" y="1365250"/>
          <p14:tracePt t="23570" x="4298950" y="1365250"/>
          <p14:tracePt t="23718" x="4273550" y="1390650"/>
          <p14:tracePt t="23751" x="4108450" y="1543050"/>
          <p14:tracePt t="23785" x="3924300" y="1765300"/>
          <p14:tracePt t="23808" x="3816350" y="1917700"/>
          <p14:tracePt t="23841" x="3689350" y="2152650"/>
          <p14:tracePt t="23874" x="3670300" y="2235200"/>
          <p14:tracePt t="23902" x="3657600" y="2273300"/>
          <p14:tracePt t="23934" x="3644900" y="2292350"/>
          <p14:tracePt t="23967" x="3632200" y="2305050"/>
          <p14:tracePt t="24017" x="3625850" y="2305050"/>
          <p14:tracePt t="24041" x="3625850" y="2311400"/>
          <p14:tracePt t="24074" x="3600450" y="2311400"/>
          <p14:tracePt t="24107" x="3530600" y="2298700"/>
          <p14:tracePt t="24140" x="3422650" y="2298700"/>
          <p14:tracePt t="24168" x="3155950" y="2298700"/>
          <p14:tracePt t="24205" x="2711450" y="2336800"/>
          <p14:tracePt t="24235" x="2355850" y="2387600"/>
          <p14:tracePt t="24266" x="2070100" y="2438400"/>
          <p14:tracePt t="24290" x="1898650" y="2476500"/>
          <p14:tracePt t="24323" x="1803400" y="2489200"/>
          <p14:tracePt t="24356" x="1765300" y="2501900"/>
          <p14:tracePt t="24389" x="1746250" y="2501900"/>
          <p14:tracePt t="24483" x="1758950" y="2501900"/>
          <p14:tracePt t="24505" x="1778000" y="2501900"/>
          <p14:tracePt t="24539" x="1828800" y="2501900"/>
          <p14:tracePt t="24572" x="2146300" y="2495550"/>
          <p14:tracePt t="24605" x="2641600" y="2457450"/>
          <p14:tracePt t="24638" x="3035300" y="2400300"/>
          <p14:tracePt t="24666" x="3448050" y="2311400"/>
          <p14:tracePt t="24698" x="3638550" y="2247900"/>
          <p14:tracePt t="24731" x="3651250" y="2247900"/>
          <p14:tracePt t="24798" x="3638550" y="2254250"/>
          <p14:tracePt t="24831" x="3587750" y="2260600"/>
          <p14:tracePt t="24869" x="3505200" y="2273300"/>
          <p14:tracePt t="24899" x="3429000" y="2273300"/>
          <p14:tracePt t="24931" x="3390900" y="2279650"/>
          <p14:tracePt t="24964" x="3390900" y="2292350"/>
          <p14:tracePt t="24983" x="3409950" y="2298700"/>
          <p14:tracePt t="25014" x="3740150" y="2330450"/>
          <p14:tracePt t="25047" x="4013200" y="2349500"/>
          <p14:tracePt t="25080" x="4476750" y="2362200"/>
          <p14:tracePt t="25104" x="4591050" y="2362200"/>
          <p14:tracePt t="25121" x="4597400" y="2355850"/>
          <p14:tracePt t="25153" x="4603750" y="2355850"/>
          <p14:tracePt t="25181" x="4514850" y="2343150"/>
          <p14:tracePt t="25213" x="4375150" y="2336800"/>
          <p14:tracePt t="25246" x="3968750" y="2343150"/>
          <p14:tracePt t="25280" x="3670300" y="2368550"/>
          <p14:tracePt t="25312" x="3460750" y="2432050"/>
          <p14:tracePt t="25346" x="3390900" y="2444750"/>
          <p14:tracePt t="25369" x="3384550" y="2444750"/>
          <p14:tracePt t="25397" x="3416300" y="2438400"/>
          <p14:tracePt t="25429" x="3486150" y="2419350"/>
          <p14:tracePt t="25463" x="3575050" y="2400300"/>
          <p14:tracePt t="25495" x="3613150" y="2381250"/>
          <p14:tracePt t="25530" x="3619500" y="2374900"/>
          <p14:tracePt t="25578" x="3549650" y="2374900"/>
          <p14:tracePt t="25612" x="3441700" y="2368550"/>
          <p14:tracePt t="25645" x="3238500" y="2374900"/>
          <p14:tracePt t="25678" x="3136900" y="2374900"/>
          <p14:tracePt t="25711" x="3092450" y="2381250"/>
          <p14:tracePt t="25744" x="3073400" y="2374900"/>
          <p14:tracePt t="25794" x="3073400" y="2368550"/>
          <p14:tracePt t="25861" x="3054350" y="2368550"/>
          <p14:tracePt t="25894" x="2965450" y="2349500"/>
          <p14:tracePt t="25917" x="2832100" y="2324100"/>
          <p14:tracePt t="25951" x="2520950" y="2292350"/>
          <p14:tracePt t="25984" x="2305050" y="2286000"/>
          <p14:tracePt t="26002" x="2209800" y="2286000"/>
          <p14:tracePt t="26028" x="2159000" y="2298700"/>
          <p14:tracePt t="26060" x="2146300" y="2305050"/>
          <p14:tracePt t="26093" x="2139950" y="2311400"/>
          <p14:tracePt t="26126" x="2127250" y="2324100"/>
          <p14:tracePt t="26150" x="2127250" y="2330450"/>
          <p14:tracePt t="26248" x="2120900" y="2336800"/>
          <p14:tracePt t="26278" x="2101850" y="2349500"/>
          <p14:tracePt t="26326" x="2095500" y="2349500"/>
          <p14:tracePt t="26376" x="2082800" y="2330450"/>
          <p14:tracePt t="26414" x="2070100" y="2266950"/>
          <p14:tracePt t="26449" x="2032000" y="2139950"/>
          <p14:tracePt t="26483" x="1981200" y="2032000"/>
          <p14:tracePt t="26502" x="1955800" y="1981200"/>
          <p14:tracePt t="26528" x="1949450" y="1962150"/>
          <p14:tracePt t="26563" x="1930400" y="1955800"/>
          <p14:tracePt t="26593" x="1924050" y="1974850"/>
          <p14:tracePt t="26625" x="1911350" y="2000250"/>
          <p14:tracePt t="26649" x="1905000" y="2063750"/>
          <p14:tracePt t="26681" x="1892300" y="2184400"/>
          <p14:tracePt t="26715" x="1860550" y="2343150"/>
          <p14:tracePt t="26748" x="1797050" y="2565400"/>
          <p14:tracePt t="26782" x="1752600" y="2673350"/>
          <p14:tracePt t="26809" x="1720850" y="2711450"/>
          <p14:tracePt t="26841" x="1682750" y="2749550"/>
          <p14:tracePt t="26874" x="1670050" y="2768600"/>
          <p14:tracePt t="26907" x="1657350" y="2774950"/>
          <p14:tracePt t="26931" x="1651000" y="2781300"/>
          <p14:tracePt t="26995" x="1644650" y="2781300"/>
          <p14:tracePt t="27045" x="1625600" y="2787650"/>
          <p14:tracePt t="27075" x="1593850" y="2787650"/>
          <p14:tracePt t="27111" x="1524000" y="2794000"/>
          <p14:tracePt t="27141" x="1358900" y="2838450"/>
          <p14:tracePt t="27190" x="1136650" y="2889250"/>
          <p14:tracePt t="27228" x="1060450" y="2933700"/>
          <p14:tracePt t="27263" x="996950" y="2990850"/>
          <p14:tracePt t="27296" x="965200" y="3009900"/>
          <p14:tracePt t="27324" x="946150" y="3022600"/>
          <p14:tracePt t="27356" x="933450" y="3028950"/>
          <p14:tracePt t="27389" x="914400" y="3028950"/>
          <p14:tracePt t="27422" x="895350" y="3028950"/>
          <p14:tracePt t="27446" x="882650" y="3028950"/>
          <p14:tracePt t="27493" x="876300" y="3028950"/>
          <p14:tracePt t="27514" x="869950" y="3028950"/>
          <p14:tracePt t="27556" x="863600" y="3028950"/>
          <p14:tracePt t="27605" x="876300" y="3035300"/>
          <p14:tracePt t="27639" x="889000" y="3035300"/>
          <p14:tracePt t="27656" x="920750" y="3035300"/>
          <p14:tracePt t="27688" x="1060450" y="3041650"/>
          <p14:tracePt t="27706" x="1111250" y="3041650"/>
          <p14:tracePt t="27738" x="1346200" y="3048000"/>
          <p14:tracePt t="27776" x="1466850" y="3048000"/>
          <p14:tracePt t="27806" x="1524000" y="3054350"/>
          <p14:tracePt t="27837" x="1555750" y="3060700"/>
          <p14:tracePt t="27871" x="1562100" y="3060700"/>
          <p14:tracePt t="27904" x="1568450" y="3067050"/>
          <p14:tracePt t="28058" x="1562100" y="3067050"/>
          <p14:tracePt t="28983" x="1574800" y="3067050"/>
          <p14:tracePt t="29017" x="1587500" y="3060700"/>
          <p14:tracePt t="29083" x="1593850" y="3060700"/>
          <p14:tracePt t="29138" x="1593850" y="3067050"/>
          <p14:tracePt t="29173" x="1587500" y="3067050"/>
          <p14:tracePt t="29216" x="1581150" y="3067050"/>
          <p14:tracePt t="29249" x="1562100" y="3073400"/>
          <p14:tracePt t="29299" x="1473200" y="3073400"/>
          <p14:tracePt t="29322" x="1377950" y="3073400"/>
          <p14:tracePt t="29356" x="1187450" y="3054350"/>
          <p14:tracePt t="29389" x="958850" y="3016250"/>
          <p14:tracePt t="29432" x="876300" y="3003550"/>
          <p14:tracePt t="29455" x="857250" y="3003550"/>
          <p14:tracePt t="29571" x="882650" y="3003550"/>
          <p14:tracePt t="29605" x="952500" y="3003550"/>
          <p14:tracePt t="29638" x="1028700" y="3003550"/>
          <p14:tracePt t="29665" x="1187450" y="3003550"/>
          <p14:tracePt t="29697" x="1416050" y="3048000"/>
          <p14:tracePt t="29730" x="1504950" y="3060700"/>
          <p14:tracePt t="29763" x="1530350" y="3067050"/>
          <p14:tracePt t="29797" x="1543050" y="3073400"/>
          <p14:tracePt t="29918" x="1536700" y="3073400"/>
          <p14:tracePt t="29963" x="1530350" y="3079750"/>
          <p14:tracePt t="29996" x="1524000" y="3079750"/>
          <p14:tracePt t="30113" x="1530350" y="3073400"/>
          <p14:tracePt t="30162" x="1530350" y="3067050"/>
          <p14:tracePt t="30245" x="1530350" y="3060700"/>
          <p14:tracePt t="30683" x="1517650" y="2933700"/>
          <p14:tracePt t="30717" x="1511300" y="2863850"/>
          <p14:tracePt t="30746" x="1511300" y="2819400"/>
          <p14:tracePt t="30782" x="1517650" y="2781300"/>
          <p14:tracePt t="30812" x="1524000" y="2762250"/>
          <p14:tracePt t="30860" x="1530350" y="2743200"/>
          <p14:tracePt t="30884" x="1543050" y="2730500"/>
          <p14:tracePt t="31026" x="1543050" y="2743200"/>
          <p14:tracePt t="31060" x="1543050" y="2755900"/>
          <p14:tracePt t="31093" x="1543050" y="2781300"/>
          <p14:tracePt t="31126" x="1549400" y="2838450"/>
          <p14:tracePt t="31149" x="1562100" y="2889250"/>
          <p14:tracePt t="31182" x="1574800" y="2959100"/>
          <p14:tracePt t="31216" x="1574800" y="2971800"/>
          <p14:tracePt t="31264" x="1581150" y="2965450"/>
          <p14:tracePt t="31294" x="1587500" y="2946400"/>
          <p14:tracePt t="31325" x="1587500" y="2927350"/>
          <p14:tracePt t="31358" x="1587500" y="2895600"/>
          <p14:tracePt t="31382" x="1587500" y="2870200"/>
          <p14:tracePt t="31415" x="1581150" y="2863850"/>
          <p14:tracePt t="31448" x="1581150" y="2857500"/>
          <p14:tracePt t="31530" x="1555750" y="2857500"/>
          <p14:tracePt t="31559" x="1517650" y="2857500"/>
          <p14:tracePt t="31593" x="1422400" y="2857500"/>
          <p14:tracePt t="31624" x="1276350" y="2863850"/>
          <p14:tracePt t="31647" x="1162050" y="2863850"/>
          <p14:tracePt t="31681" x="958850" y="2863850"/>
          <p14:tracePt t="31716" x="825500" y="2863850"/>
          <p14:tracePt t="31747" x="666750" y="2863850"/>
          <p14:tracePt t="31780" x="596900" y="2863850"/>
          <p14:tracePt t="31814" x="520700" y="2857500"/>
          <p14:tracePt t="31842" x="450850" y="2851150"/>
          <p14:tracePt t="31874" x="387350" y="2851150"/>
          <p14:tracePt t="31897" x="355600" y="2851150"/>
          <p14:tracePt t="31930" x="330200" y="2851150"/>
          <p14:tracePt t="31963" x="323850" y="2851150"/>
          <p14:tracePt t="32094" x="330200" y="2857500"/>
          <p14:tracePt t="32124" x="349250" y="2863850"/>
          <p14:tracePt t="32156" x="361950" y="2863850"/>
          <p14:tracePt t="32179" x="381000" y="2863850"/>
          <p14:tracePt t="32212" x="514350" y="2889250"/>
          <p14:tracePt t="32245" x="711200" y="2914650"/>
          <p14:tracePt t="32279" x="939800" y="2933700"/>
          <p14:tracePt t="32312" x="1238250" y="2978150"/>
          <p14:tracePt t="32345" x="1384300" y="2990850"/>
          <p14:tracePt t="32373" x="1473200" y="3009900"/>
          <p14:tracePt t="32405" x="1498600" y="3016250"/>
          <p14:tracePt t="32438" x="1504950" y="3016250"/>
          <p14:tracePt t="32704" x="1517650" y="3016250"/>
          <p14:tracePt t="32760" x="1536700" y="3016250"/>
          <p14:tracePt t="32794" x="1593850" y="3016250"/>
          <p14:tracePt t="32827" x="1733550" y="3016250"/>
          <p14:tracePt t="32860" x="1981200" y="3028950"/>
          <p14:tracePt t="32888" x="2311400" y="3060700"/>
          <p14:tracePt t="32920" x="2698750" y="3111500"/>
          <p14:tracePt t="32938" x="2774950" y="3117850"/>
          <p14:tracePt t="32969" x="2889250" y="3143250"/>
          <p14:tracePt t="32993" x="2921000" y="3143250"/>
          <p14:tracePt t="33026" x="2927350" y="3136900"/>
          <p14:tracePt t="33059" x="2933700" y="3124200"/>
          <p14:tracePt t="34548" x="2933700" y="3098800"/>
          <p14:tracePt t="34571" x="2857500" y="3009900"/>
          <p14:tracePt t="34604" x="2749550" y="2895600"/>
          <p14:tracePt t="34637" x="2616200" y="2787650"/>
          <p14:tracePt t="34665" x="2489200" y="2692400"/>
          <p14:tracePt t="34697" x="2400300" y="2628900"/>
          <p14:tracePt t="34715" x="2381250" y="2616200"/>
          <p14:tracePt t="34747" x="2235200" y="2578100"/>
          <p14:tracePt t="34780" x="2139950" y="2559050"/>
          <p14:tracePt t="34813" x="1911350" y="2514600"/>
          <p14:tracePt t="34846" x="1809750" y="2495550"/>
          <p14:tracePt t="34880" x="1746250" y="2489200"/>
          <p14:tracePt t="34918" x="1733550" y="2489200"/>
          <p14:tracePt t="34948" x="1727200" y="2489200"/>
          <p14:tracePt t="34996" x="1746250" y="2489200"/>
          <p14:tracePt t="35029" x="1784350" y="2501900"/>
          <p14:tracePt t="35062" x="1892300" y="2540000"/>
          <p14:tracePt t="35095" x="2127250" y="2609850"/>
          <p14:tracePt t="35129" x="2501900" y="2660650"/>
          <p14:tracePt t="35162" x="2946400" y="2692400"/>
          <p14:tracePt t="35186" x="3073400" y="2692400"/>
          <p14:tracePt t="35213" x="3155950" y="2692400"/>
          <p14:tracePt t="35245" x="3175000" y="2692400"/>
          <p14:tracePt t="35361" x="3175000" y="2711450"/>
          <p14:tracePt t="37454" x="3155950" y="2794000"/>
          <p14:tracePt t="37487" x="3143250" y="2825750"/>
          <p14:tracePt t="37520" x="3124200" y="2901950"/>
          <p14:tracePt t="37554" x="3105150" y="2959100"/>
          <p14:tracePt t="37587" x="3067050" y="3028950"/>
          <p14:tracePt t="37605" x="3048000" y="3073400"/>
          <p14:tracePt t="37637" x="3022600" y="3155950"/>
          <p14:tracePt t="37655" x="3022600" y="3162300"/>
          <p14:tracePt t="37686" x="3016250" y="3194050"/>
          <p14:tracePt t="37720" x="3016250" y="3213100"/>
          <p14:tracePt t="37753" x="3016250" y="3219450"/>
          <p14:tracePt t="39121" x="3009900" y="3225800"/>
          <p14:tracePt t="39165" x="2933700" y="3257550"/>
          <p14:tracePt t="39198" x="2882900" y="3282950"/>
          <p14:tracePt t="39231" x="2787650" y="3314700"/>
          <p14:tracePt t="39250" x="2762250" y="3327400"/>
          <p14:tracePt t="39281" x="2667000" y="3359150"/>
          <p14:tracePt t="39314" x="2622550" y="3371850"/>
          <p14:tracePt t="39347" x="2565400" y="3378200"/>
          <p14:tracePt t="39381" x="2520950" y="3384550"/>
          <p14:tracePt t="39414" x="2501900" y="3384550"/>
          <p14:tracePt t="39447" x="2482850" y="3384550"/>
          <p14:tracePt t="39480" x="2470150" y="3384550"/>
          <p14:tracePt t="39530" x="2463800" y="3365500"/>
          <p14:tracePt t="39563" x="2425700" y="3327400"/>
          <p14:tracePt t="39597" x="2343150" y="3232150"/>
          <p14:tracePt t="39630" x="2184400" y="3054350"/>
          <p14:tracePt t="39665" x="1949450" y="2774950"/>
          <p14:tracePt t="39696" x="1828800" y="2609850"/>
          <p14:tracePt t="39730" x="1739900" y="2489200"/>
          <p14:tracePt t="39748" x="1727200" y="2476500"/>
          <p14:tracePt t="39780" x="1676400" y="2419350"/>
          <p14:tracePt t="39798" x="1663700" y="2406650"/>
          <p14:tracePt t="39829" x="1631950" y="2368550"/>
          <p14:tracePt t="39862" x="1606550" y="2343150"/>
          <p14:tracePt t="39886" x="1593850" y="2330450"/>
          <p14:tracePt t="39945" x="1587500" y="2330450"/>
          <p14:tracePt t="40095" x="1593850" y="2330450"/>
          <p14:tracePt t="40145" x="1606550" y="2324100"/>
          <p14:tracePt t="40184" x="1612900" y="2305050"/>
          <p14:tracePt t="40218" x="1638300" y="2247900"/>
          <p14:tracePt t="40246" x="1657350" y="2171700"/>
          <p14:tracePt t="40282" x="1682750" y="2089150"/>
          <p14:tracePt t="40313" x="1708150" y="2025650"/>
          <p14:tracePt t="40329" x="1720850" y="1987550"/>
          <p14:tracePt t="40351" x="1733550" y="1974850"/>
          <p14:tracePt t="40384" x="1752600" y="1949450"/>
          <p14:tracePt t="40417" x="1752600" y="1943100"/>
          <p14:tracePt t="40450" x="1765300" y="1930400"/>
          <p14:tracePt t="40484" x="1771650" y="1917700"/>
          <p14:tracePt t="40512" x="1778000" y="1905000"/>
          <p14:tracePt t="40560" x="1784350" y="1898650"/>
          <p14:tracePt t="40593" x="1790700" y="1898650"/>
          <p14:tracePt t="40616" x="1790700" y="1892300"/>
          <p14:tracePt t="40666" x="1790700" y="1885950"/>
          <p14:tracePt t="40875" x="1803400" y="1885950"/>
          <p14:tracePt t="40942" x="1809750" y="1892300"/>
          <p14:tracePt t="40960" x="1816100" y="1892300"/>
          <p14:tracePt t="40997" x="1841500" y="1892300"/>
          <p14:tracePt t="41027" x="1885950" y="1898650"/>
          <p14:tracePt t="41060" x="2241550" y="1936750"/>
          <p14:tracePt t="41091" x="2743200" y="1949450"/>
          <p14:tracePt t="41124" x="3219450" y="1943100"/>
          <p14:tracePt t="41143" x="3460750" y="1930400"/>
          <p14:tracePt t="41174" x="3670300" y="1911350"/>
          <p14:tracePt t="41208" x="3752850" y="1905000"/>
          <p14:tracePt t="41241" x="3771900" y="1905000"/>
          <p14:tracePt t="41324" x="3784600" y="1905000"/>
          <p14:tracePt t="41357" x="3803650" y="1905000"/>
          <p14:tracePt t="41390" x="3829050" y="1905000"/>
          <p14:tracePt t="41424" x="3892550" y="1911350"/>
          <p14:tracePt t="41457" x="4019550" y="1924050"/>
          <p14:tracePt t="41475" x="4191000" y="1930400"/>
          <p14:tracePt t="41512" x="4330700" y="1930400"/>
          <p14:tracePt t="41542" x="4457700" y="1924050"/>
          <p14:tracePt t="41574" x="4540250" y="1917700"/>
          <p14:tracePt t="41606" x="4591050" y="1911350"/>
          <p14:tracePt t="41639" x="4660900" y="1898650"/>
          <p14:tracePt t="41659" x="4692650" y="1892300"/>
          <p14:tracePt t="41680" x="4730750" y="1879600"/>
          <p14:tracePt t="41712" x="4787900" y="1879600"/>
          <p14:tracePt t="41746" x="4819650" y="1873250"/>
          <p14:tracePt t="41774" x="4864100" y="1873250"/>
          <p14:tracePt t="41811" x="4940300" y="1873250"/>
          <p14:tracePt t="41840" x="4991100" y="1873250"/>
          <p14:tracePt t="41872" x="5105400" y="1892300"/>
          <p14:tracePt t="41905" x="5162550" y="1898650"/>
          <p14:tracePt t="41938" x="5187950" y="1905000"/>
          <p14:tracePt t="41962" x="5194300" y="1905000"/>
          <p14:tracePt t="42027" x="5194300" y="1911350"/>
          <p14:tracePt t="42121" x="5194300" y="1905000"/>
          <p14:tracePt t="42437" x="5194300" y="1981200"/>
          <p14:tracePt t="42460" x="5194300" y="2032000"/>
          <p14:tracePt t="42494" x="5219700" y="2108200"/>
          <p14:tracePt t="42526" x="5232400" y="2146300"/>
          <p14:tracePt t="42560" x="5238750" y="2159000"/>
          <p14:tracePt t="42593" x="5226050" y="2171700"/>
          <p14:tracePt t="42621" x="5181600" y="2178050"/>
          <p14:tracePt t="42658" x="5035550" y="2165350"/>
          <p14:tracePt t="42688" x="4800600" y="2127250"/>
          <p14:tracePt t="42709" x="4629150" y="2076450"/>
          <p14:tracePt t="42743" x="4375150" y="2051050"/>
          <p14:tracePt t="42776" x="4051300" y="2019300"/>
          <p14:tracePt t="42809" x="3810000" y="2000250"/>
          <p14:tracePt t="42837" x="3536950" y="1981200"/>
          <p14:tracePt t="42873" x="3143250" y="1955800"/>
          <p14:tracePt t="42918" x="2832100" y="1911350"/>
          <p14:tracePt t="42952" x="2647950" y="1873250"/>
          <p14:tracePt t="42985" x="2495550" y="1854200"/>
          <p14:tracePt t="43003" x="2476500" y="1854200"/>
          <p14:tracePt t="43034" x="2425700" y="1847850"/>
          <p14:tracePt t="43073" x="2413000" y="1841500"/>
          <p14:tracePt t="43134" x="2406650" y="1841500"/>
          <p14:tracePt t="43168" x="2432050" y="1860550"/>
          <p14:tracePt t="43187" x="2470150" y="1885950"/>
          <p14:tracePt t="43217" x="2692400" y="1981200"/>
          <p14:tracePt t="43250" x="3098800" y="2152650"/>
          <p14:tracePt t="43284" x="3568700" y="2279650"/>
          <p14:tracePt t="43317" x="3956050" y="2362200"/>
          <p14:tracePt t="43341" x="4025900" y="2368550"/>
          <p14:tracePt t="43369" x="4070350" y="2368550"/>
          <p14:tracePt t="43433" x="4076700" y="2368550"/>
          <p14:tracePt t="43466" x="4133850" y="2343150"/>
          <p14:tracePt t="43500" x="4279900" y="2317750"/>
          <p14:tracePt t="43533" x="4591050" y="2254250"/>
          <p14:tracePt t="43557" x="4806950" y="2222500"/>
          <p14:tracePt t="43589" x="5181600" y="2171700"/>
          <p14:tracePt t="43623" x="5295900" y="2146300"/>
          <p14:tracePt t="43656" x="5334000" y="2133600"/>
          <p14:tracePt t="43684" x="5353050" y="2133600"/>
          <p14:tracePt t="43717" x="5365750" y="2133600"/>
          <p14:tracePt t="43765" x="5384800" y="2152650"/>
          <p14:tracePt t="43815" x="5384800" y="2159000"/>
          <p14:tracePt t="43970" x="5441950" y="2165350"/>
          <p14:tracePt t="44000" x="5600700" y="2171700"/>
          <p14:tracePt t="44022" x="5727700" y="2184400"/>
          <p14:tracePt t="44055" x="5886450" y="2190750"/>
          <p14:tracePt t="44088" x="5975350" y="2190750"/>
          <p14:tracePt t="44121" x="5988050" y="2190750"/>
          <p14:tracePt t="44171" x="5930900" y="2203450"/>
          <p14:tracePt t="44199" x="5810250" y="2209800"/>
          <p14:tracePt t="44231" x="5530850" y="2228850"/>
          <p14:tracePt t="44264" x="5410200" y="2228850"/>
          <p14:tracePt t="44297" x="5384800" y="2228850"/>
          <p14:tracePt t="44335" x="5429250" y="2228850"/>
          <p14:tracePt t="44370" x="5556250" y="2216150"/>
          <p14:tracePt t="44398" x="5676900" y="2203450"/>
          <p14:tracePt t="44435" x="5721350" y="2190750"/>
          <p14:tracePt t="44465" x="5727700" y="2190750"/>
          <p14:tracePt t="44530" x="5619750" y="2197100"/>
          <p14:tracePt t="44548" x="5562600" y="2203450"/>
          <p14:tracePt t="44579" x="5321300" y="2216150"/>
          <p14:tracePt t="44612" x="5238750" y="2222500"/>
          <p14:tracePt t="44662" x="5283200" y="2209800"/>
          <p14:tracePt t="44696" x="5518150" y="2178050"/>
          <p14:tracePt t="44715" x="5657850" y="2171700"/>
          <p14:tracePt t="44747" x="5778500" y="2159000"/>
          <p14:tracePt t="44764" x="5784850" y="2159000"/>
          <p14:tracePt t="44828" x="5791200" y="2152650"/>
          <p14:tracePt t="44862" x="5759450" y="2159000"/>
          <p14:tracePt t="44895" x="5721350" y="2165350"/>
          <p14:tracePt t="44928" x="5664200" y="2178050"/>
          <p14:tracePt t="44961" x="5600700" y="2197100"/>
          <p14:tracePt t="44995" x="5568950" y="2203450"/>
          <p14:tracePt t="45028" x="5549900" y="2203450"/>
          <p14:tracePt t="45061" x="5543550" y="2209800"/>
          <p14:tracePt t="45382" x="5289550" y="2228850"/>
          <p14:tracePt t="45417" x="4489450" y="2374900"/>
          <p14:tracePt t="45450" x="3917950" y="2533650"/>
          <p14:tracePt t="45478" x="3390900" y="2705100"/>
          <p14:tracePt t="45509" x="3041650" y="2844800"/>
          <p14:tracePt t="45543" x="2673350" y="2965450"/>
          <p14:tracePt t="45576" x="2470150" y="3022600"/>
          <p14:tracePt t="45609" x="2311400" y="3073400"/>
          <p14:tracePt t="45627" x="2298700" y="3086100"/>
          <p14:tracePt t="45649" x="2266950" y="3105150"/>
          <p14:tracePt t="45683" x="2254250" y="3136900"/>
          <p14:tracePt t="45716" x="2241550" y="3143250"/>
          <p14:tracePt t="45733" x="2241550" y="3149600"/>
          <p14:tracePt t="45765" x="2235200" y="3168650"/>
          <p14:tracePt t="45793" x="2222500" y="3194050"/>
          <p14:tracePt t="45825" x="2190750" y="3251200"/>
          <p14:tracePt t="45858" x="2152650" y="3314700"/>
          <p14:tracePt t="45892" x="2108200" y="3378200"/>
          <p14:tracePt t="45915" x="2089150" y="3390900"/>
          <p14:tracePt t="45948" x="2051050" y="3416300"/>
          <p14:tracePt t="45982" x="1981200" y="3441700"/>
          <p14:tracePt t="46014" x="1943100" y="3454400"/>
          <p14:tracePt t="46048" x="1885950" y="3467100"/>
          <p14:tracePt t="46076" x="1866900" y="3467100"/>
          <p14:tracePt t="46174" x="1892300" y="3467100"/>
          <p14:tracePt t="46212" x="1949450" y="3467100"/>
          <p14:tracePt t="46231" x="2006600" y="3460750"/>
          <p14:tracePt t="46261" x="2120900" y="3460750"/>
          <p14:tracePt t="46292" x="2209800" y="3460750"/>
          <p14:tracePt t="46323" x="2254250" y="3454400"/>
          <p14:tracePt t="46356" x="2273300" y="3448050"/>
          <p14:tracePt t="46423" x="2273300" y="3441700"/>
          <p14:tracePt t="46447" x="2273300" y="3429000"/>
          <p14:tracePt t="46506" x="2273300" y="3327400"/>
          <p14:tracePt t="46523" x="2273300" y="3149600"/>
          <p14:tracePt t="46557" x="2273300" y="2317750"/>
          <p14:tracePt t="46594" x="2127250" y="1181100"/>
          <p14:tracePt t="46638" x="1835150" y="349250"/>
          <p14:tracePt t="46672" x="1739900" y="120650"/>
          <p14:tracePt t="46695" x="1720850" y="82550"/>
          <p14:tracePt t="46728" x="1720850" y="76200"/>
          <p14:tracePt t="46821" x="1720850" y="82550"/>
          <p14:tracePt t="46854" x="1727200" y="95250"/>
          <p14:tracePt t="46893" x="1746250" y="114300"/>
          <p14:tracePt t="46912" x="1758950" y="139700"/>
          <p14:tracePt t="46944" x="1866900" y="279400"/>
          <p14:tracePt t="46977" x="2000250" y="400050"/>
          <p14:tracePt t="47011" x="2393950" y="692150"/>
          <p14:tracePt t="47044" x="2673350" y="895350"/>
          <p14:tracePt t="47072" x="2857500" y="1022350"/>
          <p14:tracePt t="47109" x="2933700" y="1073150"/>
          <p14:tracePt t="47138" x="2940050" y="1079500"/>
          <p14:tracePt t="47237" x="2933700" y="1073150"/>
          <p14:tracePt t="47261" x="2927350" y="1073150"/>
          <p14:tracePt t="47289" x="2901950" y="1079500"/>
          <p14:tracePt t="47321" x="2863850" y="1098550"/>
          <p14:tracePt t="47353" x="2813050" y="1117600"/>
          <p14:tracePt t="47386" x="2762250" y="1123950"/>
          <p14:tracePt t="47453" x="2819400" y="1117600"/>
          <p14:tracePt t="47486" x="3016250" y="1098550"/>
          <p14:tracePt t="47519" x="3257550" y="1073150"/>
          <p14:tracePt t="47557" x="3441700" y="1035050"/>
          <p14:tracePt t="47587" x="3530600" y="1003300"/>
          <p14:tracePt t="47619" x="3536950" y="996950"/>
          <p14:tracePt t="47652" x="3536950" y="990600"/>
          <p14:tracePt t="47685" x="3486150" y="1003300"/>
          <p14:tracePt t="47719" x="3340100" y="1066800"/>
          <p14:tracePt t="47752" x="2990850" y="1250950"/>
          <p14:tracePt t="47771" x="2914650" y="1314450"/>
          <p14:tracePt t="47803" x="2686050" y="1733550"/>
          <p14:tracePt t="47825" x="2635250" y="2044700"/>
          <p14:tracePt t="47858" x="2692400" y="2743200"/>
          <p14:tracePt t="47901" x="2768600" y="3048000"/>
          <p14:tracePt t="47934" x="2774950" y="3111500"/>
          <p14:tracePt t="47968" x="2774950" y="3130550"/>
          <p14:tracePt t="48018" x="2774950" y="3136900"/>
          <p14:tracePt t="48084" x="2749550" y="3155950"/>
          <p14:tracePt t="48107" x="2711450" y="3175000"/>
          <p14:tracePt t="48141" x="2635250" y="3232150"/>
          <p14:tracePt t="48169" x="2590800" y="3251200"/>
          <p14:tracePt t="48200" x="2559050" y="3276600"/>
          <p14:tracePt t="48233" x="2559050" y="3289300"/>
          <p14:tracePt t="48267" x="2565400" y="3289300"/>
          <p14:tracePt t="48290" x="2590800" y="3289300"/>
          <p14:tracePt t="48323" x="2711450" y="3282950"/>
          <p14:tracePt t="48358" x="2914650" y="3282950"/>
          <p14:tracePt t="48390" x="3175000" y="3295650"/>
          <p14:tracePt t="48407" x="3213100" y="3295650"/>
          <p14:tracePt t="48439" x="3282950" y="3302000"/>
          <p14:tracePt t="48532" x="3270250" y="3295650"/>
          <p14:tracePt t="48556" x="3257550" y="3295650"/>
          <p14:tracePt t="48589" x="3213100" y="3295650"/>
          <p14:tracePt t="48622" x="2997200" y="3302000"/>
          <p14:tracePt t="48651" x="2768600" y="3302000"/>
          <p14:tracePt t="48687" x="2571750" y="3302000"/>
          <p14:tracePt t="48717" x="2463800" y="3302000"/>
          <p14:tracePt t="48749" x="2425700" y="3302000"/>
          <p14:tracePt t="48799" x="2457450" y="3302000"/>
          <p14:tracePt t="48822" x="2489200" y="3302000"/>
          <p14:tracePt t="48855" x="2578100" y="3314700"/>
          <p14:tracePt t="48883" x="2717800" y="3352800"/>
          <p14:tracePt t="48919" x="2921000" y="3359150"/>
          <p14:tracePt t="48949" x="3105150" y="3371850"/>
          <p14:tracePt t="48981" x="3168650" y="3371850"/>
          <p14:tracePt t="49097" x="3155950" y="3371850"/>
          <p14:tracePt t="49147" x="3149600" y="3371850"/>
          <p14:tracePt t="49386" x="3060700" y="3390900"/>
          <p14:tracePt t="49414" x="2819400" y="3467100"/>
          <p14:tracePt t="49451" x="2482850" y="3568700"/>
          <p14:tracePt t="49481" x="2266950" y="3638550"/>
          <p14:tracePt t="49512" x="2114550" y="3695700"/>
          <p14:tracePt t="49546" x="2032000" y="3708400"/>
          <p14:tracePt t="49579" x="1987550" y="3714750"/>
          <p14:tracePt t="49602" x="1962150" y="3714750"/>
          <p14:tracePt t="49636" x="1936750" y="3714750"/>
          <p14:tracePt t="49669" x="1924050" y="3714750"/>
          <p14:tracePt t="49697" x="1917700" y="3708400"/>
          <p14:tracePt t="49761" x="1905000" y="3708400"/>
          <p14:tracePt t="49796" x="1898650" y="3702050"/>
          <p14:tracePt t="49845" x="1898650" y="3695700"/>
          <p14:tracePt t="49966" x="1898650" y="3683000"/>
          <p14:tracePt t="50464" x="1955800" y="3644900"/>
          <p14:tracePt t="50499" x="2057400" y="3594100"/>
          <p14:tracePt t="50532" x="2101850" y="3568700"/>
          <p14:tracePt t="50560" x="2114550" y="3562350"/>
          <p14:tracePt t="50609" x="2095500" y="3568700"/>
          <p14:tracePt t="50632" x="2076450" y="3575050"/>
          <p14:tracePt t="50665" x="2032000" y="3575050"/>
          <p14:tracePt t="50699" x="1949450" y="3587750"/>
          <p14:tracePt t="50731" x="1905000" y="3600450"/>
          <p14:tracePt t="50766" x="1879600" y="3606800"/>
          <p14:tracePt t="50798" x="1873250" y="3606800"/>
          <p14:tracePt t="50816" x="1866900" y="3613150"/>
          <p14:tracePt t="50891" x="1866900" y="3625850"/>
          <p14:tracePt t="50929" x="1873250" y="3625850"/>
          <p14:tracePt t="50964" x="1898650" y="3638550"/>
          <p14:tracePt t="50997" x="1930400" y="3644900"/>
          <p14:tracePt t="51030" x="2012950" y="3657600"/>
          <p14:tracePt t="51064" x="2070100" y="3657600"/>
          <p14:tracePt t="51092" x="2082800" y="3663950"/>
          <p14:tracePt t="51605" x="2095500" y="3644900"/>
          <p14:tracePt t="51638" x="2114550" y="3625850"/>
          <p14:tracePt t="51672" x="2165350" y="3568700"/>
          <p14:tracePt t="51705" x="2222500" y="3536950"/>
          <p14:tracePt t="51738" x="2260600" y="3511550"/>
          <p14:tracePt t="51771" x="2292350" y="3473450"/>
          <p14:tracePt t="51804" x="2305050" y="3467100"/>
          <p14:tracePt t="51838" x="2311400" y="3454400"/>
          <p14:tracePt t="51887" x="2311400" y="3441700"/>
          <p14:tracePt t="51937" x="2311400" y="3435350"/>
          <p14:tracePt t="51970" x="2311400" y="3429000"/>
          <p14:tracePt t="51994" x="2311400" y="3422650"/>
          <p14:tracePt t="52027" x="2317750" y="3409950"/>
          <p14:tracePt t="52060" x="2317750" y="3397250"/>
          <p14:tracePt t="52088" x="2324100" y="3390900"/>
          <p14:tracePt t="52125" x="2336800" y="3321050"/>
          <p14:tracePt t="52155" x="2349500" y="3238500"/>
          <p14:tracePt t="52171" x="2349500" y="3206750"/>
          <p14:tracePt t="52203" x="2362200" y="3130550"/>
          <p14:tracePt t="52236" x="2362200" y="3092450"/>
          <p14:tracePt t="52274" x="2362200" y="3086100"/>
          <p14:tracePt t="52352" x="2362200" y="3073400"/>
          <p14:tracePt t="52385" x="2368550" y="3067050"/>
          <p14:tracePt t="52419" x="2381250" y="3028950"/>
          <p14:tracePt t="52452" x="2381250" y="2959100"/>
          <p14:tracePt t="52485" x="2381250" y="2863850"/>
          <p14:tracePt t="52504" x="2381250" y="2844800"/>
          <p14:tracePt t="52530" x="2381250" y="2813050"/>
          <p14:tracePt t="52568" x="2374900" y="2806700"/>
          <p14:tracePt t="52651" x="2374900" y="2819400"/>
          <p14:tracePt t="52701" x="2374900" y="2838450"/>
          <p14:tracePt t="52734" x="2381250" y="2908300"/>
          <p14:tracePt t="52768" x="2406650" y="3098800"/>
          <p14:tracePt t="52801" x="2432050" y="3244850"/>
          <p14:tracePt t="52824" x="2444750" y="3340100"/>
          <p14:tracePt t="52858" x="2451100" y="3378200"/>
          <p14:tracePt t="52934" x="2457450" y="3378200"/>
          <p14:tracePt t="52967" x="2476500" y="3340100"/>
          <p14:tracePt t="53000" x="2482850" y="3302000"/>
          <p14:tracePt t="53034" x="2508250" y="3117850"/>
          <p14:tracePt t="53057" x="2508250" y="2965450"/>
          <p14:tracePt t="53090" x="2489200" y="2755900"/>
          <p14:tracePt t="53123" x="2451100" y="2609850"/>
          <p14:tracePt t="53156" x="2432050" y="2546350"/>
          <p14:tracePt t="53184" x="2419350" y="2527300"/>
          <p14:tracePt t="53216" x="2413000" y="2520950"/>
          <p14:tracePt t="53266" x="2406650" y="2520950"/>
          <p14:tracePt t="53339" x="2400300" y="2527300"/>
          <p14:tracePt t="53372" x="2400300" y="2533650"/>
          <p14:tracePt t="53406" x="2387600" y="2540000"/>
          <p14:tracePt t="53434" x="2374900" y="2540000"/>
          <p14:tracePt t="53465" x="2349500" y="2552700"/>
          <p14:tracePt t="53499" x="2273300" y="2578100"/>
          <p14:tracePt t="53532" x="2209800" y="2597150"/>
          <p14:tracePt t="53571" x="2159000" y="2609850"/>
          <p14:tracePt t="53605" x="2152650" y="2609850"/>
          <p14:tracePt t="53633" x="2171700" y="2597150"/>
          <p14:tracePt t="53670" x="2209800" y="2565400"/>
          <p14:tracePt t="53699" x="2247900" y="2533650"/>
          <p14:tracePt t="53731" x="2317750" y="2425700"/>
          <p14:tracePt t="53764" x="2349500" y="2336800"/>
          <p14:tracePt t="53797" x="2387600" y="2222500"/>
          <p14:tracePt t="53821" x="2451100" y="2089150"/>
          <p14:tracePt t="53854" x="2533650" y="1924050"/>
          <p14:tracePt t="53887" x="2609850" y="1778000"/>
          <p14:tracePt t="53916" x="2654300" y="1708150"/>
          <p14:tracePt t="53947" x="2667000" y="1689100"/>
          <p14:tracePt t="54030" x="2667000" y="1701800"/>
          <p14:tracePt t="54063" x="2654300" y="1727200"/>
          <p14:tracePt t="54096" x="2641600" y="1752600"/>
          <p14:tracePt t="54120" x="2628900" y="1784350"/>
          <p14:tracePt t="54148" x="2578100" y="1892300"/>
          <p14:tracePt t="54180" x="2489200" y="2139950"/>
          <p14:tracePt t="54213" x="2438400" y="2273300"/>
          <p14:tracePt t="54246" x="2355850" y="2508250"/>
          <p14:tracePt t="54279" x="2305050" y="2635250"/>
          <p14:tracePt t="54312" x="2286000" y="2686050"/>
          <p14:tracePt t="54345" x="2286000" y="2698750"/>
          <p14:tracePt t="54561" x="2286000" y="2711450"/>
          <p14:tracePt t="54595" x="2292350" y="2755900"/>
          <p14:tracePt t="54628" x="2317750" y="2844800"/>
          <p14:tracePt t="54661" x="2393950" y="2990850"/>
          <p14:tracePt t="54694" x="2482850" y="3111500"/>
          <p14:tracePt t="54728" x="2546350" y="3168650"/>
          <p14:tracePt t="54761" x="2571750" y="3181350"/>
          <p14:tracePt t="54794" x="2597150" y="3194050"/>
          <p14:tracePt t="54827" x="2597150" y="3200400"/>
          <p14:tracePt t="54846" x="2603500" y="3200400"/>
          <p14:tracePt t="54894" x="2603500" y="3206750"/>
          <p14:tracePt t="54927" x="2622550" y="3213100"/>
          <p14:tracePt t="54961" x="2679700" y="3225800"/>
          <p14:tracePt t="54993" x="2781300" y="3251200"/>
          <p14:tracePt t="55026" x="2870200" y="3263900"/>
          <p14:tracePt t="55061" x="3009900" y="3282950"/>
          <p14:tracePt t="55093" x="3098800" y="3308350"/>
          <p14:tracePt t="55126" x="3136900" y="3314700"/>
          <p14:tracePt t="55209" x="3086100" y="3302000"/>
          <p14:tracePt t="55248" x="2952750" y="3302000"/>
          <p14:tracePt t="55277" x="2819400" y="3302000"/>
          <p14:tracePt t="55308" x="2749550" y="3308350"/>
          <p14:tracePt t="55342" x="2730500" y="3314700"/>
          <p14:tracePt t="55393" x="2768600" y="3321050"/>
          <p14:tracePt t="55425" x="2895600" y="3340100"/>
          <p14:tracePt t="55448" x="3022600" y="3359150"/>
          <p14:tracePt t="55482" x="3219450" y="3378200"/>
          <p14:tracePt t="55515" x="3302000" y="3384550"/>
          <p14:tracePt t="55548" x="3308350" y="3384550"/>
          <p14:tracePt t="55648" x="3308350" y="3371850"/>
          <p14:tracePt t="55681" x="3308350" y="3365500"/>
          <p14:tracePt t="56106" x="3155950" y="3486150"/>
          <p14:tracePt t="56139" x="2927350" y="3638550"/>
          <p14:tracePt t="56172" x="2781300" y="3740150"/>
          <p14:tracePt t="56206" x="2692400" y="3797300"/>
          <p14:tracePt t="56239" x="2616200" y="3854450"/>
          <p14:tracePt t="56272" x="2584450" y="3879850"/>
          <p14:tracePt t="56306" x="2546350" y="3911600"/>
          <p14:tracePt t="57186" x="2438400" y="3835400"/>
          <p14:tracePt t="57219" x="2387600" y="3759200"/>
          <p14:tracePt t="57252" x="2324100" y="3663950"/>
          <p14:tracePt t="57285" x="2279650" y="3581400"/>
          <p14:tracePt t="57324" x="2216150" y="3479800"/>
          <p14:tracePt t="57353" x="2184400" y="3403600"/>
          <p14:tracePt t="57371" x="2159000" y="3346450"/>
          <p14:tracePt t="57403" x="2127250" y="3282950"/>
          <p14:tracePt t="57435" x="2101850" y="3219450"/>
          <p14:tracePt t="57468" x="2063750" y="3155950"/>
          <p14:tracePt t="57486" x="2044700" y="3136900"/>
          <p14:tracePt t="57518" x="2006600" y="3079750"/>
          <p14:tracePt t="57551" x="1949450" y="3016250"/>
          <p14:tracePt t="57569" x="1905000" y="2946400"/>
          <p14:tracePt t="57601" x="1860550" y="2876550"/>
          <p14:tracePt t="57634" x="1803400" y="2800350"/>
          <p14:tracePt t="57667" x="1771650" y="2762250"/>
          <p14:tracePt t="57701" x="1765300" y="2755900"/>
          <p14:tracePt t="57767" x="1758950" y="2755900"/>
          <p14:tracePt t="57867" x="1771650" y="2774950"/>
          <p14:tracePt t="57891" x="1784350" y="2794000"/>
          <p14:tracePt t="57933" x="1892300" y="2933700"/>
          <p14:tracePt t="57966" x="2082800" y="3206750"/>
          <p14:tracePt t="57999" x="2305050" y="3562350"/>
          <p14:tracePt t="58033" x="2546350" y="3924300"/>
          <p14:tracePt t="58056" x="2609850" y="4025900"/>
          <p14:tracePt t="58090" x="2660650" y="4089400"/>
          <p14:tracePt t="58122" x="2667000" y="4095750"/>
          <p14:tracePt t="58171" x="2673350" y="4114800"/>
          <p14:tracePt t="59877" x="2597150" y="4108450"/>
          <p14:tracePt t="59900" x="2514600" y="4108450"/>
          <p14:tracePt t="59933" x="2381250" y="4102100"/>
          <p14:tracePt t="59961" x="2292350" y="4102100"/>
          <p14:tracePt t="59993" x="2222500" y="4095750"/>
          <p14:tracePt t="60026" x="2159000" y="4083050"/>
          <p14:tracePt t="60059" x="2051050" y="4044950"/>
          <p14:tracePt t="60092" x="1981200" y="4019550"/>
          <p14:tracePt t="60125" x="1917700" y="4006850"/>
          <p14:tracePt t="60159" x="1860550" y="3994150"/>
          <p14:tracePt t="60192" x="1841500" y="3994150"/>
          <p14:tracePt t="60308" x="1866900" y="3994150"/>
          <p14:tracePt t="60342" x="1917700" y="3994150"/>
          <p14:tracePt t="60375" x="2038350" y="4019550"/>
          <p14:tracePt t="60408" x="2368550" y="4076700"/>
          <p14:tracePt t="60426" x="2444750" y="4095750"/>
          <p14:tracePt t="60459" x="2654300" y="4133850"/>
          <p14:tracePt t="60481" x="2787650" y="4146550"/>
          <p14:tracePt t="60514" x="2857500" y="4152900"/>
          <p14:tracePt t="60543" x="2921000" y="4152900"/>
          <p14:tracePt t="60574" x="2971800" y="4152900"/>
          <p14:tracePt t="60607" x="3016250" y="4152900"/>
          <p14:tracePt t="60640" x="3079750" y="4152900"/>
          <p14:tracePt t="60674" x="3130550" y="4152900"/>
          <p14:tracePt t="60697" x="3181350" y="4152900"/>
          <p14:tracePt t="60730" x="3232150" y="4152900"/>
          <p14:tracePt t="60764" x="3251200" y="4152900"/>
          <p14:tracePt t="60806" x="3257550" y="4152900"/>
          <p14:tracePt t="61321" x="3257550" y="4178300"/>
          <p14:tracePt t="61355" x="3302000" y="4241800"/>
          <p14:tracePt t="61388" x="3365500" y="4286250"/>
          <p14:tracePt t="61421" x="3606800" y="4356100"/>
          <p14:tracePt t="61440" x="3810000" y="4368800"/>
          <p14:tracePt t="61472" x="4108450" y="4356100"/>
          <p14:tracePt t="61489" x="4184650" y="4343400"/>
          <p14:tracePt t="61511" x="4305300" y="4324350"/>
          <p14:tracePt t="61544" x="4445000" y="4298950"/>
          <p14:tracePt t="61572" x="4483100" y="4292600"/>
          <p14:tracePt t="61604" x="4502150" y="4286250"/>
          <p14:tracePt t="61637" x="4533900" y="4279900"/>
          <p14:tracePt t="61670" x="4572000" y="4273550"/>
          <p14:tracePt t="61703" x="4648200" y="4267200"/>
          <p14:tracePt t="61736" x="4768850" y="4260850"/>
          <p14:tracePt t="61770" x="4946650" y="4260850"/>
          <p14:tracePt t="61803" x="5048250" y="4260850"/>
          <p14:tracePt t="61836" x="5143500" y="4267200"/>
          <p14:tracePt t="61870" x="5302250" y="4286250"/>
          <p14:tracePt t="61903" x="5422900" y="4292600"/>
          <p14:tracePt t="61936" x="5556250" y="4292600"/>
          <p14:tracePt t="61969" x="5626100" y="4298950"/>
          <p14:tracePt t="62002" x="5702300" y="4298950"/>
          <p14:tracePt t="62036" x="5816600" y="4305300"/>
          <p14:tracePt t="62075" x="5886450" y="4305300"/>
          <p14:tracePt t="62104" x="5949950" y="4305300"/>
          <p14:tracePt t="62135" x="6007100" y="4305300"/>
          <p14:tracePt t="62169" x="6076950" y="4305300"/>
          <p14:tracePt t="62202" x="6121400" y="4305300"/>
          <p14:tracePt t="62235" x="6203950" y="4311650"/>
          <p14:tracePt t="62258" x="6299200" y="4324350"/>
          <p14:tracePt t="62291" x="6457950" y="4343400"/>
          <p14:tracePt t="62320" x="6654800" y="4368800"/>
          <p14:tracePt t="62356" x="6800850" y="4394200"/>
          <p14:tracePt t="62386" x="6896100" y="4413250"/>
          <p14:tracePt t="62418" x="6921500" y="4413250"/>
          <p14:tracePt t="62501" x="6927850" y="4419600"/>
          <p14:tracePt t="64461" x="6832600" y="4419600"/>
          <p14:tracePt t="64495" x="6515100" y="4419600"/>
          <p14:tracePt t="64527" x="6299200" y="4451350"/>
          <p14:tracePt t="64560" x="5765800" y="4521200"/>
          <p14:tracePt t="64593" x="5346700" y="4527550"/>
          <p14:tracePt t="64627" x="4794250" y="4572000"/>
          <p14:tracePt t="64660" x="4425950" y="4603750"/>
          <p14:tracePt t="64698" x="4070350" y="4635500"/>
          <p14:tracePt t="64728" x="3867150" y="4635500"/>
          <p14:tracePt t="64760" x="3644900" y="4654550"/>
          <p14:tracePt t="64793" x="3448050" y="4654550"/>
          <p14:tracePt t="64826" x="3168650" y="4667250"/>
          <p14:tracePt t="64859" x="2921000" y="4686300"/>
          <p14:tracePt t="64892" x="2813050" y="4724400"/>
          <p14:tracePt t="64925" x="2825750" y="4692650"/>
          <p14:tracePt t="65274" x="2686050" y="4718050"/>
          <p14:tracePt t="65308" x="2368550" y="4775200"/>
          <p14:tracePt t="65341" x="2209800" y="4813300"/>
          <p14:tracePt t="65374" x="2120900" y="4832350"/>
          <p14:tracePt t="65407" x="2044700" y="4857750"/>
          <p14:tracePt t="65441" x="1993900" y="4876800"/>
          <p14:tracePt t="65464" x="1968500" y="4889500"/>
          <p14:tracePt t="65482" x="1955800" y="4895850"/>
          <p14:tracePt t="65509" x="1917700" y="4902200"/>
          <p14:tracePt t="65545" x="1892300" y="4908550"/>
          <p14:tracePt t="65575" x="1885950" y="4908550"/>
          <p14:tracePt t="65607" x="1873250" y="4914900"/>
          <p14:tracePt t="65728" x="1898650" y="4914900"/>
          <p14:tracePt t="65778" x="1949450" y="4889500"/>
          <p14:tracePt t="65808" x="2095500" y="4883150"/>
          <p14:tracePt t="65839" x="2374900" y="4889500"/>
          <p14:tracePt t="65872" x="2571750" y="4895850"/>
          <p14:tracePt t="65906" x="2679700" y="4908550"/>
          <p14:tracePt t="65939" x="2724150" y="4914900"/>
          <p14:tracePt t="65977" x="2730500" y="4914900"/>
          <p14:tracePt t="66028" x="2736850" y="4921250"/>
          <p14:tracePt t="66077" x="2743200" y="4921250"/>
          <p14:tracePt t="66107" x="2755900" y="4921250"/>
          <p14:tracePt t="66138" x="2781300" y="4921250"/>
          <p14:tracePt t="66171" x="2870200" y="4921250"/>
          <p14:tracePt t="66195" x="2971800" y="4914900"/>
          <p14:tracePt t="66228" x="3105150" y="4902200"/>
          <p14:tracePt t="66261" x="3206750" y="4889500"/>
          <p14:tracePt t="66295" x="3270250" y="4883150"/>
          <p14:tracePt t="66311" x="3270250" y="4876800"/>
          <p14:tracePt t="66339" x="3282950" y="4876800"/>
          <p14:tracePt t="66370" x="3295650" y="4870450"/>
          <p14:tracePt t="66542" x="3295650" y="4876800"/>
          <p14:tracePt t="67450" x="3244850" y="4927600"/>
          <p14:tracePt t="67483" x="3155950" y="5010150"/>
          <p14:tracePt t="67503" x="3079750" y="5080000"/>
          <p14:tracePt t="67535" x="3035300" y="5111750"/>
          <p14:tracePt t="67567" x="2940050" y="5175250"/>
          <p14:tracePt t="67590" x="2889250" y="5213350"/>
          <p14:tracePt t="67623" x="2825750" y="5238750"/>
          <p14:tracePt t="67656" x="2787650" y="5257800"/>
          <p14:tracePt t="67685" x="2768600" y="5257800"/>
          <p14:tracePt t="67732" x="2768600" y="5264150"/>
          <p14:tracePt t="68878" x="2768600" y="5168900"/>
          <p14:tracePt t="68902" x="2768600" y="5003800"/>
          <p14:tracePt t="68919" x="2768600" y="4927600"/>
          <p14:tracePt t="68947" x="2768600" y="4660900"/>
          <p14:tracePt t="68978" x="2768600" y="4305300"/>
          <p14:tracePt t="69012" x="2781300" y="3924300"/>
          <p14:tracePt t="69045" x="2774950" y="3714750"/>
          <p14:tracePt t="69078" x="2717800" y="3416300"/>
          <p14:tracePt t="69096" x="2698750" y="3333750"/>
          <p14:tracePt t="69128" x="2635250" y="3111500"/>
          <p14:tracePt t="69161" x="2578100" y="2889250"/>
          <p14:tracePt t="69194" x="2540000" y="2781300"/>
          <p14:tracePt t="69227" x="2508250" y="2667000"/>
          <p14:tracePt t="69261" x="2495550" y="2552700"/>
          <p14:tracePt t="69294" x="2495550" y="2470150"/>
          <p14:tracePt t="69327" x="2495550" y="2451100"/>
          <p14:tracePt t="69393" x="2495550" y="2444750"/>
          <p14:tracePt t="69460" x="2489200" y="2451100"/>
          <p14:tracePt t="69498" x="2457450" y="2470150"/>
          <p14:tracePt t="69528" x="2406650" y="2482850"/>
          <p14:tracePt t="69561" x="2317750" y="2520950"/>
          <p14:tracePt t="69593" x="2171700" y="2571750"/>
          <p14:tracePt t="69626" x="2063750" y="2628900"/>
          <p14:tracePt t="69650" x="2019300" y="2667000"/>
          <p14:tracePt t="69683" x="1968500" y="2692400"/>
          <p14:tracePt t="69716" x="1962150" y="2698750"/>
          <p14:tracePt t="69749" x="1955800" y="2698750"/>
          <p14:tracePt t="69797" x="1949450" y="2705100"/>
          <p14:tracePt t="69875" x="1955800" y="2705100"/>
          <p14:tracePt t="69899" x="1968500" y="2705100"/>
          <p14:tracePt t="69932" x="2000250" y="2705100"/>
          <p14:tracePt t="69965" x="2095500" y="2698750"/>
          <p14:tracePt t="69998" x="2305050" y="2686050"/>
          <p14:tracePt t="70016" x="2381250" y="2686050"/>
          <p14:tracePt t="70043" x="2520950" y="2686050"/>
          <p14:tracePt t="70074" x="2654300" y="2679700"/>
          <p14:tracePt t="70108" x="2705100" y="2679700"/>
          <p14:tracePt t="70132" x="2717800" y="2679700"/>
          <p14:tracePt t="70312" x="2711450" y="2679700"/>
          <p14:tracePt t="70342" x="2711450" y="2686050"/>
          <p14:tracePt t="70373" x="2724150" y="2686050"/>
          <p14:tracePt t="70407" x="2736850" y="2692400"/>
          <p14:tracePt t="70462" x="2794000" y="2692400"/>
          <p14:tracePt t="70480" x="2813050" y="2692400"/>
          <p14:tracePt t="70508" x="2870200" y="2679700"/>
          <p14:tracePt t="70526" x="2927350" y="2673350"/>
          <p14:tracePt t="70558" x="2965450" y="2660650"/>
          <p14:tracePt t="70589" x="2990850" y="2647950"/>
          <p14:tracePt t="70623" x="2997200" y="2647950"/>
          <p14:tracePt t="70672" x="3003550" y="2647950"/>
          <p14:tracePt t="70705" x="3009900" y="2647950"/>
          <p14:tracePt t="70744" x="3016250" y="2647950"/>
          <p14:tracePt t="70794" x="3035300" y="2647950"/>
          <p14:tracePt t="70843" x="3086100" y="2647950"/>
          <p14:tracePt t="70873" x="3213100" y="2647950"/>
          <p14:tracePt t="70905" x="3441700" y="2635250"/>
          <p14:tracePt t="70938" x="3587750" y="2628900"/>
          <p14:tracePt t="70971" x="3752850" y="2609850"/>
          <p14:tracePt t="71010" x="3835400" y="2603500"/>
          <p14:tracePt t="71040" x="3860800" y="2603500"/>
          <p14:tracePt t="71071" x="3867150" y="2603500"/>
          <p14:tracePt t="71154" x="3860800" y="2603500"/>
          <p14:tracePt t="71204" x="3841750" y="2603500"/>
          <p14:tracePt t="71237" x="3740150" y="2647950"/>
          <p14:tracePt t="71270" x="3397250" y="2755900"/>
          <p14:tracePt t="71303" x="3124200" y="2819400"/>
          <p14:tracePt t="71337" x="2851150" y="2889250"/>
          <p14:tracePt t="71370" x="2559050" y="2952750"/>
          <p14:tracePt t="71403" x="2387600" y="2952750"/>
          <p14:tracePt t="71436" x="2292350" y="2952750"/>
          <p14:tracePt t="71469" x="2197100" y="2946400"/>
          <p14:tracePt t="71503" x="2127250" y="2946400"/>
          <p14:tracePt t="71527" x="2076450" y="2965450"/>
          <p14:tracePt t="71544" x="2025650" y="2971800"/>
          <p14:tracePt t="71576" x="1955800" y="2990850"/>
          <p14:tracePt t="71610" x="1860550" y="3009900"/>
          <p14:tracePt t="71643" x="1809750" y="3035300"/>
          <p14:tracePt t="71671" x="1746250" y="3048000"/>
          <p14:tracePt t="71702" x="1682750" y="3067050"/>
          <p14:tracePt t="71735" x="1631950" y="3079750"/>
          <p14:tracePt t="71769" x="1593850" y="3092450"/>
          <p14:tracePt t="71802" x="1581150" y="3092450"/>
          <p14:tracePt t="71835" x="1574800" y="3098800"/>
          <p14:tracePt t="71885" x="1568450" y="3098800"/>
          <p14:tracePt t="71918" x="1562100" y="3105150"/>
          <p14:tracePt t="72001" x="1555750" y="3111500"/>
          <p14:tracePt t="72051" x="1568450" y="3136900"/>
          <p14:tracePt t="72086" x="1587500" y="3213100"/>
          <p14:tracePt t="72117" x="1670050" y="3422650"/>
          <p14:tracePt t="72150" x="1803400" y="3765550"/>
          <p14:tracePt t="72184" x="1974850" y="4197350"/>
          <p14:tracePt t="72217" x="2070100" y="4400550"/>
          <p14:tracePt t="72250" x="2101850" y="4495800"/>
          <p14:tracePt t="72283" x="2120900" y="4533900"/>
          <p14:tracePt t="72333" x="2152650" y="4546600"/>
          <p14:tracePt t="72357" x="2197100" y="4527550"/>
          <p14:tracePt t="72384" x="2311400" y="4476750"/>
          <p14:tracePt t="72416" x="2527300" y="4318000"/>
          <p14:tracePt t="72449" x="2755900" y="4057650"/>
          <p14:tracePt t="72482" x="2946400" y="3632200"/>
          <p14:tracePt t="72516" x="3124200" y="3117850"/>
          <p14:tracePt t="72549" x="3232150" y="2743200"/>
          <p14:tracePt t="72568" x="3276600" y="2647950"/>
          <p14:tracePt t="72600" x="3359150" y="2457450"/>
          <p14:tracePt t="72622" x="3422650" y="2387600"/>
          <p14:tracePt t="72650" x="3460750" y="2349500"/>
          <p14:tracePt t="72682" x="3543300" y="2311400"/>
          <p14:tracePt t="72715" x="3638550" y="2286000"/>
          <p14:tracePt t="72749" x="3727450" y="2254250"/>
          <p14:tracePt t="72782" x="3854450" y="2216150"/>
          <p14:tracePt t="72815" x="3987800" y="2190750"/>
          <p14:tracePt t="72833" x="4013200" y="2184400"/>
          <p14:tracePt t="72855" x="4076700" y="2165350"/>
          <p14:tracePt t="72888" x="4210050" y="2120900"/>
          <p14:tracePt t="72921" x="4305300" y="2057400"/>
          <p14:tracePt t="72955" x="4368800" y="2019300"/>
          <p14:tracePt t="72983" x="4387850" y="1993900"/>
          <p14:tracePt t="73031" x="4381500" y="1981200"/>
          <p14:tracePt t="73055" x="4197350" y="1949450"/>
          <p14:tracePt t="73072" x="4083050" y="1936750"/>
          <p14:tracePt t="73104" x="3651250" y="1892300"/>
          <p14:tracePt t="73137" x="3536950" y="1885950"/>
          <p14:tracePt t="73170" x="3486150" y="1885950"/>
          <p14:tracePt t="73204" x="3562350" y="1885950"/>
          <p14:tracePt t="73232" x="3784600" y="1917700"/>
          <p14:tracePt t="73263" x="4165600" y="1968500"/>
          <p14:tracePt t="73289" x="4470400" y="1981200"/>
          <p14:tracePt t="73321" x="4597400" y="1981200"/>
          <p14:tracePt t="73353" x="4610100" y="1981200"/>
          <p14:tracePt t="73401" x="4521200" y="2012950"/>
          <p14:tracePt t="73431" x="4267200" y="2114550"/>
          <p14:tracePt t="73468" x="3949700" y="2216150"/>
          <p14:tracePt t="73498" x="3721100" y="2298700"/>
          <p14:tracePt t="73529" x="3663950" y="2317750"/>
          <p14:tracePt t="73563" x="3651250" y="2317750"/>
          <p14:tracePt t="73582" x="3644900" y="2317750"/>
          <p14:tracePt t="73603" x="3657600" y="2317750"/>
          <p14:tracePt t="73635" x="3708400" y="2305050"/>
          <p14:tracePt t="73664" x="3803650" y="2305050"/>
          <p14:tracePt t="73695" x="4013200" y="2298700"/>
          <p14:tracePt t="73729" x="4273550" y="2266950"/>
          <p14:tracePt t="73762" x="4337050" y="2260600"/>
          <p14:tracePt t="73828" x="4305300" y="2260600"/>
          <p14:tracePt t="73862" x="4140200" y="2273300"/>
          <p14:tracePt t="73885" x="3975100" y="2305050"/>
          <p14:tracePt t="73913" x="3727450" y="2362200"/>
          <p14:tracePt t="73950" x="3613150" y="2400300"/>
          <p14:tracePt t="73979" x="3575050" y="2406650"/>
          <p14:tracePt t="74011" x="3638550" y="2381250"/>
          <p14:tracePt t="74044" x="3784600" y="2368550"/>
          <p14:tracePt t="74063" x="3911600" y="2349500"/>
          <p14:tracePt t="74094" x="4133850" y="2317750"/>
          <p14:tracePt t="74112" x="4229100" y="2298700"/>
          <p14:tracePt t="74144" x="4267200" y="2286000"/>
          <p14:tracePt t="74177" x="4267200" y="2279650"/>
          <p14:tracePt t="74243" x="4248150" y="2286000"/>
          <p14:tracePt t="74293" x="4203700" y="2292350"/>
          <p14:tracePt t="74326" x="4191000" y="2292350"/>
          <p14:tracePt t="74360" x="4178300" y="2292350"/>
          <p14:tracePt t="74443" x="4171950" y="2286000"/>
          <p14:tracePt t="74526" x="4171950" y="2279650"/>
          <p14:tracePt t="74730" x="4076700" y="2279650"/>
          <p14:tracePt t="74765" x="3803650" y="2298700"/>
          <p14:tracePt t="74793" x="3657600" y="2317750"/>
          <p14:tracePt t="74830" x="3594100" y="2324100"/>
          <p14:tracePt t="74865" x="3619500" y="2336800"/>
          <p14:tracePt t="74898" x="3740150" y="2336800"/>
          <p14:tracePt t="74931" x="3994150" y="2266950"/>
          <p14:tracePt t="74964" x="4108450" y="2190750"/>
          <p14:tracePt t="74997" x="4241800" y="2101850"/>
          <p14:tracePt t="75026" x="4273550" y="2057400"/>
          <p14:tracePt t="75057" x="4286250" y="2044700"/>
          <p14:tracePt t="75090" x="4286250" y="2038350"/>
          <p14:tracePt t="75123" x="4286250" y="2051050"/>
          <p14:tracePt t="75157" x="4197350" y="2095500"/>
          <p14:tracePt t="75190" x="4006850" y="2184400"/>
          <p14:tracePt t="75229" x="3911600" y="2222500"/>
          <p14:tracePt t="75258" x="3879850" y="2235200"/>
          <p14:tracePt t="75296" x="3905250" y="2203450"/>
          <p14:tracePt t="75325" x="3956050" y="2127250"/>
          <p14:tracePt t="75356" x="4019550" y="2063750"/>
          <p14:tracePt t="75390" x="4076700" y="1981200"/>
          <p14:tracePt t="75422" x="4089400" y="1974850"/>
          <p14:tracePt t="75461" x="4076700" y="2006600"/>
          <p14:tracePt t="75496" x="3956050" y="2152650"/>
          <p14:tracePt t="75524" x="3689350" y="2419350"/>
          <p14:tracePt t="75556" x="3276600" y="2863850"/>
          <p14:tracePt t="75589" x="3092450" y="3124200"/>
          <p14:tracePt t="75623" x="2978150" y="3270250"/>
          <p14:tracePt t="75655" x="2946400" y="3302000"/>
          <p14:tracePt t="75688" x="2940050" y="3302000"/>
          <p14:tracePt t="75743" x="2946400" y="3289300"/>
          <p14:tracePt t="75778" x="2978150" y="3257550"/>
          <p14:tracePt t="75812" x="3048000" y="3168650"/>
          <p14:tracePt t="75840" x="3130550" y="3079750"/>
          <p14:tracePt t="75871" x="3473450" y="2711450"/>
          <p14:tracePt t="75904" x="3752850" y="2419350"/>
          <p14:tracePt t="75937" x="4146550" y="2000250"/>
          <p14:tracePt t="75961" x="4260850" y="1873250"/>
          <p14:tracePt t="75994" x="4343400" y="1784350"/>
          <p14:tracePt t="76027" x="4368800" y="1746250"/>
          <p14:tracePt t="76055" x="4381500" y="1746250"/>
          <p14:tracePt t="76154" x="4381500" y="1758950"/>
          <p14:tracePt t="76187" x="4368800" y="1790700"/>
          <p14:tracePt t="76220" x="4279900" y="1860550"/>
          <p14:tracePt t="76253" x="4019550" y="2101850"/>
          <p14:tracePt t="76277" x="3848100" y="2260600"/>
          <p14:tracePt t="76305" x="3600450" y="2470150"/>
          <p14:tracePt t="76341" x="3429000" y="2590800"/>
          <p14:tracePt t="76371" x="3390900" y="2609850"/>
          <p14:tracePt t="76436" x="3460750" y="2559050"/>
          <p14:tracePt t="76469" x="3676650" y="2413000"/>
          <p14:tracePt t="76502" x="3898900" y="2241550"/>
          <p14:tracePt t="76540" x="4178300" y="2006600"/>
          <p14:tracePt t="76570" x="4273550" y="1924050"/>
          <p14:tracePt t="76602" x="4337050" y="1873250"/>
          <p14:tracePt t="76637" x="4343400" y="1860550"/>
          <p14:tracePt t="76752" x="4343400" y="1879600"/>
          <p14:tracePt t="76801" x="4343400" y="1892300"/>
          <p14:tracePt t="76824" x="4343400" y="1898650"/>
          <p14:tracePt t="76858" x="4324350" y="1924050"/>
          <p14:tracePt t="76891" x="4235450" y="2095500"/>
          <p14:tracePt t="76919" x="4006850" y="2495550"/>
          <p14:tracePt t="76951" x="3695700" y="3092450"/>
          <p14:tracePt t="76984" x="3460750" y="3600450"/>
          <p14:tracePt t="77017" x="3359150" y="4038600"/>
          <p14:tracePt t="77041" x="3352800" y="4203700"/>
          <p14:tracePt t="77074" x="3378200" y="4451350"/>
          <p14:tracePt t="77108" x="3448050" y="4730750"/>
          <p14:tracePt t="77124" x="3454400" y="4781550"/>
          <p14:tracePt t="77157" x="3479800" y="4933950"/>
          <p14:tracePt t="77185" x="3479800" y="4984750"/>
          <p14:tracePt t="77217" x="3467100" y="5054600"/>
          <p14:tracePt t="77250" x="3448050" y="5099050"/>
          <p14:tracePt t="77273" x="3448050" y="5105400"/>
          <p14:tracePt t="77532" x="3460750" y="5080000"/>
          <p14:tracePt t="77555" x="3473450" y="5060950"/>
          <p14:tracePt t="77589" x="3505200" y="4997450"/>
          <p14:tracePt t="77617" x="3562350" y="4914900"/>
          <p14:tracePt t="77650" x="3613150" y="4819650"/>
          <p14:tracePt t="77681" x="3619500" y="4800600"/>
          <p14:tracePt t="77715" x="3625850" y="4800600"/>
          <p14:tracePt t="77748" x="3613150" y="4800600"/>
          <p14:tracePt t="77781" x="3543300" y="4800600"/>
          <p14:tracePt t="77814" x="3295650" y="4826000"/>
          <p14:tracePt t="77848" x="3098800" y="4864100"/>
          <p14:tracePt t="77881" x="2997200" y="4914900"/>
          <p14:tracePt t="77914" x="3009900" y="4933950"/>
          <p14:tracePt t="77947" x="3213100" y="4984750"/>
          <p14:tracePt t="77980" x="3467100" y="4991100"/>
          <p14:tracePt t="78014" x="3644900" y="4940300"/>
          <p14:tracePt t="78047" x="3663950" y="4921250"/>
          <p14:tracePt t="78080" x="3670300" y="4914900"/>
          <p14:tracePt t="78180" x="3663950" y="4914900"/>
          <p14:tracePt t="78213" x="3663950" y="4895850"/>
          <p14:tracePt t="78246" x="3714750" y="4851400"/>
          <p14:tracePt t="78279" x="3867150" y="4629150"/>
          <p14:tracePt t="78313" x="4159250" y="4089400"/>
          <p14:tracePt t="78346" x="4514850" y="3263900"/>
          <p14:tracePt t="78379" x="4629150" y="2921000"/>
          <p14:tracePt t="78403" x="4679950" y="2762250"/>
          <p14:tracePt t="78436" x="4749800" y="2540000"/>
          <p14:tracePt t="78464" x="4819650" y="2273300"/>
          <p14:tracePt t="78496" x="4857750" y="2127250"/>
          <p14:tracePt t="78529" x="4921250" y="1936750"/>
          <p14:tracePt t="78562" x="4959350" y="1860550"/>
          <p14:tracePt t="78595" x="4991100" y="1797050"/>
          <p14:tracePt t="78619" x="5010150" y="1752600"/>
          <p14:tracePt t="78651" x="5022850" y="1733550"/>
          <p14:tracePt t="78685" x="5022850" y="1714500"/>
          <p14:tracePt t="78718" x="5029200" y="1708150"/>
          <p14:tracePt t="78844" x="5035550" y="1708150"/>
          <p14:tracePt t="78894" x="4991100" y="1778000"/>
          <p14:tracePt t="78934" x="4762500" y="1943100"/>
          <p14:tracePt t="78969" x="4508500" y="2133600"/>
          <p14:tracePt t="78984" x="4470400" y="2159000"/>
          <p14:tracePt t="79016" x="4400550" y="2203450"/>
          <p14:tracePt t="79045" x="4362450" y="2216150"/>
          <p14:tracePt t="79126" x="4362450" y="2209800"/>
          <p14:tracePt t="79181" x="4362450" y="2203450"/>
          <p14:tracePt t="79575" x="4159250" y="2254250"/>
          <p14:tracePt t="79608" x="3829050" y="2292350"/>
          <p14:tracePt t="79641" x="3594100" y="2324100"/>
          <p14:tracePt t="79676" x="3435350" y="2330450"/>
          <p14:tracePt t="79698" x="3371850" y="2336800"/>
          <p14:tracePt t="79731" x="3346450" y="2336800"/>
          <p14:tracePt t="79780" x="3346450" y="2324100"/>
          <p14:tracePt t="79809" x="3346450" y="2317750"/>
          <p14:tracePt t="79840" x="3346450" y="2311400"/>
          <p14:tracePt t="79907" x="3327400" y="2305050"/>
          <p14:tracePt t="79932" x="3270250" y="2286000"/>
          <p14:tracePt t="79964" x="3168650" y="2266950"/>
          <p14:tracePt t="79997" x="3009900" y="2241550"/>
          <p14:tracePt t="80025" x="2851150" y="2222500"/>
          <p14:tracePt t="80062" x="2717800" y="2228850"/>
          <p14:tracePt t="80092" x="2686050" y="2235200"/>
          <p14:tracePt t="80123" x="2635250" y="2235200"/>
          <p14:tracePt t="80142" x="2616200" y="2241550"/>
          <p14:tracePt t="80173" x="2603500" y="2241550"/>
          <p14:tracePt t="80245" x="2641600" y="2241550"/>
          <p14:tracePt t="80279" x="2711450" y="2241550"/>
          <p14:tracePt t="80312" x="2978150" y="2279650"/>
          <p14:tracePt t="80341" x="3282950" y="2298700"/>
          <p14:tracePt t="80372" x="3492500" y="2311400"/>
          <p14:tracePt t="80405" x="3733800" y="2298700"/>
          <p14:tracePt t="80429" x="3784600" y="2298700"/>
          <p14:tracePt t="80462" x="3810000" y="2292350"/>
          <p14:tracePt t="80510" x="3816350" y="2292350"/>
          <p14:tracePt t="80545" x="3829050" y="2286000"/>
          <p14:tracePt t="80573" x="3898900" y="2273300"/>
          <p14:tracePt t="80606" x="4108450" y="2254250"/>
          <p14:tracePt t="80638" x="4298950" y="2235200"/>
          <p14:tracePt t="80657" x="4508500" y="2203450"/>
          <p14:tracePt t="80678" x="4660900" y="2171700"/>
          <p14:tracePt t="80721" x="4756150" y="2152650"/>
          <p14:tracePt t="80754" x="4781550" y="2152650"/>
          <p14:tracePt t="80809" x="4794250" y="2152650"/>
          <p14:tracePt t="80844" x="4845050" y="2146300"/>
          <p14:tracePt t="80872" x="4908550" y="2146300"/>
          <p14:tracePt t="80903" x="5105400" y="2152650"/>
          <p14:tracePt t="80936" x="5283200" y="2152650"/>
          <p14:tracePt t="80970" x="5384800" y="2152650"/>
          <p14:tracePt t="81003" x="5416550" y="2139950"/>
          <p14:tracePt t="81027" x="5435600" y="2133600"/>
          <p14:tracePt t="81102" x="5334000" y="2184400"/>
          <p14:tracePt t="81136" x="4368800" y="2654300"/>
          <p14:tracePt t="81155" x="3587750" y="3035300"/>
          <p14:tracePt t="81185" x="2368550" y="3740150"/>
          <p14:tracePt t="81219" x="1327150" y="4451350"/>
          <p14:tracePt t="81253" x="946150" y="4743450"/>
          <p14:tracePt t="81291" x="825500" y="4870450"/>
          <p14:tracePt t="81326" x="781050" y="4933950"/>
          <p14:tracePt t="81354" x="781050" y="4940300"/>
          <p14:tracePt t="81402" x="781050" y="4946650"/>
          <p14:tracePt t="81435" x="781050" y="4953000"/>
          <p14:tracePt t="81502" x="787400" y="4953000"/>
          <p14:tracePt t="81525" x="800100" y="4959350"/>
          <p14:tracePt t="81558" x="819150" y="4972050"/>
          <p14:tracePt t="81586" x="857250" y="4984750"/>
          <p14:tracePt t="81618" x="927100" y="4997450"/>
          <p14:tracePt t="81651" x="1016000" y="5029200"/>
          <p14:tracePt t="81670" x="1079500" y="5041900"/>
          <p14:tracePt t="81703" x="1162050" y="5073650"/>
          <p14:tracePt t="81734" x="1231900" y="5092700"/>
          <p14:tracePt t="81758" x="1320800" y="5105400"/>
          <p14:tracePt t="81774" x="1358900" y="5118100"/>
          <p14:tracePt t="81807" x="1517650" y="5124450"/>
          <p14:tracePt t="81841" x="1797050" y="5143500"/>
          <p14:tracePt t="81874" x="2184400" y="5162550"/>
          <p14:tracePt t="81907" x="2387600" y="5175250"/>
          <p14:tracePt t="81935" x="2508250" y="5162550"/>
          <p14:tracePt t="81967" x="2565400" y="5162550"/>
          <p14:tracePt t="82000" x="2597150" y="5162550"/>
          <p14:tracePt t="82024" x="2616200" y="5162550"/>
          <p14:tracePt t="82057" x="2667000" y="5143500"/>
          <p14:tracePt t="82090" x="2794000" y="5130800"/>
          <p14:tracePt t="82124" x="2927350" y="5111750"/>
          <p14:tracePt t="82151" x="3009900" y="5105400"/>
          <p14:tracePt t="82168" x="3117850" y="5105400"/>
          <p14:tracePt t="82199" x="3175000" y="5105400"/>
          <p14:tracePt t="82233" x="3270250" y="5105400"/>
          <p14:tracePt t="82266" x="3346450" y="5105400"/>
          <p14:tracePt t="82289" x="3397250" y="5105400"/>
          <p14:tracePt t="82322" x="3486150" y="5105400"/>
          <p14:tracePt t="82356" x="3517900" y="5105400"/>
          <p14:tracePt t="82384" x="3530600" y="5105400"/>
          <p14:tracePt t="84259" x="3390900" y="5105400"/>
          <p14:tracePt t="84292" x="3124200" y="5105400"/>
          <p14:tracePt t="84325" x="2959100" y="5099050"/>
          <p14:tracePt t="84358" x="2616200" y="5029200"/>
          <p14:tracePt t="84391" x="2393950" y="4984750"/>
          <p14:tracePt t="84425" x="2165350" y="4908550"/>
          <p14:tracePt t="84448" x="2063750" y="4870450"/>
          <p14:tracePt t="84481" x="1936750" y="4832350"/>
          <p14:tracePt t="84515" x="1822450" y="4787900"/>
          <p14:tracePt t="84543" x="1752600" y="4762500"/>
          <p14:tracePt t="84574" x="1644650" y="4730750"/>
          <p14:tracePt t="84608" x="1555750" y="4711700"/>
          <p14:tracePt t="84641" x="1498600" y="4692650"/>
          <p14:tracePt t="84674" x="1466850" y="4679950"/>
          <p14:tracePt t="84693" x="1454150" y="4673600"/>
          <p14:tracePt t="84762" x="1466850" y="4667250"/>
          <p14:tracePt t="84797" x="1511300" y="4667250"/>
          <p14:tracePt t="84825" x="1625600" y="4667250"/>
          <p14:tracePt t="84857" x="1898650" y="4686300"/>
          <p14:tracePt t="84890" x="2305050" y="4718050"/>
          <p14:tracePt t="84924" x="2705100" y="4749800"/>
          <p14:tracePt t="84947" x="2927350" y="4768850"/>
          <p14:tracePt t="84980" x="3124200" y="4781550"/>
          <p14:tracePt t="85012" x="3143250" y="4781550"/>
          <p14:tracePt t="85227" x="3143250" y="4775200"/>
          <p14:tracePt t="85294" x="3143250" y="4768850"/>
          <p14:tracePt t="85332" x="3143250" y="4762500"/>
          <p14:tracePt t="85373" x="3149600" y="4756150"/>
          <p14:tracePt t="85405" x="3149600" y="4737100"/>
          <p14:tracePt t="85438" x="3162300" y="4686300"/>
          <p14:tracePt t="85471" x="3181350" y="4540250"/>
          <p14:tracePt t="85504" x="3200400" y="4260850"/>
          <p14:tracePt t="85528" x="3213100" y="3905250"/>
          <p14:tracePt t="85571" x="3206750" y="3403600"/>
          <p14:tracePt t="85604" x="3175000" y="2997200"/>
          <p14:tracePt t="85637" x="3155950" y="2730500"/>
          <p14:tracePt t="85671" x="3155950" y="2609850"/>
          <p14:tracePt t="85704" x="3155950" y="2597150"/>
          <p14:tracePt t="85723" x="3155950" y="2590800"/>
          <p14:tracePt t="85792" x="3162300" y="2597150"/>
          <p14:tracePt t="85837" x="3162300" y="2609850"/>
          <p14:tracePt t="85870" x="3162300" y="2628900"/>
          <p14:tracePt t="85903" x="3162300" y="2660650"/>
          <p14:tracePt t="85936" x="3162300" y="2787650"/>
          <p14:tracePt t="85970" x="3225800" y="3282950"/>
          <p14:tracePt t="85988" x="3263900" y="3460750"/>
          <p14:tracePt t="86019" x="3416300" y="4286250"/>
          <p14:tracePt t="86052" x="3460750" y="4679950"/>
          <p14:tracePt t="86076" x="3467100" y="4838700"/>
          <p14:tracePt t="86104" x="3486150" y="4933950"/>
          <p14:tracePt t="86135" x="3486150" y="4946650"/>
          <p14:tracePt t="86269" x="3486150" y="4921250"/>
          <p14:tracePt t="86302" x="3492500" y="4813300"/>
          <p14:tracePt t="86325" x="3492500" y="4635500"/>
          <p14:tracePt t="86353" x="3467100" y="4184650"/>
          <p14:tracePt t="86385" x="3403600" y="3625850"/>
          <p14:tracePt t="86418" x="3321050" y="3155950"/>
          <p14:tracePt t="86451" x="3251200" y="2876550"/>
          <p14:tracePt t="86484" x="3206750" y="2762250"/>
          <p14:tracePt t="86518" x="3200400" y="2743200"/>
          <p14:tracePt t="86617" x="3200400" y="2736850"/>
          <p14:tracePt t="86667" x="3200400" y="2730500"/>
          <p14:tracePt t="86752" x="3194050" y="2736850"/>
          <p14:tracePt t="86817" x="3181350" y="2743200"/>
          <p14:tracePt t="86866" x="3162300" y="2743200"/>
          <p14:tracePt t="86900" x="3149600" y="2743200"/>
          <p14:tracePt t="86933" x="3086100" y="2749550"/>
          <p14:tracePt t="86966" x="3016250" y="2749550"/>
          <p14:tracePt t="86999" x="2959100" y="2749550"/>
          <p14:tracePt t="87032" x="2921000" y="2749550"/>
          <p14:tracePt t="87066" x="2914650" y="2743200"/>
          <p14:tracePt t="87132" x="2940050" y="2743200"/>
          <p14:tracePt t="87165" x="3003550" y="2736850"/>
          <p14:tracePt t="87199" x="3162300" y="2724150"/>
          <p14:tracePt t="87232" x="3308350" y="2692400"/>
          <p14:tracePt t="87265" x="3467100" y="2673350"/>
          <p14:tracePt t="87298" x="3536950" y="2667000"/>
          <p14:tracePt t="87331" x="3581400" y="2654300"/>
          <p14:tracePt t="87365" x="3613150" y="2654300"/>
          <p14:tracePt t="87398" x="3625850" y="2647950"/>
          <p14:tracePt t="87431" x="3632200" y="2647950"/>
          <p14:tracePt t="87652" x="3524250" y="3441700"/>
          <p14:tracePt t="87682" x="3454400" y="4095750"/>
          <p14:tracePt t="87713" x="3409950" y="4514850"/>
          <p14:tracePt t="87733" x="3397250" y="4724400"/>
          <p14:tracePt t="87765" x="3390900" y="4781550"/>
          <p14:tracePt t="87796" x="3390900" y="4826000"/>
          <p14:tracePt t="87829" x="3384550" y="4832350"/>
          <p14:tracePt t="87885" x="3384550" y="4838700"/>
          <p14:tracePt t="87946" x="3359150" y="4870450"/>
          <p14:tracePt t="87980" x="3321050" y="4902200"/>
          <p14:tracePt t="88012" x="3270250" y="4953000"/>
          <p14:tracePt t="88045" x="3232150" y="4978400"/>
          <p14:tracePt t="88079" x="3206750" y="4991100"/>
          <p14:tracePt t="88112" x="3187700" y="4991100"/>
          <p14:tracePt t="88145" x="3168650" y="4984750"/>
          <p14:tracePt t="88178" x="3149600" y="4978400"/>
          <p14:tracePt t="88212" x="3136900" y="4965700"/>
          <p14:tracePt t="88230" x="3130550" y="4959350"/>
          <p14:tracePt t="88262" x="3130550" y="4933950"/>
          <p14:tracePt t="88295" x="3155950" y="4895850"/>
          <p14:tracePt t="88328" x="3168650" y="4857750"/>
          <p14:tracePt t="88361" x="3181350" y="4787900"/>
          <p14:tracePt t="88394" x="3162300" y="4679950"/>
          <p14:tracePt t="88418" x="3086100" y="4546600"/>
          <p14:tracePt t="88451" x="2819400" y="4140200"/>
          <p14:tracePt t="88484" x="2673350" y="3930650"/>
          <p14:tracePt t="88512" x="2565400" y="3816350"/>
          <p14:tracePt t="88544" x="2514600" y="3797300"/>
          <p14:tracePt t="88577" x="2463800" y="3797300"/>
          <p14:tracePt t="88611" x="2438400" y="3810000"/>
          <p14:tracePt t="88629" x="2419350" y="3829050"/>
          <p14:tracePt t="88677" x="2368550" y="3867150"/>
          <p14:tracePt t="88700" x="2324100" y="3898900"/>
          <p14:tracePt t="88734" x="2178050" y="3962400"/>
          <p14:tracePt t="88752" x="2076450" y="4000500"/>
          <p14:tracePt t="88778" x="1968500" y="4025900"/>
          <p14:tracePt t="88815" x="1778000" y="4089400"/>
          <p14:tracePt t="88845" x="1670050" y="4108450"/>
          <p14:tracePt t="88866" x="1644650" y="4121150"/>
          <p14:tracePt t="88902" x="1619250" y="4121150"/>
          <p14:tracePt t="89014" x="1625600" y="4114800"/>
          <p14:tracePt t="89049" x="1644650" y="4108450"/>
          <p14:tracePt t="89078" x="1676400" y="4102100"/>
          <p14:tracePt t="89109" x="1733550" y="4095750"/>
          <p14:tracePt t="89142" x="1898650" y="4089400"/>
          <p14:tracePt t="89166" x="2012950" y="4089400"/>
          <p14:tracePt t="89198" x="2159000" y="4076700"/>
          <p14:tracePt t="89231" x="2228850" y="4070350"/>
          <p14:tracePt t="89266" x="2324100" y="4070350"/>
          <p14:tracePt t="89293" x="2451100" y="4070350"/>
          <p14:tracePt t="89324" x="2571750" y="4076700"/>
          <p14:tracePt t="89357" x="2711450" y="4083050"/>
          <p14:tracePt t="89391" x="2863850" y="4083050"/>
          <p14:tracePt t="89429" x="2978150" y="4083050"/>
          <p14:tracePt t="89464" x="3060700" y="4083050"/>
          <p14:tracePt t="89492" x="3067050" y="4083050"/>
          <p14:tracePt t="89528" x="3073400" y="4083050"/>
          <p14:tracePt t="89573" x="3098800" y="4203700"/>
          <p14:tracePt t="89606" x="3155950" y="4438650"/>
          <p14:tracePt t="89640" x="3251200" y="4679950"/>
          <p14:tracePt t="89673" x="3308350" y="4864100"/>
          <p14:tracePt t="89706" x="3314700" y="4895850"/>
          <p14:tracePt t="89761" x="3321050" y="4895850"/>
          <p14:tracePt t="89774" x="3333750" y="4895850"/>
          <p14:tracePt t="89808" x="3359150" y="4889500"/>
          <p14:tracePt t="89839" x="3416300" y="4883150"/>
          <p14:tracePt t="89873" x="3536950" y="4870450"/>
          <p14:tracePt t="89906" x="3759200" y="4857750"/>
          <p14:tracePt t="89940" x="3867150" y="4845050"/>
          <p14:tracePt t="89981" x="3911600" y="4845050"/>
          <p14:tracePt t="90012" x="3917950" y="4838700"/>
          <p14:tracePt t="90040" x="3924300" y="4838700"/>
          <p14:tracePt t="90576" x="3759200" y="5124450"/>
          <p14:tracePt t="90588" x="3708400" y="5194300"/>
          <p14:tracePt t="90622" x="3606800" y="5353050"/>
          <p14:tracePt t="90653" x="3511550" y="5473700"/>
          <p14:tracePt t="90672" x="3498850" y="5499100"/>
          <p14:tracePt t="90703" x="3473450" y="5530850"/>
          <p14:tracePt t="90736" x="3467100" y="5530850"/>
          <p14:tracePt t="90824" x="3473450" y="5530850"/>
          <p14:tracePt t="91434" x="3359150" y="5530850"/>
          <p14:tracePt t="91467" x="3225800" y="5524500"/>
          <p14:tracePt t="91500" x="3187700" y="5524500"/>
          <p14:tracePt t="91533" x="3130550" y="5518150"/>
          <p14:tracePt t="91557" x="3092450" y="5511800"/>
          <p14:tracePt t="91590" x="3048000" y="5505450"/>
          <p14:tracePt t="91623" x="3028950" y="5499100"/>
          <p14:tracePt t="91656" x="3016250" y="5499100"/>
          <p14:tracePt t="91716" x="3009900" y="5499100"/>
          <p14:tracePt t="91766" x="3016250" y="5505450"/>
          <p14:tracePt t="91799" x="3054350" y="5505450"/>
          <p14:tracePt t="91819" x="3175000" y="5518150"/>
          <p14:tracePt t="91856" x="3365500" y="5518150"/>
          <p14:tracePt t="91885" x="3498850" y="5530850"/>
          <p14:tracePt t="91916" x="3625850" y="5530850"/>
          <p14:tracePt t="91949" x="3689350" y="5530850"/>
          <p14:tracePt t="91982" x="3702050" y="5530850"/>
          <p14:tracePt t="92015" x="3708400" y="5530850"/>
          <p14:tracePt t="92779" x="3606800" y="5518150"/>
          <p14:tracePt t="92812" x="3448050" y="5511800"/>
          <p14:tracePt t="92846" x="3187700" y="5499100"/>
          <p14:tracePt t="92879" x="2959100" y="5480050"/>
          <p14:tracePt t="92913" x="2647950" y="5441950"/>
          <p14:tracePt t="92931" x="2552700" y="5410200"/>
          <p14:tracePt t="92962" x="2203450" y="5365750"/>
          <p14:tracePt t="92995" x="2082800" y="5327650"/>
          <p14:tracePt t="93028" x="1911350" y="5289550"/>
          <p14:tracePt t="93062" x="1866900" y="5283200"/>
          <p14:tracePt t="93111" x="1860550" y="5276850"/>
          <p14:tracePt t="93228" x="1860550" y="5283200"/>
          <p14:tracePt t="93261" x="1873250" y="5283200"/>
          <p14:tracePt t="93294" x="1885950" y="5283200"/>
          <p14:tracePt t="93327" x="1911350" y="5289550"/>
          <p14:tracePt t="93347" x="1917700" y="5289550"/>
          <p14:tracePt t="93379" x="1930400" y="5289550"/>
          <p14:tracePt t="93465" x="1943100" y="5295900"/>
          <p14:tracePt t="93527" x="1949450" y="5308600"/>
          <p14:tracePt t="93626" x="1949450" y="5314950"/>
          <p14:tracePt t="93693" x="1962150" y="5314950"/>
          <p14:tracePt t="93726" x="1974850" y="5314950"/>
          <p14:tracePt t="93759" x="2032000" y="5314950"/>
          <p14:tracePt t="93793" x="2120900" y="5308600"/>
          <p14:tracePt t="93826" x="2247900" y="5302250"/>
          <p14:tracePt t="93844" x="2266950" y="5302250"/>
          <p14:tracePt t="93875" x="2355850" y="5302250"/>
          <p14:tracePt t="93909" x="2393950" y="5308600"/>
          <p14:tracePt t="93942" x="2463800" y="5314950"/>
          <p14:tracePt t="93975" x="2482850" y="5321300"/>
          <p14:tracePt t="94009" x="2501900" y="5334000"/>
          <p14:tracePt t="94058" x="2508250" y="5334000"/>
          <p14:tracePt t="94091" x="2514600" y="5334000"/>
          <p14:tracePt t="94125" x="2527300" y="5334000"/>
          <p14:tracePt t="94158" x="2565400" y="5334000"/>
          <p14:tracePt t="94191" x="2635250" y="5353050"/>
          <p14:tracePt t="94209" x="2673350" y="5359400"/>
          <p14:tracePt t="94232" x="2755900" y="5365750"/>
          <p14:tracePt t="94264" x="2851150" y="5365750"/>
          <p14:tracePt t="94298" x="2914650" y="5372100"/>
          <p14:tracePt t="94326" x="2933700" y="5372100"/>
          <p14:tracePt t="94375" x="2940050" y="5378450"/>
          <p14:tracePt t="94398" x="2940050" y="5384800"/>
          <p14:tracePt t="94545" x="2952750" y="5384800"/>
          <p14:tracePt t="94595" x="2959100" y="5378450"/>
          <p14:tracePt t="94624" x="2965450" y="5378450"/>
          <p14:tracePt t="94657" x="2971800" y="5372100"/>
          <p14:tracePt t="94680" x="2978150" y="5372100"/>
          <p14:tracePt t="94712" x="2984500" y="5372100"/>
          <p14:tracePt t="94972" x="3098800" y="5314950"/>
          <p14:tracePt t="94995" x="3200400" y="5257800"/>
          <p14:tracePt t="95028" x="3365500" y="5187950"/>
          <p14:tracePt t="95061" x="3581400" y="5067300"/>
          <p14:tracePt t="95095" x="3638550" y="5035550"/>
          <p14:tracePt t="95123" x="3676650" y="5016500"/>
          <p14:tracePt t="95155" x="3689350" y="4997450"/>
          <p14:tracePt t="95188" x="3689350" y="4984750"/>
          <p14:tracePt t="95237" x="3689350" y="4953000"/>
          <p14:tracePt t="95261" x="3683000" y="4914900"/>
          <p14:tracePt t="95294" x="3638550" y="4578350"/>
          <p14:tracePt t="95327" x="3600450" y="3854450"/>
          <p14:tracePt t="95361" x="3581400" y="3098800"/>
          <p14:tracePt t="95389" x="3613150" y="2774950"/>
          <p14:tracePt t="95420" x="3727450" y="2489200"/>
          <p14:tracePt t="95444" x="3803650" y="2413000"/>
          <p14:tracePt t="95477" x="3975100" y="2247900"/>
          <p14:tracePt t="95510" x="4102100" y="2133600"/>
          <p14:tracePt t="95543" x="4191000" y="2082800"/>
          <p14:tracePt t="95576" x="4248150" y="2044700"/>
          <p14:tracePt t="95605" x="4267200" y="2025650"/>
          <p14:tracePt t="95636" x="4279900" y="2025650"/>
          <p14:tracePt t="95686" x="4279900" y="2019300"/>
          <p14:tracePt t="95769" x="4248150" y="2006600"/>
          <p14:tracePt t="95807" x="4171950" y="1949450"/>
          <p14:tracePt t="95837" x="4102100" y="1905000"/>
          <p14:tracePt t="95869" x="4057650" y="1879600"/>
          <p14:tracePt t="95902" x="4044950" y="1873250"/>
          <p14:tracePt t="95935" x="4032250" y="1866900"/>
          <p14:tracePt t="95985" x="4038600" y="1860550"/>
          <p14:tracePt t="96018" x="4133850" y="1873250"/>
          <p14:tracePt t="96056" x="4349750" y="1873250"/>
          <p14:tracePt t="96086" x="4540250" y="1879600"/>
          <p14:tracePt t="96118" x="4832350" y="1866900"/>
          <p14:tracePt t="96151" x="5080000" y="1835150"/>
          <p14:tracePt t="96184" x="5213350" y="1809750"/>
          <p14:tracePt t="96218" x="5251450" y="1809750"/>
          <p14:tracePt t="96284" x="5251450" y="1803400"/>
          <p14:tracePt t="96355" x="5194300" y="1816100"/>
          <p14:tracePt t="96385" x="4940300" y="1873250"/>
          <p14:tracePt t="96418" x="4451350" y="2025650"/>
          <p14:tracePt t="96450" x="4133850" y="2139950"/>
          <p14:tracePt t="96483" x="3892550" y="2247900"/>
          <p14:tracePt t="96516" x="3651250" y="2324100"/>
          <p14:tracePt t="96549" x="3568700" y="2349500"/>
          <p14:tracePt t="96583" x="3486150" y="2362200"/>
          <p14:tracePt t="96616" x="3460750" y="2362200"/>
          <p14:tracePt t="96649" x="3448050" y="2349500"/>
          <p14:tracePt t="96682" x="3441700" y="2336800"/>
          <p14:tracePt t="96716" x="3390900" y="2311400"/>
          <p14:tracePt t="96749" x="3206750" y="2235200"/>
          <p14:tracePt t="96782" x="2971800" y="2165350"/>
          <p14:tracePt t="96815" x="2749550" y="2133600"/>
          <p14:tracePt t="96849" x="2413000" y="2171700"/>
          <p14:tracePt t="96882" x="2178050" y="2228850"/>
          <p14:tracePt t="96920" x="2019300" y="2273300"/>
          <p14:tracePt t="96950" x="1993900" y="2279650"/>
          <p14:tracePt t="96981" x="1974850" y="2279650"/>
          <p14:tracePt t="97031" x="2006600" y="2286000"/>
          <p14:tracePt t="97070" x="2095500" y="2292350"/>
          <p14:tracePt t="97104" x="2305050" y="2324100"/>
          <p14:tracePt t="97138" x="2749550" y="2343150"/>
          <p14:tracePt t="97166" x="2952750" y="2343150"/>
          <p14:tracePt t="97197" x="3028950" y="2343150"/>
          <p14:tracePt t="97347" x="3022600" y="2343150"/>
          <p14:tracePt t="97386" x="3035300" y="2349500"/>
          <p14:tracePt t="97430" x="3130550" y="2362200"/>
          <p14:tracePt t="97463" x="3219450" y="2362200"/>
          <p14:tracePt t="97496" x="3378200" y="2311400"/>
          <p14:tracePt t="97529" x="3429000" y="2279650"/>
          <p14:tracePt t="97563" x="3441700" y="2254250"/>
          <p14:tracePt t="97596" x="3441700" y="2247900"/>
          <p14:tracePt t="97784" x="3441700" y="2260600"/>
          <p14:tracePt t="97819" x="3454400" y="2266950"/>
          <p14:tracePt t="97851" x="3492500" y="2273300"/>
          <p14:tracePt t="97885" x="3613150" y="2279650"/>
          <p14:tracePt t="97902" x="3676650" y="2286000"/>
          <p14:tracePt t="97934" x="4146550" y="2311400"/>
          <p14:tracePt t="97963" x="4413250" y="2311400"/>
          <p14:tracePt t="97999" x="4718050" y="2311400"/>
          <p14:tracePt t="98029" x="4851400" y="2305050"/>
          <p14:tracePt t="98061" x="4876800" y="2298700"/>
          <p14:tracePt t="98094" x="4889500" y="2292350"/>
          <p14:tracePt t="98433" x="4984750" y="2298700"/>
          <p14:tracePt t="98466" x="5251450" y="2286000"/>
          <p14:tracePt t="98495" x="5422900" y="2254250"/>
          <p14:tracePt t="98526" x="5524500" y="2222500"/>
          <p14:tracePt t="98545" x="5575300" y="2203450"/>
          <p14:tracePt t="98576" x="5619750" y="2190750"/>
          <p14:tracePt t="98609" x="5632450" y="2190750"/>
          <p14:tracePt t="98642" x="5638800" y="2190750"/>
          <p14:tracePt t="98908" x="5645150" y="2190750"/>
          <p14:tracePt t="99993" x="5568950" y="2209800"/>
          <p14:tracePt t="100023" x="5353050" y="2228850"/>
          <p14:tracePt t="100039" x="5289550" y="2228850"/>
          <p14:tracePt t="100071" x="5099050" y="2235200"/>
          <p14:tracePt t="100104" x="4940300" y="2235200"/>
          <p14:tracePt t="100137" x="4813300" y="2241550"/>
          <p14:tracePt t="100170" x="4743450" y="2254250"/>
          <p14:tracePt t="100204" x="4692650" y="2260600"/>
          <p14:tracePt t="100236" x="4635500" y="2260600"/>
          <p14:tracePt t="100275" x="4559300" y="2247900"/>
          <p14:tracePt t="100293" x="4527550" y="2247900"/>
          <p14:tracePt t="100322" x="4425950" y="2247900"/>
          <p14:tracePt t="100354" x="4305300" y="2254250"/>
          <p14:tracePt t="100386" x="4210050" y="2260600"/>
          <p14:tracePt t="100420" x="4127500" y="2260600"/>
          <p14:tracePt t="100454" x="4083050" y="2260600"/>
          <p14:tracePt t="100486" x="4051300" y="2260600"/>
          <p14:tracePt t="100504" x="4044950" y="2260600"/>
          <p14:tracePt t="100541" x="4013200" y="2260600"/>
          <p14:tracePt t="100571" x="3981450" y="2260600"/>
          <p14:tracePt t="100602" x="3924300" y="2254250"/>
          <p14:tracePt t="100635" x="3841750" y="2247900"/>
          <p14:tracePt t="100669" x="3740150" y="2247900"/>
          <p14:tracePt t="100687" x="3727450" y="2247900"/>
          <p14:tracePt t="100718" x="3689350" y="2247900"/>
          <p14:tracePt t="100752" x="3676650" y="2247900"/>
          <p14:tracePt t="100852" x="3663950" y="2247900"/>
          <p14:tracePt t="101034" x="3663950" y="2254250"/>
          <p14:tracePt t="101058" x="3657600" y="2254250"/>
          <p14:tracePt t="101105" x="3651250" y="2260600"/>
          <p14:tracePt t="101155" x="3644900" y="2260600"/>
          <p14:tracePt t="101200" x="3638550" y="2266950"/>
          <p14:tracePt t="101316" x="3632200" y="2266950"/>
          <p14:tracePt t="101355" x="3619500" y="2260600"/>
          <p14:tracePt t="101390" x="3606800" y="2260600"/>
          <p14:tracePt t="101418" x="3594100" y="2260600"/>
          <p14:tracePt t="101436" x="3568700" y="2254250"/>
          <p14:tracePt t="101467" x="3498850" y="2241550"/>
          <p14:tracePt t="101499" x="3371850" y="2222500"/>
          <p14:tracePt t="101523" x="3314700" y="2216150"/>
          <p14:tracePt t="101556" x="3257550" y="2216150"/>
          <p14:tracePt t="101589" x="3244850" y="2209800"/>
          <p14:tracePt t="101622" x="3238500" y="2209800"/>
          <p14:tracePt t="101698" x="3238500" y="2216150"/>
          <p14:tracePt t="101798" x="3244850" y="2216150"/>
          <p14:tracePt t="101886" x="3251200" y="2216150"/>
          <p14:tracePt t="101917" x="3263900" y="2216150"/>
          <p14:tracePt t="101953" x="3276600" y="2216150"/>
          <p14:tracePt t="101983" x="3314700" y="2216150"/>
          <p14:tracePt t="102014" x="3441700" y="2216150"/>
          <p14:tracePt t="102047" x="3721100" y="2241550"/>
          <p14:tracePt t="102071" x="3975100" y="2247900"/>
          <p14:tracePt t="102103" x="4375150" y="2260600"/>
          <p14:tracePt t="102137" x="4737100" y="2279650"/>
          <p14:tracePt t="102170" x="4826000" y="2279650"/>
          <p14:tracePt t="102198" x="4851400" y="2286000"/>
          <p14:tracePt t="102230" x="4857750" y="2286000"/>
          <p14:tracePt t="102330" x="4857750" y="2292350"/>
          <p14:tracePt t="102353" x="4864100" y="2292350"/>
          <p14:tracePt t="102386" x="4908550" y="2298700"/>
          <p14:tracePt t="102419" x="5016500" y="2305050"/>
          <p14:tracePt t="102454" x="5302250" y="2292350"/>
          <p14:tracePt t="102472" x="5378450" y="2273300"/>
          <p14:tracePt t="102497" x="5594350" y="2209800"/>
          <p14:tracePt t="102529" x="5734050" y="2165350"/>
          <p14:tracePt t="102562" x="5803900" y="2139950"/>
          <p14:tracePt t="102585" x="5829300" y="2120900"/>
          <p14:tracePt t="102619" x="5854700" y="2108200"/>
          <p14:tracePt t="102667" x="5861050" y="2108200"/>
          <p14:tracePt t="102949" x="5854700" y="2108200"/>
          <p14:tracePt t="103044" x="5848350" y="2108200"/>
          <p14:tracePt t="103077" x="5842000" y="2108200"/>
          <p14:tracePt t="103132" x="5835650" y="2114550"/>
          <p14:tracePt t="103182" x="5829300" y="2114550"/>
          <p14:tracePt t="103216" x="5829300" y="2120900"/>
          <p14:tracePt t="103250" x="5822950" y="2120900"/>
          <p14:tracePt t="103293" x="5816600" y="2120900"/>
          <p14:tracePt t="103359" x="5810250" y="2120900"/>
          <p14:tracePt t="103426" x="5803900" y="2120900"/>
          <p14:tracePt t="103476" x="5803900" y="2127250"/>
          <p14:tracePt t="103511" x="5803900" y="2139950"/>
          <p14:tracePt t="103559" x="5784850" y="2159000"/>
          <p14:tracePt t="103608" x="5765800" y="2165350"/>
          <p14:tracePt t="103642" x="5753100" y="2165350"/>
          <p14:tracePt t="103692" x="5734050" y="2178050"/>
          <p14:tracePt t="103715" x="5708650" y="2190750"/>
          <p14:tracePt t="103748" x="5664200" y="2216150"/>
          <p14:tracePt t="103781" x="5588000" y="2266950"/>
          <p14:tracePt t="103810" x="5524500" y="2292350"/>
          <p14:tracePt t="103841" x="5473700" y="2317750"/>
          <p14:tracePt t="103874" x="5410200" y="2349500"/>
          <p14:tracePt t="103908" x="5238750" y="2438400"/>
          <p14:tracePt t="103931" x="5111750" y="2508250"/>
          <p14:tracePt t="103964" x="4895850" y="2622550"/>
          <p14:tracePt t="103981" x="4826000" y="2673350"/>
          <p14:tracePt t="104014" x="4508500" y="2901950"/>
          <p14:tracePt t="104047" x="4279900" y="3098800"/>
          <p14:tracePt t="104075" x="4057650" y="3302000"/>
          <p14:tracePt t="104107" x="3854450" y="3473450"/>
          <p14:tracePt t="104140" x="3619500" y="3721100"/>
          <p14:tracePt t="104164" x="3530600" y="3822700"/>
          <p14:tracePt t="104196" x="3435350" y="3949700"/>
          <p14:tracePt t="104230" x="3409950" y="4083050"/>
          <p14:tracePt t="104263" x="3409950" y="4095750"/>
          <p14:tracePt t="104655" x="3257550" y="4210050"/>
          <p14:tracePt t="104688" x="3124200" y="4330700"/>
          <p14:tracePt t="104721" x="2921000" y="4514850"/>
          <p14:tracePt t="104760" x="2755900" y="4673600"/>
          <p14:tracePt t="104790" x="2584450" y="4794250"/>
          <p14:tracePt t="104821" x="2374900" y="4927600"/>
          <p14:tracePt t="104854" x="2101850" y="5105400"/>
          <p14:tracePt t="104888" x="1892300" y="5245100"/>
          <p14:tracePt t="104921" x="1727200" y="5359400"/>
          <p14:tracePt t="104954" x="1587500" y="5454650"/>
          <p14:tracePt t="104978" x="1549400" y="5473700"/>
          <p14:tracePt t="105010" x="1543050" y="5473700"/>
          <p14:tracePt t="105075" x="1562100" y="5486400"/>
          <p14:tracePt t="105469" x="1454150" y="5530850"/>
          <p14:tracePt t="105502" x="1352550" y="5562600"/>
          <p14:tracePt t="105520" x="1333500" y="5568950"/>
          <p14:tracePt t="105553" x="1282700" y="5581650"/>
          <p14:tracePt t="105585" x="1244600" y="5594350"/>
          <p14:tracePt t="105618" x="1231900" y="5600700"/>
          <p14:tracePt t="105651" x="1225550" y="5607050"/>
          <p14:tracePt t="105718" x="1206500" y="5619750"/>
          <p14:tracePt t="105784" x="1206500" y="5632450"/>
          <p14:tracePt t="105817" x="1206500" y="5638800"/>
          <p14:tracePt t="105841" x="1295400" y="5651500"/>
          <p14:tracePt t="105869" x="1568450" y="5695950"/>
          <p14:tracePt t="105901" x="1987550" y="5746750"/>
          <p14:tracePt t="105934" x="2495550" y="5810250"/>
          <p14:tracePt t="105967" x="3111500" y="5842000"/>
          <p14:tracePt t="106001" x="3365500" y="5854700"/>
          <p14:tracePt t="106019" x="3657600" y="5861050"/>
          <p14:tracePt t="106050" x="3892550" y="5848350"/>
          <p14:tracePt t="106074" x="4019550" y="5829300"/>
          <p14:tracePt t="106107" x="4254500" y="5810250"/>
          <p14:tracePt t="106140" x="4337050" y="5803900"/>
          <p14:tracePt t="106183" x="4432300" y="5778500"/>
          <p14:tracePt t="106217" x="4476750" y="5765800"/>
          <p14:tracePt t="106249" x="4508500" y="5759450"/>
          <p14:tracePt t="106282" x="4527550" y="5746750"/>
          <p14:tracePt t="106764" x="4635500" y="5765800"/>
          <p14:tracePt t="106797" x="4730750" y="5772150"/>
          <p14:tracePt t="106831" x="4883150" y="5797550"/>
          <p14:tracePt t="106864" x="4978400" y="5797550"/>
          <p14:tracePt t="106888" x="5041900" y="5797550"/>
          <p14:tracePt t="106921" x="5149850" y="5797550"/>
          <p14:tracePt t="106930" x="5168900" y="5797550"/>
          <p14:tracePt t="106964" x="5213350" y="5797550"/>
          <p14:tracePt t="106997" x="5245100" y="5797550"/>
          <p14:tracePt t="107030" x="5264150" y="5797550"/>
          <p14:tracePt t="107063" x="5295900" y="5803900"/>
          <p14:tracePt t="107097" x="5314950" y="5803900"/>
          <p14:tracePt t="107130" x="5321300" y="5810250"/>
          <p14:tracePt t="107153" x="5334000" y="5810250"/>
          <p14:tracePt t="107201" x="5346700" y="5810250"/>
          <p14:tracePt t="107231" x="5359400" y="5810250"/>
          <p14:tracePt t="107262" x="5384800" y="5816600"/>
          <p14:tracePt t="107296" x="5435600" y="5822950"/>
          <p14:tracePt t="107329" x="5524500" y="5829300"/>
          <p14:tracePt t="107353" x="5632450" y="5835650"/>
          <p14:tracePt t="107386" x="5734050" y="5829300"/>
          <p14:tracePt t="107419" x="5810250" y="5803900"/>
          <p14:tracePt t="107452" x="5861050" y="5778500"/>
          <p14:tracePt t="107485" x="5873750" y="5772150"/>
          <p14:tracePt t="107546" x="5867400" y="5772150"/>
          <p14:tracePt t="107580" x="5835650" y="5778500"/>
          <p14:tracePt t="107601" x="5784850" y="5791200"/>
          <p14:tracePt t="107635" x="5530850" y="5803900"/>
          <p14:tracePt t="107670" x="5264150" y="5810250"/>
          <p14:tracePt t="107701" x="4991100" y="5810250"/>
          <p14:tracePt t="107734" x="4914900" y="5810250"/>
          <p14:tracePt t="107762" x="4864100" y="5810250"/>
          <p14:tracePt t="107794" x="4851400" y="5810250"/>
          <p14:tracePt t="107849" x="4857750" y="5810250"/>
          <p14:tracePt t="107884" x="4889500" y="5810250"/>
          <p14:tracePt t="107917" x="4927600" y="5810250"/>
          <p14:tracePt t="107950" x="5016500" y="5810250"/>
          <p14:tracePt t="107983" x="5232400" y="5816600"/>
          <p14:tracePt t="108012" x="5327650" y="5822950"/>
          <p14:tracePt t="108048" x="5486400" y="5835650"/>
          <p14:tracePt t="108060" x="5518150" y="5835650"/>
          <p14:tracePt t="108093" x="5562600" y="5829300"/>
          <p14:tracePt t="108117" x="5594350" y="5822950"/>
          <p14:tracePt t="108149" x="5607050" y="5816600"/>
          <p14:tracePt t="108214" x="5607050" y="5810250"/>
          <p14:tracePt t="108280" x="5607050" y="5803900"/>
          <p14:tracePt t="108358" x="5613400" y="5803900"/>
          <p14:tracePt t="108392" x="5626100" y="5797550"/>
          <p14:tracePt t="108430" x="5651500" y="5791200"/>
          <p14:tracePt t="108460" x="5676900" y="5784850"/>
          <p14:tracePt t="108497" x="5759450" y="5765800"/>
          <p14:tracePt t="108541" x="5848350" y="5734050"/>
          <p14:tracePt t="108561" x="5873750" y="5721350"/>
          <p14:tracePt t="108593" x="5892800" y="5715000"/>
          <p14:tracePt t="108624" x="5899150" y="5702300"/>
          <p14:tracePt t="108658" x="5899150" y="5689600"/>
          <p14:tracePt t="108708" x="5899150" y="5676900"/>
          <p14:tracePt t="108923" x="5892800" y="5727700"/>
          <p14:tracePt t="108957" x="5892800" y="5778500"/>
          <p14:tracePt t="108990" x="5943600" y="5854700"/>
          <p14:tracePt t="109013" x="5981700" y="5873750"/>
          <p14:tracePt t="109042" x="6051550" y="5867400"/>
          <p14:tracePt t="109073" x="6102350" y="5835650"/>
          <p14:tracePt t="109106" x="6134100" y="5791200"/>
          <p14:tracePt t="109156" x="6134100" y="5778500"/>
          <p14:tracePt t="109189" x="6134100" y="5772150"/>
          <p14:tracePt t="109223" x="6108700" y="5772150"/>
          <p14:tracePt t="109246" x="6083300" y="5772150"/>
          <p14:tracePt t="109279" x="6007100" y="5772150"/>
          <p14:tracePt t="109307" x="5822950" y="5765800"/>
          <p14:tracePt t="109339" x="5505450" y="5765800"/>
          <p14:tracePt t="109372" x="5295900" y="5784850"/>
          <p14:tracePt t="109405" x="5137150" y="5803900"/>
          <p14:tracePt t="109438" x="5022850" y="5816600"/>
          <p14:tracePt t="109472" x="4997450" y="5816600"/>
          <p14:tracePt t="109495" x="4984750" y="5816600"/>
          <p14:tracePt t="109611" x="4978400" y="5816600"/>
          <p14:tracePt t="109687" x="4972050" y="5816600"/>
          <p14:tracePt t="109986" x="4743450" y="5816600"/>
          <p14:tracePt t="110010" x="4502150" y="5803900"/>
          <p14:tracePt t="110043" x="3905250" y="5772150"/>
          <p14:tracePt t="110076" x="3378200" y="5746750"/>
          <p14:tracePt t="110094" x="3048000" y="5721350"/>
          <p14:tracePt t="110126" x="2667000" y="5702300"/>
          <p14:tracePt t="110154" x="2374900" y="5683250"/>
          <p14:tracePt t="110186" x="2222500" y="5657850"/>
          <p14:tracePt t="110219" x="2139950" y="5613400"/>
          <p14:tracePt t="110243" x="2120900" y="5619750"/>
          <p14:tracePt t="110668" x="2044700" y="5632450"/>
          <p14:tracePt t="110701" x="1892300" y="5657850"/>
          <p14:tracePt t="110734" x="1778000" y="5689600"/>
          <p14:tracePt t="110768" x="1676400" y="5715000"/>
          <p14:tracePt t="110806" x="1606550" y="5734050"/>
          <p14:tracePt t="110835" x="1517650" y="5746750"/>
          <p14:tracePt t="110852" x="1485900" y="5753100"/>
          <p14:tracePt t="110883" x="1397000" y="5759450"/>
          <p14:tracePt t="110917" x="1308100" y="5765800"/>
          <p14:tracePt t="110950" x="1250950" y="5772150"/>
          <p14:tracePt t="110983" x="1174750" y="5772150"/>
          <p14:tracePt t="111016" x="1136650" y="5772150"/>
          <p14:tracePt t="111049" x="1079500" y="5772150"/>
          <p14:tracePt t="111083" x="1041400" y="5765800"/>
          <p14:tracePt t="111102" x="1016000" y="5759450"/>
          <p14:tracePt t="111118" x="1009650" y="5759450"/>
          <p14:tracePt t="111149" x="990600" y="5753100"/>
          <p14:tracePt t="111182" x="965200" y="5746750"/>
          <p14:tracePt t="111215" x="927100" y="5746750"/>
          <p14:tracePt t="111248" x="869950" y="5746750"/>
          <p14:tracePt t="111282" x="857250" y="5746750"/>
          <p14:tracePt t="111714" x="844550" y="5727700"/>
          <p14:tracePt t="111747" x="838200" y="5708650"/>
          <p14:tracePt t="111797" x="831850" y="5708650"/>
          <p14:tracePt t="112063" x="730250" y="5702300"/>
          <p14:tracePt t="112086" x="622300" y="5702300"/>
          <p14:tracePt t="112119" x="431800" y="5689600"/>
          <p14:tracePt t="112152" x="330200" y="5683250"/>
          <p14:tracePt t="112187" x="273050" y="5683250"/>
          <p14:tracePt t="112214" x="228600" y="5683250"/>
          <p14:tracePt t="112245" x="203200" y="5683250"/>
          <p14:tracePt t="112283" x="196850" y="5683250"/>
          <p14:tracePt t="112319" x="190500" y="5683250"/>
          <p14:tracePt t="112400" x="184150" y="5689600"/>
          <p14:tracePt t="112499" x="184150" y="5695950"/>
          <p14:tracePt t="112618" x="190500" y="5695950"/>
          <p14:tracePt t="112635" x="196850" y="5695950"/>
          <p14:tracePt t="112667" x="215900" y="5689600"/>
          <p14:tracePt t="112701" x="260350" y="5689600"/>
          <p14:tracePt t="112729" x="387350" y="5689600"/>
          <p14:tracePt t="112760" x="666750" y="5676900"/>
          <p14:tracePt t="112794" x="838200" y="5689600"/>
          <p14:tracePt t="112827" x="939800" y="5695950"/>
          <p14:tracePt t="112860" x="984250" y="5695950"/>
          <p14:tracePt t="112885" x="990600" y="5695950"/>
          <p14:tracePt t="112917" x="996950" y="5695950"/>
          <p14:tracePt t="113059" x="990600" y="5702300"/>
          <p14:tracePt t="113109" x="977900" y="5702300"/>
          <p14:tracePt t="113143" x="971550" y="5708650"/>
          <p14:tracePt t="113166" x="958850" y="5708650"/>
          <p14:tracePt t="113198" x="889000" y="5708650"/>
          <p14:tracePt t="113227" x="749300" y="5708650"/>
          <p14:tracePt t="113258" x="577850" y="5721350"/>
          <p14:tracePt t="113292" x="419100" y="5715000"/>
          <p14:tracePt t="113325" x="368300" y="5715000"/>
          <p14:tracePt t="113358" x="349250" y="5715000"/>
          <p14:tracePt t="113407" x="336550" y="5715000"/>
          <p14:tracePt t="113728" x="361950" y="5715000"/>
          <p14:tracePt t="113764" x="450850" y="5721350"/>
          <p14:tracePt t="113797" x="558800" y="5721350"/>
          <p14:tracePt t="113814" x="647700" y="5721350"/>
          <p14:tracePt t="113856" x="781050" y="5721350"/>
          <p14:tracePt t="113890" x="838200" y="5721350"/>
          <p14:tracePt t="113916" x="850900" y="5721350"/>
          <p14:tracePt t="113946" x="857250" y="5721350"/>
          <p14:tracePt t="113980" x="850900" y="5721350"/>
          <p14:tracePt t="114012" x="844550" y="5721350"/>
          <p14:tracePt t="114041" x="838200" y="5721350"/>
          <p14:tracePt t="114072" x="825500" y="5721350"/>
          <p14:tracePt t="114122" x="800100" y="5715000"/>
          <p14:tracePt t="114141" x="749300" y="5715000"/>
          <p14:tracePt t="114172" x="615950" y="5702300"/>
          <p14:tracePt t="114205" x="342900" y="5670550"/>
          <p14:tracePt t="114229" x="234950" y="5651500"/>
          <p14:tracePt t="114262" x="127000" y="5638800"/>
          <p14:tracePt t="114290" x="88900" y="5632450"/>
          <p14:tracePt t="114321" x="76200" y="5632450"/>
          <p14:tracePt t="114388" x="69850" y="5632450"/>
          <p14:tracePt t="114604" x="69850" y="5638800"/>
          <p14:tracePt t="114688" x="69850" y="5645150"/>
          <p14:tracePt t="115035" x="95250" y="5556250"/>
          <p14:tracePt t="115054" x="133350" y="5397500"/>
          <p14:tracePt t="115085" x="203200" y="5086350"/>
          <p14:tracePt t="115118" x="260350" y="4692650"/>
          <p14:tracePt t="115152" x="273050" y="4222750"/>
          <p14:tracePt t="115171" x="266700" y="4044950"/>
          <p14:tracePt t="115201" x="228600" y="3835400"/>
          <p14:tracePt t="115235" x="158750" y="3644900"/>
          <p14:tracePt t="115268" x="120650" y="3543300"/>
          <p14:tracePt t="115291" x="82550" y="3460750"/>
          <p14:tracePt t="115320" x="44450" y="3390900"/>
          <p14:tracePt t="115356" x="25400" y="3340100"/>
          <p14:tracePt t="115386" x="12700" y="3282950"/>
          <p14:tracePt t="115418" x="6350" y="3257550"/>
          <p14:tracePt t="115452" x="6350" y="3232150"/>
          <p14:tracePt t="115484" x="12700" y="3225800"/>
          <p14:tracePt t="115517" x="19050" y="3219450"/>
          <p14:tracePt t="115589" x="25400" y="3213100"/>
          <p14:tracePt t="115634" x="38100" y="3206750"/>
          <p14:tracePt t="115667" x="38100" y="3200400"/>
          <p14:tracePt t="115701" x="50800" y="3187700"/>
          <p14:tracePt t="115733" x="69850" y="3155950"/>
          <p14:tracePt t="115767" x="88900" y="3105150"/>
          <p14:tracePt t="115800" x="127000" y="3016250"/>
          <p14:tracePt t="115833" x="177800" y="2921000"/>
          <p14:tracePt t="115866" x="196850" y="2863850"/>
          <p14:tracePt t="115899" x="209550" y="2844800"/>
          <p14:tracePt t="115950" x="215900" y="2838450"/>
          <p14:tracePt t="115982" x="222250" y="2832100"/>
          <p14:tracePt t="116016" x="228600" y="2832100"/>
          <p14:tracePt t="116065" x="234950" y="2832100"/>
          <p14:tracePt t="116148" x="241300" y="2832100"/>
          <p14:tracePt t="116182" x="247650" y="2832100"/>
          <p14:tracePt t="116297" x="260350" y="2838450"/>
          <p14:tracePt t="116331" x="266700" y="2844800"/>
          <p14:tracePt t="116355" x="298450" y="2857500"/>
          <p14:tracePt t="116388" x="349250" y="2870200"/>
          <p14:tracePt t="116421" x="539750" y="2927350"/>
          <p14:tracePt t="116454" x="762000" y="2952750"/>
          <p14:tracePt t="116482" x="971550" y="2971800"/>
          <p14:tracePt t="116514" x="1149350" y="2971800"/>
          <p14:tracePt t="116547" x="1308100" y="2959100"/>
          <p14:tracePt t="116571" x="1358900" y="2952750"/>
          <p14:tracePt t="116604" x="1460500" y="2946400"/>
          <p14:tracePt t="116637" x="1504950" y="2940050"/>
          <p14:tracePt t="116670" x="1549400" y="2933700"/>
          <p14:tracePt t="116703" x="1593850" y="2927350"/>
          <p14:tracePt t="116731" x="1606550" y="2921000"/>
          <p14:tracePt t="116796" x="1612900" y="2921000"/>
          <p14:tracePt t="116829" x="1619250" y="2921000"/>
          <p14:tracePt t="116946" x="1619250" y="2914650"/>
          <p14:tracePt t="116996" x="1612900" y="2908300"/>
          <p14:tracePt t="117029" x="1612900" y="2901950"/>
          <p14:tracePt t="117078" x="1612900" y="2895600"/>
          <p14:tracePt t="117145" x="1600200" y="2895600"/>
          <p14:tracePt t="117178" x="1581150" y="2895600"/>
          <p14:tracePt t="117198" x="1530350" y="2895600"/>
          <p14:tracePt t="117228" x="1384300" y="2889250"/>
          <p14:tracePt t="117247" x="1320800" y="2876550"/>
          <p14:tracePt t="117278" x="977900" y="2876550"/>
          <p14:tracePt t="117311" x="723900" y="2895600"/>
          <p14:tracePt t="117344" x="565150" y="2901950"/>
          <p14:tracePt t="117377" x="501650" y="2901950"/>
          <p14:tracePt t="117411" x="482600" y="2895600"/>
          <p14:tracePt t="117434" x="476250" y="2895600"/>
          <p14:tracePt t="117710" x="539750" y="2901950"/>
          <p14:tracePt t="117733" x="641350" y="2914650"/>
          <p14:tracePt t="117766" x="984250" y="2921000"/>
          <p14:tracePt t="117794" x="1289050" y="2933700"/>
          <p14:tracePt t="117826" x="1549400" y="2940050"/>
          <p14:tracePt t="117859" x="1587500" y="2940050"/>
          <p14:tracePt t="117883" x="1612900" y="2933700"/>
          <p14:tracePt t="117948" x="1612900" y="2927350"/>
          <p14:tracePt t="117982" x="1612900" y="2921000"/>
          <p14:tracePt t="118230" x="1606550" y="2921000"/>
          <p14:tracePt t="118312" x="1600200" y="2921000"/>
          <p14:tracePt t="118342" x="1593850" y="2921000"/>
          <p14:tracePt t="118429" x="1587500" y="2927350"/>
          <p14:tracePt t="118479" x="1581150" y="2940050"/>
          <p14:tracePt t="118545" x="1581150" y="2959100"/>
          <p14:tracePt t="118575" x="1581150" y="2978150"/>
          <p14:tracePt t="118607" x="1568450" y="3067050"/>
          <p14:tracePt t="118640" x="1530350" y="3397250"/>
          <p14:tracePt t="118658" x="1524000" y="3511550"/>
          <p14:tracePt t="118680" x="1492250" y="3746500"/>
          <p14:tracePt t="118713" x="1416050" y="4178300"/>
          <p14:tracePt t="118746" x="1358900" y="4419600"/>
          <p14:tracePt t="118774" x="1308100" y="4603750"/>
          <p14:tracePt t="118811" x="1270000" y="4775200"/>
          <p14:tracePt t="118856" x="1263650" y="4826000"/>
          <p14:tracePt t="118889" x="1263650" y="4832350"/>
          <p14:tracePt t="118956" x="1263650" y="4838700"/>
          <p14:tracePt t="119010" x="1263650" y="4851400"/>
          <p14:tracePt t="119045" x="1244600" y="4883150"/>
          <p14:tracePt t="119073" x="1225550" y="4921250"/>
          <p14:tracePt t="119105" x="1130300" y="5060950"/>
          <p14:tracePt t="119139" x="1022350" y="5200650"/>
          <p14:tracePt t="119172" x="889000" y="5359400"/>
          <p14:tracePt t="119195" x="800100" y="5454650"/>
          <p14:tracePt t="119228" x="749300" y="5505450"/>
          <p14:tracePt t="119261" x="730250" y="5530850"/>
          <p14:tracePt t="119310" x="730250" y="5543550"/>
          <p14:tracePt t="119421" x="730250" y="5549900"/>
          <p14:tracePt t="119454" x="736600" y="5556250"/>
          <p14:tracePt t="119477" x="742950" y="5568950"/>
          <p14:tracePt t="119510" x="749300" y="5581650"/>
          <p14:tracePt t="119558" x="755650" y="5594350"/>
          <p14:tracePt t="119603" x="755650" y="5600700"/>
          <p14:tracePt t="119637" x="755650" y="5613400"/>
          <p14:tracePt t="119670" x="768350" y="5619750"/>
          <p14:tracePt t="119719" x="774700" y="5632450"/>
          <p14:tracePt t="119771" x="755650" y="5632450"/>
          <p14:tracePt t="119808" x="692150" y="5632450"/>
          <p14:tracePt t="119838" x="596900" y="5632450"/>
          <p14:tracePt t="119869" x="469900" y="5645150"/>
          <p14:tracePt t="119902" x="349250" y="5651500"/>
          <p14:tracePt t="119935" x="222250" y="5664200"/>
          <p14:tracePt t="119969" x="177800" y="5664200"/>
          <p14:tracePt t="120002" x="152400" y="5676900"/>
          <p14:tracePt t="120035" x="139700" y="5676900"/>
          <p14:tracePt t="120068" x="127000" y="5683250"/>
          <p14:tracePt t="120218" x="133350" y="5683250"/>
          <p14:tracePt t="120251" x="165100" y="5683250"/>
          <p14:tracePt t="120284" x="254000" y="5683250"/>
          <p14:tracePt t="120317" x="450850" y="5664200"/>
          <p14:tracePt t="120341" x="679450" y="5657850"/>
          <p14:tracePt t="120369" x="869950" y="5645150"/>
          <p14:tracePt t="120400" x="971550" y="5638800"/>
          <p14:tracePt t="120434" x="1003300" y="5638800"/>
          <p14:tracePt t="120467" x="1009650" y="5632450"/>
          <p14:tracePt t="120600" x="1003300" y="5632450"/>
          <p14:tracePt t="121248" x="1073150" y="5632450"/>
          <p14:tracePt t="121281" x="1219200" y="5645150"/>
          <p14:tracePt t="121314" x="1403350" y="5664200"/>
          <p14:tracePt t="121347" x="1612900" y="5676900"/>
          <p14:tracePt t="121385" x="1917700" y="5683250"/>
          <p14:tracePt t="121398" x="2006600" y="5683250"/>
          <p14:tracePt t="121432" x="2330450" y="5638800"/>
          <p14:tracePt t="121463" x="2565400" y="5619750"/>
          <p14:tracePt t="121496" x="2736850" y="5594350"/>
          <p14:tracePt t="121530" x="2838450" y="5575300"/>
          <p14:tracePt t="121563" x="2876550" y="5562600"/>
          <p14:tracePt t="121596" x="2889250" y="5556250"/>
          <p14:tracePt t="121629" x="2895600" y="5543550"/>
          <p14:tracePt t="121663" x="2901950" y="5530850"/>
          <p14:tracePt t="121696" x="2908300" y="5530850"/>
          <p14:tracePt t="121729" x="2908300" y="5524500"/>
          <p14:tracePt t="121748" x="2914650" y="5524500"/>
          <p14:tracePt t="121780" x="2921000" y="5511800"/>
          <p14:tracePt t="121862" x="2927350" y="5505450"/>
          <p14:tracePt t="121895" x="2940050" y="5499100"/>
          <p14:tracePt t="121928" x="2946400" y="5492750"/>
          <p14:tracePt t="121978" x="2952750" y="5492750"/>
          <p14:tracePt t="122011" x="2959100" y="5486400"/>
          <p14:tracePt t="122045" x="2959100" y="5480050"/>
          <p14:tracePt t="122078" x="2971800" y="5467350"/>
          <p14:tracePt t="122111" x="2978150" y="5448300"/>
          <p14:tracePt t="122135" x="2984500" y="5429250"/>
          <p14:tracePt t="122168" x="3067050" y="5156200"/>
          <p14:tracePt t="122196" x="3194050" y="4489450"/>
          <p14:tracePt t="122228" x="3384550" y="3327400"/>
          <p14:tracePt t="122247" x="3454400" y="2927350"/>
          <p14:tracePt t="122278" x="3581400" y="1955800"/>
          <p14:tracePt t="122295" x="3581400" y="1866900"/>
          <p14:tracePt t="122327" x="3594100" y="1733550"/>
          <p14:tracePt t="122360" x="3594100" y="1714500"/>
          <p14:tracePt t="122510" x="3600450" y="1720850"/>
          <p14:tracePt t="122543" x="3606800" y="1720850"/>
          <p14:tracePt t="122576" x="3619500" y="1720850"/>
          <p14:tracePt t="122659" x="3632200" y="1727200"/>
          <p14:tracePt t="122692" x="3638550" y="1746250"/>
          <p14:tracePt t="122726" x="3644900" y="1752600"/>
          <p14:tracePt t="122759" x="3676650" y="1828800"/>
          <p14:tracePt t="122794" x="3695700" y="1917700"/>
          <p14:tracePt t="122826" x="3727450" y="2095500"/>
          <p14:tracePt t="122844" x="3727450" y="2146300"/>
          <p14:tracePt t="122875" x="3746500" y="2266950"/>
          <p14:tracePt t="122908" x="3752850" y="2305050"/>
          <p14:tracePt t="122942" x="3759200" y="2311400"/>
          <p14:tracePt t="122965" x="3771900" y="2311400"/>
          <p14:tracePt t="122998" x="3803650" y="2311400"/>
          <p14:tracePt t="123041" x="3841750" y="2305050"/>
          <p14:tracePt t="123074" x="3917950" y="2292350"/>
          <p14:tracePt t="123108" x="4064000" y="2266950"/>
          <p14:tracePt t="123158" x="4298950" y="2209800"/>
          <p14:tracePt t="123207" x="4603750" y="2101850"/>
          <p14:tracePt t="123242" x="4908550" y="2006600"/>
          <p14:tracePt t="123265" x="4978400" y="1987550"/>
          <p14:tracePt t="123292" x="5029200" y="1974850"/>
          <p14:tracePt t="123323" x="5067300" y="1968500"/>
          <p14:tracePt t="123356" x="5080000" y="1962150"/>
          <p14:tracePt t="124005" x="5156200" y="2000250"/>
          <p14:tracePt t="124028" x="5219700" y="2025650"/>
          <p14:tracePt t="124061" x="5340350" y="2051050"/>
          <p14:tracePt t="124094" x="5378450" y="2063750"/>
          <p14:tracePt t="124122" x="5397500" y="2063750"/>
          <p14:tracePt t="124242" x="5391150" y="2063750"/>
          <p14:tracePt t="124277" x="5384800" y="2070100"/>
          <p14:tracePt t="124314" x="5372100" y="2076450"/>
          <p14:tracePt t="124340" x="5359400" y="2076450"/>
          <p14:tracePt t="124392" x="5340350" y="2089150"/>
          <p14:tracePt t="124422" x="5321300" y="2095500"/>
          <p14:tracePt t="124443" x="5270500" y="2120900"/>
          <p14:tracePt t="124476" x="5207000" y="2159000"/>
          <p14:tracePt t="124510" x="5130800" y="2184400"/>
          <p14:tracePt t="124543" x="5118100" y="2184400"/>
          <p14:tracePt t="124576" x="5099050" y="2190750"/>
          <p14:tracePt t="124636" x="5092700" y="2190750"/>
          <p14:tracePt t="124702" x="5080000" y="2190750"/>
          <p14:tracePt t="124735" x="5073650" y="2190750"/>
          <p14:tracePt t="124759" x="5060950" y="2190750"/>
          <p14:tracePt t="124777" x="5054600" y="2190750"/>
          <p14:tracePt t="124808" x="5048250" y="2190750"/>
          <p14:tracePt t="124837" x="5029200" y="2190750"/>
          <p14:tracePt t="124885" x="5022850" y="2190750"/>
          <p14:tracePt t="124918" x="5022850" y="2184400"/>
          <p14:tracePt t="124951" x="5048250" y="2165350"/>
          <p14:tracePt t="124970" x="5060950" y="2165350"/>
          <p14:tracePt t="124991" x="5111750" y="2139950"/>
          <p14:tracePt t="125025" x="5245100" y="2114550"/>
          <p14:tracePt t="125058" x="5327650" y="2095500"/>
          <p14:tracePt t="125086" x="5359400" y="2089150"/>
          <p14:tracePt t="125134" x="5365750" y="2089150"/>
          <p14:tracePt t="125234" x="5353050" y="2095500"/>
          <p14:tracePt t="125283" x="5340350" y="2101850"/>
          <p14:tracePt t="125333" x="5327650" y="2108200"/>
          <p14:tracePt t="125367" x="5321300" y="2108200"/>
          <p14:tracePt t="125400" x="5295900" y="2108200"/>
          <p14:tracePt t="125433" x="5264150" y="2108200"/>
          <p14:tracePt t="125466" x="5187950" y="2108200"/>
          <p14:tracePt t="125500" x="5162550" y="2114550"/>
          <p14:tracePt t="125532" x="5162550" y="2120900"/>
          <p14:tracePt t="125566" x="5200650" y="2120900"/>
          <p14:tracePt t="125599" x="5276850" y="2120900"/>
          <p14:tracePt t="125623" x="5340350" y="2114550"/>
          <p14:tracePt t="125651" x="5397500" y="2114550"/>
          <p14:tracePt t="125682" x="5422900" y="2114550"/>
          <p14:tracePt t="125715" x="5429250" y="2114550"/>
          <p14:tracePt t="125798" x="5422900" y="2114550"/>
          <p14:tracePt t="125833" x="5410200" y="2114550"/>
          <p14:tracePt t="125881" x="5359400" y="2133600"/>
          <p14:tracePt t="125905" x="5321300" y="2139950"/>
          <p14:tracePt t="125938" x="5238750" y="2152650"/>
          <p14:tracePt t="125972" x="5194300" y="2159000"/>
          <p14:tracePt t="125999" x="5187950" y="2159000"/>
          <p14:tracePt t="126031" x="5181600" y="2159000"/>
          <p14:tracePt t="126103" x="5175250" y="2165350"/>
          <p14:tracePt t="126137" x="5156200" y="2165350"/>
          <p14:tracePt t="126171" x="5124450" y="2178050"/>
          <p14:tracePt t="126199" x="5067300" y="2209800"/>
          <p14:tracePt t="126235" x="5010150" y="2228850"/>
          <p14:tracePt t="126265" x="4959350" y="2273300"/>
          <p14:tracePt t="126288" x="4927600" y="2330450"/>
          <p14:tracePt t="126320" x="4883150" y="2425700"/>
          <p14:tracePt t="126353" x="4800600" y="2711450"/>
          <p14:tracePt t="126389" x="4648200" y="3422650"/>
          <p14:tracePt t="126421" x="4502150" y="4216400"/>
          <p14:tracePt t="126448" x="4457700" y="4514850"/>
          <p14:tracePt t="126479" x="4349750" y="4965700"/>
          <p14:tracePt t="126513" x="4318000" y="5156200"/>
          <p14:tracePt t="126546" x="4267200" y="5276850"/>
          <p14:tracePt t="126564" x="4260850" y="5302250"/>
          <p14:tracePt t="126586" x="4248150" y="5334000"/>
          <p14:tracePt t="126619" x="4203700" y="5378450"/>
          <p14:tracePt t="126652" x="4165600" y="5403850"/>
          <p14:tracePt t="126681" x="4133850" y="5422900"/>
          <p14:tracePt t="126717" x="4114800" y="5441950"/>
          <p14:tracePt t="126747" x="4102100" y="5448300"/>
          <p14:tracePt t="126778" x="4089400" y="5467350"/>
          <p14:tracePt t="126811" x="4089400" y="5473700"/>
          <p14:tracePt t="126846" x="4127500" y="5505450"/>
          <p14:tracePt t="126878" x="4229100" y="5562600"/>
          <p14:tracePt t="126901" x="4381500" y="5645150"/>
          <p14:tracePt t="126935" x="4762500" y="5784850"/>
          <p14:tracePt t="126963" x="5048250" y="5835650"/>
          <p14:tracePt t="126994" x="5238750" y="5848350"/>
          <p14:tracePt t="127027" x="5314950" y="5848350"/>
          <p14:tracePt t="127061" x="5353050" y="5848350"/>
          <p14:tracePt t="127160" x="5384800" y="5848350"/>
          <p14:tracePt t="127184" x="5429250" y="5854700"/>
          <p14:tracePt t="127217" x="5549900" y="5867400"/>
          <p14:tracePt t="127250" x="5784850" y="5880100"/>
          <p14:tracePt t="127284" x="5892800" y="5880100"/>
          <p14:tracePt t="127300" x="5905500" y="5880100"/>
          <p14:tracePt t="127313" x="5918200" y="5880100"/>
          <p14:tracePt t="127360" x="5911850" y="5873750"/>
          <p14:tracePt t="127383" x="5892800" y="5861050"/>
          <p14:tracePt t="127416" x="5797550" y="5835650"/>
          <p14:tracePt t="127452" x="5492750" y="5759450"/>
          <p14:tracePt t="127468" x="5391150" y="5727700"/>
          <p14:tracePt t="127501" x="5105400" y="5657850"/>
          <p14:tracePt t="127527" x="4883150" y="5619750"/>
          <p14:tracePt t="127559" x="4781550" y="5607050"/>
          <p14:tracePt t="127592" x="4749800" y="5607050"/>
          <p14:tracePt t="127625" x="4743450" y="5600700"/>
          <p14:tracePt t="127649" x="4749800" y="5600700"/>
          <p14:tracePt t="127682" x="4787900" y="5594350"/>
          <p14:tracePt t="127715" x="4889500" y="5581650"/>
          <p14:tracePt t="127748" x="5086350" y="5562600"/>
          <p14:tracePt t="127777" x="5340350" y="5511800"/>
          <p14:tracePt t="127808" x="5556250" y="5435600"/>
          <p14:tracePt t="127827" x="5626100" y="5391150"/>
          <p14:tracePt t="127858" x="5645150" y="5365750"/>
          <p14:tracePt t="127908" x="5645150" y="5346700"/>
          <p14:tracePt t="127946" x="5607050" y="5245100"/>
          <p14:tracePt t="127981" x="5473700" y="4800600"/>
          <p14:tracePt t="128009" x="5130800" y="3759200"/>
          <p14:tracePt t="128046" x="4508500" y="2482850"/>
          <p14:tracePt t="128076" x="4273550" y="2120900"/>
          <p14:tracePt t="128107" x="4064000" y="1828800"/>
          <p14:tracePt t="128141" x="3987800" y="1746250"/>
          <p14:tracePt t="128164" x="3975100" y="1746250"/>
          <p14:tracePt t="128197" x="3968750" y="1752600"/>
          <p14:tracePt t="128245" x="3968750" y="1765300"/>
          <p14:tracePt t="128275" x="3968750" y="1771650"/>
          <p14:tracePt t="128323" x="3956050" y="1790700"/>
          <p14:tracePt t="128358" x="3956050" y="1797050"/>
          <p14:tracePt t="128390" x="3949700" y="1822450"/>
          <p14:tracePt t="128413" x="3930650" y="1841500"/>
          <p14:tracePt t="128446" x="3848100" y="1930400"/>
          <p14:tracePt t="128481" x="3765550" y="2012950"/>
          <p14:tracePt t="128514" x="3721100" y="2057400"/>
          <p14:tracePt t="128546" x="3708400" y="2070100"/>
          <p14:tracePt t="128594" x="3721100" y="2076450"/>
          <p14:tracePt t="128624" x="3746500" y="2076450"/>
          <p14:tracePt t="128655" x="3784600" y="2076450"/>
          <p14:tracePt t="128688" x="3886200" y="2070100"/>
          <p14:tracePt t="128721" x="4076700" y="2070100"/>
          <p14:tracePt t="128746" x="4165600" y="2082800"/>
          <p14:tracePt t="128778" x="4191000" y="2082800"/>
          <p14:tracePt t="128888" x="4178300" y="2082800"/>
          <p14:tracePt t="128938" x="4159250" y="2082800"/>
          <p14:tracePt t="128971" x="4127500" y="2089150"/>
          <p14:tracePt t="128995" x="4083050" y="2095500"/>
          <p14:tracePt t="129027" x="3949700" y="2108200"/>
          <p14:tracePt t="129061" x="3867150" y="2120900"/>
          <p14:tracePt t="129094" x="3714750" y="2101850"/>
          <p14:tracePt t="129122" x="3632200" y="2082800"/>
          <p14:tracePt t="129153" x="3587750" y="2076450"/>
          <p14:tracePt t="129187" x="3543300" y="2076450"/>
          <p14:tracePt t="129220" x="3511550" y="2057400"/>
          <p14:tracePt t="129735" x="3498850" y="2082800"/>
          <p14:tracePt t="129758" x="3479800" y="2101850"/>
          <p14:tracePt t="129792" x="3441700" y="2146300"/>
          <p14:tracePt t="129825" x="3416300" y="2171700"/>
          <p14:tracePt t="129842" x="3409950" y="2178050"/>
          <p14:tracePt t="129874" x="3397250" y="2190750"/>
          <p14:tracePt t="129902" x="3384550" y="2203450"/>
          <p14:tracePt t="129967" x="3378200" y="2203450"/>
          <p14:tracePt t="130017" x="3378200" y="2209800"/>
          <p14:tracePt t="130067" x="3390900" y="2209800"/>
          <p14:tracePt t="130091" x="3403600" y="2209800"/>
          <p14:tracePt t="130133" x="3403600" y="2216150"/>
          <p14:tracePt t="130183" x="3441700" y="2279650"/>
          <p14:tracePt t="130217" x="3530600" y="2540000"/>
          <p14:tracePt t="130250" x="3727450" y="3143250"/>
          <p14:tracePt t="130283" x="4051300" y="4070350"/>
          <p14:tracePt t="130306" x="4133850" y="4400550"/>
          <p14:tracePt t="130340" x="4197350" y="4711700"/>
          <p14:tracePt t="130373" x="4222750" y="4902200"/>
          <p14:tracePt t="130406" x="4216400" y="4972050"/>
          <p14:tracePt t="130439" x="4210050" y="5003800"/>
          <p14:tracePt t="130468" x="4203700" y="5022850"/>
          <p14:tracePt t="130499" x="4197350" y="5054600"/>
          <p14:tracePt t="130532" x="4197350" y="5105400"/>
          <p14:tracePt t="130551" x="4197350" y="5118100"/>
          <p14:tracePt t="130576" x="4191000" y="5187950"/>
          <p14:tracePt t="130605" x="4203700" y="5276850"/>
          <p14:tracePt t="130638" x="4216400" y="5353050"/>
          <p14:tracePt t="130671" x="4235450" y="5416550"/>
          <p14:tracePt t="130700" x="4267200" y="5473700"/>
          <p14:tracePt t="130737" x="4298950" y="5537200"/>
          <p14:tracePt t="130766" x="4349750" y="5581650"/>
          <p14:tracePt t="130815" x="4381500" y="5594350"/>
          <p14:tracePt t="130853" x="4387850" y="5594350"/>
          <p14:tracePt t="130888" x="4394200" y="5594350"/>
          <p14:tracePt t="130952" x="4400550" y="5594350"/>
          <p14:tracePt t="130997" x="4406900" y="5594350"/>
          <p14:tracePt t="131047" x="4419600" y="5594350"/>
          <p14:tracePt t="131070" x="4432300" y="5594350"/>
          <p14:tracePt t="131103" x="4451350" y="5594350"/>
          <p14:tracePt t="131137" x="4527550" y="5575300"/>
          <p14:tracePt t="131165" x="4603750" y="5562600"/>
          <p14:tracePt t="131197" x="4660900" y="5556250"/>
          <p14:tracePt t="131230" x="4679950" y="5549900"/>
          <p14:tracePt t="131263" x="4692650" y="5543550"/>
          <p14:tracePt t="131794" x="4622800" y="5549900"/>
          <p14:tracePt t="131827" x="4572000" y="5556250"/>
          <p14:tracePt t="131846" x="4546600" y="5562600"/>
          <p14:tracePt t="131877" x="4540250" y="5568950"/>
          <p14:tracePt t="131900" x="4533900" y="5568950"/>
          <p14:tracePt t="131934" x="4521200" y="5575300"/>
          <p14:tracePt t="132032" x="4540250" y="5575300"/>
          <p14:tracePt t="132061" x="4559300" y="5575300"/>
          <p14:tracePt t="132093" x="4610100" y="5575300"/>
          <p14:tracePt t="132117" x="4667250" y="5575300"/>
          <p14:tracePt t="132150" x="4787900" y="5594350"/>
          <p14:tracePt t="132183" x="4972050" y="5600700"/>
          <p14:tracePt t="132216" x="5041900" y="5600700"/>
          <p14:tracePt t="132250" x="5086350" y="5600700"/>
          <p14:tracePt t="132278" x="5092700" y="5600700"/>
          <p14:tracePt t="132326" x="5080000" y="5600700"/>
          <p14:tracePt t="132359" x="5016500" y="5607050"/>
          <p14:tracePt t="132394" x="4895850" y="5619750"/>
          <p14:tracePt t="132430" x="4699000" y="5638800"/>
          <p14:tracePt t="132460" x="4597400" y="5651500"/>
          <p14:tracePt t="132497" x="4489450" y="5664200"/>
          <p14:tracePt t="132527" x="4432300" y="5664200"/>
          <p14:tracePt t="132558" x="4394200" y="5664200"/>
          <p14:tracePt t="132608" x="4387850" y="5664200"/>
          <p14:tracePt t="132642" x="4413250" y="5664200"/>
          <p14:tracePt t="132675" x="4489450" y="5657850"/>
          <p14:tracePt t="132708" x="4540250" y="5651500"/>
          <p14:tracePt t="132741" x="4603750" y="5638800"/>
          <p14:tracePt t="132774" x="4622800" y="5632450"/>
          <p14:tracePt t="132858" x="4616450" y="5626100"/>
          <p14:tracePt t="133222" x="4597400" y="5651500"/>
          <p14:tracePt t="133306" x="4610100" y="5638800"/>
          <p14:tracePt t="133339" x="4616450" y="5626100"/>
          <p14:tracePt t="133372" x="4635500" y="5619750"/>
          <p14:tracePt t="133390" x="4648200" y="5607050"/>
          <p14:tracePt t="133422" x="4679950" y="5594350"/>
          <p14:tracePt t="133441" x="4692650" y="5594350"/>
          <p14:tracePt t="133472" x="4730750" y="5594350"/>
          <p14:tracePt t="133496" x="4762500" y="5594350"/>
          <p14:tracePt t="133528" x="4819650" y="5594350"/>
          <p14:tracePt t="133562" x="4870450" y="5594350"/>
          <p14:tracePt t="133590" x="4902200" y="5581650"/>
          <p14:tracePt t="133621" x="4914900" y="5568950"/>
          <p14:tracePt t="133655" x="4908550" y="5499100"/>
          <p14:tracePt t="133680" x="4857750" y="5365750"/>
          <p14:tracePt t="133713" x="4673600" y="4933950"/>
          <p14:tracePt t="133744" x="4273550" y="4114800"/>
          <p14:tracePt t="133778" x="3575050" y="2984500"/>
          <p14:tracePt t="133811" x="3225800" y="2540000"/>
          <p14:tracePt t="133844" x="2978150" y="2311400"/>
          <p14:tracePt t="133872" x="2901950" y="2273300"/>
          <p14:tracePt t="133908" x="2794000" y="2254250"/>
          <p14:tracePt t="133939" x="2762250" y="2254250"/>
          <p14:tracePt t="133987" x="2717800" y="2260600"/>
          <p14:tracePt t="134025" x="2679700" y="2279650"/>
          <p14:tracePt t="134060" x="2622550" y="2292350"/>
          <p14:tracePt t="134093" x="2571750" y="2305050"/>
          <p14:tracePt t="134121" x="2489200" y="2311400"/>
          <p14:tracePt t="134153" x="2419350" y="2317750"/>
          <p14:tracePt t="134186" x="2355850" y="2305050"/>
          <p14:tracePt t="134210" x="2311400" y="2286000"/>
          <p14:tracePt t="134243" x="2279650" y="2266950"/>
          <p14:tracePt t="134276" x="2266950" y="2260600"/>
          <p14:tracePt t="134309" x="2266950" y="2247900"/>
          <p14:tracePt t="134337" x="2254250" y="2228850"/>
          <p14:tracePt t="134374" x="2247900" y="2216150"/>
          <p14:tracePt t="134404" x="2235200" y="2178050"/>
          <p14:tracePt t="134435" x="2209800" y="2120900"/>
          <p14:tracePt t="134469" x="2165350" y="2044700"/>
          <p14:tracePt t="134487" x="2159000" y="2032000"/>
          <p14:tracePt t="134508" x="2146300" y="2019300"/>
          <p14:tracePt t="134542" x="2146300" y="2012950"/>
          <p14:tracePt t="134575" x="2146300" y="2006600"/>
          <p14:tracePt t="134634" x="2146300" y="2000250"/>
          <p14:tracePt t="134767" x="2139950" y="2000250"/>
          <p14:tracePt t="134806" x="2139950" y="2006600"/>
          <p14:tracePt t="134855" x="2133600" y="2019300"/>
          <p14:tracePt t="134900" x="2127250" y="2051050"/>
          <p14:tracePt t="134934" x="2120900" y="2108200"/>
          <p14:tracePt t="134967" x="2101850" y="2190750"/>
          <p14:tracePt t="135000" x="2082800" y="2279650"/>
          <p14:tracePt t="135033" x="2063750" y="2349500"/>
          <p14:tracePt t="135066" x="2063750" y="2368550"/>
          <p14:tracePt t="135099" x="2057400" y="2374900"/>
          <p14:tracePt t="135149" x="2063750" y="2387600"/>
          <p14:tracePt t="135182" x="2076450" y="2387600"/>
          <p14:tracePt t="135216" x="2082800" y="2387600"/>
          <p14:tracePt t="135249" x="2101850" y="2387600"/>
          <p14:tracePt t="135299" x="2114550" y="2381250"/>
          <p14:tracePt t="135332" x="2120900" y="2374900"/>
          <p14:tracePt t="135356" x="2133600" y="2374900"/>
          <p14:tracePt t="135388" x="2139950" y="2374900"/>
          <p14:tracePt t="135406" x="2146300" y="2374900"/>
          <p14:tracePt t="135439" x="2159000" y="2362200"/>
          <p14:tracePt t="135515" x="2171700" y="2355850"/>
          <p14:tracePt t="135548" x="2178050" y="2355850"/>
          <p14:tracePt t="135572" x="2184400" y="2355850"/>
          <p14:tracePt t="135614" x="2197100" y="2355850"/>
          <p14:tracePt t="135670" x="2228850" y="2355850"/>
          <p14:tracePt t="135688" x="2241550" y="2355850"/>
          <p14:tracePt t="135716" x="2292350" y="2362200"/>
          <p14:tracePt t="135748" x="2362200" y="2368550"/>
          <p14:tracePt t="135786" x="2432050" y="2368550"/>
          <p14:tracePt t="135816" x="2457450" y="2355850"/>
          <p14:tracePt t="135847" x="2463800" y="2349500"/>
          <p14:tracePt t="135897" x="2470150" y="2349500"/>
          <p14:tracePt t="135947" x="2482850" y="2349500"/>
          <p14:tracePt t="135980" x="2489200" y="2349500"/>
          <p14:tracePt t="136013" x="2501900" y="2355850"/>
          <p14:tracePt t="136046" x="2527300" y="2355850"/>
          <p14:tracePt t="136079" x="2552700" y="2362200"/>
          <p14:tracePt t="136113" x="2660650" y="2368550"/>
          <p14:tracePt t="136131" x="2698750" y="2374900"/>
          <p14:tracePt t="136163" x="2857500" y="2374900"/>
          <p14:tracePt t="136186" x="2940050" y="2374900"/>
          <p14:tracePt t="136229" x="3041650" y="2368550"/>
          <p14:tracePt t="136262" x="3098800" y="2355850"/>
          <p14:tracePt t="136296" x="3136900" y="2349500"/>
          <p14:tracePt t="136328" x="3149600" y="2349500"/>
          <p14:tracePt t="136354" x="3155950" y="2349500"/>
          <p14:tracePt t="136446" x="3162300" y="2343150"/>
          <p14:tracePt t="136511" x="3162300" y="2336800"/>
          <p14:tracePt t="136594" x="3155950" y="2336800"/>
          <p14:tracePt t="136628" x="3149600" y="2324100"/>
          <p14:tracePt t="137059" x="3092450" y="2578100"/>
          <p14:tracePt t="137093" x="3022600" y="2946400"/>
          <p14:tracePt t="137126" x="2952750" y="3568700"/>
          <p14:tracePt t="137159" x="2901950" y="3962400"/>
          <p14:tracePt t="137178" x="2889250" y="4102100"/>
          <p14:tracePt t="137199" x="2870200" y="4457700"/>
          <p14:tracePt t="137232" x="2844800" y="4667250"/>
          <p14:tracePt t="137261" x="2825750" y="4933950"/>
          <p14:tracePt t="137292" x="2800350" y="5143500"/>
          <p14:tracePt t="137325" x="2781300" y="5251450"/>
          <p14:tracePt t="137359" x="2749550" y="5334000"/>
          <p14:tracePt t="137392" x="2705100" y="5403850"/>
          <p14:tracePt t="137411" x="2667000" y="5448300"/>
          <p14:tracePt t="137443" x="2609850" y="5486400"/>
          <p14:tracePt t="137480" x="2571750" y="5518150"/>
          <p14:tracePt t="137510" x="2559050" y="5524500"/>
          <p14:tracePt t="137541" x="2546350" y="5530850"/>
          <p14:tracePt t="137575" x="2527300" y="5537200"/>
          <p14:tracePt t="137607" x="2514600" y="5543550"/>
          <p14:tracePt t="137729" x="2520950" y="5543550"/>
          <p14:tracePt t="137778" x="2520950" y="5537200"/>
          <p14:tracePt t="137857" x="2508250" y="5524500"/>
          <p14:tracePt t="137891" x="2463800" y="5492750"/>
          <p14:tracePt t="137923" x="2374900" y="5435600"/>
          <p14:tracePt t="137956" x="2228850" y="5372100"/>
          <p14:tracePt t="137995" x="2038350" y="5321300"/>
          <p14:tracePt t="138025" x="1917700" y="5314950"/>
          <p14:tracePt t="138056" x="1828800" y="5314950"/>
          <p14:tracePt t="138089" x="1752600" y="5321300"/>
          <p14:tracePt t="138122" x="1695450" y="5334000"/>
          <p14:tracePt t="138155" x="1670050" y="5334000"/>
          <p14:tracePt t="138179" x="1657350" y="5334000"/>
          <p14:tracePt t="138212" x="1651000" y="5340350"/>
          <p14:tracePt t="138372" x="1670050" y="5340350"/>
          <p14:tracePt t="138405" x="1720850" y="5353050"/>
          <p14:tracePt t="138424" x="1771650" y="5359400"/>
          <p14:tracePt t="138456" x="1860550" y="5378450"/>
          <p14:tracePt t="138478" x="1898650" y="5384800"/>
          <p14:tracePt t="138511" x="1936750" y="5391150"/>
          <p14:tracePt t="138539" x="1949450" y="5397500"/>
          <p14:tracePt t="138704" x="1943100" y="5397500"/>
          <p14:tracePt t="139036" x="1879600" y="5448300"/>
          <p14:tracePt t="139059" x="1758950" y="5530850"/>
          <p14:tracePt t="139093" x="1638300" y="5600700"/>
          <p14:tracePt t="139121" x="1530350" y="5676900"/>
          <p14:tracePt t="139152" x="1422400" y="5740400"/>
          <p14:tracePt t="139185" x="1301750" y="5810250"/>
          <p14:tracePt t="139219" x="1231900" y="5848350"/>
          <p14:tracePt t="139252" x="1174750" y="5892800"/>
          <p14:tracePt t="139275" x="1143000" y="5918200"/>
          <p14:tracePt t="139308" x="1085850" y="5943600"/>
          <p14:tracePt t="139342" x="1079500" y="5956300"/>
          <p14:tracePt t="139406" x="1073150" y="5956300"/>
          <p14:tracePt t="139567" x="1073150" y="5949950"/>
          <p14:tracePt t="139622" x="1079500" y="5949950"/>
          <p14:tracePt t="140702" x="1079500" y="5943600"/>
          <p14:tracePt t="140736" x="1079500" y="5918200"/>
          <p14:tracePt t="140764" x="1073150" y="5873750"/>
          <p14:tracePt t="140796" x="1054100" y="5791200"/>
          <p14:tracePt t="140820" x="1009650" y="5676900"/>
          <p14:tracePt t="140837" x="1003300" y="5645150"/>
          <p14:tracePt t="140870" x="965200" y="5530850"/>
          <p14:tracePt t="140887" x="958850" y="5505450"/>
          <p14:tracePt t="140919" x="927100" y="5429250"/>
          <p14:tracePt t="140937" x="920750" y="5416550"/>
          <p14:tracePt t="140969" x="882650" y="5391150"/>
          <p14:tracePt t="140998" x="863600" y="5378450"/>
          <p14:tracePt t="141030" x="850900" y="5372100"/>
          <p14:tracePt t="141053" x="844550" y="5365750"/>
          <p14:tracePt t="141150" x="844550" y="5359400"/>
          <p14:tracePt t="141185" x="844550" y="5353050"/>
          <p14:tracePt t="141214" x="844550" y="5346700"/>
          <p14:tracePt t="141261" x="844550" y="5340350"/>
          <p14:tracePt t="141433" x="844550" y="5346700"/>
          <p14:tracePt t="141478" x="844550" y="5359400"/>
          <p14:tracePt t="141511" x="838200" y="5372100"/>
          <p14:tracePt t="141544" x="838200" y="5397500"/>
          <p14:tracePt t="141577" x="838200" y="5441950"/>
          <p14:tracePt t="141610" x="831850" y="5486400"/>
          <p14:tracePt t="141644" x="825500" y="5530850"/>
          <p14:tracePt t="141677" x="825500" y="5543550"/>
          <p14:tracePt t="141810" x="825500" y="5530850"/>
          <p14:tracePt t="141843" x="831850" y="5511800"/>
          <p14:tracePt t="141867" x="838200" y="5499100"/>
          <p14:tracePt t="141883" x="850900" y="5448300"/>
          <p14:tracePt t="141916" x="863600" y="5403850"/>
          <p14:tracePt t="141949" x="882650" y="5378450"/>
          <p14:tracePt t="141978" x="901700" y="5378450"/>
          <p14:tracePt t="142014" x="914400" y="5378450"/>
          <p14:tracePt t="142059" x="920750" y="5378450"/>
          <p14:tracePt t="142108" x="927100" y="5378450"/>
          <p14:tracePt t="142142" x="946150" y="5372100"/>
          <p14:tracePt t="142166" x="952500" y="5372100"/>
          <p14:tracePt t="142213" x="958850" y="5365750"/>
          <p14:tracePt t="142248" x="990600" y="5359400"/>
          <p14:tracePt t="142283" x="1035050" y="5359400"/>
          <p14:tracePt t="142310" x="1085850" y="5359400"/>
          <p14:tracePt t="142341" x="1130300" y="5359400"/>
          <p14:tracePt t="142365" x="1143000" y="5359400"/>
          <p14:tracePt t="142398" x="1155700" y="5359400"/>
          <p14:tracePt t="142463" x="1162050" y="5372100"/>
          <p14:tracePt t="142512" x="1162050" y="5378450"/>
          <p14:tracePt t="142557" x="1155700" y="5378450"/>
          <p14:tracePt t="142590" x="1162050" y="5391150"/>
          <p14:tracePt t="142624" x="1212850" y="5403850"/>
          <p14:tracePt t="142657" x="1333500" y="5435600"/>
          <p14:tracePt t="142690" x="1568450" y="5435600"/>
          <p14:tracePt t="142729" x="1835150" y="5435600"/>
          <p14:tracePt t="142763" x="1911350" y="5422900"/>
          <p14:tracePt t="142823" x="1879600" y="5422900"/>
          <p14:tracePt t="142856" x="1708150" y="5435600"/>
          <p14:tracePt t="142889" x="1390650" y="5435600"/>
          <p14:tracePt t="142922" x="1174750" y="5435600"/>
          <p14:tracePt t="142946" x="1060450" y="5435600"/>
          <p14:tracePt t="142964" x="977900" y="5435600"/>
          <p14:tracePt t="142996" x="914400" y="5416550"/>
          <p14:tracePt t="143024" x="889000" y="5403850"/>
          <p14:tracePt t="143055" x="882650" y="5391150"/>
          <p14:tracePt t="143122" x="876300" y="5384800"/>
          <p14:tracePt t="143155" x="869950" y="5378450"/>
          <p14:tracePt t="143178" x="869950" y="5372100"/>
          <p14:tracePt t="143276" x="863600" y="5372100"/>
          <p14:tracePt t="143306" x="857250" y="5378450"/>
          <p14:tracePt t="143343" x="857250" y="5397500"/>
          <p14:tracePt t="143373" x="857250" y="5410200"/>
          <p14:tracePt t="143404" x="863600" y="5448300"/>
          <p14:tracePt t="143428" x="863600" y="5486400"/>
          <p14:tracePt t="143461" x="882650" y="5549900"/>
          <p14:tracePt t="143478" x="882650" y="5594350"/>
          <p14:tracePt t="143511" x="889000" y="5645150"/>
          <p14:tracePt t="143544" x="895350" y="5657850"/>
          <p14:tracePt t="143603" x="895350" y="5632450"/>
          <p14:tracePt t="143653" x="901700" y="5607050"/>
          <p14:tracePt t="143687" x="901700" y="5562600"/>
          <p14:tracePt t="143720" x="901700" y="5473700"/>
          <p14:tracePt t="143753" x="901700" y="5346700"/>
          <p14:tracePt t="143792" x="920750" y="5238750"/>
          <p14:tracePt t="143821" x="952500" y="5181600"/>
          <p14:tracePt t="143853" x="971550" y="5168900"/>
          <p14:tracePt t="143886" x="996950" y="5168900"/>
          <p14:tracePt t="143919" x="1022350" y="5175250"/>
          <p14:tracePt t="143952" x="1041400" y="5187950"/>
          <p14:tracePt t="143985" x="1047750" y="5207000"/>
          <p14:tracePt t="144019" x="1047750" y="5213350"/>
          <p14:tracePt t="144069" x="1041400" y="5219700"/>
          <p14:tracePt t="144102" x="1016000" y="5226050"/>
          <p14:tracePt t="144136" x="984250" y="5245100"/>
          <p14:tracePt t="144168" x="946150" y="5257800"/>
          <p14:tracePt t="144201" x="914400" y="5257800"/>
          <p14:tracePt t="144268" x="933450" y="5251450"/>
          <p14:tracePt t="144301" x="977900" y="5251450"/>
          <p14:tracePt t="144334" x="1079500" y="5283200"/>
          <p14:tracePt t="144368" x="1117600" y="5302250"/>
          <p14:tracePt t="144401" x="1130300" y="5321300"/>
          <p14:tracePt t="144434" x="1130300" y="5327650"/>
          <p14:tracePt t="144467" x="1130300" y="5334000"/>
          <p14:tracePt t="144487" x="1123950" y="5334000"/>
          <p14:tracePt t="144533" x="1123950" y="5340350"/>
          <p14:tracePt t="144558" x="1143000" y="5340350"/>
          <p14:tracePt t="144590" x="1187450" y="5340350"/>
          <p14:tracePt t="144624" x="1263650" y="5321300"/>
          <p14:tracePt t="144657" x="1333500" y="5289550"/>
          <p14:tracePt t="144700" x="1371600" y="5257800"/>
          <p14:tracePt t="144733" x="1384300" y="5226050"/>
          <p14:tracePt t="144782" x="1390650" y="5213350"/>
          <p14:tracePt t="144816" x="1397000" y="5194300"/>
          <p14:tracePt t="144849" x="1403350" y="5181600"/>
          <p14:tracePt t="144873" x="1409700" y="5168900"/>
          <p14:tracePt t="144906" x="1422400" y="5156200"/>
          <p14:tracePt t="144982" x="1422400" y="5149850"/>
          <p14:tracePt t="145065" x="1416050" y="5168900"/>
          <p14:tracePt t="145098" x="1403350" y="5200650"/>
          <p14:tracePt t="145122" x="1397000" y="5238750"/>
          <p14:tracePt t="145155" x="1390650" y="5327650"/>
          <p14:tracePt t="145190" x="1390650" y="5410200"/>
          <p14:tracePt t="145216" x="1397000" y="5454650"/>
          <p14:tracePt t="145248" x="1422400" y="5499100"/>
          <p14:tracePt t="145281" x="1460500" y="5511800"/>
          <p14:tracePt t="145314" x="1485900" y="5518150"/>
          <p14:tracePt t="145338" x="1524000" y="5518150"/>
          <p14:tracePt t="145371" x="1549400" y="5518150"/>
          <p14:tracePt t="145404" x="1574800" y="5511800"/>
          <p14:tracePt t="145452" x="1581150" y="5499100"/>
          <p14:tracePt t="145482" x="1581150" y="5486400"/>
          <p14:tracePt t="145547" x="1581150" y="5473700"/>
          <p14:tracePt t="145580" x="1581150" y="5467350"/>
          <p14:tracePt t="145613" x="1581150" y="5454650"/>
          <p14:tracePt t="145637" x="1581150" y="5441950"/>
          <p14:tracePt t="145670" x="1568450" y="5391150"/>
          <p14:tracePt t="145698" x="1562100" y="5334000"/>
          <p14:tracePt t="145729" x="1568450" y="5238750"/>
          <p14:tracePt t="145762" x="1625600" y="5143500"/>
          <p14:tracePt t="145796" x="1682750" y="5099050"/>
          <p14:tracePt t="145829" x="1746250" y="5067300"/>
          <p14:tracePt t="145853" x="1765300" y="5054600"/>
          <p14:tracePt t="145886" x="1784350" y="5048250"/>
          <p14:tracePt t="146095" x="1778000" y="5048250"/>
          <p14:tracePt t="146178" x="1778000" y="5060950"/>
          <p14:tracePt t="146234" x="1784350" y="5073650"/>
          <p14:tracePt t="146262" x="1797050" y="5086350"/>
          <p14:tracePt t="146294" x="1885950" y="5124450"/>
          <p14:tracePt t="146328" x="2286000" y="5251450"/>
          <p14:tracePt t="146360" x="2616200" y="5334000"/>
          <p14:tracePt t="146394" x="3321050" y="5473700"/>
          <p14:tracePt t="146427" x="3657600" y="5486400"/>
          <p14:tracePt t="146451" x="3816350" y="5473700"/>
          <p14:tracePt t="146480" x="3937000" y="5441950"/>
          <p14:tracePt t="146512" x="4019550" y="5397500"/>
          <p14:tracePt t="146543" x="4057650" y="5365750"/>
          <p14:tracePt t="146576" x="4083050" y="5346700"/>
          <p14:tracePt t="146610" x="4102100" y="5334000"/>
          <p14:tracePt t="146643" x="4108450" y="5308600"/>
          <p14:tracePt t="146661" x="4114800" y="5302250"/>
          <p14:tracePt t="146709" x="4133850" y="5283200"/>
          <p14:tracePt t="146733" x="4133850" y="5264150"/>
          <p14:tracePt t="146766" x="4133850" y="5245100"/>
          <p14:tracePt t="146809" x="4127500" y="5187950"/>
          <p14:tracePt t="146842" x="4095750" y="5118100"/>
          <p14:tracePt t="146876" x="4057650" y="5054600"/>
          <p14:tracePt t="146909" x="4038600" y="5022850"/>
          <p14:tracePt t="146942" x="4025900" y="5010150"/>
          <p14:tracePt t="146965" x="4019550" y="4997450"/>
          <p14:tracePt t="147009" x="4013200" y="4997450"/>
          <p14:tracePt t="147058" x="4006850" y="5016500"/>
          <p14:tracePt t="147091" x="4006850" y="5041900"/>
          <p14:tracePt t="147125" x="4025900" y="5143500"/>
          <p14:tracePt t="147158" x="4032250" y="5264150"/>
          <p14:tracePt t="147191" x="4032250" y="5384800"/>
          <p14:tracePt t="147210" x="4019550" y="5416550"/>
          <p14:tracePt t="147231" x="3956050" y="5505450"/>
          <p14:tracePt t="147266" x="3867150" y="5568950"/>
          <p14:tracePt t="147293" x="3816350" y="5588000"/>
          <p14:tracePt t="147324" x="3784600" y="5600700"/>
          <p14:tracePt t="147357" x="3771900" y="5600700"/>
          <p14:tracePt t="147390" x="3790950" y="5588000"/>
          <p14:tracePt t="147424" x="3816350" y="5568950"/>
          <p14:tracePt t="147447" x="3854450" y="5556250"/>
          <p14:tracePt t="147480" x="3949700" y="5480050"/>
          <p14:tracePt t="147513" x="4089400" y="5353050"/>
          <p14:tracePt t="147547" x="4203700" y="5194300"/>
          <p14:tracePt t="147580" x="4248150" y="5067300"/>
          <p14:tracePt t="147623" x="4254500" y="4997450"/>
          <p14:tracePt t="147656" x="4235450" y="4946650"/>
          <p14:tracePt t="147680" x="4203700" y="4927600"/>
          <p14:tracePt t="147713" x="4184650" y="4908550"/>
          <p14:tracePt t="147777" x="4178300" y="4908550"/>
          <p14:tracePt t="147812" x="4178300" y="4914900"/>
          <p14:tracePt t="147845" x="4178300" y="4921250"/>
          <p14:tracePt t="147889" x="4178300" y="4933950"/>
          <p14:tracePt t="147955" x="4165600" y="4959350"/>
          <p14:tracePt t="147979" x="4102100" y="5022850"/>
          <p14:tracePt t="148011" x="3905250" y="5137150"/>
          <p14:tracePt t="148045" x="3606800" y="5251450"/>
          <p14:tracePt t="148078" x="3238500" y="5353050"/>
          <p14:tracePt t="148106" x="3105150" y="5365750"/>
          <p14:tracePt t="148143" x="3041650" y="5365750"/>
          <p14:tracePt t="148162" x="3035300" y="5365750"/>
          <p14:tracePt t="148204" x="3016250" y="5359400"/>
          <p14:tracePt t="148228" x="3003550" y="5353050"/>
          <p14:tracePt t="148261" x="2997200" y="5353050"/>
          <p14:tracePt t="148310" x="2990850" y="5353050"/>
          <p14:tracePt t="148344" x="2978150" y="5353050"/>
          <p14:tracePt t="148372" x="2965450" y="5353050"/>
          <p14:tracePt t="148404" x="2946400" y="5353050"/>
          <p14:tracePt t="148437" x="2876550" y="5359400"/>
          <p14:tracePt t="148460" x="2813050" y="5372100"/>
          <p14:tracePt t="148493" x="2628900" y="5416550"/>
          <p14:tracePt t="148526" x="2324100" y="5486400"/>
          <p14:tracePt t="148560" x="2127250" y="5518150"/>
          <p14:tracePt t="148588" x="2025650" y="5530850"/>
          <p14:tracePt t="148620" x="1898650" y="5530850"/>
          <p14:tracePt t="148653" x="1866900" y="5530850"/>
          <p14:tracePt t="148968" x="1663700" y="5632450"/>
          <p14:tracePt t="148987" x="1612900" y="5651500"/>
          <p14:tracePt t="149018" x="1479550" y="5715000"/>
          <p14:tracePt t="149041" x="1416050" y="5746750"/>
          <p14:tracePt t="149084" x="1301750" y="5803900"/>
          <p14:tracePt t="149108" x="1250950" y="5816600"/>
          <p14:tracePt t="149136" x="1155700" y="5867400"/>
          <p14:tracePt t="149167" x="1066800" y="5911850"/>
          <p14:tracePt t="149200" x="952500" y="5949950"/>
          <p14:tracePt t="149234" x="889000" y="5962650"/>
          <p14:tracePt t="149267" x="850900" y="5962650"/>
          <p14:tracePt t="149300" x="825500" y="5962650"/>
          <p14:tracePt t="149333" x="819150" y="5962650"/>
          <p14:tracePt t="149359" x="812800" y="5962650"/>
          <p14:tracePt t="149450" x="800100" y="5962650"/>
          <p14:tracePt t="149500" x="781050" y="5962650"/>
          <p14:tracePt t="149534" x="755650" y="5962650"/>
          <p14:tracePt t="149583" x="698500" y="5956300"/>
          <p14:tracePt t="149622" x="673100" y="5949950"/>
          <p14:tracePt t="149688" x="685800" y="5949950"/>
          <p14:tracePt t="149717" x="704850" y="5949950"/>
          <p14:tracePt t="149749" x="736600" y="5949950"/>
          <p14:tracePt t="149772" x="787400" y="5949950"/>
          <p14:tracePt t="149810" x="889000" y="5949950"/>
          <p14:tracePt t="149849" x="914400" y="5956300"/>
          <p14:tracePt t="150402" x="1022350" y="5937250"/>
          <p14:tracePt t="150437" x="1117600" y="5886450"/>
          <p14:tracePt t="150453" x="1193800" y="5854700"/>
          <p14:tracePt t="150496" x="1327150" y="5765800"/>
          <p14:tracePt t="150516" x="1390650" y="5702300"/>
          <p14:tracePt t="150548" x="1492250" y="5613400"/>
          <p14:tracePt t="150570" x="1517650" y="5588000"/>
          <p14:tracePt t="150603" x="1606550" y="5505450"/>
          <p14:tracePt t="150636" x="1689100" y="5435600"/>
          <p14:tracePt t="150669" x="1797050" y="5365750"/>
          <p14:tracePt t="150697" x="1847850" y="5346700"/>
          <p14:tracePt t="150734" x="1930400" y="5327650"/>
          <p14:tracePt t="150764" x="1968500" y="5327650"/>
          <p14:tracePt t="150796" x="1993900" y="5334000"/>
          <p14:tracePt t="150829" x="2006600" y="5353050"/>
          <p14:tracePt t="150862" x="2012950" y="5359400"/>
          <p14:tracePt t="150885" x="2025650" y="5372100"/>
          <p14:tracePt t="150918" x="2051050" y="5378450"/>
          <p14:tracePt t="150951" x="2120900" y="5391150"/>
          <p14:tracePt t="150985" x="2355850" y="5403850"/>
          <p14:tracePt t="151013" x="2520950" y="5403850"/>
          <p14:tracePt t="151045" x="2749550" y="5397500"/>
          <p14:tracePt t="151078" x="3009900" y="5372100"/>
          <p14:tracePt t="151101" x="3073400" y="5346700"/>
          <p14:tracePt t="151134" x="3130550" y="5321300"/>
          <p14:tracePt t="151168" x="3168650" y="5257800"/>
          <p14:tracePt t="151201" x="3200400" y="5194300"/>
          <p14:tracePt t="151229" x="3219450" y="5137150"/>
          <p14:tracePt t="151266" x="3263900" y="4997450"/>
          <p14:tracePt t="151312" x="3302000" y="4895850"/>
          <p14:tracePt t="151343" x="3314700" y="4845050"/>
          <p14:tracePt t="151367" x="3321050" y="4832350"/>
          <p14:tracePt t="151400" x="3333750" y="4832350"/>
          <p14:tracePt t="151429" x="3340100" y="4851400"/>
          <p14:tracePt t="151697" x="3321050" y="4584700"/>
          <p14:tracePt t="151727" x="3295650" y="4368800"/>
          <p14:tracePt t="151759" x="3232150" y="3968750"/>
          <p14:tracePt t="151792" x="3194050" y="3746500"/>
          <p14:tracePt t="151825" x="3175000" y="3613150"/>
          <p14:tracePt t="151859" x="3168650" y="3536950"/>
          <p14:tracePt t="151891" x="3162300" y="3524250"/>
          <p14:tracePt t="151925" x="3155950" y="3543300"/>
          <p14:tracePt t="151948" x="3130550" y="3613150"/>
          <p14:tracePt t="151976" x="3086100" y="3778250"/>
          <p14:tracePt t="152012" x="3079750" y="3968750"/>
          <p14:tracePt t="152032" x="3111500" y="4178300"/>
          <p14:tracePt t="152060" x="3206750" y="4540250"/>
          <p14:tracePt t="152091" x="3282950" y="4889500"/>
          <p14:tracePt t="152124" x="3302000" y="5118100"/>
          <p14:tracePt t="152148" x="3302000" y="5187950"/>
          <p14:tracePt t="152181" x="3302000" y="5232400"/>
          <p14:tracePt t="152214" x="3289300" y="5257800"/>
          <p14:tracePt t="152329" x="3289300" y="5226050"/>
          <p14:tracePt t="152373" x="3302000" y="5213350"/>
          <p14:tracePt t="152406" x="3308350" y="5207000"/>
          <p14:tracePt t="152445" x="3327400" y="5207000"/>
          <p14:tracePt t="152482" x="3352800" y="5213350"/>
          <p14:tracePt t="152513" x="3378200" y="5213350"/>
          <p14:tracePt t="152541" x="3422650" y="5219700"/>
          <p14:tracePt t="152574" x="3479800" y="5219700"/>
          <p14:tracePt t="152605" x="3517900" y="5219700"/>
          <p14:tracePt t="152639" x="3517900" y="5238750"/>
          <p14:tracePt t="152672" x="3511550" y="5270500"/>
          <p14:tracePt t="152706" x="3467100" y="5340350"/>
          <p14:tracePt t="152744" x="3340100" y="5524500"/>
          <p14:tracePt t="152774" x="3270250" y="5600700"/>
          <p14:tracePt t="152805" x="3219450" y="5645150"/>
          <p14:tracePt t="152871" x="3238500" y="5626100"/>
          <p14:tracePt t="152905" x="3295650" y="5575300"/>
          <p14:tracePt t="152938" x="3403600" y="5473700"/>
          <p14:tracePt t="152971" x="3492500" y="5365750"/>
          <p14:tracePt t="152995" x="3568700" y="5245100"/>
          <p14:tracePt t="153028" x="3594100" y="5219700"/>
          <p14:tracePt t="153046" x="3600450" y="5207000"/>
          <p14:tracePt t="153104" x="3600450" y="5219700"/>
          <p14:tracePt t="153137" x="3606800" y="5232400"/>
          <p14:tracePt t="153237" x="3600450" y="5219700"/>
          <p14:tracePt t="153261" x="3587750" y="5175250"/>
          <p14:tracePt t="153277" x="3575050" y="5143500"/>
          <p14:tracePt t="153305" x="3549650" y="4959350"/>
          <p14:tracePt t="153336" x="3498850" y="4641850"/>
          <p14:tracePt t="153370" x="3397250" y="4191000"/>
          <p14:tracePt t="153403" x="3251200" y="3670300"/>
          <p14:tracePt t="153436" x="3181350" y="3397250"/>
          <p14:tracePt t="153455" x="3162300" y="3314700"/>
          <p14:tracePt t="153486" x="3105150" y="3136900"/>
          <p14:tracePt t="153520" x="3092450" y="3067050"/>
          <p14:tracePt t="153553" x="3086100" y="3016250"/>
          <p14:tracePt t="153587" x="3079750" y="2978150"/>
          <p14:tracePt t="153619" x="3073400" y="2940050"/>
          <p14:tracePt t="153652" x="3067050" y="2914650"/>
          <p14:tracePt t="153685" x="3067050" y="2882900"/>
          <p14:tracePt t="153719" x="3067050" y="2863850"/>
          <p14:tracePt t="153752" x="3067050" y="2838450"/>
          <p14:tracePt t="153785" x="3067050" y="2787650"/>
          <p14:tracePt t="153809" x="3067050" y="2743200"/>
          <p14:tracePt t="153825" x="3067050" y="2717800"/>
          <p14:tracePt t="153858" x="3067050" y="2673350"/>
          <p14:tracePt t="153891" x="3067050" y="2654300"/>
          <p14:tracePt t="153934" x="3067050" y="2647950"/>
          <p14:tracePt t="154200" x="3067050" y="2673350"/>
          <p14:tracePt t="154233" x="3067050" y="2717800"/>
          <p14:tracePt t="154267" x="3067050" y="2984500"/>
          <p14:tracePt t="154290" x="3067050" y="3244850"/>
          <p14:tracePt t="154323" x="3073400" y="3695700"/>
          <p14:tracePt t="154357" x="3073400" y="4241800"/>
          <p14:tracePt t="154389" x="3073400" y="4527550"/>
          <p14:tracePt t="154423" x="3073400" y="4711700"/>
          <p14:tracePt t="154451" x="3073400" y="4781550"/>
          <p14:tracePt t="154483" x="3073400" y="4794250"/>
          <p14:tracePt t="154566" x="3079750" y="4794250"/>
          <p14:tracePt t="154605" x="3079750" y="4813300"/>
          <p14:tracePt t="154639" x="3079750" y="4832350"/>
          <p14:tracePt t="154667" x="3079750" y="4838700"/>
          <p14:tracePt t="154715" x="3086100" y="4857750"/>
          <p14:tracePt t="154765" x="3086100" y="4889500"/>
          <p14:tracePt t="154798" x="3086100" y="4997450"/>
          <p14:tracePt t="154831" x="3098800" y="5226050"/>
          <p14:tracePt t="154855" x="3117850" y="5397500"/>
          <p14:tracePt t="154888" x="3117850" y="5473700"/>
          <p14:tracePt t="154921" x="3117850" y="5594350"/>
          <p14:tracePt t="154955" x="3117850" y="5645150"/>
          <p14:tracePt t="154982" x="3117850" y="5670550"/>
          <p14:tracePt t="155296" x="3124200" y="5670550"/>
          <p14:tracePt t="155320" x="3143250" y="5664200"/>
          <p14:tracePt t="155379" x="3162300" y="5657850"/>
          <p14:tracePt t="155402" x="3175000" y="5651500"/>
          <p14:tracePt t="155436" x="3257550" y="5638800"/>
          <p14:tracePt t="155469" x="3346450" y="5619750"/>
          <p14:tracePt t="155497" x="3429000" y="5594350"/>
          <p14:tracePt t="155529" x="3479800" y="5568950"/>
          <p14:tracePt t="155553" x="3505200" y="5562600"/>
          <p14:tracePt t="155587" x="3505200" y="5556250"/>
          <p14:tracePt t="155650" x="3511550" y="5562600"/>
          <p14:tracePt t="156198" x="3492500" y="5581650"/>
          <p14:tracePt t="156233" x="3448050" y="5651500"/>
          <p14:tracePt t="156276" x="3346450" y="5784850"/>
          <p14:tracePt t="156309" x="3282950" y="5880100"/>
          <p14:tracePt t="156343" x="3244850" y="5956300"/>
          <p14:tracePt t="156376" x="3213100" y="6007100"/>
          <p14:tracePt t="156409" x="3194050" y="6019800"/>
          <p14:tracePt t="156433" x="3187700" y="6032500"/>
          <p14:tracePt t="156466" x="3168650" y="6038850"/>
          <p14:tracePt t="158386" x="3124200" y="6057900"/>
          <p14:tracePt t="158419" x="3009900" y="6096000"/>
          <p14:tracePt t="158452" x="2940050" y="6115050"/>
          <p14:tracePt t="158471" x="2914650" y="6121400"/>
          <p14:tracePt t="158502" x="2832100" y="6127750"/>
          <p14:tracePt t="158525" x="2800350" y="6134100"/>
          <p14:tracePt t="158558" x="2743200" y="6134100"/>
          <p14:tracePt t="158592" x="2705100" y="6127750"/>
          <p14:tracePt t="158609" x="2679700" y="6121400"/>
          <p14:tracePt t="158642" x="2628900" y="6108700"/>
          <p14:tracePt t="158670" x="2559050" y="6108700"/>
          <p14:tracePt t="158686" x="2533650" y="6108700"/>
          <p14:tracePt t="158710" x="2463800" y="6108700"/>
          <p14:tracePt t="158751" x="2317750" y="6108700"/>
          <p14:tracePt t="158774" x="2247900" y="6108700"/>
          <p14:tracePt t="158808" x="2133600" y="6096000"/>
          <p14:tracePt t="158841" x="2089150" y="6089650"/>
          <p14:tracePt t="158874" x="2070100" y="6089650"/>
          <p14:tracePt t="158922" x="2063750" y="6089650"/>
          <p14:tracePt t="158983" x="2076450" y="6089650"/>
          <p14:tracePt t="159007" x="2095500" y="6096000"/>
          <p14:tracePt t="159040" x="2139950" y="6108700"/>
          <p14:tracePt t="159074" x="2343150" y="6153150"/>
          <p14:tracePt t="159107" x="2616200" y="6223000"/>
          <p14:tracePt t="159135" x="2800350" y="6286500"/>
          <p14:tracePt t="159171" x="3048000" y="6356350"/>
          <p14:tracePt t="159201" x="3225800" y="6381750"/>
          <p14:tracePt t="159233" x="3314700" y="6388100"/>
          <p14:tracePt t="159266" x="3352800" y="6381750"/>
          <p14:tracePt t="159299" x="3359150" y="6375400"/>
          <p14:tracePt t="159354" x="3359150" y="6369050"/>
          <p14:tracePt t="159416" x="3359150" y="6362700"/>
          <p14:tracePt t="159565" x="3333750" y="6362700"/>
          <p14:tracePt t="159603" x="3295650" y="6356350"/>
          <p14:tracePt t="159606" x="3270250" y="6337300"/>
          <p14:tracePt t="159633" x="3206750" y="6318250"/>
          <p14:tracePt t="159664" x="3162300" y="6305550"/>
          <p14:tracePt t="159698" x="3111500" y="6286500"/>
          <p14:tracePt t="159731" x="3105150" y="6280150"/>
          <p14:tracePt t="159765" x="3105150" y="6273800"/>
          <p14:tracePt t="159797" x="3117850" y="6267450"/>
          <p14:tracePt t="159831" x="3130550" y="6267450"/>
          <p14:tracePt t="159864" x="3143250" y="6267450"/>
          <p14:tracePt t="159897" x="3155950" y="6261100"/>
          <p14:tracePt t="159930" x="3168650" y="6254750"/>
          <p14:tracePt t="159964" x="3187700" y="6254750"/>
          <p14:tracePt t="160013" x="3200400" y="6254750"/>
          <p14:tracePt t="160063" x="3219450" y="6248400"/>
          <p14:tracePt t="160097" x="3232150" y="6248400"/>
          <p14:tracePt t="160562" x="3302000" y="6248400"/>
          <p14:tracePt t="160585" x="3327400" y="6248400"/>
          <p14:tracePt t="160618" x="3448050" y="6248400"/>
          <p14:tracePt t="160651" x="3517900" y="6223000"/>
          <p14:tracePt t="160685" x="3568700" y="6197600"/>
          <p14:tracePt t="160713" x="3587750" y="6191250"/>
          <p14:tracePt t="160744" x="3600450" y="6184900"/>
          <p14:tracePt t="160795" x="3606800" y="6172200"/>
          <p14:tracePt t="160882" x="3606800" y="6165850"/>
          <p14:tracePt t="160917" x="3606800" y="6159500"/>
          <p14:tracePt t="160950" x="3613150" y="6153150"/>
          <p14:tracePt t="160998" x="3619500" y="6146800"/>
          <p14:tracePt t="161028" x="3619500" y="6140450"/>
          <p14:tracePt t="161077" x="3619500" y="6146800"/>
          <p14:tracePt t="161110" x="3619500" y="6153150"/>
          <p14:tracePt t="161276" x="3619500" y="6159500"/>
          <p14:tracePt t="161342" x="3613150" y="6165850"/>
          <p14:tracePt t="161447" x="3606800" y="6172200"/>
          <p14:tracePt t="161513" x="3600450" y="6172200"/>
          <p14:tracePt t="161563" x="3600450" y="6165850"/>
          <p14:tracePt t="161608" x="3600450" y="6159500"/>
          <p14:tracePt t="161664" x="3600450" y="6146800"/>
          <p14:tracePt t="161698" x="3600450" y="6134100"/>
          <p14:tracePt t="161731" x="3606800" y="6121400"/>
          <p14:tracePt t="161764" x="3613150" y="6108700"/>
          <p14:tracePt t="161793" x="3625850" y="6083300"/>
          <p14:tracePt t="161829" x="3663950" y="6038850"/>
          <p14:tracePt t="161859" x="3689350" y="5994400"/>
          <p14:tracePt t="161907" x="3740150" y="5930900"/>
          <p14:tracePt t="161931" x="3752850" y="5911850"/>
          <p14:tracePt t="161963" x="3759200" y="5905500"/>
          <p14:tracePt t="161997" x="3759200" y="5899150"/>
          <p14:tracePt t="162030" x="3759200" y="5892800"/>
          <p14:tracePt t="162063" x="3765550" y="5886450"/>
          <p14:tracePt t="162139" x="3771900" y="5886450"/>
          <p14:tracePt t="162163" x="3771900" y="5899150"/>
          <p14:tracePt t="162196" x="3771900" y="5905500"/>
          <p14:tracePt t="162230" x="3771900" y="5918200"/>
          <p14:tracePt t="162262" x="3765550" y="5949950"/>
          <p14:tracePt t="162296" x="3752850" y="6032500"/>
          <p14:tracePt t="162312" x="3752850" y="6051550"/>
          <p14:tracePt t="162341" x="3752850" y="6115050"/>
          <p14:tracePt t="162372" x="3759200" y="6153150"/>
          <p14:tracePt t="162405" x="3765550" y="6165850"/>
          <p14:tracePt t="162438" x="3784600" y="6165850"/>
          <p14:tracePt t="162462" x="3797300" y="6165850"/>
          <p14:tracePt t="162495" x="3810000" y="6153150"/>
          <p14:tracePt t="162528" x="3829050" y="6121400"/>
          <p14:tracePt t="162561" x="3848100" y="6083300"/>
          <p14:tracePt t="162590" x="3879850" y="6019800"/>
          <p14:tracePt t="162621" x="3924300" y="5969000"/>
          <p14:tracePt t="162654" x="4038600" y="5924550"/>
          <p14:tracePt t="162689" x="4121150" y="5905500"/>
          <p14:tracePt t="162711" x="4203700" y="5905500"/>
          <p14:tracePt t="162744" x="4254500" y="5905500"/>
          <p14:tracePt t="162778" x="4267200" y="5911850"/>
          <p14:tracePt t="162805" x="4279900" y="5918200"/>
          <p14:tracePt t="162842" x="4286250" y="5918200"/>
          <p14:tracePt t="162920" x="4279900" y="5924550"/>
          <p14:tracePt t="162953" x="4235450" y="5924550"/>
          <p14:tracePt t="162986" x="4051300" y="5937250"/>
          <p14:tracePt t="163010" x="3898900" y="5956300"/>
          <p14:tracePt t="163043" x="3663950" y="5975350"/>
          <p14:tracePt t="163071" x="3511550" y="5981700"/>
          <p14:tracePt t="163108" x="3435350" y="5981700"/>
          <p14:tracePt t="163138" x="3409950" y="5981700"/>
          <p14:tracePt t="163155" x="3403600" y="5981700"/>
          <p14:tracePt t="163236" x="3403600" y="5975350"/>
          <p14:tracePt t="163274" x="3409950" y="5975350"/>
          <p14:tracePt t="163390" x="3397250" y="5969000"/>
          <p14:tracePt t="163420" x="3365500" y="5969000"/>
          <p14:tracePt t="163451" x="3289300" y="5969000"/>
          <p14:tracePt t="163485" x="3117850" y="5994400"/>
          <p14:tracePt t="163508" x="3060700" y="6000750"/>
          <p14:tracePt t="163541" x="2990850" y="6013450"/>
          <p14:tracePt t="163575" x="2971800" y="6013450"/>
          <p14:tracePt t="163608" x="2965450" y="6013450"/>
          <p14:tracePt t="163636" x="2959100" y="6019800"/>
          <p14:tracePt t="164154" x="3028950" y="6019800"/>
          <p14:tracePt t="164166" x="3073400" y="6019800"/>
          <p14:tracePt t="164199" x="3136900" y="6019800"/>
          <p14:tracePt t="164232" x="3251200" y="6026150"/>
          <p14:tracePt t="164266" x="3308350" y="6026150"/>
          <p14:tracePt t="164298" x="3321050" y="6026150"/>
          <p14:tracePt t="164370" x="3295650" y="6032500"/>
          <p14:tracePt t="164415" x="3276600" y="6038850"/>
          <p14:tracePt t="164448" x="3206750" y="6045200"/>
          <p14:tracePt t="164481" x="3130550" y="6051550"/>
          <p14:tracePt t="164514" x="3060700" y="6064250"/>
          <p14:tracePt t="164548" x="3022600" y="6070600"/>
          <p14:tracePt t="164581" x="3016250" y="6076950"/>
          <p14:tracePt t="164614" x="3035300" y="6083300"/>
          <p14:tracePt t="164647" x="3073400" y="6089650"/>
          <p14:tracePt t="164666" x="3117850" y="6089650"/>
          <p14:tracePt t="164699" x="3251200" y="6051550"/>
          <p14:tracePt t="164715" x="3282950" y="6032500"/>
          <p14:tracePt t="164747" x="3333750" y="6007100"/>
          <p14:tracePt t="164780" x="3333750" y="5994400"/>
          <p14:tracePt t="164813" x="3333750" y="5988050"/>
          <p14:tracePt t="164847" x="3308350" y="5988050"/>
          <p14:tracePt t="164880" x="3270250" y="5988050"/>
          <p14:tracePt t="164904" x="3219450" y="6007100"/>
          <p14:tracePt t="164937" x="3136900" y="6026150"/>
          <p14:tracePt t="164965" x="3073400" y="6064250"/>
          <p14:tracePt t="164996" x="3035300" y="6102350"/>
          <p14:tracePt t="165029" x="3028950" y="6134100"/>
          <p14:tracePt t="165062" x="3035300" y="6140450"/>
          <p14:tracePt t="165096" x="3073400" y="6146800"/>
          <p14:tracePt t="165120" x="3098800" y="6146800"/>
          <p14:tracePt t="165153" x="3175000" y="6102350"/>
          <p14:tracePt t="165186" x="3213100" y="6057900"/>
          <p14:tracePt t="165219" x="3219450" y="6032500"/>
          <p14:tracePt t="165252" x="3219450" y="6026150"/>
          <p14:tracePt t="165361" x="3213100" y="6032500"/>
          <p14:tracePt t="165765" x="3213100" y="5937250"/>
          <p14:tracePt t="165795" x="3194050" y="5803900"/>
          <p14:tracePt t="165827" x="3175000" y="5683250"/>
          <p14:tracePt t="165860" x="3143250" y="5530850"/>
          <p14:tracePt t="165884" x="3124200" y="5467350"/>
          <p14:tracePt t="165916" x="3098800" y="5397500"/>
          <p14:tracePt t="165949" x="3092450" y="5378450"/>
          <p14:tracePt t="165984" x="3086100" y="5378450"/>
          <p14:tracePt t="166047" x="3079750" y="5372100"/>
          <p14:tracePt t="166125" x="3079750" y="5378450"/>
          <p14:tracePt t="166149" x="3079750" y="5384800"/>
          <p14:tracePt t="166230" x="3079750" y="5391150"/>
          <p14:tracePt t="166280" x="3086100" y="5391150"/>
          <p14:tracePt t="166310" x="3086100" y="5397500"/>
          <p14:tracePt t="167205" x="3079750" y="5435600"/>
          <p14:tracePt t="167213" x="3073400" y="5448300"/>
          <p14:tracePt t="167245" x="3067050" y="5480050"/>
          <p14:tracePt t="167278" x="3048000" y="5524500"/>
          <p14:tracePt t="167312" x="3035300" y="5600700"/>
          <p14:tracePt t="167340" x="3035300" y="5619750"/>
          <p14:tracePt t="167371" x="3035300" y="5638800"/>
          <p14:tracePt t="167421" x="3035300" y="5651500"/>
          <p14:tracePt t="167445" x="3035300" y="5657850"/>
          <p14:tracePt t="167509" x="3041650" y="5670550"/>
          <p14:tracePt t="167544" x="3041650" y="5683250"/>
          <p14:tracePt t="167572" x="3048000" y="5695950"/>
          <p14:tracePt t="167620" x="3054350" y="5702300"/>
          <p14:tracePt t="167654" x="3060700" y="5715000"/>
          <p14:tracePt t="167687" x="3060700" y="5727700"/>
          <p14:tracePt t="167720" x="3073400" y="5734050"/>
          <p14:tracePt t="167744" x="3073400" y="5746750"/>
          <p14:tracePt t="167776" x="3073400" y="5759450"/>
          <p14:tracePt t="167805" x="3073400" y="5784850"/>
          <p14:tracePt t="167836" x="3079750" y="5848350"/>
          <p14:tracePt t="167870" x="3079750" y="5975350"/>
          <p14:tracePt t="167903" x="3079750" y="6032500"/>
          <p14:tracePt t="167936" x="3079750" y="6140450"/>
          <p14:tracePt t="167969" x="3079750" y="6184900"/>
          <p14:tracePt t="168003" x="3079750" y="6203950"/>
          <p14:tracePt t="168058" x="3092450" y="6210300"/>
          <p14:tracePt t="168088" x="3105150" y="6210300"/>
          <p14:tracePt t="168119" x="3117850" y="6210300"/>
          <p14:tracePt t="168152" x="3136900" y="6197600"/>
          <p14:tracePt t="168202" x="3162300" y="6172200"/>
          <p14:tracePt t="168235" x="3225800" y="6102350"/>
          <p14:tracePt t="168268" x="3270250" y="6038850"/>
          <p14:tracePt t="168301" x="3371850" y="5892800"/>
          <p14:tracePt t="168335" x="3435350" y="5765800"/>
          <p14:tracePt t="168368" x="3460750" y="5695950"/>
          <p14:tracePt t="168401" x="3467100" y="5638800"/>
          <p14:tracePt t="168434" x="3479800" y="5588000"/>
          <p14:tracePt t="168468" x="3486150" y="5568950"/>
          <p14:tracePt t="168501" x="3492500" y="5549900"/>
          <p14:tracePt t="168534" x="3498850" y="5543550"/>
          <p14:tracePt t="168567" x="3511550" y="5537200"/>
          <p14:tracePt t="168634" x="3517900" y="5537200"/>
          <p14:tracePt t="168733" x="3524250" y="5537200"/>
          <p14:tracePt t="168833" x="3530600" y="5537200"/>
          <p14:tracePt t="168921" x="3536950" y="5537200"/>
          <p14:tracePt t="168951" x="3549650" y="5537200"/>
          <p14:tracePt t="168982" x="3562350" y="5543550"/>
          <p14:tracePt t="169016" x="3587750" y="5543550"/>
          <p14:tracePt t="169039" x="3619500" y="5543550"/>
          <p14:tracePt t="169072" x="3683000" y="5537200"/>
          <p14:tracePt t="169107" x="3784600" y="5518150"/>
          <p14:tracePt t="169139" x="3848100" y="5492750"/>
          <p14:tracePt t="169167" x="3879850" y="5480050"/>
          <p14:tracePt t="169204" x="3911600" y="5473700"/>
          <p14:tracePt t="169248" x="3917950" y="5473700"/>
          <p14:tracePt t="169946" x="3917950" y="5499100"/>
          <p14:tracePt t="169964" x="3924300" y="5505450"/>
          <p14:tracePt t="169995" x="3956050" y="5524500"/>
          <p14:tracePt t="170029" x="4000500" y="5543550"/>
          <p14:tracePt t="170062" x="4102100" y="5568950"/>
          <p14:tracePt t="170095" x="4356100" y="5645150"/>
          <p14:tracePt t="170129" x="4552950" y="5683250"/>
          <p14:tracePt t="170149" x="4775200" y="5702300"/>
          <p14:tracePt t="170180" x="4921250" y="5721350"/>
          <p14:tracePt t="170216" x="5137150" y="5734050"/>
          <p14:tracePt t="170246" x="5264150" y="5746750"/>
          <p14:tracePt t="170278" x="5359400" y="5746750"/>
          <p14:tracePt t="170311" x="5416550" y="5746750"/>
          <p14:tracePt t="170344" x="5422900" y="5746750"/>
          <p14:tracePt t="170368" x="5429250" y="5746750"/>
          <p14:tracePt t="170748" x="5448300" y="5753100"/>
          <p14:tracePt t="170778" x="5486400" y="5759450"/>
          <p14:tracePt t="170811" x="5562600" y="5778500"/>
          <p14:tracePt t="170843" x="5721350" y="5791200"/>
          <p14:tracePt t="170861" x="5753100" y="5791200"/>
          <p14:tracePt t="170883" x="5803900" y="5791200"/>
          <p14:tracePt t="170916" x="5835650" y="5797550"/>
          <p14:tracePt t="171025" x="5803900" y="5797550"/>
          <p14:tracePt t="171044" x="5791200" y="5797550"/>
          <p14:tracePt t="171075" x="5695950" y="5797550"/>
          <p14:tracePt t="171108" x="5575300" y="5803900"/>
          <p14:tracePt t="171141" x="5429250" y="5816600"/>
          <p14:tracePt t="171175" x="5308600" y="5822950"/>
          <p14:tracePt t="171194" x="5289550" y="5822950"/>
          <p14:tracePt t="171212" x="5276850" y="5829300"/>
          <p14:tracePt t="171246" x="5257800" y="5829300"/>
          <p14:tracePt t="171277" x="5251450" y="5829300"/>
          <p14:tracePt t="171872" x="5080000" y="5829300"/>
          <p14:tracePt t="171906" x="4876800" y="5835650"/>
          <p14:tracePt t="171939" x="4591050" y="5867400"/>
          <p14:tracePt t="171963" x="4457700" y="5886450"/>
          <p14:tracePt t="171991" x="4267200" y="5905500"/>
          <p14:tracePt t="172027" x="4140200" y="5937250"/>
          <p14:tracePt t="172057" x="4032250" y="5962650"/>
          <p14:tracePt t="172088" x="4000500" y="5969000"/>
          <p14:tracePt t="172121" x="3924300" y="5988050"/>
          <p14:tracePt t="172155" x="3860800" y="6000750"/>
          <p14:tracePt t="172188" x="3829050" y="6013450"/>
          <p14:tracePt t="172221" x="3784600" y="6038850"/>
          <p14:tracePt t="172261" x="3733800" y="6057900"/>
          <p14:tracePt t="172290" x="3702050" y="6076950"/>
          <p14:tracePt t="172321" x="3676650" y="6089650"/>
          <p14:tracePt t="172354" x="3663950" y="6102350"/>
          <p14:tracePt t="172388" x="3651250" y="6108700"/>
          <p14:tracePt t="172437" x="3644900" y="6115050"/>
          <p14:tracePt t="172471" x="3632200" y="6121400"/>
          <p14:tracePt t="172537" x="3625850" y="6121400"/>
          <p14:tracePt t="172570" x="3619500" y="6121400"/>
          <p14:tracePt t="172604" x="3606800" y="6121400"/>
          <p14:tracePt t="172636" x="3594100" y="6121400"/>
          <p14:tracePt t="172686" x="3594100" y="6127750"/>
          <p14:tracePt t="172852" x="3587750" y="6127750"/>
          <p14:tracePt t="173284" x="3600450" y="6127750"/>
          <p14:tracePt t="173335" x="3606800" y="6127750"/>
          <p14:tracePt t="173374" x="3613150" y="6127750"/>
          <p14:tracePt t="173402" x="3619500" y="6127750"/>
          <p14:tracePt t="173483" x="3625850" y="6127750"/>
          <p14:tracePt t="173732" x="3632200" y="6127750"/>
          <p14:tracePt t="173756" x="3638550" y="6127750"/>
          <p14:tracePt t="173816" x="3644900" y="6127750"/>
          <p14:tracePt t="173839" x="3651250" y="6121400"/>
          <p14:tracePt t="173867" x="3657600" y="6121400"/>
          <p14:tracePt t="173920" x="3663950" y="6115050"/>
          <p14:tracePt t="173998" x="3670300" y="6115050"/>
          <p14:tracePt t="174032" x="3676650" y="6115050"/>
          <p14:tracePt t="174056" x="3689350" y="6115050"/>
          <p14:tracePt t="174088" x="3733800" y="6108700"/>
          <p14:tracePt t="174122" x="3930650" y="6089650"/>
          <p14:tracePt t="174139" x="4019550" y="6070600"/>
          <p14:tracePt t="174171" x="4318000" y="6026150"/>
          <p14:tracePt t="174199" x="4603750" y="5988050"/>
          <p14:tracePt t="174231" x="4813300" y="5930900"/>
          <p14:tracePt t="174264" x="5010150" y="5867400"/>
          <p14:tracePt t="174288" x="5067300" y="5848350"/>
          <p14:tracePt t="174322" x="5124450" y="5816600"/>
          <p14:tracePt t="174341" x="5143500" y="5803900"/>
          <p14:tracePt t="174371" x="5162550" y="5797550"/>
          <p14:tracePt t="174413" x="5175250" y="5791200"/>
          <p14:tracePt t="174452" x="5181600" y="5791200"/>
          <p14:tracePt t="174513" x="5187950" y="5791200"/>
          <p14:tracePt t="174596" x="5168900" y="5803900"/>
          <p14:tracePt t="174620" x="5149850" y="5810250"/>
          <p14:tracePt t="174647" x="5105400" y="5822950"/>
          <p14:tracePt t="174679" x="4851400" y="5880100"/>
          <p14:tracePt t="174712" x="4578350" y="5943600"/>
          <p14:tracePt t="174745" x="4318000" y="5981700"/>
          <p14:tracePt t="174779" x="4121150" y="6013450"/>
          <p14:tracePt t="174812" x="4019550" y="6019800"/>
          <p14:tracePt t="174845" x="3987800" y="6032500"/>
          <p14:tracePt t="174878" x="3981450" y="6032500"/>
          <p14:tracePt t="174916" x="3975100" y="6032500"/>
          <p14:tracePt t="174946" x="3968750" y="6032500"/>
          <p14:tracePt t="175061" x="3962400" y="6032500"/>
          <p14:tracePt t="175643" x="3949700" y="6057900"/>
          <p14:tracePt t="175666" x="3937000" y="6070600"/>
          <p14:tracePt t="175699" x="3924300" y="6121400"/>
          <p14:tracePt t="175732" x="3905250" y="6172200"/>
          <p14:tracePt t="175766" x="3886200" y="6235700"/>
          <p14:tracePt t="175799" x="3867150" y="6299200"/>
          <p14:tracePt t="175827" x="3848100" y="6356350"/>
          <p14:tracePt t="175859" x="3835400" y="6400800"/>
          <p14:tracePt t="175882" x="3822700" y="6426200"/>
          <p14:tracePt t="175915" x="3816350" y="6438900"/>
          <p14:tracePt t="175948" x="3816350" y="6464300"/>
          <p14:tracePt t="176030" x="3816350" y="6470650"/>
          <p14:tracePt t="176141" x="3816350" y="6477000"/>
          <p14:tracePt t="176179" x="3816350" y="6483350"/>
          <p14:tracePt t="176229" x="3822700" y="6483350"/>
          <p14:tracePt t="176259" x="3829050" y="6483350"/>
          <p14:tracePt t="176307" x="3841750" y="6489700"/>
          <p14:tracePt t="176373" x="3854450" y="6489700"/>
          <p14:tracePt t="176409" x="3886200" y="6489700"/>
          <p14:tracePt t="176440" x="3987800" y="6489700"/>
          <p14:tracePt t="176478" x="4178300" y="6483350"/>
          <p14:tracePt t="176508" x="4337050" y="6470650"/>
          <p14:tracePt t="176540" x="4432300" y="6445250"/>
          <p14:tracePt t="176573" x="4464050" y="6432550"/>
          <p14:tracePt t="176606" x="4470400" y="6426200"/>
          <p14:tracePt t="176639" x="4445000" y="6419850"/>
          <p14:tracePt t="176672" x="4337050" y="6407150"/>
          <p14:tracePt t="176696" x="4241800" y="6381750"/>
          <p14:tracePt t="176729" x="4070350" y="6350000"/>
          <p14:tracePt t="176757" x="3911600" y="6343650"/>
          <p14:tracePt t="176794" x="3810000" y="6330950"/>
          <p14:tracePt t="176824" x="3797300" y="6324600"/>
          <p14:tracePt t="176855" x="3784600" y="6318250"/>
          <p14:tracePt t="176874" x="3784600" y="6311900"/>
          <p14:tracePt t="176905" x="3816350" y="6299200"/>
          <p14:tracePt t="176929" x="3867150" y="6286500"/>
          <p14:tracePt t="176962" x="4025900" y="6267450"/>
          <p14:tracePt t="176995" x="4337050" y="6248400"/>
          <p14:tracePt t="177012" x="4400550" y="6261100"/>
          <p14:tracePt t="177045" x="4641850" y="6318250"/>
          <p14:tracePt t="177078" x="4749800" y="6362700"/>
          <p14:tracePt t="177111" x="4813300" y="6407150"/>
          <p14:tracePt t="177139" x="4876800" y="6451600"/>
          <p14:tracePt t="177171" x="4946650" y="6477000"/>
          <p14:tracePt t="177194" x="4991100" y="6483350"/>
          <p14:tracePt t="177227" x="5054600" y="6483350"/>
          <p14:tracePt t="177261" x="5092700" y="6464300"/>
          <p14:tracePt t="177293" x="5118100" y="6438900"/>
          <p14:tracePt t="177322" x="5137150" y="6438900"/>
          <p14:tracePt t="177354" x="5143500" y="6438900"/>
          <p14:tracePt t="177951" x="5080000" y="6438900"/>
          <p14:tracePt t="177984" x="5003800" y="6426200"/>
          <p14:tracePt t="178018" x="4902200" y="6419850"/>
          <p14:tracePt t="178056" x="4806950" y="6407150"/>
          <p14:tracePt t="178086" x="4673600" y="6375400"/>
          <p14:tracePt t="178117" x="4635500" y="6362700"/>
          <p14:tracePt t="178151" x="4578350" y="6343650"/>
          <p14:tracePt t="178184" x="4552950" y="6337300"/>
          <p14:tracePt t="178217" x="4546600" y="6337300"/>
          <p14:tracePt t="178250" x="4533900" y="6337300"/>
          <p14:tracePt t="178333" x="4527550" y="6337300"/>
          <p14:tracePt t="178357" x="4508500" y="6337300"/>
          <p14:tracePt t="178386" x="4495800" y="6337300"/>
          <p14:tracePt t="178434" x="4457700" y="6337300"/>
          <p14:tracePt t="181760" x="4457700" y="6318250"/>
          <p14:tracePt t="181795" x="4464050" y="6197600"/>
          <p14:tracePt t="181828" x="4476750" y="5943600"/>
          <p14:tracePt t="181857" x="4508500" y="5549900"/>
          <p14:tracePt t="181887" x="4527550" y="5130800"/>
          <p14:tracePt t="181921" x="4533900" y="4737100"/>
          <p14:tracePt t="181940" x="4514850" y="4279900"/>
          <p14:tracePt t="181971" x="4470400" y="3867150"/>
          <p14:tracePt t="182004" x="4406900" y="3003550"/>
          <p14:tracePt t="182028" x="4362450" y="2730500"/>
          <p14:tracePt t="182055" x="4267200" y="2432050"/>
          <p14:tracePt t="182087" x="4146550" y="2190750"/>
          <p14:tracePt t="182120" x="4057650" y="2051050"/>
          <p14:tracePt t="182153" x="3886200" y="1841500"/>
          <p14:tracePt t="182187" x="3759200" y="1758950"/>
          <p14:tracePt t="182220" x="3549650" y="1657350"/>
          <p14:tracePt t="182253" x="3422650" y="1612900"/>
          <p14:tracePt t="182277" x="3219450" y="1524000"/>
          <p14:tracePt t="182310" x="2990850" y="1435100"/>
          <p14:tracePt t="182343" x="2813050" y="1314450"/>
          <p14:tracePt t="182377" x="2679700" y="1225550"/>
          <p14:tracePt t="182404" x="2578100" y="1149350"/>
          <p14:tracePt t="182422" x="2533650" y="1117600"/>
          <p14:tracePt t="182454" x="2489200" y="1098550"/>
          <p14:tracePt t="182839" x="2406650" y="1054100"/>
          <p14:tracePt t="182874" x="2286000" y="984250"/>
          <p14:tracePt t="182918" x="2076450" y="863600"/>
          <p14:tracePt t="182934" x="2000250" y="825500"/>
          <p14:tracePt t="182967" x="1930400" y="793750"/>
          <p14:tracePt t="182985" x="1905000" y="781050"/>
          <p14:tracePt t="183017" x="1841500" y="755650"/>
          <p14:tracePt t="183041" x="1816100" y="742950"/>
          <p14:tracePt t="183073" x="1784350" y="736600"/>
          <p14:tracePt t="183122" x="1778000" y="736600"/>
          <p14:tracePt t="183233" x="1778000" y="742950"/>
          <p14:tracePt t="183299" x="1778000" y="749300"/>
          <p14:tracePt t="183371" x="1784350" y="749300"/>
          <p14:tracePt t="183401" x="1797050" y="749300"/>
          <p14:tracePt t="183437" x="1809750" y="749300"/>
          <p14:tracePt t="183449" x="1835150" y="755650"/>
          <p14:tracePt t="183483" x="1905000" y="755650"/>
          <p14:tracePt t="183515" x="2114550" y="768350"/>
          <p14:tracePt t="183549" x="2241550" y="781050"/>
          <p14:tracePt t="183572" x="2470150" y="781050"/>
          <p14:tracePt t="183600" x="2679700" y="781050"/>
          <p14:tracePt t="183636" x="2997200" y="800100"/>
          <p14:tracePt t="183681" x="3295650" y="838200"/>
          <p14:tracePt t="183715" x="3467100" y="863600"/>
          <p14:tracePt t="183748" x="3765550" y="895350"/>
          <p14:tracePt t="183781" x="3898900" y="901700"/>
          <p14:tracePt t="183814" x="4127500" y="920750"/>
          <p14:tracePt t="183848" x="4559300" y="952500"/>
          <p14:tracePt t="183881" x="4832350" y="971550"/>
          <p14:tracePt t="183914" x="5048250" y="984250"/>
          <p14:tracePt t="183948" x="5397500" y="971550"/>
          <p14:tracePt t="183980" x="5746750" y="939800"/>
          <p14:tracePt t="184014" x="6000750" y="920750"/>
          <p14:tracePt t="184047" x="6146800" y="901700"/>
          <p14:tracePt t="184080" x="6318250" y="844550"/>
          <p14:tracePt t="184103" x="6369050" y="838200"/>
          <p14:tracePt t="184132" x="6419850" y="819150"/>
          <p14:tracePt t="184163" x="6464300" y="806450"/>
          <p14:tracePt t="184202" x="6496050" y="806450"/>
          <p14:tracePt t="184236" x="6508750" y="787400"/>
          <p14:tracePt t="184265" x="6515100" y="781050"/>
          <p14:tracePt t="184351" x="6445250" y="806450"/>
          <p14:tracePt t="184386" x="6115050" y="838200"/>
          <p14:tracePt t="184419" x="5759450" y="857250"/>
          <p14:tracePt t="184453" x="5264150" y="901700"/>
          <p14:tracePt t="184471" x="5010150" y="920750"/>
          <p14:tracePt t="184497" x="4711700" y="946150"/>
          <p14:tracePt t="184529" x="4298950" y="946150"/>
          <p14:tracePt t="184562" x="3778250" y="927100"/>
          <p14:tracePt t="184586" x="3587750" y="920750"/>
          <p14:tracePt t="184618" x="3263900" y="933450"/>
          <p14:tracePt t="184651" x="3124200" y="939800"/>
          <p14:tracePt t="184685" x="2876550" y="958850"/>
          <p14:tracePt t="184713" x="2781300" y="958850"/>
          <p14:tracePt t="184745" x="2717800" y="958850"/>
          <p14:tracePt t="184778" x="2686050" y="952500"/>
          <p14:tracePt t="184811" x="2641600" y="952500"/>
          <p14:tracePt t="184844" x="2584450" y="965200"/>
          <p14:tracePt t="184868" x="2565400" y="971550"/>
          <p14:tracePt t="184916" x="2571750" y="958850"/>
          <p14:tracePt t="184951" x="2647950" y="952500"/>
          <p14:tracePt t="184968" x="2774950" y="952500"/>
          <p14:tracePt t="184995" x="3117850" y="965200"/>
          <p14:tracePt t="185027" x="3625850" y="990600"/>
          <p14:tracePt t="185060" x="4229100" y="1003300"/>
          <p14:tracePt t="185078" x="4679950" y="1016000"/>
          <p14:tracePt t="185110" x="5156200" y="1028700"/>
          <p14:tracePt t="185133" x="5384800" y="1028700"/>
          <p14:tracePt t="185167" x="5676900" y="1022350"/>
          <p14:tracePt t="185195" x="5829300" y="1016000"/>
          <p14:tracePt t="185231" x="6064250" y="996950"/>
          <p14:tracePt t="185276" x="6216650" y="971550"/>
          <p14:tracePt t="185309" x="6299200" y="958850"/>
          <p14:tracePt t="185342" x="6362700" y="939800"/>
          <p14:tracePt t="185375" x="6394450" y="933450"/>
          <p14:tracePt t="185409" x="6426200" y="920750"/>
          <p14:tracePt t="185442" x="6432550" y="914400"/>
          <p14:tracePt t="185475" x="6438900" y="908050"/>
          <p14:tracePt t="185525" x="6445250" y="908050"/>
          <p14:tracePt t="186189" x="6489700" y="889000"/>
          <p14:tracePt t="186223" x="6553200" y="857250"/>
          <p14:tracePt t="186261" x="6642100" y="831850"/>
          <p14:tracePt t="186291" x="6705600" y="812800"/>
          <p14:tracePt t="186323" x="6756400" y="781050"/>
          <p14:tracePt t="186356" x="6781800" y="768350"/>
          <p14:tracePt t="186389" x="6781800" y="762000"/>
          <p14:tracePt t="186439" x="6781800" y="755650"/>
          <p14:tracePt t="186472" x="6756400" y="755650"/>
          <p14:tracePt t="186491" x="6705600" y="755650"/>
          <p14:tracePt t="186512" x="6597650" y="749300"/>
          <p14:tracePt t="186545" x="6286500" y="730250"/>
          <p14:tracePt t="186573" x="5867400" y="698500"/>
          <p14:tracePt t="186604" x="5429250" y="666750"/>
          <p14:tracePt t="186638" x="4927600" y="641350"/>
          <p14:tracePt t="186671" x="4584700" y="635000"/>
          <p14:tracePt t="186704" x="4349750" y="615950"/>
          <p14:tracePt t="186737" x="4191000" y="584200"/>
          <p14:tracePt t="186771" x="3994150" y="558800"/>
          <p14:tracePt t="186794" x="3937000" y="552450"/>
          <p14:tracePt t="186823" x="3854450" y="546100"/>
          <p14:tracePt t="186856" x="3778250" y="539750"/>
          <p14:tracePt t="186887" x="3759200" y="539750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02665" y="799389"/>
            <a:ext cx="9013336" cy="5286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65" tIns="42932" rIns="85865" bIns="42932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254" kern="0" spc="-94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latin typeface="Lucida Console" panose="020B0609040504020204" pitchFamily="49" charset="0"/>
              </a:rPr>
              <a:t>from time import time, sleep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 err="1">
                <a:latin typeface="Lucida Console" panose="020B0609040504020204" pitchFamily="49" charset="0"/>
              </a:rPr>
              <a:t>def</a:t>
            </a:r>
            <a:r>
              <a:rPr lang="en-US" sz="2254" kern="0" spc="-94" dirty="0">
                <a:latin typeface="Lucida Console" panose="020B0609040504020204" pitchFamily="49" charset="0"/>
              </a:rPr>
              <a:t> timer(com="</a:t>
            </a:r>
            <a:r>
              <a:rPr lang="en-US" sz="2254" kern="0" spc="-94" dirty="0" err="1">
                <a:latin typeface="Lucida Console" panose="020B0609040504020204" pitchFamily="49" charset="0"/>
              </a:rPr>
              <a:t>START",was</a:t>
            </a:r>
            <a:r>
              <a:rPr lang="en-US" sz="2254" kern="0" spc="-94" dirty="0">
                <a:latin typeface="Lucida Console" panose="020B0609040504020204" pitchFamily="49" charset="0"/>
              </a:rPr>
              <a:t>=[0]):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254" kern="0" spc="-94" dirty="0">
                <a:latin typeface="Lucida Console" panose="020B0609040504020204" pitchFamily="49" charset="0"/>
              </a:rPr>
              <a:t>    if com=="START": was[0]=time()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254" kern="0" spc="-94" dirty="0">
                <a:latin typeface="Lucida Console" panose="020B0609040504020204" pitchFamily="49" charset="0"/>
              </a:rPr>
              <a:t>    else: print('   ',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rgbClr val="A6A6A6"/>
                </a:solidFill>
                <a:latin typeface="Lucida Console" panose="020B0609040504020204" pitchFamily="49" charset="0"/>
              </a:rPr>
              <a:t>   </a:t>
            </a:r>
            <a:r>
              <a:rPr lang="en-US" sz="2254" kern="0" spc="-94" dirty="0">
                <a:latin typeface="Lucida Console" panose="020B0609040504020204" pitchFamily="49" charset="0"/>
              </a:rPr>
              <a:t>       f'{</a:t>
            </a:r>
            <a:r>
              <a:rPr lang="en-US" sz="2254" kern="0" spc="-94" dirty="0" err="1">
                <a:latin typeface="Lucida Console" panose="020B0609040504020204" pitchFamily="49" charset="0"/>
              </a:rPr>
              <a:t>int</a:t>
            </a:r>
            <a:r>
              <a:rPr lang="en-US" sz="2254" kern="0" spc="-94" dirty="0">
                <a:latin typeface="Lucida Console" panose="020B0609040504020204" pitchFamily="49" charset="0"/>
              </a:rPr>
              <a:t>(1000000*(time()-was[0])):,d}','</a:t>
            </a:r>
            <a:r>
              <a:rPr lang="en-US" sz="2254" kern="0" spc="-94" dirty="0" err="1">
                <a:latin typeface="Lucida Console" panose="020B0609040504020204" pitchFamily="49" charset="0"/>
              </a:rPr>
              <a:t>usec</a:t>
            </a:r>
            <a:r>
              <a:rPr lang="en-US" sz="2254" kern="0" spc="-94" dirty="0">
                <a:latin typeface="Lucida Console" panose="020B0609040504020204" pitchFamily="49" charset="0"/>
              </a:rPr>
              <a:t>')</a:t>
            </a: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rgbClr val="A6A6A6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rgbClr val="A6A6A6"/>
                </a:solidFill>
                <a:latin typeface="Lucida Console" panose="020B0609040504020204" pitchFamily="49" charset="0"/>
              </a:rPr>
              <a:t>   </a:t>
            </a:r>
            <a:r>
              <a:rPr lang="en-US" sz="2254" kern="0" spc="-94" dirty="0">
                <a:latin typeface="Lucida Console" panose="020B0609040504020204" pitchFamily="49" charset="0"/>
              </a:rPr>
              <a:t> timer(); sleep(2); timer('STOP')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latin typeface="Lucida Console" panose="020B0609040504020204" pitchFamily="49" charset="0"/>
              </a:rPr>
              <a:t>    2,000,056 </a:t>
            </a:r>
            <a:r>
              <a:rPr lang="en-US" sz="2254" kern="0" spc="-94" dirty="0" err="1"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rgbClr val="A6A6A6"/>
                </a:solidFill>
                <a:latin typeface="Lucida Console" panose="020B0609040504020204" pitchFamily="49" charset="0"/>
              </a:rPr>
              <a:t>   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f(x): sleep(1); return x</a:t>
            </a: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rgbClr val="A6A6A6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rgbClr val="A6A6A6"/>
                </a:solidFill>
                <a:latin typeface="Lucida Console" panose="020B0609040504020204" pitchFamily="49" charset="0"/>
              </a:rPr>
              <a:t>   </a:t>
            </a:r>
            <a:r>
              <a:rPr lang="en-US" sz="2254" kern="0" spc="-94" dirty="0">
                <a:latin typeface="Lucida Console" panose="020B0609040504020204" pitchFamily="49" charset="0"/>
              </a:rPr>
              <a:t> timer(); f(None); timer('STOP')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latin typeface="Lucida Console" panose="020B0609040504020204" pitchFamily="49" charset="0"/>
              </a:rPr>
              <a:t>    1,000,107 </a:t>
            </a:r>
            <a:r>
              <a:rPr lang="en-US" sz="2254" kern="0" spc="-94" dirty="0" err="1"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rgbClr val="A6A6A6"/>
                </a:solidFill>
                <a:latin typeface="Lucida Console" panose="020B0609040504020204" pitchFamily="49" charset="0"/>
              </a:rPr>
              <a:t>   </a:t>
            </a:r>
            <a:r>
              <a:rPr lang="en-US" sz="2254" kern="0" spc="-94" dirty="0">
                <a:latin typeface="Lucida Console" panose="020B0609040504020204" pitchFamily="49" charset="0"/>
              </a:rPr>
              <a:t> timer(); f(None); timer('STOP')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latin typeface="Lucida Console" panose="020B0609040504020204" pitchFamily="49" charset="0"/>
              </a:rPr>
              <a:t>    1,000,212 </a:t>
            </a:r>
            <a:r>
              <a:rPr lang="en-US" sz="2254" kern="0" spc="-94" dirty="0" err="1"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rgbClr val="A6A6A6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" y="207465"/>
            <a:ext cx="9144000" cy="751317"/>
          </a:xfrm>
          <a:prstGeom prst="rect">
            <a:avLst/>
          </a:prstGeom>
        </p:spPr>
        <p:txBody>
          <a:bodyPr vert="horz" lIns="85865" tIns="0" rIns="85865" bIns="85865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132" dirty="0">
                <a:solidFill>
                  <a:srgbClr val="0070C0"/>
                </a:solidFill>
              </a:rPr>
              <a:t>Let's make a timer</a:t>
            </a:r>
            <a:endParaRPr lang="en-US" altLang="en-US" sz="4132" spc="751" dirty="0">
              <a:solidFill>
                <a:srgbClr val="0070C0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02665" y="799388"/>
            <a:ext cx="782816" cy="4373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65" tIns="42932" rIns="85865" bIns="42932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254" kern="0" spc="-94" dirty="0"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254" kern="0" spc="-94" dirty="0"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sz="2254" kern="0" spc="-94" dirty="0"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sz="2254" kern="0" spc="-94" dirty="0"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rgbClr val="A6A6A6"/>
                </a:solidFill>
                <a:latin typeface="Lucida Console" panose="020B0609040504020204" pitchFamily="49" charset="0"/>
              </a:rPr>
              <a:t>...</a:t>
            </a:r>
            <a:endParaRPr lang="en-US" sz="2254" kern="0" spc="-94" dirty="0"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rgbClr val="A6A6A6"/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rgbClr val="A6A6A6"/>
                </a:solidFill>
                <a:latin typeface="Lucida Console" panose="020B0609040504020204" pitchFamily="49" charset="0"/>
              </a:rPr>
              <a:t>&gt;&gt;&gt;</a:t>
            </a:r>
            <a:endParaRPr lang="en-US" sz="2254" kern="0" spc="-94" dirty="0"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2254" kern="0" spc="-94" dirty="0"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rgbClr val="A6A6A6"/>
                </a:solidFill>
                <a:latin typeface="Lucida Console" panose="020B0609040504020204" pitchFamily="49" charset="0"/>
              </a:rPr>
              <a:t>&gt;&gt;&gt;</a:t>
            </a: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rgbClr val="A6A6A6"/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rgbClr val="A6A6A6"/>
                </a:solidFill>
                <a:latin typeface="Lucida Console" panose="020B0609040504020204" pitchFamily="49" charset="0"/>
              </a:rPr>
              <a:t>&gt;&gt;&gt;</a:t>
            </a:r>
            <a:endParaRPr lang="en-US" sz="2254" kern="0" spc="-94" dirty="0"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2254" kern="0" spc="-94" dirty="0"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rgbClr val="A6A6A6"/>
                </a:solidFill>
                <a:latin typeface="Lucida Console" panose="020B0609040504020204" pitchFamily="49" charset="0"/>
              </a:rPr>
              <a:t>&gt;&gt;&gt;</a:t>
            </a:r>
            <a:endParaRPr lang="en-US" sz="2254" kern="0" spc="-94" dirty="0"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2254" kern="0" spc="-94" dirty="0"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254" kern="0" spc="-94" dirty="0">
              <a:latin typeface="Lucida Console" panose="020B0609040504020204" pitchFamily="49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4250086" y="1676787"/>
            <a:ext cx="0" cy="326286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063678" y="2452936"/>
            <a:ext cx="0" cy="326286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461532" y="2997889"/>
            <a:ext cx="0" cy="326286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453894" y="788973"/>
            <a:ext cx="0" cy="326286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909181" y="1097918"/>
            <a:ext cx="0" cy="326286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225044" y="1377240"/>
            <a:ext cx="0" cy="326286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5892363" y="3523279"/>
            <a:ext cx="0" cy="326286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5896578" y="4086033"/>
            <a:ext cx="0" cy="326286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8935725" y="1960242"/>
            <a:ext cx="0" cy="326286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837961" y="1642968"/>
            <a:ext cx="0" cy="326286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837961" y="2424298"/>
            <a:ext cx="0" cy="326286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832331" y="3007068"/>
            <a:ext cx="0" cy="326286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23885" y="4651097"/>
            <a:ext cx="0" cy="326286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840298" y="771806"/>
            <a:ext cx="0" cy="326286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838306" y="1064025"/>
            <a:ext cx="0" cy="326286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37961" y="1376754"/>
            <a:ext cx="0" cy="326286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832331" y="3268331"/>
            <a:ext cx="0" cy="326286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829516" y="4065840"/>
            <a:ext cx="0" cy="326286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838976" y="2183870"/>
            <a:ext cx="0" cy="326286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838976" y="1950904"/>
            <a:ext cx="0" cy="326286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832331" y="3504206"/>
            <a:ext cx="0" cy="326286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rapezoid 37"/>
          <p:cNvSpPr>
            <a:spLocks noChangeAspect="1"/>
          </p:cNvSpPr>
          <p:nvPr/>
        </p:nvSpPr>
        <p:spPr bwMode="auto">
          <a:xfrm rot="2700000" flipH="1">
            <a:off x="6959651" y="244061"/>
            <a:ext cx="2945498" cy="935078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9144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5pPr>
            <a:lvl6pPr marL="22860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6pPr>
            <a:lvl7pPr marL="27432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7pPr>
            <a:lvl8pPr marL="32004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8pPr>
            <a:lvl9pPr marL="3657600" algn="l" defTabSz="914400" rtl="0" eaLnBrk="1" latinLnBrk="0" hangingPunct="1">
              <a:defRPr kumimoji="1" b="1" kern="1200">
                <a:solidFill>
                  <a:schemeClr val="tx1"/>
                </a:solidFill>
                <a:latin typeface="Arial Narrow" pitchFamily="34" charset="0"/>
                <a:ea typeface="新細明體" pitchFamily="18" charset="-120"/>
                <a:cs typeface="Arial" pitchFamily="34" charset="0"/>
              </a:defRPr>
            </a:lvl9pPr>
          </a:lstStyle>
          <a:p>
            <a:pPr marL="0" marR="0" indent="0" algn="ctr" defTabSz="914400" rtl="0" eaLnBrk="1" fontAlgn="base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0" dirty="0">
                <a:latin typeface="Arial" charset="0"/>
                <a:ea typeface="新細明體" charset="-120"/>
              </a:rPr>
              <a:t>From</a:t>
            </a:r>
            <a:br>
              <a:rPr lang="en-US" sz="2800" b="0" dirty="0">
                <a:latin typeface="Arial" charset="0"/>
                <a:ea typeface="新細明體" charset="-120"/>
              </a:rPr>
            </a:br>
            <a:r>
              <a:rPr lang="en-US" sz="2800" b="0" dirty="0">
                <a:latin typeface="Arial" charset="0"/>
                <a:ea typeface="新細明體" charset="-120"/>
              </a:rPr>
              <a:t>slide 11</a:t>
            </a:r>
            <a:br>
              <a: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rPr>
            </a:br>
            <a:r>
              <a: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rPr>
              <a:t>of Lecture 11</a:t>
            </a:r>
            <a:endParaRPr kumimoji="1" 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</a:endParaRPr>
          </a:p>
        </p:txBody>
      </p:sp>
      <p:sp>
        <p:nvSpPr>
          <p:cNvPr id="34" name="Rectangle 33"/>
          <p:cNvSpPr/>
          <p:nvPr/>
        </p:nvSpPr>
        <p:spPr bwMode="auto">
          <a:xfrm>
            <a:off x="304800" y="5105400"/>
            <a:ext cx="8534400" cy="17475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Instead of saying "timer(); … timer('STOP')", why not create a wrapper function for it?</a:t>
            </a:r>
            <a:endParaRPr kumimoji="0" 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0861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7749"/>
    </mc:Choice>
    <mc:Fallback xmlns="">
      <p:transition spd="slow" advTm="2277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4" presetClass="entr" presetSubtype="1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2500"/>
                            </p:stCondLst>
                            <p:childTnLst>
                              <p:par>
                                <p:cTn id="16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3000"/>
                            </p:stCondLst>
                            <p:childTnLst>
                              <p:par>
                                <p:cTn id="1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500"/>
                            </p:stCondLst>
                            <p:childTnLst>
                              <p:par>
                                <p:cTn id="18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1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500"/>
                            </p:stCondLst>
                            <p:childTnLst>
                              <p:par>
                                <p:cTn id="19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3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500"/>
                            </p:stCondLst>
                            <p:childTnLst>
                              <p:par>
                                <p:cTn id="20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1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500"/>
                            </p:stCondLst>
                            <p:childTnLst>
                              <p:par>
                                <p:cTn id="2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4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4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5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1500"/>
                            </p:stCondLst>
                            <p:childTnLst>
                              <p:par>
                                <p:cTn id="25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9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2000"/>
                            </p:stCondLst>
                            <p:childTnLst>
                              <p:par>
                                <p:cTn id="2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4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5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2" presetClass="exit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8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9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4" grpId="0" animBg="1"/>
      <p:bldP spid="34" grpId="1" animBg="1"/>
    </p:bldLst>
  </p:timing>
  <p:extLst>
    <p:ext uri="{3A86A75C-4F4B-4683-9AE1-C65F6400EC91}">
      <p14:laserTraceLst xmlns:p14="http://schemas.microsoft.com/office/powerpoint/2010/main">
        <p14:tracePtLst>
          <p14:tracePt t="835" x="7531100" y="1111250"/>
          <p14:tracePt t="841" x="7524750" y="1111250"/>
          <p14:tracePt t="918" x="7512050" y="1111250"/>
          <p14:tracePt t="951" x="7505700" y="1111250"/>
          <p14:tracePt t="1134" x="7512050" y="1111250"/>
          <p14:tracePt t="1166" x="7518400" y="1098550"/>
          <p14:tracePt t="1232" x="7531100" y="1085850"/>
          <p14:tracePt t="1265" x="7543800" y="1079500"/>
          <p14:tracePt t="1299" x="7543800" y="1073150"/>
          <p14:tracePt t="1349" x="7556500" y="1073150"/>
          <p14:tracePt t="1448" x="7550150" y="1073150"/>
          <p14:tracePt t="1498" x="7550150" y="1079500"/>
          <p14:tracePt t="1548" x="7543800" y="1085850"/>
          <p14:tracePt t="1598" x="7524750" y="1092200"/>
          <p14:tracePt t="1669" x="7512050" y="1098550"/>
          <p14:tracePt t="1714" x="7505700" y="1104900"/>
          <p14:tracePt t="1747" x="7493000" y="1104900"/>
          <p14:tracePt t="1832" x="7480300" y="1104900"/>
          <p14:tracePt t="1931" x="7461250" y="1104900"/>
          <p14:tracePt t="1948" x="7442200" y="1104900"/>
          <p14:tracePt t="1981" x="7372350" y="1111250"/>
          <p14:tracePt t="1988" x="7334250" y="1111250"/>
          <p14:tracePt t="2030" x="7067550" y="1111250"/>
          <p14:tracePt t="2063" x="6813550" y="1111250"/>
          <p14:tracePt t="2096" x="6591300" y="1098550"/>
          <p14:tracePt t="2135" x="6369050" y="1079500"/>
          <p14:tracePt t="2168" x="6216650" y="1066800"/>
          <p14:tracePt t="2213" x="6134100" y="1060450"/>
          <p14:tracePt t="2230" x="6121400" y="1054100"/>
          <p14:tracePt t="2280" x="6102350" y="1047750"/>
          <p14:tracePt t="2544" x="6076950" y="1035050"/>
          <p14:tracePt t="2577" x="6000750" y="1009650"/>
          <p14:tracePt t="2628" x="5892800" y="977900"/>
          <p14:tracePt t="2663" x="5822950" y="958850"/>
          <p14:tracePt t="2669" x="5810250" y="958850"/>
          <p14:tracePt t="2761" x="5842000" y="965200"/>
          <p14:tracePt t="2810" x="5949950" y="1003300"/>
          <p14:tracePt t="2860" x="6203950" y="1073150"/>
          <p14:tracePt t="2896" x="6604000" y="1149350"/>
          <p14:tracePt t="2928" x="7016750" y="1168400"/>
          <p14:tracePt t="2960" x="7207250" y="1174750"/>
          <p14:tracePt t="2967" x="7296150" y="1174750"/>
          <p14:tracePt t="3009" x="7537450" y="1130300"/>
          <p14:tracePt t="3017" x="7575550" y="1111250"/>
          <p14:tracePt t="3059" x="7689850" y="1041400"/>
          <p14:tracePt t="3067" x="7702550" y="1035050"/>
          <p14:tracePt t="3110" x="7759700" y="984250"/>
          <p14:tracePt t="3142" x="7791450" y="946150"/>
          <p14:tracePt t="3161" x="7810500" y="939800"/>
          <p14:tracePt t="3176" x="7816850" y="933450"/>
          <p14:tracePt t="3210" x="7854950" y="908050"/>
          <p14:tracePt t="3225" x="7854950" y="901700"/>
          <p14:tracePt t="3259" x="7886700" y="882650"/>
          <p14:tracePt t="3292" x="7924800" y="869950"/>
          <p14:tracePt t="3325" x="7975600" y="850900"/>
          <p14:tracePt t="3376" x="8070850" y="850900"/>
          <p14:tracePt t="3393" x="8108950" y="850900"/>
          <p14:tracePt t="3409" x="8140700" y="850900"/>
          <p14:tracePt t="3443" x="8229600" y="869950"/>
          <p14:tracePt t="3458" x="8248650" y="876300"/>
          <p14:tracePt t="3497" x="8312150" y="901700"/>
          <p14:tracePt t="3541" x="8343900" y="920750"/>
          <p14:tracePt t="3575" x="8369300" y="927100"/>
          <p14:tracePt t="3582" x="8375650" y="933450"/>
          <p14:tracePt t="3640" x="8394700" y="965200"/>
          <p14:tracePt t="3648" x="8401050" y="965200"/>
          <p14:tracePt t="3690" x="8426450" y="996950"/>
          <p14:tracePt t="3724" x="8458200" y="1066800"/>
          <p14:tracePt t="3759" x="8489950" y="1123950"/>
          <p14:tracePt t="3790" x="8528050" y="1174750"/>
          <p14:tracePt t="3823" x="8585200" y="1250950"/>
          <p14:tracePt t="3857" x="8629650" y="1314450"/>
          <p14:tracePt t="3890" x="8667750" y="1358900"/>
          <p14:tracePt t="3897" x="8674100" y="1371600"/>
          <p14:tracePt t="3957" x="8686800" y="1416050"/>
          <p14:tracePt t="4006" x="8686800" y="1428750"/>
          <p14:tracePt t="4056" x="8686800" y="1435100"/>
          <p14:tracePt t="4124" x="8667750" y="1447800"/>
          <p14:tracePt t="4155" x="8661400" y="1454150"/>
          <p14:tracePt t="4189" x="8642350" y="1454150"/>
          <p14:tracePt t="4239" x="8610600" y="1422400"/>
          <p14:tracePt t="4288" x="8489950" y="1282700"/>
          <p14:tracePt t="4305" x="8458200" y="1238250"/>
          <p14:tracePt t="4322" x="8445500" y="1225550"/>
          <p14:tracePt t="4357" x="8426450" y="1187450"/>
          <p14:tracePt t="4389" x="8426450" y="1181100"/>
          <p14:tracePt t="4539" x="8439150" y="1200150"/>
          <p14:tracePt t="4588" x="8451850" y="1212850"/>
          <p14:tracePt t="4604" x="8458200" y="1212850"/>
          <p14:tracePt t="4654" x="8477250" y="1238250"/>
          <p14:tracePt t="4704" x="8547100" y="1308100"/>
          <p14:tracePt t="4722" x="8559800" y="1320800"/>
          <p14:tracePt t="4759" x="8591550" y="1358900"/>
          <p14:tracePt t="4792" x="8610600" y="1377950"/>
          <p14:tracePt t="4837" x="8616950" y="1384300"/>
          <p14:tracePt t="4886" x="8623300" y="1390650"/>
          <p14:tracePt t="4953" x="8629650" y="1371600"/>
          <p14:tracePt t="4986" x="8629650" y="1365250"/>
          <p14:tracePt t="5752" x="8604250" y="1377950"/>
          <p14:tracePt t="5783" x="8597900" y="1390650"/>
          <p14:tracePt t="5833" x="8597900" y="1397000"/>
          <p14:tracePt t="6049" x="8597900" y="1403350"/>
          <p14:tracePt t="6099" x="8597900" y="1409700"/>
          <p14:tracePt t="6154" x="8604250" y="1422400"/>
          <p14:tracePt t="6200" x="8610600" y="1428750"/>
          <p14:tracePt t="6250" x="8623300" y="1447800"/>
          <p14:tracePt t="6332" x="8623300" y="1454150"/>
          <p14:tracePt t="6348" x="8629650" y="1460500"/>
          <p14:tracePt t="6381" x="8642350" y="1473200"/>
          <p14:tracePt t="6398" x="8648700" y="1473200"/>
          <p14:tracePt t="6464" x="8661400" y="1473200"/>
          <p14:tracePt t="6531" x="8667750" y="1473200"/>
          <p14:tracePt t="6569" x="8667750" y="1460500"/>
          <p14:tracePt t="6647" x="8667750" y="1454150"/>
          <p14:tracePt t="6698" x="8667750" y="1447800"/>
          <p14:tracePt t="6747" x="8655050" y="1435100"/>
          <p14:tracePt t="6780" x="8591550" y="1416050"/>
          <p14:tracePt t="6830" x="8089900" y="1301750"/>
          <p14:tracePt t="6863" x="7518400" y="1200150"/>
          <p14:tracePt t="6896" x="6648450" y="1047750"/>
          <p14:tracePt t="6946" x="5734050" y="889000"/>
          <p14:tracePt t="6996" x="4959350" y="736600"/>
          <p14:tracePt t="7047" x="4343400" y="571500"/>
          <p14:tracePt t="7081" x="3765550" y="412750"/>
          <p14:tracePt t="7114" x="3441700" y="330200"/>
          <p14:tracePt t="7145" x="3187700" y="234950"/>
          <p14:tracePt t="7197" x="2794000" y="139700"/>
          <p14:tracePt t="7203" x="2686050" y="120650"/>
          <p14:tracePt t="7246" x="2616200" y="107950"/>
          <p14:tracePt t="7252" x="2584450" y="95250"/>
          <p14:tracePt t="7295" x="2565400" y="95250"/>
          <p14:tracePt t="7328" x="2559050" y="95250"/>
          <p14:tracePt t="7396" x="2559050" y="101600"/>
          <p14:tracePt t="7412" x="2559050" y="114300"/>
          <p14:tracePt t="7445" x="2578100" y="139700"/>
          <p14:tracePt t="7477" x="2609850" y="215900"/>
          <p14:tracePt t="7494" x="2616200" y="228600"/>
          <p14:tracePt t="7511" x="2641600" y="279400"/>
          <p14:tracePt t="7544" x="2673350" y="355600"/>
          <p14:tracePt t="7579" x="2717800" y="419100"/>
          <p14:tracePt t="7612" x="2749550" y="463550"/>
          <p14:tracePt t="7627" x="2781300" y="495300"/>
          <p14:tracePt t="7644" x="2794000" y="520700"/>
          <p14:tracePt t="7676" x="2838450" y="558800"/>
          <p14:tracePt t="7710" x="2921000" y="609600"/>
          <p14:tracePt t="7727" x="2940050" y="622300"/>
          <p14:tracePt t="7760" x="3041650" y="666750"/>
          <p14:tracePt t="7767" x="3073400" y="679450"/>
          <p14:tracePt t="7810" x="3225800" y="723900"/>
          <p14:tracePt t="7859" x="3422650" y="768350"/>
          <p14:tracePt t="7876" x="3473450" y="774700"/>
          <p14:tracePt t="7909" x="3727450" y="793750"/>
          <p14:tracePt t="7928" x="3829050" y="806450"/>
          <p14:tracePt t="7945" x="4044950" y="806450"/>
          <p14:tracePt t="7959" x="4146550" y="806450"/>
          <p14:tracePt t="7978" x="4387850" y="806450"/>
          <p14:tracePt t="8009" x="4641850" y="806450"/>
          <p14:tracePt t="8042" x="4864100" y="806450"/>
          <p14:tracePt t="8077" x="5295900" y="787400"/>
          <p14:tracePt t="8083" x="5435600" y="781050"/>
          <p14:tracePt t="8127" x="5734050" y="730250"/>
          <p14:tracePt t="8160" x="5829300" y="717550"/>
          <p14:tracePt t="8176" x="5848350" y="717550"/>
          <p14:tracePt t="8192" x="5861050" y="717550"/>
          <p14:tracePt t="8230" x="5899150" y="717550"/>
          <p14:tracePt t="8274" x="5969000" y="711200"/>
          <p14:tracePt t="8324" x="6064250" y="704850"/>
          <p14:tracePt t="8374" x="6203950" y="685800"/>
          <p14:tracePt t="8407" x="6267450" y="685800"/>
          <p14:tracePt t="8424" x="6305550" y="685800"/>
          <p14:tracePt t="8457" x="6343650" y="685800"/>
          <p14:tracePt t="8492" x="6362700" y="685800"/>
          <p14:tracePt t="8509" x="6369050" y="685800"/>
          <p14:tracePt t="8524" x="6375400" y="685800"/>
          <p14:tracePt t="8591" x="6394450" y="685800"/>
          <p14:tracePt t="8657" x="6400800" y="685800"/>
          <p14:tracePt t="8708" x="6400800" y="679450"/>
          <p14:tracePt t="8756" x="6407150" y="666750"/>
          <p14:tracePt t="9553" x="6381750" y="666750"/>
          <p14:tracePt t="9572" x="6369050" y="673100"/>
          <p14:tracePt t="9605" x="6324600" y="698500"/>
          <p14:tracePt t="9611" x="6311900" y="704850"/>
          <p14:tracePt t="9655" x="6172200" y="781050"/>
          <p14:tracePt t="9686" x="6083300" y="838200"/>
          <p14:tracePt t="9736" x="5753100" y="990600"/>
          <p14:tracePt t="9786" x="5327650" y="1162050"/>
          <p14:tracePt t="9824" x="5048250" y="1250950"/>
          <p14:tracePt t="9857" x="4787900" y="1346200"/>
          <p14:tracePt t="9903" x="4591050" y="1435100"/>
          <p14:tracePt t="9936" x="4451350" y="1511300"/>
          <p14:tracePt t="9969" x="4387850" y="1530350"/>
          <p14:tracePt t="10002" x="4254500" y="1574800"/>
          <p14:tracePt t="10020" x="4203700" y="1581150"/>
          <p14:tracePt t="10052" x="4006850" y="1644650"/>
          <p14:tracePt t="10055" x="3994150" y="1631950"/>
          <p14:tracePt t="25897" x="4032250" y="1625600"/>
          <p14:tracePt t="25947" x="4184650" y="1612900"/>
          <p14:tracePt t="25955" x="4254500" y="1606550"/>
          <p14:tracePt t="25997" x="4584700" y="1600200"/>
          <p14:tracePt t="26030" x="5048250" y="1568450"/>
          <p14:tracePt t="26032" x="5162550" y="1555750"/>
          <p14:tracePt t="26064" x="5588000" y="1485900"/>
          <p14:tracePt t="26098" x="6032500" y="1377950"/>
          <p14:tracePt t="26130" x="6350000" y="1276350"/>
          <p14:tracePt t="26162" x="6686550" y="1168400"/>
          <p14:tracePt t="26196" x="6934200" y="1079500"/>
          <p14:tracePt t="26229" x="7131050" y="1041400"/>
          <p14:tracePt t="26236" x="7162800" y="1022350"/>
          <p14:tracePt t="26281" x="7327900" y="1016000"/>
          <p14:tracePt t="26312" x="7435850" y="1016000"/>
          <p14:tracePt t="26345" x="7562850" y="1041400"/>
          <p14:tracePt t="26348" x="7588250" y="1047750"/>
          <p14:tracePt t="26379" x="7670800" y="1066800"/>
          <p14:tracePt t="26413" x="7772400" y="1104900"/>
          <p14:tracePt t="26446" x="7835900" y="1136650"/>
          <p14:tracePt t="26464" x="7874000" y="1162050"/>
          <p14:tracePt t="26513" x="8007350" y="1250950"/>
          <p14:tracePt t="26545" x="8102600" y="1308100"/>
          <p14:tracePt t="26578" x="8166100" y="1346200"/>
          <p14:tracePt t="26611" x="8235950" y="1377950"/>
          <p14:tracePt t="26645" x="8318500" y="1390650"/>
          <p14:tracePt t="26661" x="8350250" y="1397000"/>
          <p14:tracePt t="26678" x="8375650" y="1403350"/>
          <p14:tracePt t="26710" x="8439150" y="1403350"/>
          <p14:tracePt t="26745" x="8458200" y="1403350"/>
          <p14:tracePt t="26860" x="8451850" y="1403350"/>
          <p14:tracePt t="26943" x="8413750" y="1397000"/>
          <p14:tracePt t="26962" x="8401050" y="1397000"/>
          <p14:tracePt t="26995" x="8343900" y="1377950"/>
          <p14:tracePt t="27026" x="8185150" y="1371600"/>
          <p14:tracePt t="27060" x="7962900" y="1365250"/>
          <p14:tracePt t="27093" x="7696200" y="1384300"/>
          <p14:tracePt t="27126" x="7321550" y="1435100"/>
          <p14:tracePt t="27159" x="7048500" y="1492250"/>
          <p14:tracePt t="27176" x="6991350" y="1511300"/>
          <p14:tracePt t="27194" x="6864350" y="1511300"/>
          <p14:tracePt t="27229" x="6635750" y="1555750"/>
          <p14:tracePt t="27238" x="6610350" y="1581150"/>
          <p14:tracePt t="30082" x="6572250" y="1574800"/>
          <p14:tracePt t="30091" x="6559550" y="1562100"/>
          <p14:tracePt t="30132" x="6489700" y="1511300"/>
          <p14:tracePt t="30183" x="6318250" y="1339850"/>
          <p14:tracePt t="30214" x="6140450" y="1181100"/>
          <p14:tracePt t="30218" x="6070600" y="1130300"/>
          <p14:tracePt t="30265" x="5854700" y="958850"/>
          <p14:tracePt t="30272" x="5816600" y="927100"/>
          <p14:tracePt t="30315" x="5746750" y="863600"/>
          <p14:tracePt t="30349" x="5721350" y="838200"/>
          <p14:tracePt t="30398" x="5721350" y="831850"/>
          <p14:tracePt t="30516" x="5727700" y="825500"/>
          <p14:tracePt t="30549" x="5734050" y="825500"/>
          <p14:tracePt t="30599" x="5740400" y="825500"/>
          <p14:tracePt t="30649" x="5746750" y="838200"/>
          <p14:tracePt t="46959" x="5683250" y="850900"/>
          <p14:tracePt t="46974" x="5657850" y="857250"/>
          <p14:tracePt t="47009" x="5543550" y="857250"/>
          <p14:tracePt t="47026" x="5486400" y="857250"/>
          <p14:tracePt t="47057" x="5295900" y="838200"/>
          <p14:tracePt t="47065" x="5257800" y="838200"/>
          <p14:tracePt t="47107" x="5073650" y="831850"/>
          <p14:tracePt t="47114" x="5035550" y="831850"/>
          <p14:tracePt t="47158" x="4787900" y="825500"/>
          <p14:tracePt t="47174" x="4692650" y="831850"/>
          <p14:tracePt t="47207" x="4546600" y="857250"/>
          <p14:tracePt t="47241" x="4330700" y="889000"/>
          <p14:tracePt t="47258" x="4235450" y="908050"/>
          <p14:tracePt t="47264" x="4165600" y="927100"/>
          <p14:tracePt t="47309" x="3892550" y="984250"/>
          <p14:tracePt t="47316" x="3822700" y="1003300"/>
          <p14:tracePt t="47356" x="3727450" y="996950"/>
          <p14:tracePt t="48021" x="3765550" y="1009650"/>
          <p14:tracePt t="48039" x="3797300" y="1009650"/>
          <p14:tracePt t="48056" x="3854450" y="1016000"/>
          <p14:tracePt t="48072" x="3905250" y="1022350"/>
          <p14:tracePt t="48104" x="4064000" y="1035050"/>
          <p14:tracePt t="48120" x="4133850" y="1035050"/>
          <p14:tracePt t="48170" x="4438650" y="1066800"/>
          <p14:tracePt t="48204" x="4629150" y="1079500"/>
          <p14:tracePt t="48238" x="4838700" y="1079500"/>
          <p14:tracePt t="48270" x="4965700" y="1073150"/>
          <p14:tracePt t="48302" x="5105400" y="1041400"/>
          <p14:tracePt t="48342" x="5289550" y="1016000"/>
          <p14:tracePt t="48347" x="5321300" y="1009650"/>
          <p14:tracePt t="48386" x="5454650" y="996950"/>
          <p14:tracePt t="48393" x="5492750" y="984250"/>
          <p14:tracePt t="48436" x="5645150" y="965200"/>
          <p14:tracePt t="48470" x="5753100" y="952500"/>
          <p14:tracePt t="48502" x="5822950" y="952500"/>
          <p14:tracePt t="48536" x="5873750" y="952500"/>
          <p14:tracePt t="48568" x="5949950" y="952500"/>
          <p14:tracePt t="48587" x="5981700" y="952500"/>
          <p14:tracePt t="48603" x="6000750" y="946150"/>
          <p14:tracePt t="48610" x="6019800" y="946150"/>
          <p14:tracePt t="48653" x="6121400" y="927100"/>
          <p14:tracePt t="48685" x="6172200" y="920750"/>
          <p14:tracePt t="48720" x="6210300" y="914400"/>
          <p14:tracePt t="48751" x="6248400" y="901700"/>
          <p14:tracePt t="48785" x="6273800" y="895350"/>
          <p14:tracePt t="48801" x="6286500" y="882650"/>
          <p14:tracePt t="48835" x="6311900" y="876300"/>
          <p14:tracePt t="48867" x="6337300" y="869950"/>
          <p14:tracePt t="48884" x="6343650" y="863600"/>
          <p14:tracePt t="48901" x="6350000" y="857250"/>
          <p14:tracePt t="48918" x="6362700" y="844550"/>
          <p14:tracePt t="48934" x="6369050" y="844550"/>
          <p14:tracePt t="48943" x="6375400" y="838200"/>
          <p14:tracePt t="48984" x="6394450" y="831850"/>
          <p14:tracePt t="49052" x="6407150" y="831850"/>
          <p14:tracePt t="49117" x="6413500" y="831850"/>
          <p14:tracePt t="49152" x="6419850" y="825500"/>
          <p14:tracePt t="49202" x="6438900" y="806450"/>
          <p14:tracePt t="50381" x="6470650" y="812800"/>
          <p14:tracePt t="50396" x="6502400" y="825500"/>
          <p14:tracePt t="50430" x="6572250" y="844550"/>
          <p14:tracePt t="50446" x="6604000" y="863600"/>
          <p14:tracePt t="50479" x="6889750" y="958850"/>
          <p14:tracePt t="50487" x="6978650" y="990600"/>
          <p14:tracePt t="50529" x="7385050" y="1117600"/>
          <p14:tracePt t="50536" x="7486650" y="1155700"/>
          <p14:tracePt t="50578" x="7893050" y="1270000"/>
          <p14:tracePt t="50629" x="8153400" y="1327150"/>
          <p14:tracePt t="50662" x="8223250" y="1339850"/>
          <p14:tracePt t="50669" x="8242300" y="1346200"/>
          <p14:tracePt t="50712" x="8318500" y="1365250"/>
          <p14:tracePt t="50719" x="8337550" y="1371600"/>
          <p14:tracePt t="50761" x="8388350" y="1390650"/>
          <p14:tracePt t="50768" x="8394700" y="1397000"/>
          <p14:tracePt t="50811" x="8407400" y="1397000"/>
          <p14:tracePt t="51627" x="8026400" y="1295400"/>
          <p14:tracePt t="51643" x="7734300" y="1200150"/>
          <p14:tracePt t="51658" x="7600950" y="1143000"/>
          <p14:tracePt t="51693" x="7048500" y="1009650"/>
          <p14:tracePt t="51708" x="6902450" y="990600"/>
          <p14:tracePt t="51741" x="6394450" y="965200"/>
          <p14:tracePt t="51758" x="6273800" y="965200"/>
          <p14:tracePt t="51791" x="5797550" y="1003300"/>
          <p14:tracePt t="51841" x="5340350" y="1035050"/>
          <p14:tracePt t="51875" x="4965700" y="1092200"/>
          <p14:tracePt t="51881" x="4902200" y="1111250"/>
          <p14:tracePt t="51924" x="4794250" y="1174750"/>
          <p14:tracePt t="55843" x="4819650" y="1162050"/>
          <p14:tracePt t="55851" x="4832350" y="1143000"/>
          <p14:tracePt t="55893" x="4921250" y="1092200"/>
          <p14:tracePt t="55927" x="5048250" y="1060450"/>
          <p14:tracePt t="55961" x="5156200" y="1041400"/>
          <p14:tracePt t="55993" x="5257800" y="1016000"/>
          <p14:tracePt t="56001" x="5283200" y="1016000"/>
          <p14:tracePt t="56044" x="5422900" y="1003300"/>
          <p14:tracePt t="56094" x="5581650" y="996950"/>
          <p14:tracePt t="56126" x="5651500" y="990600"/>
          <p14:tracePt t="56176" x="5797550" y="990600"/>
          <p14:tracePt t="56226" x="5905500" y="984250"/>
          <p14:tracePt t="56259" x="5943600" y="984250"/>
          <p14:tracePt t="56292" x="5956300" y="977900"/>
          <p14:tracePt t="56360" x="5962650" y="971550"/>
          <p14:tracePt t="56410" x="5956300" y="965200"/>
          <p14:tracePt t="56459" x="5924550" y="965200"/>
          <p14:tracePt t="56491" x="5835650" y="996950"/>
          <p14:tracePt t="56524" x="5588000" y="1098550"/>
          <p14:tracePt t="56559" x="4965700" y="1327150"/>
          <p14:tracePt t="56574" x="4800600" y="1390650"/>
          <p14:tracePt t="56607" x="4375150" y="1581150"/>
          <p14:tracePt t="56657" x="4006850" y="1778000"/>
          <p14:tracePt t="56676" x="3930650" y="1841500"/>
          <p14:tracePt t="56707" x="3886200" y="1879600"/>
          <p14:tracePt t="57903" x="4013200" y="1866900"/>
          <p14:tracePt t="57911" x="4121150" y="1847850"/>
          <p14:tracePt t="57954" x="4387850" y="1816100"/>
          <p14:tracePt t="57986" x="4813300" y="1778000"/>
          <p14:tracePt t="58036" x="5340350" y="1746250"/>
          <p14:tracePt t="58086" x="6184900" y="1720850"/>
          <p14:tracePt t="58119" x="6667500" y="1701800"/>
          <p14:tracePt t="58126" x="6769100" y="1676400"/>
          <p14:tracePt t="58169" x="7004050" y="1663700"/>
          <p14:tracePt t="58219" x="7213600" y="1631950"/>
          <p14:tracePt t="58251" x="7289800" y="1606550"/>
          <p14:tracePt t="58259" x="7321550" y="1606550"/>
          <p14:tracePt t="58287" x="7429500" y="1593850"/>
          <p14:tracePt t="58303" x="7461250" y="1593850"/>
          <p14:tracePt t="58337" x="7600950" y="1562100"/>
          <p14:tracePt t="58385" x="7721600" y="1530350"/>
          <p14:tracePt t="58420" x="7804150" y="1517650"/>
          <p14:tracePt t="58425" x="7823200" y="1511300"/>
          <p14:tracePt t="58469" x="7912100" y="1485900"/>
          <p14:tracePt t="58475" x="7937500" y="1479550"/>
          <p14:tracePt t="58502" x="7975600" y="1466850"/>
          <p14:tracePt t="58519" x="8001000" y="1460500"/>
          <p14:tracePt t="58552" x="8032750" y="1454150"/>
          <p14:tracePt t="58568" x="8045450" y="1447800"/>
          <p14:tracePt t="58602" x="8051800" y="1441450"/>
          <p14:tracePt t="58617" x="8058150" y="1441450"/>
          <p14:tracePt t="58685" x="8064500" y="1435100"/>
          <p14:tracePt t="58767" x="8070850" y="1435100"/>
          <p14:tracePt t="58838" x="8070850" y="1428750"/>
          <p14:tracePt t="58867" x="8077200" y="1428750"/>
          <p14:tracePt t="58900" x="8083550" y="1428750"/>
          <p14:tracePt t="58949" x="8039100" y="1435100"/>
          <p14:tracePt t="58982" x="7791450" y="1460500"/>
          <p14:tracePt t="59017" x="7416800" y="1504950"/>
          <p14:tracePt t="59033" x="7143750" y="1524000"/>
          <p14:tracePt t="59065" x="6731000" y="1581150"/>
          <p14:tracePt t="59099" x="6248400" y="1663700"/>
          <p14:tracePt t="59132" x="6000750" y="1701800"/>
          <p14:tracePt t="59148" x="5930900" y="1714500"/>
          <p14:tracePt t="60494" x="5530850" y="1701800"/>
          <p14:tracePt t="60527" x="4972050" y="1682750"/>
          <p14:tracePt t="60560" x="4356100" y="1676400"/>
          <p14:tracePt t="60610" x="3905250" y="1612900"/>
          <p14:tracePt t="60645" x="3683000" y="1555750"/>
          <p14:tracePt t="60678" x="3587750" y="1517650"/>
          <p14:tracePt t="60709" x="3505200" y="1504950"/>
          <p14:tracePt t="60743" x="3467100" y="1479550"/>
          <p14:tracePt t="60751" x="3460750" y="1479550"/>
          <p14:tracePt t="60793" x="3390900" y="1454150"/>
          <p14:tracePt t="60828" x="3289300" y="1403350"/>
          <p14:tracePt t="60859" x="3200400" y="1371600"/>
          <p14:tracePt t="60892" x="3124200" y="1339850"/>
          <p14:tracePt t="60942" x="3073400" y="1301750"/>
          <p14:tracePt t="60960" x="3060700" y="1295400"/>
          <p14:tracePt t="60976" x="3054350" y="1295400"/>
          <p14:tracePt t="60994" x="3048000" y="1295400"/>
          <p14:tracePt t="61025" x="3035300" y="1295400"/>
          <p14:tracePt t="61059" x="3022600" y="1295400"/>
          <p14:tracePt t="61109" x="3009900" y="1308100"/>
          <p14:tracePt t="61142" x="2997200" y="1314450"/>
          <p14:tracePt t="61193" x="2990850" y="1320800"/>
          <p14:tracePt t="61226" x="2971800" y="1333500"/>
          <p14:tracePt t="61276" x="2940050" y="1339850"/>
          <p14:tracePt t="61292" x="2914650" y="1346200"/>
          <p14:tracePt t="61341" x="2870200" y="1365250"/>
          <p14:tracePt t="61374" x="2857500" y="1365250"/>
          <p14:tracePt t="61441" x="2895600" y="1358900"/>
          <p14:tracePt t="61476" x="2997200" y="1339850"/>
          <p14:tracePt t="61508" x="3143250" y="1314450"/>
          <p14:tracePt t="61542" x="3314700" y="1276350"/>
          <p14:tracePt t="61575" x="3505200" y="1244600"/>
          <p14:tracePt t="61623" x="3606800" y="1231900"/>
          <p14:tracePt t="61657" x="3644900" y="1225550"/>
          <p14:tracePt t="61690" x="3663950" y="1225550"/>
          <p14:tracePt t="61723" x="3676650" y="1219200"/>
          <p14:tracePt t="61791" x="3676650" y="1212850"/>
          <p14:tracePt t="61839" x="3689350" y="1206500"/>
          <p14:tracePt t="61847" x="3695700" y="1206500"/>
          <p14:tracePt t="61889" x="3708400" y="1193800"/>
          <p14:tracePt t="61956" x="3721100" y="1187450"/>
          <p14:tracePt t="62007" x="3746500" y="1187450"/>
          <p14:tracePt t="62039" x="3797300" y="1181100"/>
          <p14:tracePt t="62088" x="3886200" y="1174750"/>
          <p14:tracePt t="62138" x="3949700" y="1162050"/>
          <p14:tracePt t="62189" x="3962400" y="1155700"/>
          <p14:tracePt t="62802" x="3987800" y="1168400"/>
          <p14:tracePt t="62821" x="4000500" y="1181100"/>
          <p14:tracePt t="62838" x="4038600" y="1187450"/>
          <p14:tracePt t="62870" x="4108450" y="1200150"/>
          <p14:tracePt t="62902" x="4273550" y="1225550"/>
          <p14:tracePt t="62954" x="4521200" y="1225550"/>
          <p14:tracePt t="62985" x="4686300" y="1206500"/>
          <p14:tracePt t="63021" x="4851400" y="1193800"/>
          <p14:tracePt t="63059" x="4933950" y="1168400"/>
          <p14:tracePt t="63107" x="4959350" y="1162050"/>
          <p14:tracePt t="63206" x="4965700" y="1162050"/>
          <p14:tracePt t="63269" x="4965700" y="1155700"/>
          <p14:tracePt t="63385" x="4959350" y="1155700"/>
          <p14:tracePt t="63450" x="4953000" y="1155700"/>
          <p14:tracePt t="63484" x="4946650" y="1155700"/>
          <p14:tracePt t="63534" x="4921250" y="1155700"/>
          <p14:tracePt t="63584" x="4806950" y="1162050"/>
          <p14:tracePt t="63603" x="4667250" y="1162050"/>
          <p14:tracePt t="63633" x="4400550" y="1155700"/>
          <p14:tracePt t="63650" x="4222750" y="1155700"/>
          <p14:tracePt t="63666" x="4133850" y="1155700"/>
          <p14:tracePt t="63673" x="4064000" y="1149350"/>
          <p14:tracePt t="63716" x="3860800" y="1136650"/>
          <p14:tracePt t="63750" x="3778250" y="1111250"/>
          <p14:tracePt t="63783" x="3746500" y="1104900"/>
          <p14:tracePt t="63816" x="3733800" y="1104900"/>
          <p14:tracePt t="64718" x="3467100" y="1136650"/>
          <p14:tracePt t="64763" x="3086100" y="1143000"/>
          <p14:tracePt t="64797" x="2717800" y="1098550"/>
          <p14:tracePt t="64829" x="2520950" y="1073150"/>
          <p14:tracePt t="64862" x="2400300" y="1028700"/>
          <p14:tracePt t="64896" x="2247900" y="1009650"/>
          <p14:tracePt t="64912" x="2197100" y="990600"/>
          <p14:tracePt t="64946" x="2101850" y="965200"/>
          <p14:tracePt t="64979" x="2038350" y="933450"/>
          <p14:tracePt t="64995" x="2012950" y="927100"/>
          <p14:tracePt t="65030" x="1981200" y="908050"/>
          <p14:tracePt t="65061" x="1968500" y="908050"/>
          <p14:tracePt t="65130" x="1962150" y="908050"/>
          <p14:tracePt t="65213" x="1955800" y="908050"/>
          <p14:tracePt t="65295" x="1955800" y="914400"/>
          <p14:tracePt t="65379" x="1955800" y="920750"/>
          <p14:tracePt t="65428" x="1955800" y="939800"/>
          <p14:tracePt t="65445" x="1955800" y="965200"/>
          <p14:tracePt t="65460" x="1955800" y="1009650"/>
          <p14:tracePt t="65493" x="1962150" y="1130300"/>
          <p14:tracePt t="65510" x="1962150" y="1168400"/>
          <p14:tracePt t="65543" x="1968500" y="1352550"/>
          <p14:tracePt t="65578" x="1968500" y="1473200"/>
          <p14:tracePt t="65628" x="1943100" y="1714500"/>
          <p14:tracePt t="65662" x="1943100" y="1733550"/>
          <p14:tracePt t="67935" x="2012950" y="1701800"/>
          <p14:tracePt t="67943" x="2044700" y="1682750"/>
          <p14:tracePt t="67985" x="2190750" y="1619250"/>
          <p14:tracePt t="68002" x="2241550" y="1587500"/>
          <p14:tracePt t="68036" x="2279650" y="1562100"/>
          <p14:tracePt t="68068" x="2292350" y="1536700"/>
          <p14:tracePt t="68101" x="2298700" y="1530350"/>
          <p14:tracePt t="68151" x="2298700" y="1517650"/>
          <p14:tracePt t="68218" x="2292350" y="1511300"/>
          <p14:tracePt t="68269" x="2279650" y="1517650"/>
          <p14:tracePt t="68319" x="2266950" y="1524000"/>
          <p14:tracePt t="68350" x="2254250" y="1530350"/>
          <p14:tracePt t="68400" x="2241550" y="1530350"/>
          <p14:tracePt t="68408" x="2228850" y="1530350"/>
          <p14:tracePt t="68451" x="2216150" y="1530350"/>
          <p14:tracePt t="68533" x="2241550" y="1530350"/>
          <p14:tracePt t="68572" x="2400300" y="1549400"/>
          <p14:tracePt t="68621" x="2660650" y="1549400"/>
          <p14:tracePt t="68627" x="2724150" y="1549400"/>
          <p14:tracePt t="68666" x="2908300" y="1543050"/>
          <p14:tracePt t="68674" x="2933700" y="1543050"/>
          <p14:tracePt t="68699" x="2971800" y="1530350"/>
          <p14:tracePt t="68749" x="2978150" y="1524000"/>
          <p14:tracePt t="68834" x="2978150" y="1517650"/>
          <p14:tracePt t="69714" x="2927350" y="1517650"/>
          <p14:tracePt t="69747" x="2857500" y="1536700"/>
          <p14:tracePt t="69753" x="2813050" y="1543050"/>
          <p14:tracePt t="69796" x="2743200" y="1549400"/>
          <p14:tracePt t="69847" x="2698750" y="1543050"/>
          <p14:tracePt t="69880" x="2692400" y="1536700"/>
          <p14:tracePt t="69945" x="2692400" y="1524000"/>
          <p14:tracePt t="69978" x="2711450" y="1511300"/>
          <p14:tracePt t="70029" x="2755900" y="1498600"/>
          <p14:tracePt t="70079" x="2863850" y="1479550"/>
          <p14:tracePt t="70128" x="3003550" y="1466850"/>
          <p14:tracePt t="70162" x="3086100" y="1447800"/>
          <p14:tracePt t="70194" x="3175000" y="1447800"/>
          <p14:tracePt t="70228" x="3282950" y="1447800"/>
          <p14:tracePt t="70262" x="3352800" y="1447800"/>
          <p14:tracePt t="70268" x="3365500" y="1447800"/>
          <p14:tracePt t="70310" x="3403600" y="1454150"/>
          <p14:tracePt t="70317" x="3416300" y="1454150"/>
          <p14:tracePt t="70360" x="3422650" y="1454150"/>
          <p14:tracePt t="70410" x="3429000" y="1447800"/>
          <p14:tracePt t="70493" x="3384550" y="1435100"/>
          <p14:tracePt t="70500" x="3371850" y="1428750"/>
          <p14:tracePt t="70543" x="3232150" y="1403350"/>
          <p14:tracePt t="70550" x="3187700" y="1397000"/>
          <p14:tracePt t="70592" x="2965450" y="1365250"/>
          <p14:tracePt t="70627" x="2844800" y="1365250"/>
          <p14:tracePt t="70660" x="2768600" y="1365250"/>
          <p14:tracePt t="70692" x="2717800" y="1371600"/>
          <p14:tracePt t="70732" x="2711450" y="1371600"/>
          <p14:tracePt t="70775" x="2711450" y="1377950"/>
          <p14:tracePt t="70875" x="2730500" y="1377950"/>
          <p14:tracePt t="70926" x="2749550" y="1377950"/>
          <p14:tracePt t="70958" x="2800350" y="1377950"/>
          <p14:tracePt t="70991" x="2882900" y="1397000"/>
          <p14:tracePt t="71008" x="2946400" y="1397000"/>
          <p14:tracePt t="71041" x="3092450" y="1390650"/>
          <p14:tracePt t="71075" x="3276600" y="1371600"/>
          <p14:tracePt t="71081" x="3302000" y="1365250"/>
          <p14:tracePt t="71124" x="3378200" y="1346200"/>
          <p14:tracePt t="71131" x="3384550" y="1339850"/>
          <p14:tracePt t="71175" x="3397250" y="1333500"/>
          <p14:tracePt t="71229" x="3390900" y="1327150"/>
          <p14:tracePt t="71274" x="3371850" y="1327150"/>
          <p14:tracePt t="71291" x="3371850" y="1320800"/>
          <p14:tracePt t="71325" x="3321050" y="1314450"/>
          <p14:tracePt t="71375" x="3117850" y="1308100"/>
          <p14:tracePt t="71423" x="2895600" y="1327150"/>
          <p14:tracePt t="71457" x="2705100" y="1358900"/>
          <p14:tracePt t="71475" x="2673350" y="1377950"/>
          <p14:tracePt t="71492" x="2628900" y="1390650"/>
          <p14:tracePt t="71527" x="2590800" y="1397000"/>
          <p14:tracePt t="71639" x="2622550" y="1397000"/>
          <p14:tracePt t="71646" x="2628900" y="1397000"/>
          <p14:tracePt t="71688" x="2647950" y="1390650"/>
          <p14:tracePt t="71696" x="2654300" y="1390650"/>
          <p14:tracePt t="71739" x="2711450" y="1390650"/>
          <p14:tracePt t="71756" x="2755900" y="1390650"/>
          <p14:tracePt t="71763" x="2787650" y="1397000"/>
          <p14:tracePt t="71806" x="2876550" y="1403350"/>
          <p14:tracePt t="71813" x="2914650" y="1403350"/>
          <p14:tracePt t="71855" x="3035300" y="1397000"/>
          <p14:tracePt t="71862" x="3067050" y="1397000"/>
          <p14:tracePt t="71906" x="3130550" y="1384300"/>
          <p14:tracePt t="71938" x="3155950" y="1384300"/>
          <p14:tracePt t="71971" x="3168650" y="1384300"/>
          <p14:tracePt t="72021" x="3181350" y="1384300"/>
          <p14:tracePt t="72038" x="3194050" y="1384300"/>
          <p14:tracePt t="72054" x="3200400" y="1384300"/>
          <p14:tracePt t="72089" x="3225800" y="1384300"/>
          <p14:tracePt t="72096" x="3244850" y="1377950"/>
          <p14:tracePt t="72137" x="3333750" y="1365250"/>
          <p14:tracePt t="72145" x="3365500" y="1365250"/>
          <p14:tracePt t="72188" x="3467100" y="1339850"/>
          <p14:tracePt t="72237" x="3543300" y="1333500"/>
          <p14:tracePt t="72271" x="3549650" y="1333500"/>
          <p14:tracePt t="72304" x="3556000" y="1333500"/>
          <p14:tracePt t="72851" x="3708400" y="1365250"/>
          <p14:tracePt t="72885" x="3924300" y="1435100"/>
          <p14:tracePt t="72934" x="4241800" y="1524000"/>
          <p14:tracePt t="72986" x="4565650" y="1587500"/>
          <p14:tracePt t="73017" x="4699000" y="1593850"/>
          <p14:tracePt t="73067" x="4762500" y="1593850"/>
          <p14:tracePt t="73084" x="4768850" y="1593850"/>
          <p14:tracePt t="73091" x="4775200" y="1593850"/>
          <p14:tracePt t="73134" x="4787900" y="1587500"/>
          <p14:tracePt t="73167" x="4800600" y="1574800"/>
          <p14:tracePt t="73174" x="4806950" y="1568450"/>
          <p14:tracePt t="73217" x="4832350" y="1555750"/>
          <p14:tracePt t="73219" x="4838700" y="1549400"/>
          <p14:tracePt t="73269" x="4876800" y="1536700"/>
          <p14:tracePt t="73285" x="4895850" y="1524000"/>
          <p14:tracePt t="73302" x="4902200" y="1524000"/>
          <p14:tracePt t="73349" x="4953000" y="1504950"/>
          <p14:tracePt t="73383" x="5010150" y="1479550"/>
          <p14:tracePt t="73400" x="5022850" y="1473200"/>
          <p14:tracePt t="73432" x="5099050" y="1422400"/>
          <p14:tracePt t="73482" x="5149850" y="1365250"/>
          <p14:tracePt t="73516" x="5149850" y="1339850"/>
          <p14:tracePt t="73550" x="5130800" y="1327150"/>
          <p14:tracePt t="73582" x="5111750" y="1320800"/>
          <p14:tracePt t="73621" x="4978400" y="1289050"/>
          <p14:tracePt t="73665" x="4724400" y="1289050"/>
          <p14:tracePt t="73682" x="4654550" y="1301750"/>
          <p14:tracePt t="73715" x="4413250" y="1377950"/>
          <p14:tracePt t="73732" x="4337050" y="1409700"/>
          <p14:tracePt t="73764" x="4286250" y="1454150"/>
          <p14:tracePt t="73798" x="4279900" y="1454150"/>
          <p14:tracePt t="73837" x="4273550" y="1460500"/>
          <p14:tracePt t="73898" x="4305300" y="1466850"/>
          <p14:tracePt t="73917" x="4318000" y="1466850"/>
          <p14:tracePt t="73931" x="4324350" y="1466850"/>
          <p14:tracePt t="73965" x="4400550" y="1454150"/>
          <p14:tracePt t="73972" x="4438650" y="1454150"/>
          <p14:tracePt t="74016" x="4603750" y="1422400"/>
          <p14:tracePt t="74022" x="4641850" y="1403350"/>
          <p14:tracePt t="74065" x="4800600" y="1346200"/>
          <p14:tracePt t="74080" x="4826000" y="1339850"/>
          <p14:tracePt t="74113" x="4876800" y="1301750"/>
          <p14:tracePt t="74130" x="4876800" y="1295400"/>
          <p14:tracePt t="74163" x="4876800" y="1282700"/>
          <p14:tracePt t="74214" x="4870450" y="1276350"/>
          <p14:tracePt t="74247" x="4851400" y="1276350"/>
          <p14:tracePt t="74254" x="4838700" y="1276350"/>
          <p14:tracePt t="74296" x="4737100" y="1301750"/>
          <p14:tracePt t="74303" x="4705350" y="1314450"/>
          <p14:tracePt t="74346" x="4521200" y="1403350"/>
          <p14:tracePt t="74379" x="4432300" y="1485900"/>
          <p14:tracePt t="74412" x="4394200" y="1549400"/>
          <p14:tracePt t="74463" x="4438650" y="1612900"/>
          <p14:tracePt t="74496" x="4527550" y="1651000"/>
          <p14:tracePt t="74545" x="4787900" y="1676400"/>
          <p14:tracePt t="74553" x="4870450" y="1676400"/>
          <p14:tracePt t="74595" x="5099050" y="1593850"/>
          <p14:tracePt t="74629" x="5175250" y="1536700"/>
          <p14:tracePt t="74678" x="5200650" y="1466850"/>
          <p14:tracePt t="74695" x="5200650" y="1447800"/>
          <p14:tracePt t="74747" x="5181600" y="1416050"/>
          <p14:tracePt t="74778" x="5168900" y="1403350"/>
          <p14:tracePt t="74811" x="5111750" y="1397000"/>
          <p14:tracePt t="74845" x="5010150" y="1384300"/>
          <p14:tracePt t="74894" x="4787900" y="1422400"/>
          <p14:tracePt t="74911" x="4730750" y="1454150"/>
          <p14:tracePt t="74943" x="4679950" y="1492250"/>
          <p14:tracePt t="74979" x="4635500" y="1543050"/>
          <p14:tracePt t="74994" x="4629150" y="1555750"/>
          <p14:tracePt t="75028" x="4629150" y="1574800"/>
          <p14:tracePt t="75037" x="4641850" y="1587500"/>
          <p14:tracePt t="75078" x="4686300" y="1600200"/>
          <p14:tracePt t="75128" x="4953000" y="1612900"/>
          <p14:tracePt t="75160" x="5143500" y="1549400"/>
          <p14:tracePt t="75177" x="5175250" y="1530350"/>
          <p14:tracePt t="75210" x="5226050" y="1473200"/>
          <p14:tracePt t="75226" x="5226050" y="1460500"/>
          <p14:tracePt t="75260" x="5219700" y="1416050"/>
          <p14:tracePt t="75276" x="5213350" y="1403350"/>
          <p14:tracePt t="75283" x="5213350" y="1390650"/>
          <p14:tracePt t="75326" x="5149850" y="1333500"/>
          <p14:tracePt t="75359" x="5016500" y="1276350"/>
          <p14:tracePt t="75398" x="4889500" y="1289050"/>
          <p14:tracePt t="75442" x="4800600" y="1327150"/>
          <p14:tracePt t="75461" x="4775200" y="1346200"/>
          <p14:tracePt t="75492" x="4730750" y="1409700"/>
          <p14:tracePt t="75500" x="4724400" y="1435100"/>
          <p14:tracePt t="75542" x="4711700" y="1485900"/>
          <p14:tracePt t="75592" x="4743450" y="1536700"/>
          <p14:tracePt t="75641" x="4819650" y="1562100"/>
          <p14:tracePt t="75674" x="4965700" y="1587500"/>
          <p14:tracePt t="75691" x="5022850" y="1581150"/>
          <p14:tracePt t="75725" x="5124450" y="1549400"/>
          <p14:tracePt t="75742" x="5143500" y="1543050"/>
          <p14:tracePt t="75745" x="5156200" y="1536700"/>
          <p14:tracePt t="75779" x="5194300" y="1479550"/>
          <p14:tracePt t="75824" x="5207000" y="1454150"/>
          <p14:tracePt t="75875" x="5207000" y="1422400"/>
          <p14:tracePt t="75908" x="5200650" y="1409700"/>
          <p14:tracePt t="75943" x="5187950" y="1397000"/>
          <p14:tracePt t="75974" x="5156200" y="1390650"/>
          <p14:tracePt t="75991" x="5111750" y="1384300"/>
          <p14:tracePt t="76008" x="5080000" y="1384300"/>
          <p14:tracePt t="76040" x="4933950" y="1397000"/>
          <p14:tracePt t="76075" x="4718050" y="1460500"/>
          <p14:tracePt t="76081" x="4660900" y="1492250"/>
          <p14:tracePt t="76125" x="4502150" y="1619250"/>
          <p14:tracePt t="76173" x="4438650" y="1765300"/>
          <p14:tracePt t="76207" x="4438650" y="1803400"/>
          <p14:tracePt t="76240" x="4464050" y="1828800"/>
          <p14:tracePt t="76248" x="4470400" y="1835150"/>
          <p14:tracePt t="76291" x="4540250" y="1847850"/>
          <p14:tracePt t="76297" x="4552950" y="1847850"/>
          <p14:tracePt t="76340" x="4629150" y="1847850"/>
          <p14:tracePt t="76372" x="4768850" y="1771650"/>
          <p14:tracePt t="76422" x="4914900" y="1581150"/>
          <p14:tracePt t="76457" x="4972050" y="1365250"/>
          <p14:tracePt t="76490" x="4991100" y="1193800"/>
          <p14:tracePt t="76523" x="4997450" y="1098550"/>
          <p14:tracePt t="76539" x="4997450" y="1054100"/>
          <p14:tracePt t="76572" x="4978400" y="1022350"/>
          <p14:tracePt t="76639" x="4965700" y="1022350"/>
          <p14:tracePt t="76673" x="4946650" y="1028700"/>
          <p14:tracePt t="76704" x="4946650" y="1047750"/>
          <p14:tracePt t="76739" x="4921250" y="1054100"/>
          <p14:tracePt t="76789" x="4889500" y="1092200"/>
          <p14:tracePt t="76806" x="4845050" y="1117600"/>
          <p14:tracePt t="76856" x="4730750" y="1282700"/>
          <p14:tracePt t="76887" x="4679950" y="1371600"/>
          <p14:tracePt t="76921" x="4610100" y="1524000"/>
          <p14:tracePt t="76954" x="4610100" y="1581150"/>
          <p14:tracePt t="76987" x="4622800" y="1606550"/>
          <p14:tracePt t="77020" x="4654550" y="1612900"/>
          <p14:tracePt t="77059" x="4737100" y="1612900"/>
          <p14:tracePt t="77109" x="4876800" y="1600200"/>
          <p14:tracePt t="77136" x="4927600" y="1581150"/>
          <p14:tracePt t="77152" x="4940300" y="1574800"/>
          <p14:tracePt t="77187" x="4991100" y="1543050"/>
          <p14:tracePt t="77221" x="5022850" y="1511300"/>
          <p14:tracePt t="77237" x="5035550" y="1498600"/>
          <p14:tracePt t="77269" x="5073650" y="1447800"/>
          <p14:tracePt t="77286" x="5080000" y="1435100"/>
          <p14:tracePt t="77319" x="5092700" y="1397000"/>
          <p14:tracePt t="77327" x="5092700" y="1384300"/>
          <p14:tracePt t="77385" x="5092700" y="1377950"/>
          <p14:tracePt t="77419" x="5080000" y="1365250"/>
          <p14:tracePt t="77487" x="5067300" y="1365250"/>
          <p14:tracePt t="77518" x="5054600" y="1365250"/>
          <p14:tracePt t="77552" x="5029200" y="1365250"/>
          <p14:tracePt t="77568" x="5022850" y="1365250"/>
          <p14:tracePt t="77601" x="4953000" y="1377950"/>
          <p14:tracePt t="77609" x="4927600" y="1377950"/>
          <p14:tracePt t="77651" x="4749800" y="1409700"/>
          <p14:tracePt t="77701" x="4419600" y="1460500"/>
          <p14:tracePt t="77751" x="4184650" y="1485900"/>
          <p14:tracePt t="77801" x="4095750" y="1473200"/>
          <p14:tracePt t="77834" x="4057650" y="1473200"/>
          <p14:tracePt t="77868" x="4038600" y="1473200"/>
          <p14:tracePt t="77901" x="4025900" y="1473200"/>
          <p14:tracePt t="77933" x="4019550" y="1473200"/>
          <p14:tracePt t="79960" x="3962400" y="1498600"/>
          <p14:tracePt t="79967" x="3949700" y="1504950"/>
          <p14:tracePt t="80010" x="3873500" y="1562100"/>
          <p14:tracePt t="80017" x="3848100" y="1574800"/>
          <p14:tracePt t="80060" x="3771900" y="1625600"/>
          <p14:tracePt t="80067" x="3759200" y="1638300"/>
          <p14:tracePt t="80109" x="3733800" y="1657350"/>
          <p14:tracePt t="80117" x="3727450" y="1657350"/>
          <p14:tracePt t="80159" x="3727450" y="1638300"/>
          <p14:tracePt t="81073" x="3581400" y="1638300"/>
          <p14:tracePt t="81080" x="3543300" y="1638300"/>
          <p14:tracePt t="81123" x="3346450" y="1638300"/>
          <p14:tracePt t="81173" x="3016250" y="1638300"/>
          <p14:tracePt t="81190" x="2895600" y="1638300"/>
          <p14:tracePt t="81207" x="2832100" y="1638300"/>
          <p14:tracePt t="81239" x="2565400" y="1638300"/>
          <p14:tracePt t="81256" x="2501900" y="1638300"/>
          <p14:tracePt t="81289" x="2336800" y="1638300"/>
          <p14:tracePt t="81339" x="2273300" y="1638300"/>
          <p14:tracePt t="81374" x="2247900" y="1631950"/>
          <p14:tracePt t="81421" x="2222500" y="1631950"/>
          <p14:tracePt t="81429" x="2216150" y="1631950"/>
          <p14:tracePt t="81471" x="2197100" y="1631950"/>
          <p14:tracePt t="81488" x="2190750" y="1631950"/>
          <p14:tracePt t="81523" x="2178050" y="1631950"/>
          <p14:tracePt t="81590" x="2171700" y="1631950"/>
          <p14:tracePt t="81688" x="2190750" y="1631950"/>
          <p14:tracePt t="81720" x="2203450" y="1631950"/>
          <p14:tracePt t="81771" x="2222500" y="1638300"/>
          <p14:tracePt t="81803" x="2279650" y="1638300"/>
          <p14:tracePt t="81853" x="2444750" y="1644650"/>
          <p14:tracePt t="81861" x="2482850" y="1644650"/>
          <p14:tracePt t="81886" x="2565400" y="1644650"/>
          <p14:tracePt t="81894" x="2603500" y="1644650"/>
          <p14:tracePt t="81936" x="2762250" y="1644650"/>
          <p14:tracePt t="81970" x="2851150" y="1638300"/>
          <p14:tracePt t="82004" x="2921000" y="1625600"/>
          <p14:tracePt t="82037" x="2959100" y="1625600"/>
          <p14:tracePt t="82069" x="2990850" y="1625600"/>
          <p14:tracePt t="82103" x="3022600" y="1625600"/>
          <p14:tracePt t="82154" x="3060700" y="1625600"/>
          <p14:tracePt t="82237" x="3067050" y="1625600"/>
          <p14:tracePt t="82287" x="3073400" y="1625600"/>
          <p14:tracePt t="82369" x="3079750" y="1625600"/>
          <p14:tracePt t="82420" x="3086100" y="1625600"/>
          <p14:tracePt t="82470" x="3098800" y="1625600"/>
          <p14:tracePt t="82503" x="3117850" y="1625600"/>
          <p14:tracePt t="82534" x="3168650" y="1631950"/>
          <p14:tracePt t="82573" x="3365500" y="1663700"/>
          <p14:tracePt t="82584" x="3448050" y="1676400"/>
          <p14:tracePt t="82617" x="3676650" y="1701800"/>
          <p14:tracePt t="82635" x="3752850" y="1701800"/>
          <p14:tracePt t="82668" x="3987800" y="1714500"/>
          <p14:tracePt t="82675" x="4038600" y="1714500"/>
          <p14:tracePt t="82717" x="4222750" y="1695450"/>
          <p14:tracePt t="82756" x="4279900" y="1676400"/>
          <p14:tracePt t="82767" x="4292600" y="1670050"/>
          <p14:tracePt t="82800" x="4324350" y="1657350"/>
          <p14:tracePt t="82817" x="4337050" y="1657350"/>
          <p14:tracePt t="82850" x="4362450" y="1657350"/>
          <p14:tracePt t="82867" x="4375150" y="1657350"/>
          <p14:tracePt t="82875" x="4394200" y="1651000"/>
          <p14:tracePt t="82918" x="4432300" y="1644650"/>
          <p14:tracePt t="82924" x="4457700" y="1644650"/>
          <p14:tracePt t="82968" x="4552950" y="1631950"/>
          <p14:tracePt t="82974" x="4591050" y="1625600"/>
          <p14:tracePt t="83018" x="4724400" y="1587500"/>
          <p14:tracePt t="83049" x="4806950" y="1549400"/>
          <p14:tracePt t="83066" x="4857750" y="1517650"/>
          <p14:tracePt t="83083" x="4883150" y="1498600"/>
          <p14:tracePt t="83116" x="4997450" y="1428750"/>
          <p14:tracePt t="83133" x="5016500" y="1416050"/>
          <p14:tracePt t="83165" x="5073650" y="1377950"/>
          <p14:tracePt t="83201" x="5137150" y="1339850"/>
          <p14:tracePt t="83207" x="5149850" y="1339850"/>
          <p14:tracePt t="83249" x="5168900" y="1320800"/>
          <p14:tracePt t="83383" x="5149850" y="1346200"/>
          <p14:tracePt t="83399" x="5118100" y="1365250"/>
          <p14:tracePt t="83434" x="5016500" y="1428750"/>
          <p14:tracePt t="83440" x="4972050" y="1454150"/>
          <p14:tracePt t="83484" x="4762500" y="1587500"/>
          <p14:tracePt t="83515" x="4641850" y="1657350"/>
          <p14:tracePt t="83547" x="4572000" y="1695450"/>
          <p14:tracePt t="83581" x="4540250" y="1701800"/>
          <p14:tracePt t="83664" x="4578350" y="1701800"/>
          <p14:tracePt t="83671" x="4597400" y="1701800"/>
          <p14:tracePt t="83714" x="4699000" y="1701800"/>
          <p14:tracePt t="83721" x="4743450" y="1701800"/>
          <p14:tracePt t="83763" x="5016500" y="1708150"/>
          <p14:tracePt t="83799" x="5232400" y="1708150"/>
          <p14:tracePt t="83831" x="5384800" y="1708150"/>
          <p14:tracePt t="83837" x="5435600" y="1708150"/>
          <p14:tracePt t="83863" x="5467350" y="1708150"/>
          <p14:tracePt t="83903" x="5556250" y="1701800"/>
          <p14:tracePt t="83936" x="5588000" y="1701800"/>
          <p14:tracePt t="83984" x="5594350" y="1701800"/>
          <p14:tracePt t="84046" x="5600700" y="1701800"/>
          <p14:tracePt t="84096" x="5632450" y="1708150"/>
          <p14:tracePt t="84114" x="5638800" y="1708150"/>
          <p14:tracePt t="84167" x="5657850" y="1708150"/>
          <p14:tracePt t="84173" x="5664200" y="1708150"/>
          <p14:tracePt t="84214" x="5676900" y="1708150"/>
          <p14:tracePt t="84328" x="5689600" y="1701800"/>
          <p14:tracePt t="84361" x="5695950" y="1701800"/>
          <p14:tracePt t="84395" x="5702300" y="1701800"/>
          <p14:tracePt t="84496" x="5683250" y="1701800"/>
          <p14:tracePt t="84544" x="5562600" y="1701800"/>
          <p14:tracePt t="84594" x="5207000" y="1701800"/>
          <p14:tracePt t="84611" x="5130800" y="1701800"/>
          <p14:tracePt t="84627" x="5003800" y="1701800"/>
          <p14:tracePt t="84663" x="4813300" y="1714500"/>
          <p14:tracePt t="84694" x="4756150" y="1720850"/>
          <p14:tracePt t="84732" x="4718050" y="1720850"/>
          <p14:tracePt t="84777" x="4711700" y="1720850"/>
          <p14:tracePt t="84827" x="4705350" y="1720850"/>
          <p14:tracePt t="84877" x="4718050" y="1714500"/>
          <p14:tracePt t="86407" x="4699000" y="1714500"/>
          <p14:tracePt t="86454" x="4654550" y="1720850"/>
          <p14:tracePt t="86489" x="4565650" y="1720850"/>
          <p14:tracePt t="86520" x="4387850" y="1720850"/>
          <p14:tracePt t="86554" x="4032250" y="1708150"/>
          <p14:tracePt t="86591" x="3733800" y="1682750"/>
          <p14:tracePt t="86620" x="3327400" y="1657350"/>
          <p14:tracePt t="86671" x="2946400" y="1638300"/>
          <p14:tracePt t="86703" x="2813050" y="1638300"/>
          <p14:tracePt t="86737" x="2616200" y="1625600"/>
          <p14:tracePt t="86770" x="2520950" y="1619250"/>
          <p14:tracePt t="86804" x="2406650" y="1619250"/>
          <p14:tracePt t="86819" x="2381250" y="1619250"/>
          <p14:tracePt t="86854" x="2266950" y="1631950"/>
          <p14:tracePt t="86861" x="2241550" y="1638300"/>
          <p14:tracePt t="86904" x="2133600" y="1657350"/>
          <p14:tracePt t="86954" x="2038350" y="1676400"/>
          <p14:tracePt t="86986" x="1987550" y="1682750"/>
          <p14:tracePt t="87019" x="1968500" y="1695450"/>
          <p14:tracePt t="87037" x="1955800" y="1701800"/>
          <p14:tracePt t="87087" x="1949450" y="1701800"/>
          <p14:tracePt t="87186" x="1962150" y="1708150"/>
          <p14:tracePt t="87220" x="1981200" y="1708150"/>
          <p14:tracePt t="87251" x="2019300" y="1720850"/>
          <p14:tracePt t="87285" x="2203450" y="1752600"/>
          <p14:tracePt t="87302" x="2260600" y="1771650"/>
          <p14:tracePt t="87318" x="2393950" y="1803400"/>
          <p14:tracePt t="87335" x="2457450" y="1822450"/>
          <p14:tracePt t="87368" x="2616200" y="1866900"/>
          <p14:tracePt t="87385" x="2635250" y="1879600"/>
          <p14:tracePt t="87418" x="2673350" y="1885950"/>
          <p14:tracePt t="87468" x="2686050" y="1885950"/>
          <p14:tracePt t="87584" x="2679700" y="1885950"/>
          <p14:tracePt t="87818" x="2705100" y="1866900"/>
          <p14:tracePt t="87834" x="2724150" y="1854200"/>
          <p14:tracePt t="87868" x="2813050" y="1765300"/>
          <p14:tracePt t="87883" x="2857500" y="1733550"/>
          <p14:tracePt t="87901" x="2921000" y="1689100"/>
          <p14:tracePt t="87907" x="2952750" y="1663700"/>
          <p14:tracePt t="87934" x="2997200" y="1619250"/>
          <p14:tracePt t="87940" x="3022600" y="1606550"/>
          <p14:tracePt t="87984" x="3067050" y="1574800"/>
          <p14:tracePt t="88032" x="3079750" y="1562100"/>
          <p14:tracePt t="88039" x="3086100" y="1562100"/>
          <p14:tracePt t="88082" x="3105150" y="1549400"/>
          <p14:tracePt t="88100" x="3111500" y="1549400"/>
          <p14:tracePt t="88165" x="3117850" y="1543050"/>
          <p14:tracePt t="88248" x="3111500" y="1555750"/>
          <p14:tracePt t="88255" x="3105150" y="1562100"/>
          <p14:tracePt t="88298" x="3054350" y="1619250"/>
          <p14:tracePt t="88331" x="2959100" y="1733550"/>
          <p14:tracePt t="88348" x="2940050" y="1752600"/>
          <p14:tracePt t="88381" x="2889250" y="1841500"/>
          <p14:tracePt t="88433" x="2882900" y="1879600"/>
          <p14:tracePt t="88480" x="2921000" y="1879600"/>
          <p14:tracePt t="88530" x="3022600" y="1866900"/>
          <p14:tracePt t="88563" x="3213100" y="1816100"/>
          <p14:tracePt t="88571" x="3270250" y="1797050"/>
          <p14:tracePt t="88614" x="3517900" y="1752600"/>
          <p14:tracePt t="88632" x="3613150" y="1733550"/>
          <p14:tracePt t="88638" x="3657600" y="1714500"/>
          <p14:tracePt t="88681" x="3746500" y="1701800"/>
          <p14:tracePt t="88689" x="3759200" y="1701800"/>
          <p14:tracePt t="88731" x="3784600" y="1701800"/>
          <p14:tracePt t="88781" x="3797300" y="1701800"/>
          <p14:tracePt t="88830" x="3803650" y="1701800"/>
          <p14:tracePt t="88879" x="3816350" y="1701800"/>
          <p14:tracePt t="88896" x="3822700" y="1701800"/>
          <p14:tracePt t="88948" x="3835400" y="1701800"/>
          <p14:tracePt t="88978" x="3860800" y="1701800"/>
          <p14:tracePt t="89012" x="3962400" y="1682750"/>
          <p14:tracePt t="89062" x="4178300" y="1651000"/>
          <p14:tracePt t="89112" x="4362450" y="1619250"/>
          <p14:tracePt t="89147" x="4432300" y="1612900"/>
          <p14:tracePt t="89153" x="4451350" y="1606550"/>
          <p14:tracePt t="89196" x="4521200" y="1593850"/>
          <p14:tracePt t="89202" x="4533900" y="1593850"/>
          <p14:tracePt t="89244" x="4603750" y="1587500"/>
          <p14:tracePt t="89252" x="4622800" y="1581150"/>
          <p14:tracePt t="89294" x="4654550" y="1581150"/>
          <p14:tracePt t="89344" x="4679950" y="1581150"/>
          <p14:tracePt t="89379" x="4692650" y="1581150"/>
          <p14:tracePt t="89411" x="4705350" y="1581150"/>
          <p14:tracePt t="89443" x="4724400" y="1581150"/>
          <p14:tracePt t="89477" x="4756150" y="1574800"/>
          <p14:tracePt t="89484" x="4768850" y="1574800"/>
          <p14:tracePt t="89527" x="4845050" y="1574800"/>
          <p14:tracePt t="89534" x="4857750" y="1574800"/>
          <p14:tracePt t="89577" x="4921250" y="1574800"/>
          <p14:tracePt t="89610" x="4953000" y="1574800"/>
          <p14:tracePt t="89676" x="4965700" y="1574800"/>
          <p14:tracePt t="89731" x="4965700" y="1568450"/>
          <p14:tracePt t="89759" x="4959350" y="1562100"/>
          <p14:tracePt t="89793" x="4921250" y="1562100"/>
          <p14:tracePt t="89826" x="4787900" y="1562100"/>
          <p14:tracePt t="89861" x="4660900" y="1581150"/>
          <p14:tracePt t="89878" x="4616450" y="1587500"/>
          <p14:tracePt t="89893" x="4603750" y="1587500"/>
          <p14:tracePt t="89926" x="4584700" y="1593850"/>
          <p14:tracePt t="89959" x="4597400" y="1600200"/>
          <p14:tracePt t="89992" x="4622800" y="1600200"/>
          <p14:tracePt t="90026" x="4686300" y="1593850"/>
          <p14:tracePt t="90077" x="4781550" y="1587500"/>
          <p14:tracePt t="90110" x="4864100" y="1574800"/>
          <p14:tracePt t="90116" x="4876800" y="1568450"/>
          <p14:tracePt t="90141" x="4889500" y="1568450"/>
          <p14:tracePt t="90196" x="4895850" y="1568450"/>
          <p14:tracePt t="90258" x="4883150" y="1562100"/>
          <p14:tracePt t="90308" x="4794250" y="1562100"/>
          <p14:tracePt t="90357" x="4597400" y="1581150"/>
          <p14:tracePt t="90391" x="4394200" y="1612900"/>
          <p14:tracePt t="90425" x="4292600" y="1631950"/>
          <p14:tracePt t="90457" x="4254500" y="1644650"/>
          <p14:tracePt t="90465" x="4241800" y="1651000"/>
          <p14:tracePt t="90512" x="4241800" y="1657350"/>
          <p14:tracePt t="90607" x="4267200" y="1657350"/>
          <p14:tracePt t="90639" x="4279900" y="1657350"/>
          <p14:tracePt t="90674" x="4387850" y="1657350"/>
          <p14:tracePt t="90676" x="4432300" y="1657350"/>
          <p14:tracePt t="90707" x="4521200" y="1657350"/>
          <p14:tracePt t="90757" x="4749800" y="1644650"/>
          <p14:tracePt t="90791" x="4870450" y="1638300"/>
          <p14:tracePt t="90798" x="4895850" y="1638300"/>
          <p14:tracePt t="90841" x="4972050" y="1644650"/>
          <p14:tracePt t="90891" x="5010150" y="1644650"/>
          <p14:tracePt t="90923" x="5016500" y="1638300"/>
          <p14:tracePt t="90974" x="5016500" y="1625600"/>
          <p14:tracePt t="91370" x="4895850" y="1701800"/>
          <p14:tracePt t="91405" x="4718050" y="1784350"/>
          <p14:tracePt t="91438" x="4616450" y="1816100"/>
          <p14:tracePt t="91470" x="4552950" y="1847850"/>
          <p14:tracePt t="91473" x="4533900" y="1854200"/>
          <p14:tracePt t="91510" x="4495800" y="1860550"/>
          <p14:tracePt t="91541" x="4476750" y="1860550"/>
          <p14:tracePt t="91886" x="4489450" y="1860550"/>
          <p14:tracePt t="91936" x="4514850" y="1854200"/>
          <p14:tracePt t="91969" x="4603750" y="1835150"/>
          <p14:tracePt t="91972" x="4635500" y="1816100"/>
          <p14:tracePt t="92019" x="4800600" y="1784350"/>
          <p14:tracePt t="92037" x="4889500" y="1771650"/>
          <p14:tracePt t="92051" x="4927600" y="1758950"/>
          <p14:tracePt t="92085" x="5080000" y="1739900"/>
          <p14:tracePt t="92101" x="5118100" y="1739900"/>
          <p14:tracePt t="92134" x="5251450" y="1739900"/>
          <p14:tracePt t="92151" x="5276850" y="1739900"/>
          <p14:tracePt t="92185" x="5372100" y="1733550"/>
          <p14:tracePt t="92234" x="5448300" y="1720850"/>
          <p14:tracePt t="92274" x="5492750" y="1714500"/>
          <p14:tracePt t="92317" x="5511800" y="1701800"/>
          <p14:tracePt t="92352" x="5524500" y="1695450"/>
          <p14:tracePt t="92384" x="5543550" y="1689100"/>
          <p14:tracePt t="92417" x="5549900" y="1682750"/>
          <p14:tracePt t="92585" x="5518150" y="1695450"/>
          <p14:tracePt t="92618" x="5429250" y="1714500"/>
          <p14:tracePt t="92649" x="5187950" y="1790700"/>
          <p14:tracePt t="92699" x="4914900" y="1866900"/>
          <p14:tracePt t="92749" x="4838700" y="1885950"/>
          <p14:tracePt t="92799" x="4832350" y="1885950"/>
          <p14:tracePt t="92850" x="4857750" y="1873250"/>
          <p14:tracePt t="92884" x="4889500" y="1866900"/>
          <p14:tracePt t="92891" x="4908550" y="1860550"/>
          <p14:tracePt t="92932" x="5048250" y="1835150"/>
          <p14:tracePt t="92940" x="5086350" y="1828800"/>
          <p14:tracePt t="92982" x="5283200" y="1778000"/>
          <p14:tracePt t="93032" x="5372100" y="1739900"/>
          <p14:tracePt t="93065" x="5378450" y="1739900"/>
          <p14:tracePt t="93115" x="5372100" y="1733550"/>
          <p14:tracePt t="93164" x="5340350" y="1739900"/>
          <p14:tracePt t="93167" x="5327650" y="1746250"/>
          <p14:tracePt t="93216" x="5162550" y="1784350"/>
          <p14:tracePt t="93222" x="5099050" y="1790700"/>
          <p14:tracePt t="93264" x="4806950" y="1847850"/>
          <p14:tracePt t="93298" x="4648200" y="1873250"/>
          <p14:tracePt t="93330" x="4552950" y="1898650"/>
          <p14:tracePt t="93369" x="4540250" y="1905000"/>
          <p14:tracePt t="93448" x="4591050" y="1898650"/>
          <p14:tracePt t="93481" x="4629150" y="1892300"/>
          <p14:tracePt t="93513" x="4762500" y="1873250"/>
          <p14:tracePt t="93520" x="4813300" y="1866900"/>
          <p14:tracePt t="93563" x="5054600" y="1822450"/>
          <p14:tracePt t="93596" x="5143500" y="1797050"/>
          <p14:tracePt t="93630" x="5181600" y="1784350"/>
          <p14:tracePt t="93647" x="5187950" y="1784350"/>
          <p14:tracePt t="93654" x="5187950" y="1778000"/>
          <p14:tracePt t="93863" x="5181600" y="1778000"/>
          <p14:tracePt t="95290" x="5162550" y="1778000"/>
          <p14:tracePt t="95323" x="5130800" y="1771650"/>
          <p14:tracePt t="95357" x="5048250" y="1771650"/>
          <p14:tracePt t="95391" x="4972050" y="1765300"/>
          <p14:tracePt t="95424" x="4895850" y="1765300"/>
          <p14:tracePt t="95441" x="4851400" y="1765300"/>
          <p14:tracePt t="95475" x="4794250" y="1765300"/>
          <p14:tracePt t="95506" x="4743450" y="1778000"/>
          <p14:tracePt t="95539" x="4724400" y="1778000"/>
          <p14:tracePt t="95589" x="4711700" y="1778000"/>
          <p14:tracePt t="95706" x="4705350" y="1778000"/>
          <p14:tracePt t="96470" x="4521200" y="1778000"/>
          <p14:tracePt t="96521" x="4184650" y="1778000"/>
          <p14:tracePt t="96570" x="3797300" y="1797050"/>
          <p14:tracePt t="96577" x="3708400" y="1797050"/>
          <p14:tracePt t="96619" x="3435350" y="1809750"/>
          <p14:tracePt t="96626" x="3371850" y="1809750"/>
          <p14:tracePt t="96669" x="3092450" y="1828800"/>
          <p14:tracePt t="96676" x="3016250" y="1828800"/>
          <p14:tracePt t="96719" x="2825750" y="1816100"/>
          <p14:tracePt t="96752" x="2692400" y="1790700"/>
          <p14:tracePt t="96787" x="2578100" y="1784350"/>
          <p14:tracePt t="96803" x="2546350" y="1784350"/>
          <p14:tracePt t="96835" x="2463800" y="1784350"/>
          <p14:tracePt t="96885" x="2425700" y="1784350"/>
          <p14:tracePt t="96934" x="2413000" y="1790700"/>
          <p14:tracePt t="97002" x="2413000" y="1797050"/>
          <p14:tracePt t="97035" x="2419350" y="1803400"/>
          <p14:tracePt t="97084" x="2451100" y="1816100"/>
          <p14:tracePt t="97117" x="2527300" y="1854200"/>
          <p14:tracePt t="97167" x="2800350" y="1943100"/>
          <p14:tracePt t="97217" x="3073400" y="1962150"/>
          <p14:tracePt t="97267" x="3333750" y="1955800"/>
          <p14:tracePt t="97300" x="3556000" y="1936750"/>
          <p14:tracePt t="97339" x="3676650" y="1930400"/>
          <p14:tracePt t="97367" x="3708400" y="1924050"/>
          <p14:tracePt t="97399" x="3740150" y="1924050"/>
          <p14:tracePt t="97468" x="3714750" y="1924050"/>
          <p14:tracePt t="97501" x="3695700" y="1924050"/>
          <p14:tracePt t="97533" x="3651250" y="1949450"/>
          <p14:tracePt t="97536" x="3619500" y="1968500"/>
          <p14:tracePt t="97582" x="3397250" y="2089150"/>
          <p14:tracePt t="97600" x="3244850" y="2159000"/>
          <p14:tracePt t="97616" x="3175000" y="2197100"/>
          <p14:tracePt t="97649" x="3041650" y="2292350"/>
          <p14:tracePt t="97666" x="3028950" y="2305050"/>
          <p14:tracePt t="97701" x="3022600" y="2330450"/>
          <p14:tracePt t="97732" x="3035300" y="2336800"/>
          <p14:tracePt t="97765" x="3060700" y="2336800"/>
          <p14:tracePt t="97799" x="3130550" y="2336800"/>
          <p14:tracePt t="97817" x="3168650" y="2336800"/>
          <p14:tracePt t="97848" x="3390900" y="2330450"/>
          <p14:tracePt t="97881" x="3600450" y="2317750"/>
          <p14:tracePt t="97898" x="3676650" y="2305050"/>
          <p14:tracePt t="97931" x="4025900" y="2279650"/>
          <p14:tracePt t="97948" x="4114800" y="2279650"/>
          <p14:tracePt t="97981" x="4445000" y="2260600"/>
          <p14:tracePt t="97989" x="4521200" y="2247900"/>
          <p14:tracePt t="98031" x="4730750" y="2241550"/>
          <p14:tracePt t="98066" x="4851400" y="2222500"/>
          <p14:tracePt t="98081" x="4883150" y="2216150"/>
          <p14:tracePt t="98114" x="5003800" y="2216150"/>
          <p14:tracePt t="98149" x="5080000" y="2209800"/>
          <p14:tracePt t="98155" x="5092700" y="2203450"/>
          <p14:tracePt t="98198" x="5130800" y="2165350"/>
          <p14:tracePt t="98247" x="5130800" y="2146300"/>
          <p14:tracePt t="98579" x="5010150" y="2171700"/>
          <p14:tracePt t="98595" x="4959350" y="2178050"/>
          <p14:tracePt t="98628" x="4914900" y="2184400"/>
          <p14:tracePt t="98662" x="4851400" y="2184400"/>
          <p14:tracePt t="98679" x="4832350" y="2184400"/>
          <p14:tracePt t="98713" x="4787900" y="2171700"/>
          <p14:tracePt t="98762" x="4762500" y="2165350"/>
          <p14:tracePt t="98861" x="4756150" y="2165350"/>
          <p14:tracePt t="99111" x="4756150" y="2171700"/>
          <p14:tracePt t="99163" x="4775200" y="2178050"/>
          <p14:tracePt t="99198" x="4851400" y="2203450"/>
          <p14:tracePt t="99227" x="5035550" y="2247900"/>
          <p14:tracePt t="99277" x="5461000" y="2305050"/>
          <p14:tracePt t="99327" x="5702300" y="2292350"/>
          <p14:tracePt t="99360" x="5746750" y="2273300"/>
          <p14:tracePt t="99367" x="5753100" y="2273300"/>
          <p14:tracePt t="99627" x="5803900" y="2273300"/>
          <p14:tracePt t="99660" x="5886450" y="2273300"/>
          <p14:tracePt t="99694" x="5994400" y="2273300"/>
          <p14:tracePt t="99725" x="6178550" y="2260600"/>
          <p14:tracePt t="99764" x="6280150" y="2216150"/>
          <p14:tracePt t="99793" x="6286500" y="2209800"/>
          <p14:tracePt t="99825" x="6280150" y="2203450"/>
          <p14:tracePt t="99858" x="6235700" y="2152650"/>
          <p14:tracePt t="99908" x="5943600" y="1917700"/>
          <p14:tracePt t="99943" x="5664200" y="1739900"/>
          <p14:tracePt t="99976" x="5422900" y="1606550"/>
          <p14:tracePt t="99992" x="5295900" y="1555750"/>
          <p14:tracePt t="100008" x="5245100" y="1549400"/>
          <p14:tracePt t="100040" x="5162550" y="1536700"/>
          <p14:tracePt t="100090" x="5124450" y="1530350"/>
          <p14:tracePt t="100098" x="5124450" y="1536700"/>
          <p14:tracePt t="100159" x="5099050" y="1543050"/>
          <p14:tracePt t="100190" x="5092700" y="1543050"/>
          <p14:tracePt t="100240" x="5060950" y="1555750"/>
          <p14:tracePt t="100259" x="5048250" y="1555750"/>
          <p14:tracePt t="100274" x="5041900" y="1562100"/>
          <p14:tracePt t="100308" x="4984750" y="1574800"/>
          <p14:tracePt t="100323" x="4965700" y="1581150"/>
          <p14:tracePt t="100356" x="4876800" y="1593850"/>
          <p14:tracePt t="100406" x="4762500" y="1619250"/>
          <p14:tracePt t="100441" x="4743450" y="1625600"/>
          <p14:tracePt t="100506" x="4775200" y="1625600"/>
          <p14:tracePt t="100524" x="4794250" y="1625600"/>
          <p14:tracePt t="100556" x="4864100" y="1619250"/>
          <p14:tracePt t="100589" x="4984750" y="1600200"/>
          <p14:tracePt t="100639" x="5111750" y="1587500"/>
          <p14:tracePt t="100672" x="5162550" y="1568450"/>
          <p14:tracePt t="100689" x="5168900" y="1562100"/>
          <p14:tracePt t="100723" x="5194300" y="1549400"/>
          <p14:tracePt t="100739" x="5194300" y="1543050"/>
          <p14:tracePt t="100772" x="5232400" y="1543050"/>
          <p14:tracePt t="100790" x="5245100" y="1549400"/>
          <p14:tracePt t="100822" x="5327650" y="1581150"/>
          <p14:tracePt t="100838" x="5359400" y="1606550"/>
          <p14:tracePt t="100846" x="5403850" y="1631950"/>
          <p14:tracePt t="100888" x="5600700" y="1790700"/>
          <p14:tracePt t="100895" x="5645150" y="1835150"/>
          <p14:tracePt t="100938" x="5810250" y="2070100"/>
          <p14:tracePt t="100945" x="5842000" y="2101850"/>
          <p14:tracePt t="100971" x="5905500" y="2184400"/>
          <p14:tracePt t="101004" x="5981700" y="2260600"/>
          <p14:tracePt t="101021" x="5994400" y="2266950"/>
          <p14:tracePt t="101054" x="6026150" y="2279650"/>
          <p14:tracePt t="101104" x="6051550" y="2279650"/>
          <p14:tracePt t="101153" x="6057900" y="2286000"/>
          <p14:tracePt t="101221" x="5981700" y="2305050"/>
          <p14:tracePt t="101254" x="5899150" y="2324100"/>
          <p14:tracePt t="101262" x="5835650" y="2324100"/>
          <p14:tracePt t="101304" x="5568950" y="2349500"/>
          <p14:tracePt t="101310" x="5480050" y="2362200"/>
          <p14:tracePt t="101354" x="5194300" y="2368550"/>
          <p14:tracePt t="101404" x="5118100" y="2368550"/>
          <p14:tracePt t="101454" x="5156200" y="2368550"/>
          <p14:tracePt t="101504" x="5283200" y="2381250"/>
          <p14:tracePt t="101537" x="5454650" y="2400300"/>
          <p14:tracePt t="101569" x="5581650" y="2393950"/>
          <p14:tracePt t="101618" x="5810250" y="2368550"/>
          <p14:tracePt t="101651" x="5969000" y="2311400"/>
          <p14:tracePt t="101686" x="6064250" y="2266950"/>
          <p14:tracePt t="101718" x="6153150" y="2228850"/>
          <p14:tracePt t="101751" x="6248400" y="2203450"/>
          <p14:tracePt t="101784" x="6375400" y="2171700"/>
          <p14:tracePt t="101818" x="6445250" y="2159000"/>
          <p14:tracePt t="101834" x="6464300" y="2159000"/>
          <p14:tracePt t="101868" x="6527800" y="2146300"/>
          <p14:tracePt t="101884" x="6540500" y="2146300"/>
          <p14:tracePt t="101917" x="6559550" y="2146300"/>
          <p14:tracePt t="101950" x="6559550" y="2152650"/>
          <p14:tracePt t="102002" x="6553200" y="2159000"/>
          <p14:tracePt t="102567" x="6096000" y="2000250"/>
          <p14:tracePt t="102599" x="5924550" y="1943100"/>
          <p14:tracePt t="102632" x="5556250" y="1828800"/>
          <p14:tracePt t="102665" x="5353050" y="1752600"/>
          <p14:tracePt t="102698" x="5283200" y="1670050"/>
          <p14:tracePt t="102706" x="5283200" y="1657350"/>
          <p14:tracePt t="102749" x="5314950" y="1587500"/>
          <p14:tracePt t="102799" x="5530850" y="1447800"/>
          <p14:tracePt t="102833" x="5746750" y="1358900"/>
          <p14:tracePt t="102864" x="6019800" y="1301750"/>
          <p14:tracePt t="102873" x="6108700" y="1289050"/>
          <p14:tracePt t="102914" x="6445250" y="1219200"/>
          <p14:tracePt t="102964" x="6667500" y="1136650"/>
          <p14:tracePt t="102997" x="6775450" y="1092200"/>
          <p14:tracePt t="103004" x="6800850" y="1085850"/>
          <p14:tracePt t="103047" x="6845300" y="1060450"/>
          <p14:tracePt t="103081" x="6908800" y="1047750"/>
          <p14:tracePt t="103131" x="7054850" y="1041400"/>
          <p14:tracePt t="103147" x="7099300" y="1047750"/>
          <p14:tracePt t="103154" x="7150100" y="1047750"/>
          <p14:tracePt t="103198" x="7410450" y="1079500"/>
          <p14:tracePt t="103230" x="7626350" y="1098550"/>
          <p14:tracePt t="103262" x="7886700" y="1123950"/>
          <p14:tracePt t="103270" x="7943850" y="1123950"/>
          <p14:tracePt t="103313" x="8058150" y="1143000"/>
          <p14:tracePt t="103348" x="8121650" y="1149350"/>
          <p14:tracePt t="103381" x="8153400" y="1162050"/>
          <p14:tracePt t="103397" x="8159750" y="1162050"/>
          <p14:tracePt t="103530" x="8140700" y="1162050"/>
          <p14:tracePt t="103561" x="8089900" y="1187450"/>
          <p14:tracePt t="103570" x="8001000" y="1244600"/>
          <p14:tracePt t="103612" x="7791450" y="1397000"/>
          <p14:tracePt t="103629" x="7639050" y="1543050"/>
          <p14:tracePt t="103663" x="7359650" y="1828800"/>
          <p14:tracePt t="103679" x="7302500" y="1898650"/>
          <p14:tracePt t="103695" x="7213600" y="2012950"/>
          <p14:tracePt t="103745" x="7137400" y="2146300"/>
          <p14:tracePt t="103778" x="7118350" y="2190750"/>
          <p14:tracePt t="103785" x="7118350" y="2197100"/>
          <p14:tracePt t="103827" x="7112000" y="2216150"/>
          <p14:tracePt t="103835" x="7112000" y="2222500"/>
          <p14:tracePt t="103878" x="7112000" y="2235200"/>
          <p14:tracePt t="103932" x="7105650" y="2241550"/>
          <p14:tracePt t="103996" x="7105650" y="2247900"/>
          <p14:tracePt t="104043" x="7092950" y="2260600"/>
          <p14:tracePt t="104093" x="7080250" y="2273300"/>
          <p14:tracePt t="104128" x="7042150" y="2279650"/>
          <p14:tracePt t="104143" x="7016750" y="2279650"/>
          <p14:tracePt t="104177" x="6807200" y="2279650"/>
          <p14:tracePt t="104193" x="6718300" y="2273300"/>
          <p14:tracePt t="104227" x="6248400" y="2241550"/>
          <p14:tracePt t="104277" x="5416550" y="2108200"/>
          <p14:tracePt t="104326" x="4578350" y="1962150"/>
          <p14:tracePt t="104376" x="3956050" y="1949450"/>
          <p14:tracePt t="104409" x="3505200" y="1993900"/>
          <p14:tracePt t="104428" x="3397250" y="2038350"/>
          <p14:tracePt t="104458" x="3340100" y="2032000"/>
          <p14:tracePt t="104774" x="2997200" y="1974850"/>
          <p14:tracePt t="104782" x="2908300" y="1968500"/>
          <p14:tracePt t="104824" x="2552700" y="2032000"/>
          <p14:tracePt t="104831" x="2514600" y="2032000"/>
          <p14:tracePt t="104873" x="2393950" y="2070100"/>
          <p14:tracePt t="104881" x="2368550" y="2076450"/>
          <p14:tracePt t="104924" x="2241550" y="2114550"/>
          <p14:tracePt t="104958" x="2152650" y="2152650"/>
          <p14:tracePt t="104959" x="2139950" y="2159000"/>
          <p14:tracePt t="105008" x="2076450" y="2190750"/>
          <p14:tracePt t="105041" x="2044700" y="2203450"/>
          <p14:tracePt t="105090" x="2038350" y="2209800"/>
          <p14:tracePt t="105189" x="2032000" y="2209800"/>
          <p14:tracePt t="105239" x="1993900" y="2190750"/>
          <p14:tracePt t="105289" x="1892300" y="2152650"/>
          <p14:tracePt t="105322" x="1784350" y="2146300"/>
          <p14:tracePt t="105372" x="1714500" y="2178050"/>
          <p14:tracePt t="105407" x="1714500" y="2203450"/>
          <p14:tracePt t="105441" x="1733550" y="2228850"/>
          <p14:tracePt t="105474" x="1771650" y="2241550"/>
          <p14:tracePt t="105490" x="1790700" y="2247900"/>
          <p14:tracePt t="105505" x="1809750" y="2254250"/>
          <p14:tracePt t="105538" x="1898650" y="2260600"/>
          <p14:tracePt t="105554" x="1917700" y="2260600"/>
          <p14:tracePt t="105588" x="2038350" y="2222500"/>
          <p14:tracePt t="105623" x="2133600" y="2152650"/>
          <p14:tracePt t="105654" x="2209800" y="2108200"/>
          <p14:tracePt t="105688" x="2266950" y="2076450"/>
          <p14:tracePt t="105721" x="2311400" y="2044700"/>
          <p14:tracePt t="105754" x="2317750" y="2038350"/>
          <p14:tracePt t="105855" x="2311400" y="2038350"/>
          <p14:tracePt t="106087" x="2292350" y="2038350"/>
          <p14:tracePt t="106103" x="2292350" y="2044700"/>
          <p14:tracePt t="106136" x="2235200" y="2063750"/>
          <p14:tracePt t="106170" x="2139950" y="2108200"/>
          <p14:tracePt t="106203" x="2032000" y="2146300"/>
          <p14:tracePt t="106254" x="1930400" y="2190750"/>
          <p14:tracePt t="106287" x="1911350" y="2197100"/>
          <p14:tracePt t="106353" x="1930400" y="2197100"/>
          <p14:tracePt t="106404" x="1968500" y="2197100"/>
          <p14:tracePt t="106436" x="1993900" y="2197100"/>
          <p14:tracePt t="106469" x="2063750" y="2197100"/>
          <p14:tracePt t="106502" x="2127250" y="2197100"/>
          <p14:tracePt t="106535" x="2298700" y="2203450"/>
          <p14:tracePt t="106568" x="2578100" y="2216150"/>
          <p14:tracePt t="106585" x="2692400" y="2216150"/>
          <p14:tracePt t="106617" x="3041650" y="2228850"/>
          <p14:tracePt t="106650" x="3435350" y="2228850"/>
          <p14:tracePt t="106684" x="3663950" y="2228850"/>
          <p14:tracePt t="106736" x="4095750" y="2247900"/>
          <p14:tracePt t="106751" x="4203700" y="2247900"/>
          <p14:tracePt t="106790" x="4584700" y="2254250"/>
          <p14:tracePt t="106822" x="4743450" y="2266950"/>
          <p14:tracePt t="106855" x="4933950" y="2260600"/>
          <p14:tracePt t="106883" x="5054600" y="2254250"/>
          <p14:tracePt t="106901" x="5073650" y="2247900"/>
          <p14:tracePt t="106934" x="5130800" y="2247900"/>
          <p14:tracePt t="106983" x="5213350" y="2247900"/>
          <p14:tracePt t="107033" x="5372100" y="2241550"/>
          <p14:tracePt t="107050" x="5461000" y="2241550"/>
          <p14:tracePt t="107067" x="5524500" y="2241550"/>
          <p14:tracePt t="107100" x="5689600" y="2241550"/>
          <p14:tracePt t="107149" x="6013450" y="2254250"/>
          <p14:tracePt t="107199" x="6299200" y="2241550"/>
          <p14:tracePt t="107249" x="6457950" y="2254250"/>
          <p14:tracePt t="107288" x="6553200" y="2260600"/>
          <p14:tracePt t="107320" x="6591300" y="2260600"/>
          <p14:tracePt t="107353" x="6604000" y="2247900"/>
          <p14:tracePt t="107381" x="6604000" y="2235200"/>
          <p14:tracePt t="107848" x="6350000" y="2216150"/>
          <p14:tracePt t="107881" x="5988050" y="2171700"/>
          <p14:tracePt t="107888" x="5899150" y="2165350"/>
          <p14:tracePt t="107931" x="5530850" y="2152650"/>
          <p14:tracePt t="107982" x="5181600" y="2127250"/>
          <p14:tracePt t="108031" x="5022850" y="2127250"/>
          <p14:tracePt t="108064" x="4991100" y="2127250"/>
          <p14:tracePt t="108097" x="4991100" y="2120900"/>
          <p14:tracePt t="108146" x="5054600" y="2114550"/>
          <p14:tracePt t="108165" x="5111750" y="2114550"/>
          <p14:tracePt t="108181" x="5162550" y="2114550"/>
          <p14:tracePt t="108212" x="5518150" y="2120900"/>
          <p14:tracePt t="108263" x="6089650" y="2152650"/>
          <p14:tracePt t="108270" x="6229350" y="2152650"/>
          <p14:tracePt t="108312" x="6635750" y="2165350"/>
          <p14:tracePt t="108347" x="6851650" y="2165350"/>
          <p14:tracePt t="108363" x="6883400" y="2165350"/>
          <p14:tracePt t="108411" x="6896100" y="2165350"/>
          <p14:tracePt t="108461" x="6889750" y="2127250"/>
          <p14:tracePt t="108480" x="6896100" y="2114550"/>
          <p14:tracePt t="109991" x="6584950" y="2114550"/>
          <p14:tracePt t="110006" x="6470650" y="2101850"/>
          <p14:tracePt t="110041" x="5848350" y="2146300"/>
          <p14:tracePt t="110056" x="5657850" y="2159000"/>
          <p14:tracePt t="110074" x="5270500" y="2209800"/>
          <p14:tracePt t="110080" x="5022850" y="2241550"/>
          <p14:tracePt t="110124" x="4381500" y="2343150"/>
          <p14:tracePt t="110156" x="3975100" y="2482850"/>
          <p14:tracePt t="110163" x="3873500" y="2508250"/>
          <p14:tracePt t="110189" x="3632200" y="2590800"/>
          <p14:tracePt t="110223" x="3536950" y="2578100"/>
          <p14:tracePt t="110255" x="3505200" y="2578100"/>
          <p14:tracePt t="111021" x="3200400" y="2578100"/>
          <p14:tracePt t="111036" x="2984500" y="2584450"/>
          <p14:tracePt t="111086" x="2470150" y="2711450"/>
          <p14:tracePt t="111135" x="2082800" y="2838450"/>
          <p14:tracePt t="111185" x="1905000" y="2901950"/>
          <p14:tracePt t="111235" x="1898650" y="2895600"/>
          <p14:tracePt t="113045" x="1860550" y="2889250"/>
          <p14:tracePt t="113053" x="1841500" y="2889250"/>
          <p14:tracePt t="113096" x="1752600" y="2851150"/>
          <p14:tracePt t="113103" x="1727200" y="2844800"/>
          <p14:tracePt t="113129" x="1651000" y="2819400"/>
          <p14:tracePt t="113164" x="1454150" y="2749550"/>
          <p14:tracePt t="113213" x="1257300" y="2692400"/>
          <p14:tracePt t="113262" x="1200150" y="2673350"/>
          <p14:tracePt t="113311" x="1187450" y="2667000"/>
          <p14:tracePt t="113383" x="1181100" y="2667000"/>
          <p14:tracePt t="113563" x="1193800" y="2667000"/>
          <p14:tracePt t="113616" x="1225550" y="2667000"/>
          <p14:tracePt t="113645" x="1250950" y="2667000"/>
          <p14:tracePt t="113683" x="1422400" y="2673350"/>
          <p14:tracePt t="113727" x="1612900" y="2673350"/>
          <p14:tracePt t="113743" x="1670050" y="2673350"/>
          <p14:tracePt t="113762" x="1746250" y="2667000"/>
          <p14:tracePt t="113793" x="1841500" y="2641600"/>
          <p14:tracePt t="113826" x="1885950" y="2628900"/>
          <p14:tracePt t="113876" x="1898650" y="2628900"/>
          <p14:tracePt t="113928" x="1917700" y="2628900"/>
          <p14:tracePt t="113981" x="1924050" y="2628900"/>
          <p14:tracePt t="114014" x="1930400" y="2628900"/>
          <p14:tracePt t="114059" x="1936750" y="2628900"/>
          <p14:tracePt t="114210" x="1917700" y="2628900"/>
          <p14:tracePt t="114279" x="1917700" y="2635250"/>
          <p14:tracePt t="114341" x="1911350" y="2635250"/>
          <p14:tracePt t="114708" x="1911350" y="2641600"/>
          <p14:tracePt t="115040" x="1924050" y="2647950"/>
          <p14:tracePt t="115105" x="1930400" y="2647950"/>
          <p14:tracePt t="115156" x="1936750" y="2647950"/>
          <p14:tracePt t="115188" x="1936750" y="2654300"/>
          <p14:tracePt t="115293" x="1943100" y="2654300"/>
          <p14:tracePt t="115354" x="1949450" y="2654300"/>
          <p14:tracePt t="115421" x="1955800" y="2654300"/>
          <p14:tracePt t="115470" x="1962150" y="2654300"/>
          <p14:tracePt t="115509" x="1968500" y="2654300"/>
          <p14:tracePt t="115638" x="1968500" y="2660650"/>
          <p14:tracePt t="115737" x="1955800" y="2667000"/>
          <p14:tracePt t="115775" x="1949450" y="2673350"/>
          <p14:tracePt t="116251" x="2000250" y="2660650"/>
          <p14:tracePt t="116259" x="2019300" y="2647950"/>
          <p14:tracePt t="116301" x="2114550" y="2565400"/>
          <p14:tracePt t="116336" x="2273300" y="2432050"/>
          <p14:tracePt t="116386" x="2508250" y="2228850"/>
          <p14:tracePt t="116392" x="2565400" y="2178050"/>
          <p14:tracePt t="116434" x="2768600" y="1987550"/>
          <p14:tracePt t="116441" x="2851150" y="1905000"/>
          <p14:tracePt t="116484" x="3130550" y="1619250"/>
          <p14:tracePt t="116518" x="3263900" y="1504950"/>
          <p14:tracePt t="116550" x="3314700" y="1479550"/>
          <p14:tracePt t="116569" x="3321050" y="1473200"/>
          <p14:tracePt t="116605" x="3333750" y="1473200"/>
          <p14:tracePt t="116733" x="3327400" y="1473200"/>
          <p14:tracePt t="116784" x="3314700" y="1473200"/>
          <p14:tracePt t="116800" x="3308350" y="1466850"/>
          <p14:tracePt t="116817" x="3302000" y="1466850"/>
          <p14:tracePt t="116849" x="3244850" y="1441450"/>
          <p14:tracePt t="116866" x="3206750" y="1435100"/>
          <p14:tracePt t="116898" x="2997200" y="1384300"/>
          <p14:tracePt t="116935" x="2863850" y="1358900"/>
          <p14:tracePt t="116965" x="2800350" y="1352550"/>
          <p14:tracePt t="116998" x="2774950" y="1352550"/>
          <p14:tracePt t="117098" x="2832100" y="1352550"/>
          <p14:tracePt t="117131" x="3009900" y="1358900"/>
          <p14:tracePt t="117166" x="3213100" y="1358900"/>
          <p14:tracePt t="117198" x="3467100" y="1358900"/>
          <p14:tracePt t="117206" x="3524250" y="1346200"/>
          <p14:tracePt t="117249" x="3619500" y="1333500"/>
          <p14:tracePt t="117299" x="3632200" y="1327150"/>
          <p14:tracePt t="117381" x="3632200" y="1320800"/>
          <p14:tracePt t="117464" x="3625850" y="1320800"/>
          <p14:tracePt t="117513" x="3619500" y="1320800"/>
          <p14:tracePt t="117614" x="3613150" y="1320800"/>
          <p14:tracePt t="117848" x="3600450" y="1327150"/>
          <p14:tracePt t="117879" x="3575050" y="1339850"/>
          <p14:tracePt t="117912" x="3467100" y="1390650"/>
          <p14:tracePt t="117962" x="3200400" y="1568450"/>
          <p14:tracePt t="117997" x="2857500" y="1854200"/>
          <p14:tracePt t="118045" x="2425700" y="2184400"/>
          <p14:tracePt t="118052" x="2368550" y="2247900"/>
          <p14:tracePt t="118095" x="2184400" y="2400300"/>
          <p14:tracePt t="118129" x="2095500" y="2495550"/>
          <p14:tracePt t="118162" x="2038350" y="2540000"/>
          <p14:tracePt t="118196" x="2025650" y="2552700"/>
          <p14:tracePt t="118262" x="2025650" y="2565400"/>
          <p14:tracePt t="118311" x="2012950" y="2571750"/>
          <p14:tracePt t="118446" x="2006600" y="2571750"/>
          <p14:tracePt t="118543" x="2006600" y="2578100"/>
          <p14:tracePt t="118593" x="1993900" y="2584450"/>
          <p14:tracePt t="118643" x="1987550" y="2597150"/>
          <p14:tracePt t="118676" x="1987550" y="2603500"/>
          <p14:tracePt t="118709" x="1981200" y="2609850"/>
          <p14:tracePt t="118742" x="1974850" y="2609850"/>
          <p14:tracePt t="118792" x="1962150" y="2616200"/>
          <p14:tracePt t="118800" x="1962150" y="2622550"/>
          <p14:tracePt t="118875" x="1955800" y="2622550"/>
          <p14:tracePt t="118909" x="1962150" y="2628900"/>
          <p14:tracePt t="118942" x="1981200" y="2628900"/>
          <p14:tracePt t="118975" x="2012950" y="2628900"/>
          <p14:tracePt t="119009" x="2190750" y="2628900"/>
          <p14:tracePt t="119058" x="2501900" y="2635250"/>
          <p14:tracePt t="119110" x="2692400" y="2647950"/>
          <p14:tracePt t="119142" x="2749550" y="2647950"/>
          <p14:tracePt t="119176" x="2762250" y="2647950"/>
          <p14:tracePt t="119241" x="2768600" y="2647950"/>
          <p14:tracePt t="119378" x="2762250" y="2647950"/>
          <p14:tracePt t="119507" x="2800350" y="2647950"/>
          <p14:tracePt t="119523" x="2813050" y="2660650"/>
          <p14:tracePt t="119558" x="2971800" y="2667000"/>
          <p14:tracePt t="119574" x="3086100" y="2667000"/>
          <p14:tracePt t="119607" x="3263900" y="2673350"/>
          <p14:tracePt t="119641" x="3409950" y="2692400"/>
          <p14:tracePt t="119674" x="3454400" y="2698750"/>
          <p14:tracePt t="119706" x="3473450" y="2705100"/>
          <p14:tracePt t="120754" x="3549650" y="2667000"/>
          <p14:tracePt t="120787" x="3600450" y="2647950"/>
          <p14:tracePt t="120793" x="3657600" y="2622550"/>
          <p14:tracePt t="120837" x="3784600" y="2559050"/>
          <p14:tracePt t="120843" x="3829050" y="2533650"/>
          <p14:tracePt t="120888" x="4108450" y="2343150"/>
          <p14:tracePt t="120894" x="4191000" y="2273300"/>
          <p14:tracePt t="120937" x="4470400" y="2025650"/>
          <p14:tracePt t="120970" x="4692650" y="1797050"/>
          <p14:tracePt t="121001" x="4870450" y="1638300"/>
          <p14:tracePt t="121004" x="4889500" y="1612900"/>
          <p14:tracePt t="121034" x="4946650" y="1543050"/>
          <p14:tracePt t="121052" x="4959350" y="1524000"/>
          <p14:tracePt t="121084" x="4991100" y="1473200"/>
          <p14:tracePt t="121134" x="5003800" y="1447800"/>
          <p14:tracePt t="121167" x="5010150" y="1435100"/>
          <p14:tracePt t="121217" x="5010150" y="1428750"/>
          <p14:tracePt t="121268" x="4978400" y="1409700"/>
          <p14:tracePt t="121302" x="4927600" y="1365250"/>
          <p14:tracePt t="121335" x="4781550" y="1257300"/>
          <p14:tracePt t="121367" x="4660900" y="1181100"/>
          <p14:tracePt t="121417" x="4584700" y="1117600"/>
          <p14:tracePt t="121449" x="4572000" y="1104900"/>
          <p14:tracePt t="121485" x="4591050" y="1098550"/>
          <p14:tracePt t="121534" x="4705350" y="1066800"/>
          <p14:tracePt t="121567" x="4857750" y="1035050"/>
          <p14:tracePt t="121584" x="4889500" y="1028700"/>
          <p14:tracePt t="121616" x="4984750" y="1009650"/>
          <p14:tracePt t="121633" x="4991100" y="1009650"/>
          <p14:tracePt t="121666" x="5010150" y="1009650"/>
          <p14:tracePt t="121733" x="5003800" y="1009650"/>
          <p14:tracePt t="121782" x="4965700" y="1016000"/>
          <p14:tracePt t="121815" x="4902200" y="1028700"/>
          <p14:tracePt t="121850" x="4762500" y="1047750"/>
          <p14:tracePt t="121865" x="4737100" y="1047750"/>
          <p14:tracePt t="121898" x="4679950" y="1060450"/>
          <p14:tracePt t="121949" x="4711700" y="1066800"/>
          <p14:tracePt t="121998" x="4876800" y="1079500"/>
          <p14:tracePt t="122048" x="5029200" y="1085850"/>
          <p14:tracePt t="122081" x="5099050" y="1066800"/>
          <p14:tracePt t="122098" x="5111750" y="1066800"/>
          <p14:tracePt t="122130" x="5118100" y="1047750"/>
          <p14:tracePt t="122181" x="5118100" y="1041400"/>
          <p14:tracePt t="122230" x="5105400" y="1041400"/>
          <p14:tracePt t="122280" x="5092700" y="1041400"/>
          <p14:tracePt t="122363" x="5086350" y="1041400"/>
          <p14:tracePt t="122399" x="5073650" y="1047750"/>
          <p14:tracePt t="122431" x="5048250" y="1060450"/>
          <p14:tracePt t="122437" x="5003800" y="1092200"/>
          <p14:tracePt t="122480" x="4845050" y="1206500"/>
          <p14:tracePt t="122487" x="4692650" y="1352550"/>
          <p14:tracePt t="122530" x="4298950" y="1828800"/>
          <p14:tracePt t="122581" x="3917950" y="2565400"/>
          <p14:tracePt t="122614" x="3790950" y="2882900"/>
          <p14:tracePt t="122647" x="3721100" y="3105150"/>
          <p14:tracePt t="122648" x="3702050" y="3149600"/>
          <p14:tracePt t="122696" x="3670300" y="3289300"/>
          <p14:tracePt t="122703" x="3663950" y="3308350"/>
          <p14:tracePt t="122729" x="3657600" y="3327400"/>
          <p14:tracePt t="122764" x="3657600" y="3340100"/>
          <p14:tracePt t="122896" x="3651250" y="3340100"/>
          <p14:tracePt t="122996" x="3651250" y="3321050"/>
          <p14:tracePt t="123028" x="3644900" y="3308350"/>
          <p14:tracePt t="123061" x="3632200" y="3263900"/>
          <p14:tracePt t="123113" x="3460750" y="2895600"/>
          <p14:tracePt t="123144" x="3321050" y="2647950"/>
          <p14:tracePt t="123162" x="3270250" y="2590800"/>
          <p14:tracePt t="123179" x="3225800" y="2501900"/>
          <p14:tracePt t="123214" x="3175000" y="2419350"/>
          <p14:tracePt t="123243" x="3168650" y="2413000"/>
          <p14:tracePt t="123278" x="3155950" y="2413000"/>
          <p14:tracePt t="123327" x="3162300" y="2419350"/>
          <p14:tracePt t="123361" x="3181350" y="2432050"/>
          <p14:tracePt t="123393" x="3187700" y="2438400"/>
          <p14:tracePt t="123427" x="3213100" y="2444750"/>
          <p14:tracePt t="123445" x="3219450" y="2463800"/>
          <p14:tracePt t="123461" x="3232150" y="2470150"/>
          <p14:tracePt t="123495" x="3321050" y="2552700"/>
          <p14:tracePt t="123528" x="3435350" y="2647950"/>
          <p14:tracePt t="123559" x="3543300" y="2736850"/>
          <p14:tracePt t="123592" x="3638550" y="2768600"/>
          <p14:tracePt t="123643" x="3752850" y="2774950"/>
          <p14:tracePt t="123677" x="3829050" y="2768600"/>
          <p14:tracePt t="123709" x="3892550" y="2755900"/>
          <p14:tracePt t="123727" x="3930650" y="2749550"/>
          <p14:tracePt t="123776" x="4038600" y="2736850"/>
          <p14:tracePt t="123825" x="4146550" y="2730500"/>
          <p14:tracePt t="123875" x="4210050" y="2717800"/>
          <p14:tracePt t="123910" x="4279900" y="2705100"/>
          <p14:tracePt t="123941" x="4324350" y="2692400"/>
          <p14:tracePt t="123975" x="4349750" y="2686050"/>
          <p14:tracePt t="124009" x="4387850" y="2679700"/>
          <p14:tracePt t="124059" x="4476750" y="2667000"/>
          <p14:tracePt t="124107" x="4641850" y="2635250"/>
          <p14:tracePt t="124141" x="4743450" y="2628900"/>
          <p14:tracePt t="124174" x="4838700" y="2628900"/>
          <p14:tracePt t="124208" x="4870450" y="2628900"/>
          <p14:tracePt t="124241" x="4902200" y="2622550"/>
          <p14:tracePt t="124275" x="4908550" y="2622550"/>
          <p14:tracePt t="124356" x="4914900" y="2616200"/>
          <p14:tracePt t="124406" x="4914900" y="2597150"/>
          <p14:tracePt t="124872" x="5048250" y="2609850"/>
          <p14:tracePt t="124905" x="5168900" y="2609850"/>
          <p14:tracePt t="124938" x="5359400" y="2584450"/>
          <p14:tracePt t="124973" x="5473700" y="2565400"/>
          <p14:tracePt t="124988" x="5505450" y="2559050"/>
          <p14:tracePt t="125022" x="5524500" y="2546350"/>
          <p14:tracePt t="125038" x="5530850" y="2546350"/>
          <p14:tracePt t="125070" x="5524500" y="2540000"/>
          <p14:tracePt t="125105" x="5511800" y="2527300"/>
          <p14:tracePt t="125137" x="5448300" y="2527300"/>
          <p14:tracePt t="125170" x="5276850" y="2546350"/>
          <p14:tracePt t="125205" x="5156200" y="2603500"/>
          <p14:tracePt t="125220" x="5124450" y="2660650"/>
          <p14:tracePt t="125238" x="5118100" y="2717800"/>
          <p14:tracePt t="125254" x="5137150" y="2762250"/>
          <p14:tracePt t="125270" x="5213350" y="2851150"/>
          <p14:tracePt t="125307" x="5346700" y="2971800"/>
          <p14:tracePt t="125338" x="5530850" y="3041650"/>
          <p14:tracePt t="125353" x="5549900" y="3041650"/>
          <p14:tracePt t="125361" x="5581650" y="3035300"/>
          <p14:tracePt t="125404" x="5632450" y="2965450"/>
          <p14:tracePt t="125410" x="5638800" y="2952750"/>
          <p14:tracePt t="125453" x="5645150" y="2895600"/>
          <p14:tracePt t="125486" x="5626100" y="2844800"/>
          <p14:tracePt t="125521" x="5505450" y="2774950"/>
          <p14:tracePt t="125537" x="5441950" y="2755900"/>
          <p14:tracePt t="125571" x="5175250" y="2724150"/>
          <p14:tracePt t="125619" x="4933950" y="2832100"/>
          <p14:tracePt t="125668" x="4921250" y="2914650"/>
          <p14:tracePt t="125676" x="4933950" y="2927350"/>
          <p14:tracePt t="125718" x="5035550" y="2971800"/>
          <p14:tracePt t="125725" x="5073650" y="2978150"/>
          <p14:tracePt t="125768" x="5270500" y="2965450"/>
          <p14:tracePt t="125819" x="5543550" y="2794000"/>
          <p14:tracePt t="125825" x="5568950" y="2762250"/>
          <p14:tracePt t="125868" x="5600700" y="2667000"/>
          <p14:tracePt t="125875" x="5600700" y="2654300"/>
          <p14:tracePt t="125918" x="5594350" y="2635250"/>
          <p14:tracePt t="125925" x="5588000" y="2628900"/>
          <p14:tracePt t="125968" x="5473700" y="2597150"/>
          <p14:tracePt t="126001" x="5346700" y="2597150"/>
          <p14:tracePt t="126034" x="5232400" y="2635250"/>
          <p14:tracePt t="126042" x="5213350" y="2654300"/>
          <p14:tracePt t="126084" x="5168900" y="2730500"/>
          <p14:tracePt t="126134" x="5156200" y="2781300"/>
          <p14:tracePt t="130219" x="4991100" y="2781300"/>
          <p14:tracePt t="130238" x="4953000" y="2781300"/>
          <p14:tracePt t="130254" x="4851400" y="2781300"/>
          <p14:tracePt t="130287" x="4578350" y="2762250"/>
          <p14:tracePt t="130319" x="4413250" y="2762250"/>
          <p14:tracePt t="130352" x="4083050" y="2768600"/>
          <p14:tracePt t="130370" x="3975100" y="2774950"/>
          <p14:tracePt t="130388" x="3784600" y="2787650"/>
          <p14:tracePt t="130436" x="3422650" y="2838450"/>
          <p14:tracePt t="130470" x="3124200" y="2844800"/>
          <p14:tracePt t="130502" x="2971800" y="2844800"/>
          <p14:tracePt t="130521" x="2882900" y="2844800"/>
          <p14:tracePt t="130537" x="2838450" y="2844800"/>
          <p14:tracePt t="130571" x="2679700" y="2819400"/>
          <p14:tracePt t="130603" x="2520950" y="2800350"/>
          <p14:tracePt t="130620" x="2476500" y="2794000"/>
          <p14:tracePt t="130653" x="2305050" y="2768600"/>
          <p14:tracePt t="130659" x="2260600" y="2768600"/>
          <p14:tracePt t="130703" x="2146300" y="2743200"/>
          <p14:tracePt t="130709" x="2127250" y="2736850"/>
          <p14:tracePt t="130734" x="2120900" y="2724150"/>
          <p14:tracePt t="130773" x="2114550" y="2717800"/>
          <p14:tracePt t="131218" x="1911350" y="2768600"/>
          <p14:tracePt t="131250" x="1746250" y="2800350"/>
          <p14:tracePt t="131257" x="1720850" y="2813050"/>
          <p14:tracePt t="131299" x="1549400" y="2870200"/>
          <p14:tracePt t="131307" x="1517650" y="2876550"/>
          <p14:tracePt t="131332" x="1460500" y="2889250"/>
          <p14:tracePt t="131366" x="1358900" y="2914650"/>
          <p14:tracePt t="131384" x="1320800" y="2921000"/>
          <p14:tracePt t="131400" x="1295400" y="2921000"/>
          <p14:tracePt t="131432" x="1263650" y="2927350"/>
          <p14:tracePt t="131465" x="1212850" y="2940050"/>
          <p14:tracePt t="131515" x="1174750" y="2952750"/>
          <p14:tracePt t="131533" x="1162050" y="2952750"/>
          <p14:tracePt t="131565" x="1155700" y="2959100"/>
          <p14:tracePt t="131601" x="1143000" y="2959100"/>
          <p14:tracePt t="131664" x="1136650" y="2959100"/>
          <p14:tracePt t="131698" x="1123950" y="2959100"/>
          <p14:tracePt t="131748" x="1111250" y="2959100"/>
          <p14:tracePt t="131755" x="1104900" y="2959100"/>
          <p14:tracePt t="131797" x="1098550" y="2959100"/>
          <p14:tracePt t="132413" x="1054100" y="2978150"/>
          <p14:tracePt t="132419" x="1047750" y="2984500"/>
          <p14:tracePt t="132462" x="1022350" y="2997200"/>
          <p14:tracePt t="132469" x="1016000" y="3003550"/>
          <p14:tracePt t="132511" x="996950" y="3009900"/>
          <p14:tracePt t="132611" x="984250" y="3009900"/>
          <p14:tracePt t="132662" x="971550" y="3016250"/>
          <p14:tracePt t="132680" x="965200" y="3022600"/>
          <p14:tracePt t="132794" x="958850" y="3022600"/>
          <p14:tracePt t="132977" x="965200" y="3022600"/>
          <p14:tracePt t="133027" x="977900" y="3016250"/>
          <p14:tracePt t="133034" x="984250" y="3016250"/>
          <p14:tracePt t="133078" x="990600" y="3016250"/>
          <p14:tracePt t="133127" x="1016000" y="3009900"/>
          <p14:tracePt t="133159" x="1047750" y="3003550"/>
          <p14:tracePt t="133209" x="1149350" y="2997200"/>
          <p14:tracePt t="133228" x="1193800" y="2990850"/>
          <p14:tracePt t="133259" x="1270000" y="2984500"/>
          <p14:tracePt t="133293" x="1339850" y="2971800"/>
          <p14:tracePt t="133327" x="1371600" y="2971800"/>
          <p14:tracePt t="133359" x="1390650" y="2978150"/>
          <p14:tracePt t="133394" x="1416050" y="2978150"/>
          <p14:tracePt t="133410" x="1428750" y="2978150"/>
          <p14:tracePt t="133442" x="1441450" y="2984500"/>
          <p14:tracePt t="133475" x="1473200" y="2984500"/>
          <p14:tracePt t="133508" x="1524000" y="2984500"/>
          <p14:tracePt t="133543" x="1612900" y="2978150"/>
          <p14:tracePt t="133593" x="1689100" y="2965450"/>
          <p14:tracePt t="133625" x="1701800" y="2959100"/>
          <p14:tracePt t="133725" x="1689100" y="2959100"/>
          <p14:tracePt t="133762" x="1670050" y="2959100"/>
          <p14:tracePt t="133807" x="1593850" y="2965450"/>
          <p14:tracePt t="133841" x="1492250" y="2965450"/>
          <p14:tracePt t="133844" x="1454150" y="2965450"/>
          <p14:tracePt t="133892" x="1257300" y="2965450"/>
          <p14:tracePt t="133925" x="1123950" y="2971800"/>
          <p14:tracePt t="133957" x="1073150" y="2971800"/>
          <p14:tracePt t="133991" x="1054100" y="2971800"/>
          <p14:tracePt t="134007" x="1047750" y="2971800"/>
          <p14:tracePt t="134228" x="1060450" y="2971800"/>
          <p14:tracePt t="134272" x="1130300" y="2971800"/>
          <p14:tracePt t="134289" x="1174750" y="2971800"/>
          <p14:tracePt t="134322" x="1282700" y="2978150"/>
          <p14:tracePt t="134356" x="1390650" y="2990850"/>
          <p14:tracePt t="134389" x="1498600" y="2978150"/>
          <p14:tracePt t="134438" x="1593850" y="2959100"/>
          <p14:tracePt t="134456" x="1612900" y="2959100"/>
          <p14:tracePt t="134472" x="1644650" y="2952750"/>
          <p14:tracePt t="134490" x="1695450" y="2952750"/>
          <p14:tracePt t="134521" x="1784350" y="2952750"/>
          <p14:tracePt t="134539" x="1822450" y="2952750"/>
          <p14:tracePt t="134574" x="1981200" y="2933700"/>
          <p14:tracePt t="134605" x="2101850" y="2933700"/>
          <p14:tracePt t="134638" x="2228850" y="2940050"/>
          <p14:tracePt t="134689" x="2292350" y="2946400"/>
          <p14:tracePt t="134721" x="2311400" y="2946400"/>
          <p14:tracePt t="134770" x="2317750" y="2946400"/>
          <p14:tracePt t="134804" x="2324100" y="2959100"/>
          <p14:tracePt t="134837" x="2336800" y="2965450"/>
          <p14:tracePt t="134887" x="2349500" y="2965450"/>
          <p14:tracePt t="134936" x="2362200" y="2965450"/>
          <p14:tracePt t="134944" x="2368550" y="2965450"/>
          <p14:tracePt t="134987" x="2393950" y="2971800"/>
          <p14:tracePt t="135037" x="2463800" y="2978150"/>
          <p14:tracePt t="135070" x="2501900" y="2978150"/>
          <p14:tracePt t="135103" x="2508250" y="2978150"/>
          <p14:tracePt t="135171" x="2495550" y="2971800"/>
          <p14:tracePt t="135203" x="2413000" y="2952750"/>
          <p14:tracePt t="135237" x="2241550" y="2933700"/>
          <p14:tracePt t="135271" x="1993900" y="2914650"/>
          <p14:tracePt t="135302" x="1663700" y="2889250"/>
          <p14:tracePt t="135337" x="1479550" y="2882900"/>
          <p14:tracePt t="135387" x="1339850" y="2882900"/>
          <p14:tracePt t="135403" x="1320800" y="2876550"/>
          <p14:tracePt t="135504" x="1365250" y="2863850"/>
          <p14:tracePt t="135535" x="1435100" y="2863850"/>
          <p14:tracePt t="135553" x="1511300" y="2870200"/>
          <p14:tracePt t="135563" x="1568450" y="2876550"/>
          <p14:tracePt t="135604" x="1866900" y="2914650"/>
          <p14:tracePt t="135613" x="1943100" y="2933700"/>
          <p14:tracePt t="135655" x="2203450" y="2965450"/>
          <p14:tracePt t="135703" x="2413000" y="2965450"/>
          <p14:tracePt t="135753" x="2489200" y="2952750"/>
          <p14:tracePt t="135791" x="2495550" y="2952750"/>
          <p14:tracePt t="135935" x="2489200" y="2952750"/>
          <p14:tracePt t="136001" x="2482850" y="2952750"/>
          <p14:tracePt t="136033" x="2463800" y="2952750"/>
          <p14:tracePt t="136068" x="2432050" y="2946400"/>
          <p14:tracePt t="136100" x="2330450" y="2940050"/>
          <p14:tracePt t="136108" x="2279650" y="2927350"/>
          <p14:tracePt t="136150" x="1936750" y="2921000"/>
          <p14:tracePt t="136184" x="1663700" y="2895600"/>
          <p14:tracePt t="136217" x="1435100" y="2889250"/>
          <p14:tracePt t="136267" x="1320800" y="2889250"/>
          <p14:tracePt t="136301" x="1295400" y="2889250"/>
          <p14:tracePt t="136318" x="1289050" y="2889250"/>
          <p14:tracePt t="136367" x="1282700" y="2889250"/>
          <p14:tracePt t="136417" x="1295400" y="2882900"/>
          <p14:tracePt t="136467" x="1327150" y="2882900"/>
          <p14:tracePt t="136473" x="1339850" y="2882900"/>
          <p14:tracePt t="136516" x="1428750" y="2882900"/>
          <p14:tracePt t="136533" x="1466850" y="2882900"/>
          <p14:tracePt t="136582" x="1663700" y="2895600"/>
          <p14:tracePt t="136614" x="1752600" y="2895600"/>
          <p14:tracePt t="136630" x="1765300" y="2901950"/>
          <p14:tracePt t="136714" x="1746250" y="2901950"/>
          <p14:tracePt t="136747" x="1695450" y="2901950"/>
          <p14:tracePt t="136754" x="1676400" y="2901950"/>
          <p14:tracePt t="136798" x="1517650" y="2908300"/>
          <p14:tracePt t="136805" x="1447800" y="2914650"/>
          <p14:tracePt t="136849" x="1212850" y="2946400"/>
          <p14:tracePt t="136882" x="1054100" y="2965450"/>
          <p14:tracePt t="136913" x="965200" y="2971800"/>
          <p14:tracePt t="136922" x="952500" y="2971800"/>
          <p14:tracePt t="136963" x="927100" y="2971800"/>
          <p14:tracePt t="136972" x="920750" y="2971800"/>
          <p14:tracePt t="137013" x="908050" y="2971800"/>
          <p14:tracePt t="137046" x="895350" y="2971800"/>
          <p14:tracePt t="137097" x="882650" y="2971800"/>
          <p14:tracePt t="137147" x="869950" y="2971800"/>
          <p14:tracePt t="137214" x="863600" y="2971800"/>
          <p14:tracePt t="137263" x="857250" y="2971800"/>
          <p14:tracePt t="137346" x="876300" y="2971800"/>
          <p14:tracePt t="137399" x="889000" y="2990850"/>
          <p14:tracePt t="137449" x="895350" y="3003550"/>
          <p14:tracePt t="137479" x="901700" y="3009900"/>
          <p14:tracePt t="137495" x="901700" y="3016250"/>
          <p14:tracePt t="137529" x="901700" y="3028950"/>
          <p14:tracePt t="137562" x="901700" y="3035300"/>
          <p14:tracePt t="137629" x="895350" y="3041650"/>
          <p14:tracePt t="137677" x="895350" y="3054350"/>
          <p14:tracePt t="137748" x="908050" y="3054350"/>
          <p14:tracePt t="137777" x="920750" y="3054350"/>
          <p14:tracePt t="137810" x="939800" y="3054350"/>
          <p14:tracePt t="137862" x="1035050" y="3041650"/>
          <p14:tracePt t="137895" x="1123950" y="3028950"/>
          <p14:tracePt t="137929" x="1238250" y="3022600"/>
          <p14:tracePt t="137959" x="1276350" y="3022600"/>
          <p14:tracePt t="137977" x="1320800" y="3022600"/>
          <p14:tracePt t="138009" x="1365250" y="3022600"/>
          <p14:tracePt t="138043" x="1384300" y="3009900"/>
          <p14:tracePt t="138092" x="1409700" y="3009900"/>
          <p14:tracePt t="138142" x="1422400" y="3009900"/>
          <p14:tracePt t="138176" x="1435100" y="3009900"/>
          <p14:tracePt t="138209" x="1447800" y="3009900"/>
          <p14:tracePt t="138260" x="1460500" y="3003550"/>
          <p14:tracePt t="138310" x="1473200" y="2997200"/>
          <p14:tracePt t="138360" x="1504950" y="2997200"/>
          <p14:tracePt t="138365" x="1511300" y="2997200"/>
          <p14:tracePt t="138408" x="1587500" y="2997200"/>
          <p14:tracePt t="138441" x="1682750" y="2997200"/>
          <p14:tracePt t="138458" x="1708150" y="2997200"/>
          <p14:tracePt t="138493" x="1765300" y="2997200"/>
          <p14:tracePt t="138499" x="1778000" y="3003550"/>
          <p14:tracePt t="138542" x="1809750" y="3003550"/>
          <p14:tracePt t="138573" x="1835150" y="3003550"/>
          <p14:tracePt t="138581" x="1841500" y="3003550"/>
          <p14:tracePt t="138640" x="1866900" y="3003550"/>
          <p14:tracePt t="138648" x="1873250" y="3003550"/>
          <p14:tracePt t="138675" x="1885950" y="3009900"/>
          <p14:tracePt t="138690" x="1892300" y="3009900"/>
          <p14:tracePt t="138725" x="1924050" y="3009900"/>
          <p14:tracePt t="138774" x="1949450" y="3009900"/>
          <p14:tracePt t="138823" x="1962150" y="3009900"/>
          <p14:tracePt t="138873" x="1968500" y="3009900"/>
          <p14:tracePt t="138923" x="1987550" y="3009900"/>
          <p14:tracePt t="138958" x="2000250" y="3009900"/>
          <p14:tracePt t="139006" x="2019300" y="3003550"/>
          <p14:tracePt t="139023" x="2025650" y="3003550"/>
          <p14:tracePt t="139074" x="2044700" y="3003550"/>
          <p14:tracePt t="139122" x="2063750" y="3003550"/>
          <p14:tracePt t="139155" x="2076450" y="3003550"/>
          <p14:tracePt t="139224" x="2082800" y="3003550"/>
          <p14:tracePt t="139274" x="2095500" y="3003550"/>
          <p14:tracePt t="139338" x="2095500" y="2984500"/>
          <p14:tracePt t="139371" x="2089150" y="2978150"/>
          <p14:tracePt t="139688" x="2159000" y="2965450"/>
          <p14:tracePt t="139721" x="2228850" y="2914650"/>
          <p14:tracePt t="139754" x="2254250" y="2895600"/>
          <p14:tracePt t="139787" x="2266950" y="2863850"/>
          <p14:tracePt t="139820" x="2266950" y="2838450"/>
          <p14:tracePt t="139869" x="2260600" y="2800350"/>
          <p14:tracePt t="139877" x="2254250" y="2800350"/>
          <p14:tracePt t="139919" x="2235200" y="2800350"/>
          <p14:tracePt t="139969" x="2222500" y="2806700"/>
          <p14:tracePt t="140020" x="2197100" y="2832100"/>
          <p14:tracePt t="140059" x="2120900" y="2921000"/>
          <p14:tracePt t="140107" x="2101850" y="3003550"/>
          <p14:tracePt t="140152" x="2133600" y="3079750"/>
          <p14:tracePt t="140202" x="2209800" y="3092450"/>
          <p14:tracePt t="140236" x="2298700" y="3079750"/>
          <p14:tracePt t="140270" x="2355850" y="3028950"/>
          <p14:tracePt t="140285" x="2362200" y="3016250"/>
          <p14:tracePt t="140325" x="2368550" y="2984500"/>
          <p14:tracePt t="140373" x="2317750" y="2959100"/>
          <p14:tracePt t="140418" x="2222500" y="2921000"/>
          <p14:tracePt t="140434" x="2139950" y="2908300"/>
          <p14:tracePt t="140467" x="1993900" y="2901950"/>
          <p14:tracePt t="140501" x="1803400" y="2940050"/>
          <p14:tracePt t="140518" x="1765300" y="2959100"/>
          <p14:tracePt t="140550" x="1670050" y="3041650"/>
          <p14:tracePt t="140567" x="1657350" y="3060700"/>
          <p14:tracePt t="140601" x="1644650" y="3111500"/>
          <p14:tracePt t="140635" x="1663700" y="3155950"/>
          <p14:tracePt t="140642" x="1682750" y="3162300"/>
          <p14:tracePt t="140685" x="1765300" y="3175000"/>
          <p14:tracePt t="140691" x="1803400" y="3175000"/>
          <p14:tracePt t="140734" x="1981200" y="3143250"/>
          <p14:tracePt t="140766" x="2076450" y="3092450"/>
          <p14:tracePt t="140799" x="2146300" y="3022600"/>
          <p14:tracePt t="140832" x="2165350" y="2971800"/>
          <p14:tracePt t="140850" x="2171700" y="2959100"/>
          <p14:tracePt t="140882" x="2159000" y="2908300"/>
          <p14:tracePt t="140932" x="2159000" y="2889250"/>
          <p14:tracePt t="141464" x="2133600" y="2914650"/>
          <p14:tracePt t="141498" x="2082800" y="3009900"/>
          <p14:tracePt t="141548" x="2025650" y="3098800"/>
          <p14:tracePt t="141565" x="2006600" y="3143250"/>
          <p14:tracePt t="141597" x="1981200" y="3194050"/>
          <p14:tracePt t="141615" x="1943100" y="3257550"/>
          <p14:tracePt t="141630" x="1936750" y="3276600"/>
          <p14:tracePt t="141663" x="1924050" y="3314700"/>
          <p14:tracePt t="141698" x="1917700" y="3340100"/>
          <p14:tracePt t="141714" x="1911350" y="3352800"/>
          <p14:tracePt t="141780" x="1905000" y="3352800"/>
          <p14:tracePt t="141830" x="1892300" y="3359150"/>
          <p14:tracePt t="141917" x="1885950" y="3359150"/>
          <p14:tracePt t="142128" x="1879600" y="3359150"/>
          <p14:tracePt t="142178" x="1873250" y="3365500"/>
          <p14:tracePt t="142246" x="1860550" y="3365500"/>
          <p14:tracePt t="142311" x="1854200" y="3371850"/>
          <p14:tracePt t="142379" x="1847850" y="3378200"/>
          <p14:tracePt t="142411" x="1841500" y="3378200"/>
          <p14:tracePt t="142461" x="1835150" y="3384550"/>
          <p14:tracePt t="142510" x="1828800" y="3384550"/>
          <p14:tracePt t="142543" x="1816100" y="3390900"/>
          <p14:tracePt t="142578" x="1803400" y="3390900"/>
          <p14:tracePt t="142660" x="1790700" y="3390900"/>
          <p14:tracePt t="142693" x="1758950" y="3384550"/>
          <p14:tracePt t="142711" x="1733550" y="3371850"/>
          <p14:tracePt t="142727" x="1714500" y="3371850"/>
          <p14:tracePt t="142761" x="1651000" y="3333750"/>
          <p14:tracePt t="142810" x="1587500" y="3295650"/>
          <p14:tracePt t="143357" x="1631950" y="3302000"/>
          <p14:tracePt t="143365" x="1644650" y="3308350"/>
          <p14:tracePt t="143408" x="1714500" y="3321050"/>
          <p14:tracePt t="143424" x="1746250" y="3327400"/>
          <p14:tracePt t="143441" x="1765300" y="3327400"/>
          <p14:tracePt t="143473" x="1835150" y="3327400"/>
          <p14:tracePt t="143490" x="1847850" y="3327400"/>
          <p14:tracePt t="143523" x="1911350" y="3327400"/>
          <p14:tracePt t="143573" x="1936750" y="3327400"/>
          <p14:tracePt t="143607" x="1955800" y="3327400"/>
          <p14:tracePt t="143657" x="1955800" y="3333750"/>
          <p14:tracePt t="143727" x="1962150" y="3333750"/>
          <p14:tracePt t="143823" x="1968500" y="3333750"/>
          <p14:tracePt t="143889" x="1974850" y="3333750"/>
          <p14:tracePt t="143924" x="1981200" y="3333750"/>
          <p14:tracePt t="143973" x="1987550" y="3333750"/>
          <p14:tracePt t="144024" x="2000250" y="3333750"/>
          <p14:tracePt t="144073" x="2006600" y="3333750"/>
          <p14:tracePt t="144105" x="2019300" y="3333750"/>
          <p14:tracePt t="144155" x="2032000" y="3327400"/>
          <p14:tracePt t="144205" x="2044700" y="3327400"/>
          <p14:tracePt t="144254" x="2063750" y="3327400"/>
          <p14:tracePt t="144288" x="2076450" y="3321050"/>
          <p14:tracePt t="144321" x="2095500" y="3321050"/>
          <p14:tracePt t="144370" x="2108200" y="3321050"/>
          <p14:tracePt t="144405" x="2127250" y="3321050"/>
          <p14:tracePt t="144438" x="2133600" y="3321050"/>
          <p14:tracePt t="144488" x="2171700" y="3321050"/>
          <p14:tracePt t="144538" x="2241550" y="3308350"/>
          <p14:tracePt t="144570" x="2292350" y="3308350"/>
          <p14:tracePt t="144588" x="2336800" y="3302000"/>
          <p14:tracePt t="144594" x="2343150" y="3302000"/>
          <p14:tracePt t="144638" x="2425700" y="3302000"/>
          <p14:tracePt t="144670" x="2482850" y="3302000"/>
          <p14:tracePt t="144703" x="2533650" y="3302000"/>
          <p14:tracePt t="144753" x="2603500" y="3302000"/>
          <p14:tracePt t="144786" x="2635250" y="3314700"/>
          <p14:tracePt t="144825" x="2654300" y="3314700"/>
          <p14:tracePt t="144874" x="2673350" y="3321050"/>
          <p14:tracePt t="144919" x="2692400" y="3321050"/>
          <p14:tracePt t="144969" x="2743200" y="3321050"/>
          <p14:tracePt t="145003" x="2800350" y="3321050"/>
          <p14:tracePt t="145040" x="2844800" y="3321050"/>
          <p14:tracePt t="145073" x="2857500" y="3321050"/>
          <p14:tracePt t="145151" x="2857500" y="3302000"/>
          <p14:tracePt t="145568" x="3003550" y="3308350"/>
          <p14:tracePt t="145583" x="3041650" y="3308350"/>
          <p14:tracePt t="145616" x="3155950" y="3308350"/>
          <p14:tracePt t="145651" x="3327400" y="3314700"/>
          <p14:tracePt t="145657" x="3359150" y="3314700"/>
          <p14:tracePt t="145701" x="3473450" y="3314700"/>
          <p14:tracePt t="145707" x="3486150" y="3314700"/>
          <p14:tracePt t="145751" x="3543300" y="3314700"/>
          <p14:tracePt t="145783" x="3562350" y="3314700"/>
          <p14:tracePt t="145834" x="3587750" y="3308350"/>
          <p14:tracePt t="145865" x="3594100" y="3308350"/>
          <p14:tracePt t="145915" x="3606800" y="3302000"/>
          <p14:tracePt t="145967" x="3613150" y="3302000"/>
          <p14:tracePt t="146015" x="3619500" y="3302000"/>
          <p14:tracePt t="146480" x="3708400" y="3302000"/>
          <p14:tracePt t="146515" x="3879850" y="3314700"/>
          <p14:tracePt t="146563" x="4165600" y="3327400"/>
          <p14:tracePt t="146597" x="4362450" y="3333750"/>
          <p14:tracePt t="146612" x="4464050" y="3333750"/>
          <p14:tracePt t="146630" x="4521200" y="3321050"/>
          <p14:tracePt t="146668" x="4610100" y="3314700"/>
          <p14:tracePt t="146696" x="4635500" y="3308350"/>
          <p14:tracePt t="146746" x="4641850" y="3308350"/>
          <p14:tracePt t="147013" x="4819650" y="3289300"/>
          <p14:tracePt t="147063" x="5003800" y="3263900"/>
          <p14:tracePt t="147094" x="5105400" y="3257550"/>
          <p14:tracePt t="147144" x="5168900" y="3238500"/>
          <p14:tracePt t="147177" x="5181600" y="3232150"/>
          <p14:tracePt t="147266" x="5187950" y="3232150"/>
          <p14:tracePt t="147311" x="5194300" y="3232150"/>
          <p14:tracePt t="147860" x="5118100" y="3238500"/>
          <p14:tracePt t="147892" x="4959350" y="3244850"/>
          <p14:tracePt t="147895" x="4914900" y="3251200"/>
          <p14:tracePt t="147941" x="4800600" y="3270250"/>
          <p14:tracePt t="147974" x="4749800" y="3270250"/>
          <p14:tracePt t="147991" x="4730750" y="3276600"/>
          <p14:tracePt t="148024" x="4699000" y="3276600"/>
          <p14:tracePt t="148028" x="4692650" y="3276600"/>
          <p14:tracePt t="148076" x="4673600" y="3276600"/>
          <p14:tracePt t="148158" x="4686300" y="3282950"/>
          <p14:tracePt t="148174" x="4705350" y="3282950"/>
          <p14:tracePt t="148207" x="4762500" y="3282950"/>
          <p14:tracePt t="148241" x="4972050" y="3282950"/>
          <p14:tracePt t="148257" x="5048250" y="3282950"/>
          <p14:tracePt t="148290" x="5200650" y="3282950"/>
          <p14:tracePt t="148298" x="5245100" y="3276600"/>
          <p14:tracePt t="148340" x="5295900" y="3270250"/>
          <p14:tracePt t="148375" x="5308600" y="3270250"/>
          <p14:tracePt t="148473" x="5308600" y="3251200"/>
          <p14:tracePt t="148973" x="5137150" y="3244850"/>
          <p14:tracePt t="148989" x="5080000" y="3238500"/>
          <p14:tracePt t="149021" x="4940300" y="3225800"/>
          <p14:tracePt t="149071" x="4838700" y="3206750"/>
          <p14:tracePt t="149088" x="4781550" y="3200400"/>
          <p14:tracePt t="149121" x="4711700" y="3187700"/>
          <p14:tracePt t="149154" x="4660900" y="3175000"/>
          <p14:tracePt t="149162" x="4654550" y="3175000"/>
          <p14:tracePt t="149206" x="4635500" y="3155950"/>
          <p14:tracePt t="149237" x="4635500" y="3143250"/>
          <p14:tracePt t="150518" x="4565650" y="3143250"/>
          <p14:tracePt t="150566" x="4375150" y="3124200"/>
          <p14:tracePt t="150601" x="4254500" y="3073400"/>
          <p14:tracePt t="150616" x="4222750" y="3060700"/>
          <p14:tracePt t="150651" x="4064000" y="2990850"/>
          <p14:tracePt t="150666" x="4019550" y="2965450"/>
          <p14:tracePt t="150700" x="3822700" y="2825750"/>
          <p14:tracePt t="150750" x="3663950" y="2546350"/>
          <p14:tracePt t="150782" x="3575050" y="2292350"/>
          <p14:tracePt t="150815" x="3543300" y="2152650"/>
          <p14:tracePt t="150848" x="3517900" y="2076450"/>
          <p14:tracePt t="150899" x="3505200" y="2019300"/>
          <p14:tracePt t="150932" x="3498850" y="2012950"/>
          <p14:tracePt t="150998" x="3492500" y="2019300"/>
          <p14:tracePt t="151031" x="3479800" y="2032000"/>
          <p14:tracePt t="151081" x="3460750" y="2032000"/>
          <p14:tracePt t="151119" x="3454400" y="2032000"/>
          <p14:tracePt t="151198" x="3473450" y="2019300"/>
          <p14:tracePt t="151214" x="3492500" y="2012950"/>
          <p14:tracePt t="151264" x="3721100" y="1955800"/>
          <p14:tracePt t="151313" x="4419600" y="1860550"/>
          <p14:tracePt t="151330" x="4635500" y="1847850"/>
          <p14:tracePt t="151363" x="5289550" y="1784350"/>
          <p14:tracePt t="151396" x="6165850" y="1689100"/>
          <p14:tracePt t="151431" x="6629400" y="1631950"/>
          <p14:tracePt t="151464" x="6953250" y="1555750"/>
          <p14:tracePt t="151471" x="7156450" y="1504950"/>
          <p14:tracePt t="151515" x="7473950" y="1416050"/>
          <p14:tracePt t="151522" x="7543800" y="1390650"/>
          <p14:tracePt t="151548" x="7639050" y="1352550"/>
          <p14:tracePt t="151556" x="7683500" y="1327150"/>
          <p14:tracePt t="151597" x="7759700" y="1276350"/>
          <p14:tracePt t="151614" x="7829550" y="1238250"/>
          <p14:tracePt t="151630" x="7861300" y="1219200"/>
          <p14:tracePt t="151662" x="7937500" y="1187450"/>
          <p14:tracePt t="151713" x="8007350" y="1155700"/>
          <p14:tracePt t="151746" x="8070850" y="1104900"/>
          <p14:tracePt t="151753" x="8089900" y="1085850"/>
          <p14:tracePt t="151796" x="8166100" y="1047750"/>
          <p14:tracePt t="151802" x="8185150" y="1035050"/>
          <p14:tracePt t="151845" x="8267700" y="977900"/>
          <p14:tracePt t="151861" x="8312150" y="958850"/>
          <p14:tracePt t="151894" x="8369300" y="939800"/>
          <p14:tracePt t="151911" x="8382000" y="927100"/>
          <p14:tracePt t="151944" x="8413750" y="920750"/>
          <p14:tracePt t="151979" x="8432800" y="920750"/>
          <p14:tracePt t="152044" x="8439150" y="920750"/>
          <p14:tracePt t="152409" x="8451850" y="927100"/>
          <p14:tracePt t="152428" x="8451850" y="933450"/>
          <p14:tracePt t="152459" x="8470900" y="939800"/>
          <p14:tracePt t="152509" x="8515350" y="971550"/>
          <p14:tracePt t="152542" x="8566150" y="1035050"/>
          <p14:tracePt t="152550" x="8597900" y="1060450"/>
          <p14:tracePt t="152594" x="8718550" y="1206500"/>
          <p14:tracePt t="152626" x="8775700" y="1282700"/>
          <p14:tracePt t="152659" x="8807450" y="1320800"/>
          <p14:tracePt t="152676" x="8807450" y="1327150"/>
          <p14:tracePt t="152760" x="8807450" y="1320800"/>
          <p14:tracePt t="152810" x="8807450" y="1308100"/>
          <p14:tracePt t="152892" x="8807450" y="1289050"/>
          <p14:tracePt t="152923" x="8807450" y="1282700"/>
          <p14:tracePt t="152958" x="8807450" y="1276350"/>
          <p14:tracePt t="153008" x="8807450" y="1263650"/>
          <p14:tracePt t="153040" x="8801100" y="1244600"/>
          <p14:tracePt t="153090" x="8782050" y="1225550"/>
          <p14:tracePt t="153140" x="8712200" y="1200150"/>
          <p14:tracePt t="153191" x="8648700" y="1187450"/>
          <p14:tracePt t="153240" x="8585200" y="1200150"/>
          <p14:tracePt t="153290" x="8509000" y="1270000"/>
          <p14:tracePt t="153297" x="8489950" y="1289050"/>
          <p14:tracePt t="153340" x="8242300" y="1473200"/>
          <p14:tracePt t="153372" x="7785100" y="1670050"/>
          <p14:tracePt t="153423" x="6718300" y="2082800"/>
          <p14:tracePt t="153457" x="6096000" y="2336800"/>
          <p14:tracePt t="153491" x="5429250" y="2565400"/>
          <p14:tracePt t="153522" x="5168900" y="2667000"/>
          <p14:tracePt t="153555" x="4730750" y="2882900"/>
          <p14:tracePt t="153558" x="4622800" y="2940050"/>
          <p14:tracePt t="153605" x="4318000" y="3067050"/>
          <p14:tracePt t="153614" x="4248150" y="3098800"/>
          <p14:tracePt t="153655" x="4064000" y="3168650"/>
          <p14:tracePt t="153705" x="3886200" y="3232150"/>
          <p14:tracePt t="153738" x="3657600" y="3251200"/>
          <p14:tracePt t="153772" x="3321050" y="3289300"/>
          <p14:tracePt t="153806" x="3009900" y="3321050"/>
          <p14:tracePt t="153812" x="2914650" y="3321050"/>
          <p14:tracePt t="153856" x="2514600" y="3371850"/>
          <p14:tracePt t="153862" x="2438400" y="3371850"/>
          <p14:tracePt t="153904" x="2374900" y="3390900"/>
          <p14:tracePt t="154320" x="2184400" y="3365500"/>
          <p14:tracePt t="154336" x="2089150" y="3359150"/>
          <p14:tracePt t="154353" x="2051050" y="3352800"/>
          <p14:tracePt t="154387" x="1955800" y="3327400"/>
          <p14:tracePt t="154420" x="1892300" y="3327400"/>
          <p14:tracePt t="154427" x="1879600" y="3327400"/>
          <p14:tracePt t="154470" x="1847850" y="3327400"/>
          <p14:tracePt t="154486" x="1841500" y="3327400"/>
          <p14:tracePt t="154524" x="1828800" y="3327400"/>
          <p14:tracePt t="154585" x="1841500" y="3327400"/>
          <p14:tracePt t="154603" x="1854200" y="3327400"/>
          <p14:tracePt t="154636" x="1892300" y="3333750"/>
          <p14:tracePt t="154671" x="2000250" y="3352800"/>
          <p14:tracePt t="154678" x="2070100" y="3359150"/>
          <p14:tracePt t="154718" x="2349500" y="3390900"/>
          <p14:tracePt t="154735" x="2463800" y="3390900"/>
          <p14:tracePt t="154773" x="2819400" y="3384550"/>
          <p14:tracePt t="154806" x="3155950" y="3371850"/>
          <p14:tracePt t="154851" x="3429000" y="3346450"/>
          <p14:tracePt t="154884" x="3613150" y="3327400"/>
          <p14:tracePt t="154892" x="3638550" y="3321050"/>
          <p14:tracePt t="154934" x="3657600" y="3314700"/>
          <p14:tracePt t="154968" x="3657600" y="3308350"/>
          <p14:tracePt t="155034" x="3683000" y="3308350"/>
          <p14:tracePt t="155052" x="3689350" y="3308350"/>
          <p14:tracePt t="155083" x="3765550" y="3314700"/>
          <p14:tracePt t="155117" x="3962400" y="3340100"/>
          <p14:tracePt t="155168" x="4425950" y="3346450"/>
          <p14:tracePt t="155217" x="4933950" y="3327400"/>
          <p14:tracePt t="155250" x="5257800" y="3263900"/>
          <p14:tracePt t="155257" x="5314950" y="3257550"/>
          <p14:tracePt t="155299" x="5397500" y="3219450"/>
          <p14:tracePt t="155350" x="5441950" y="3200400"/>
          <p14:tracePt t="155382" x="5448300" y="3200400"/>
          <p14:tracePt t="155416" x="5454650" y="3194050"/>
          <p14:tracePt t="155466" x="5448300" y="3187700"/>
          <p14:tracePt t="155517" x="5435600" y="3181350"/>
          <p14:tracePt t="155549" x="5422900" y="3181350"/>
          <p14:tracePt t="155582" x="5321300" y="3181350"/>
          <p14:tracePt t="155622" x="5048250" y="3200400"/>
          <p14:tracePt t="155653" x="4851400" y="3232150"/>
          <p14:tracePt t="155704" x="4667250" y="3257550"/>
          <p14:tracePt t="155749" x="4648200" y="3270250"/>
          <p14:tracePt t="155798" x="4679950" y="3270250"/>
          <p14:tracePt t="155833" x="4743450" y="3270250"/>
          <p14:tracePt t="155847" x="4775200" y="3270250"/>
          <p14:tracePt t="155883" x="4933950" y="3263900"/>
          <p14:tracePt t="155898" x="4978400" y="3257550"/>
          <p14:tracePt t="155947" x="5111750" y="3232150"/>
          <p14:tracePt t="155966" x="5118100" y="3219450"/>
          <p14:tracePt t="156065" x="5118100" y="3213100"/>
          <p14:tracePt t="156098" x="5105400" y="3213100"/>
          <p14:tracePt t="156115" x="5092700" y="3213100"/>
          <p14:tracePt t="156163" x="5041900" y="3219450"/>
          <p14:tracePt t="156180" x="5010150" y="3225800"/>
          <p14:tracePt t="156213" x="4838700" y="3225800"/>
          <p14:tracePt t="156230" x="4775200" y="3219450"/>
          <p14:tracePt t="156263" x="4514850" y="3181350"/>
          <p14:tracePt t="156312" x="4260850" y="3136900"/>
          <p14:tracePt t="156351" x="3867150" y="3124200"/>
          <p14:tracePt t="156401" x="3460750" y="3124200"/>
          <p14:tracePt t="156450" x="3136900" y="3181350"/>
          <p14:tracePt t="156479" x="2984500" y="3194050"/>
          <p14:tracePt t="156513" x="2908300" y="3194050"/>
          <p14:tracePt t="156562" x="2857500" y="3194050"/>
          <p14:tracePt t="156628" x="2870200" y="3187700"/>
          <p14:tracePt t="156661" x="2882900" y="3181350"/>
          <p14:tracePt t="157012" x="2755900" y="3219450"/>
          <p14:tracePt t="157018" x="2711450" y="3244850"/>
          <p14:tracePt t="157060" x="2616200" y="3270250"/>
          <p14:tracePt t="157067" x="2603500" y="3270250"/>
          <p14:tracePt t="157110" x="2584450" y="3270250"/>
          <p14:tracePt t="157193" x="2584450" y="3276600"/>
          <p14:tracePt t="157243" x="2584450" y="3282950"/>
          <p14:tracePt t="157311" x="2603500" y="3282950"/>
          <p14:tracePt t="157317" x="2616200" y="3282950"/>
          <p14:tracePt t="157361" x="2724150" y="3282950"/>
          <p14:tracePt t="157393" x="2882900" y="3263900"/>
          <p14:tracePt t="157427" x="3041650" y="3238500"/>
          <p14:tracePt t="157475" x="3181350" y="3187700"/>
          <p14:tracePt t="157492" x="3200400" y="3175000"/>
          <p14:tracePt t="157530" x="3200400" y="3155950"/>
          <p14:tracePt t="157575" x="3162300" y="3136900"/>
          <p14:tracePt t="157582" x="3130550" y="3130550"/>
          <p14:tracePt t="157626" x="2787650" y="3054350"/>
          <p14:tracePt t="157676" x="2406650" y="3041650"/>
          <p14:tracePt t="157708" x="2082800" y="3079750"/>
          <p14:tracePt t="157741" x="1765300" y="3168650"/>
          <p14:tracePt t="157759" x="1670050" y="3206750"/>
          <p14:tracePt t="157774" x="1638300" y="3206750"/>
          <p14:tracePt t="157810" x="1562100" y="3225800"/>
          <p14:tracePt t="157859" x="1536700" y="3244850"/>
          <p14:tracePt t="157924" x="1536700" y="3251200"/>
          <p14:tracePt t="157995" x="1524000" y="3257550"/>
          <p14:tracePt t="158028" x="1517650" y="3257550"/>
          <p14:tracePt t="158057" x="1511300" y="3263900"/>
          <p14:tracePt t="158106" x="1504950" y="3263900"/>
          <p14:tracePt t="158190" x="1517650" y="3270250"/>
          <p14:tracePt t="158206" x="1524000" y="3270250"/>
          <p14:tracePt t="158239" x="1562100" y="3270250"/>
          <p14:tracePt t="158274" x="1689100" y="3270250"/>
          <p14:tracePt t="158280" x="1739900" y="3270250"/>
          <p14:tracePt t="158324" x="2070100" y="3270250"/>
          <p14:tracePt t="158372" x="2628900" y="3225800"/>
          <p14:tracePt t="158423" x="3200400" y="3175000"/>
          <p14:tracePt t="158440" x="3314700" y="3162300"/>
          <p14:tracePt t="158457" x="3505200" y="3162300"/>
          <p14:tracePt t="158488" x="3790950" y="3143250"/>
          <p14:tracePt t="158507" x="3968750" y="3124200"/>
          <p14:tracePt t="158540" x="4241800" y="3092450"/>
          <p14:tracePt t="158590" x="4381500" y="3086100"/>
          <p14:tracePt t="158623" x="4464050" y="3079750"/>
          <p14:tracePt t="158630" x="4508500" y="3079750"/>
          <p14:tracePt t="158671" x="4552950" y="3079750"/>
          <p14:tracePt t="158705" x="4591050" y="3079750"/>
          <p14:tracePt t="158723" x="4603750" y="3079750"/>
          <p14:tracePt t="158771" x="4610100" y="3079750"/>
          <p14:tracePt t="158838" x="4572000" y="3086100"/>
          <p14:tracePt t="158846" x="4552950" y="3098800"/>
          <p14:tracePt t="158887" x="4483100" y="3155950"/>
          <p14:tracePt t="158894" x="4464050" y="3168650"/>
          <p14:tracePt t="158937" x="4489450" y="3194050"/>
          <p14:tracePt t="158987" x="4648200" y="3219450"/>
          <p14:tracePt t="159020" x="4819650" y="3238500"/>
          <p14:tracePt t="159070" x="5010150" y="3238500"/>
          <p14:tracePt t="159077" x="5054600" y="3232150"/>
          <p14:tracePt t="159119" x="5111750" y="3200400"/>
          <p14:tracePt t="159127" x="5124450" y="3194050"/>
          <p14:tracePt t="159169" x="5137150" y="3187700"/>
          <p14:tracePt t="159253" x="5060950" y="3187700"/>
          <p14:tracePt t="159287" x="4889500" y="3206750"/>
          <p14:tracePt t="159319" x="4724400" y="3232150"/>
          <p14:tracePt t="159337" x="4654550" y="3244850"/>
          <p14:tracePt t="159385" x="4584700" y="3263900"/>
          <p14:tracePt t="159435" x="4584700" y="3282950"/>
          <p14:tracePt t="159470" x="4629150" y="3295650"/>
          <p14:tracePt t="159502" x="4699000" y="3302000"/>
          <p14:tracePt t="159535" x="4832350" y="3308350"/>
          <p14:tracePt t="159568" x="4965700" y="3308350"/>
          <p14:tracePt t="159601" x="5035550" y="3282950"/>
          <p14:tracePt t="159653" x="5060950" y="3263900"/>
          <p14:tracePt t="159684" x="5060950" y="3251200"/>
          <p14:tracePt t="159717" x="4953000" y="3225800"/>
          <p14:tracePt t="159725" x="4902200" y="3219450"/>
          <p14:tracePt t="159770" x="4337050" y="3162300"/>
          <p14:tracePt t="159802" x="3765550" y="3187700"/>
          <p14:tracePt t="159836" x="3035300" y="3257550"/>
          <p14:tracePt t="159851" x="2616200" y="3308350"/>
          <p14:tracePt t="159884" x="2203450" y="3390900"/>
          <p14:tracePt t="159933" x="1943100" y="3435350"/>
          <p14:tracePt t="159968" x="1911350" y="3441700"/>
          <p14:tracePt t="160000" x="1905000" y="3441700"/>
          <p14:tracePt t="160050" x="1898650" y="3441700"/>
          <p14:tracePt t="160083" x="1892300" y="3435350"/>
          <p14:tracePt t="160121" x="1898650" y="3429000"/>
          <p14:tracePt t="160183" x="1905000" y="3422650"/>
          <p14:tracePt t="160334" x="1905000" y="3403600"/>
          <p14:tracePt t="160371" x="1905000" y="3390900"/>
          <p14:tracePt t="160420" x="1905000" y="3378200"/>
          <p14:tracePt t="160465" x="1905000" y="3371850"/>
          <p14:tracePt t="160531" x="1905000" y="3365500"/>
          <p14:tracePt t="160598" x="1905000" y="3378200"/>
          <p14:tracePt t="160631" x="1930400" y="3403600"/>
          <p14:tracePt t="160664" x="1968500" y="3429000"/>
          <p14:tracePt t="160698" x="2120900" y="3473450"/>
          <p14:tracePt t="160731" x="2387600" y="3511550"/>
          <p14:tracePt t="160764" x="2921000" y="3479800"/>
          <p14:tracePt t="160814" x="3663950" y="3384550"/>
          <p14:tracePt t="160847" x="4019550" y="3352800"/>
          <p14:tracePt t="160864" x="4235450" y="3333750"/>
          <p14:tracePt t="160897" x="4419600" y="3327400"/>
          <p14:tracePt t="160914" x="4457700" y="3327400"/>
          <p14:tracePt t="160948" x="4514850" y="3302000"/>
          <p14:tracePt t="160981" x="4540250" y="3295650"/>
          <p14:tracePt t="161013" x="4546600" y="3282950"/>
          <p14:tracePt t="161021" x="4546600" y="3276600"/>
          <p14:tracePt t="161063" x="4546600" y="3257550"/>
          <p14:tracePt t="161096" x="4533900" y="3257550"/>
          <p14:tracePt t="161130" x="4495800" y="3257550"/>
          <p14:tracePt t="161164" x="4451350" y="3270250"/>
          <p14:tracePt t="161214" x="4413250" y="3289300"/>
          <p14:tracePt t="161263" x="4406900" y="3302000"/>
          <p14:tracePt t="161269" x="4419600" y="3302000"/>
          <p14:tracePt t="161329" x="4514850" y="3302000"/>
          <p14:tracePt t="161362" x="4686300" y="3302000"/>
          <p14:tracePt t="161412" x="4959350" y="3302000"/>
          <p14:tracePt t="161428" x="5016500" y="3289300"/>
          <p14:tracePt t="161461" x="5067300" y="3289300"/>
          <p14:tracePt t="161494" x="5092700" y="3282950"/>
          <p14:tracePt t="161562" x="5099050" y="3270250"/>
          <p14:tracePt t="161596" x="5099050" y="3263900"/>
          <p14:tracePt t="161928" x="4692650" y="3276600"/>
          <p14:tracePt t="161943" x="4591050" y="3276600"/>
          <p14:tracePt t="161977" x="4146550" y="3263900"/>
          <p14:tracePt t="162028" x="3714750" y="3257550"/>
          <p14:tracePt t="162077" x="3448050" y="3257550"/>
          <p14:tracePt t="162110" x="3263900" y="3289300"/>
          <p14:tracePt t="162126" x="3130550" y="3302000"/>
          <p14:tracePt t="162161" x="2813050" y="3333750"/>
          <p14:tracePt t="162177" x="2698750" y="3346450"/>
          <p14:tracePt t="162209" x="2514600" y="3359150"/>
          <p14:tracePt t="162228" x="2489200" y="3359150"/>
          <p14:tracePt t="162242" x="2451100" y="3352800"/>
          <p14:tracePt t="162259" x="2432050" y="3346450"/>
          <p14:tracePt t="162311" x="2400300" y="3340100"/>
          <p14:tracePt t="162343" x="2381250" y="3333750"/>
          <p14:tracePt t="162350" x="2374900" y="3321050"/>
          <p14:tracePt t="162408" x="2362200" y="3302000"/>
          <p14:tracePt t="162442" x="2349500" y="3289300"/>
          <p14:tracePt t="162508" x="2349500" y="3282950"/>
          <p14:tracePt t="162559" x="2400300" y="3282950"/>
          <p14:tracePt t="162566" x="2425700" y="3282950"/>
          <p14:tracePt t="162608" x="2514600" y="3282950"/>
          <p14:tracePt t="162640" x="2781300" y="3308350"/>
          <p14:tracePt t="162674" x="3048000" y="3314700"/>
          <p14:tracePt t="162724" x="3257550" y="3333750"/>
          <p14:tracePt t="162774" x="3359150" y="3321050"/>
          <p14:tracePt t="162807" x="3365500" y="3295650"/>
          <p14:tracePt t="162857" x="3333750" y="3289300"/>
          <p14:tracePt t="162891" x="3282950" y="3276600"/>
          <p14:tracePt t="162923" x="3244850" y="3276600"/>
          <p14:tracePt t="162956" x="3136900" y="3289300"/>
          <p14:tracePt t="162990" x="3060700" y="3333750"/>
          <p14:tracePt t="163006" x="3035300" y="3359150"/>
          <p14:tracePt t="163043" x="3003550" y="3435350"/>
          <p14:tracePt t="163074" x="3016250" y="3460750"/>
          <p14:tracePt t="163091" x="3028950" y="3460750"/>
          <p14:tracePt t="163140" x="3098800" y="3467100"/>
          <p14:tracePt t="163172" x="3232150" y="3435350"/>
          <p14:tracePt t="163205" x="3371850" y="3384550"/>
          <p14:tracePt t="163208" x="3435350" y="3352800"/>
          <p14:tracePt t="163238" x="3549650" y="3302000"/>
          <p14:tracePt t="163272" x="3575050" y="3251200"/>
          <p14:tracePt t="163290" x="3568700" y="3251200"/>
          <p14:tracePt t="163307" x="3536950" y="3232150"/>
          <p14:tracePt t="163322" x="3524250" y="3232150"/>
          <p14:tracePt t="163355" x="3340100" y="3162300"/>
          <p14:tracePt t="163363" x="3263900" y="3143250"/>
          <p14:tracePt t="163405" x="2889250" y="3086100"/>
          <p14:tracePt t="163455" x="2565400" y="3086100"/>
          <p14:tracePt t="163489" x="2508250" y="3111500"/>
          <p14:tracePt t="163504" x="2495550" y="3124200"/>
          <p14:tracePt t="163539" x="2514600" y="3143250"/>
          <p14:tracePt t="163554" x="2527300" y="3149600"/>
          <p14:tracePt t="163588" x="2679700" y="3181350"/>
          <p14:tracePt t="163604" x="2730500" y="3181350"/>
          <p14:tracePt t="163637" x="3054350" y="3187700"/>
          <p14:tracePt t="163672" x="3276600" y="3117850"/>
          <p14:tracePt t="163706" x="3390900" y="3041650"/>
          <p14:tracePt t="163755" x="3365500" y="2990850"/>
          <p14:tracePt t="163771" x="3340100" y="2978150"/>
          <p14:tracePt t="163787" x="3276600" y="2933700"/>
          <p14:tracePt t="163819" x="3098800" y="2851150"/>
          <p14:tracePt t="163837" x="3028950" y="2832100"/>
          <p14:tracePt t="163870" x="2743200" y="2832100"/>
          <p14:tracePt t="163904" x="2635250" y="2901950"/>
          <p14:tracePt t="163937" x="2609850" y="3003550"/>
          <p14:tracePt t="163953" x="2647950" y="3098800"/>
          <p14:tracePt t="163993" x="2895600" y="3327400"/>
          <p14:tracePt t="164040" x="3238500" y="3448050"/>
          <p14:tracePt t="164074" x="3429000" y="3409950"/>
          <p14:tracePt t="164102" x="3600450" y="3302000"/>
          <p14:tracePt t="164136" x="3638550" y="3200400"/>
          <p14:tracePt t="164185" x="3581400" y="3130550"/>
          <p14:tracePt t="164219" x="3467100" y="3054350"/>
          <p14:tracePt t="164271" x="3327400" y="3067050"/>
          <p14:tracePt t="164287" x="3289300" y="3092450"/>
          <p14:tracePt t="164324" x="3149600" y="3251200"/>
          <p14:tracePt t="164369" x="3143250" y="3473450"/>
          <p14:tracePt t="164418" x="3263900" y="3562350"/>
          <p14:tracePt t="164468" x="3397250" y="3562350"/>
          <p14:tracePt t="164501" x="3536950" y="3517900"/>
          <p14:tracePt t="164508" x="3568700" y="3505200"/>
          <p14:tracePt t="164536" x="3663950" y="3390900"/>
          <p14:tracePt t="164552" x="3683000" y="3359150"/>
          <p14:tracePt t="164589" x="3663950" y="3263900"/>
          <p14:tracePt t="164618" x="3606800" y="3206750"/>
          <p14:tracePt t="164651" x="3441700" y="3105150"/>
          <p14:tracePt t="164701" x="3073400" y="3067050"/>
          <p14:tracePt t="164734" x="2838450" y="3149600"/>
          <p14:tracePt t="164741" x="2794000" y="3175000"/>
          <p14:tracePt t="164783" x="2679700" y="3289300"/>
          <p14:tracePt t="164818" x="2673350" y="3346450"/>
          <p14:tracePt t="164852" x="2781300" y="3448050"/>
          <p14:tracePt t="164883" x="2933700" y="3530600"/>
          <p14:tracePt t="164933" x="3276600" y="3530600"/>
          <p14:tracePt t="164983" x="3448050" y="3397250"/>
          <p14:tracePt t="165033" x="3498850" y="3206750"/>
          <p14:tracePt t="165083" x="3429000" y="3009900"/>
          <p14:tracePt t="165115" x="3282950" y="2889250"/>
          <p14:tracePt t="165150" x="3181350" y="2857500"/>
          <p14:tracePt t="165184" x="3130550" y="2857500"/>
          <p14:tracePt t="165215" x="3098800" y="2882900"/>
          <p14:tracePt t="165223" x="3098800" y="2895600"/>
          <p14:tracePt t="165248" x="3098800" y="2901950"/>
          <p14:tracePt t="166313" x="3117850" y="2927350"/>
          <p14:tracePt t="166329" x="3136900" y="2946400"/>
          <p14:tracePt t="166378" x="3238500" y="3035300"/>
          <p14:tracePt t="166395" x="3276600" y="3073400"/>
          <p14:tracePt t="166412" x="3346450" y="3149600"/>
          <p14:tracePt t="166428" x="3416300" y="3213100"/>
          <p14:tracePt t="166460" x="3479800" y="3263900"/>
          <p14:tracePt t="166477" x="3492500" y="3270250"/>
          <p14:tracePt t="166511" x="3517900" y="3289300"/>
          <p14:tracePt t="166518" x="3524250" y="3289300"/>
          <p14:tracePt t="166644" x="3530600" y="3270250"/>
          <p14:tracePt t="171908" x="3359150" y="3136900"/>
          <p14:tracePt t="171926" x="3244850" y="3048000"/>
          <p14:tracePt t="171958" x="2914650" y="2781300"/>
          <p14:tracePt t="171991" x="2686050" y="2609850"/>
          <p14:tracePt t="172008" x="2628900" y="2571750"/>
          <p14:tracePt t="172042" x="2451100" y="2444750"/>
          <p14:tracePt t="172091" x="2254250" y="2298700"/>
          <p14:tracePt t="172143" x="2038350" y="2178050"/>
          <p14:tracePt t="172174" x="1974850" y="2159000"/>
          <p14:tracePt t="172209" x="1930400" y="2152650"/>
          <p14:tracePt t="172241" x="1917700" y="2152650"/>
          <p14:tracePt t="172274" x="1892300" y="2171700"/>
          <p14:tracePt t="172291" x="1885950" y="2171700"/>
          <p14:tracePt t="172324" x="1841500" y="2216150"/>
          <p14:tracePt t="172374" x="1708150" y="2381250"/>
          <p14:tracePt t="172424" x="1524000" y="2590800"/>
          <p14:tracePt t="172458" x="1485900" y="2635250"/>
          <p14:tracePt t="172476" x="1473200" y="2647950"/>
          <p14:tracePt t="172483" x="1466850" y="2647950"/>
          <p14:tracePt t="172789" x="1479550" y="2647950"/>
          <p14:tracePt t="172839" x="1498600" y="2647950"/>
          <p14:tracePt t="172842" x="1504950" y="2647950"/>
          <p14:tracePt t="172890" x="1581150" y="2660650"/>
          <p14:tracePt t="172922" x="1803400" y="2717800"/>
          <p14:tracePt t="172974" x="2927350" y="3028950"/>
          <p14:tracePt t="173004" x="3587750" y="3244850"/>
          <p14:tracePt t="173022" x="3721100" y="3289300"/>
          <p14:tracePt t="173054" x="4051300" y="3384550"/>
          <p14:tracePt t="173088" x="4108450" y="3397250"/>
          <p14:tracePt t="173155" x="4108450" y="3390900"/>
          <p14:tracePt t="174352" x="3771900" y="3403600"/>
          <p14:tracePt t="174383" x="3505200" y="3422650"/>
          <p14:tracePt t="174417" x="3257550" y="3441700"/>
          <p14:tracePt t="174450" x="2984500" y="3460750"/>
          <p14:tracePt t="174500" x="2844800" y="3498850"/>
          <p14:tracePt t="174533" x="2787650" y="3517900"/>
          <p14:tracePt t="174550" x="2774950" y="3524250"/>
          <p14:tracePt t="174585" x="2724150" y="3549650"/>
          <p14:tracePt t="174592" x="2705100" y="3556000"/>
          <p14:tracePt t="174635" x="2641600" y="3600450"/>
          <p14:tracePt t="174641" x="2628900" y="3606800"/>
          <p14:tracePt t="174684" x="2603500" y="3619500"/>
          <p14:tracePt t="174767" x="2597150" y="3625850"/>
          <p14:tracePt t="174832" x="2597150" y="3638550"/>
          <p14:tracePt t="174849" x="2597150" y="3644900"/>
          <p14:tracePt t="174882" x="2609850" y="3644900"/>
          <p14:tracePt t="175597" x="2635250" y="3657600"/>
          <p14:tracePt t="175598" x="2647950" y="3663950"/>
          <p14:tracePt t="175636" x="2698750" y="3683000"/>
          <p14:tracePt t="175669" x="2730500" y="3695700"/>
          <p14:tracePt t="175698" x="2755900" y="3702050"/>
          <p14:tracePt t="175712" x="2762250" y="3708400"/>
          <p14:tracePt t="175763" x="2774950" y="3714750"/>
          <p14:tracePt t="175829" x="2787650" y="3714750"/>
          <p14:tracePt t="175862" x="2794000" y="3721100"/>
          <p14:tracePt t="175900" x="2800350" y="3727450"/>
          <p14:tracePt t="175933" x="2813050" y="3727450"/>
          <p14:tracePt t="175966" x="2838450" y="3733800"/>
          <p14:tracePt t="175994" x="2889250" y="3733800"/>
          <p14:tracePt t="176028" x="3048000" y="3733800"/>
          <p14:tracePt t="176077" x="3289300" y="3733800"/>
          <p14:tracePt t="176128" x="3441700" y="3733800"/>
          <p14:tracePt t="176161" x="3460750" y="3733800"/>
          <p14:tracePt t="176246" x="3454400" y="3733800"/>
          <p14:tracePt t="176279" x="3429000" y="3733800"/>
          <p14:tracePt t="176284" x="3416300" y="3733800"/>
          <p14:tracePt t="176328" x="3352800" y="3733800"/>
          <p14:tracePt t="176334" x="3327400" y="3733800"/>
          <p14:tracePt t="176377" x="3194050" y="3733800"/>
          <p14:tracePt t="176379" x="3143250" y="3740150"/>
          <p14:tracePt t="176428" x="2940050" y="3740150"/>
          <p14:tracePt t="176478" x="2889250" y="3740150"/>
          <p14:tracePt t="176576" x="2914650" y="3740150"/>
          <p14:tracePt t="176584" x="2921000" y="3740150"/>
          <p14:tracePt t="176626" x="2965450" y="3740150"/>
          <p14:tracePt t="176660" x="3086100" y="3740150"/>
          <p14:tracePt t="176676" x="3124200" y="3740150"/>
          <p14:tracePt t="176709" x="3321050" y="3752850"/>
          <p14:tracePt t="176759" x="3549650" y="3790950"/>
          <p14:tracePt t="176808" x="3632200" y="3803650"/>
          <p14:tracePt t="176843" x="3657600" y="3810000"/>
          <p14:tracePt t="176960" x="3657600" y="3797300"/>
          <p14:tracePt t="178770" x="3473450" y="3790950"/>
          <p14:tracePt t="178803" x="3327400" y="3778250"/>
          <p14:tracePt t="178810" x="3289300" y="3771900"/>
          <p14:tracePt t="178853" x="3143250" y="3727450"/>
          <p14:tracePt t="178859" x="3111500" y="3721100"/>
          <p14:tracePt t="178903" x="3048000" y="3714750"/>
          <p14:tracePt t="178935" x="3028950" y="3714750"/>
          <p14:tracePt t="178968" x="3022600" y="3714750"/>
          <p14:tracePt t="179035" x="3016250" y="3708400"/>
          <p14:tracePt t="179250" x="3028950" y="3695700"/>
          <p14:tracePt t="179285" x="3117850" y="3625850"/>
          <p14:tracePt t="179318" x="3263900" y="3524250"/>
          <p14:tracePt t="179366" x="3740150" y="3327400"/>
          <p14:tracePt t="179374" x="3905250" y="3295650"/>
          <p14:tracePt t="179416" x="4546600" y="3200400"/>
          <p14:tracePt t="179450" x="4813300" y="3187700"/>
          <p14:tracePt t="179482" x="4883150" y="3181350"/>
          <p14:tracePt t="179516" x="4972050" y="3181350"/>
          <p14:tracePt t="179549" x="5003800" y="3181350"/>
          <p14:tracePt t="179599" x="5035550" y="3187700"/>
          <p14:tracePt t="179634" x="5067300" y="3187700"/>
          <p14:tracePt t="179649" x="5073650" y="3187700"/>
          <p14:tracePt t="179683" x="5118100" y="3194050"/>
          <p14:tracePt t="179732" x="5257800" y="3213100"/>
          <p14:tracePt t="179767" x="5353050" y="3219450"/>
          <p14:tracePt t="179798" x="5422900" y="3232150"/>
          <p14:tracePt t="179832" x="5448300" y="3238500"/>
          <p14:tracePt t="179881" x="5454650" y="3238500"/>
          <p14:tracePt t="179920" x="5435600" y="3232150"/>
          <p14:tracePt t="179964" x="5403850" y="3232150"/>
          <p14:tracePt t="179999" x="5334000" y="3232150"/>
          <p14:tracePt t="180030" x="5130800" y="3263900"/>
          <p14:tracePt t="180066" x="4699000" y="3314700"/>
          <p14:tracePt t="180083" x="4572000" y="3333750"/>
          <p14:tracePt t="180114" x="4152900" y="3403600"/>
          <p14:tracePt t="180147" x="3676650" y="3486150"/>
          <p14:tracePt t="180163" x="3587750" y="3492500"/>
          <p14:tracePt t="180198" x="3302000" y="3556000"/>
          <p14:tracePt t="180215" x="3200400" y="3581400"/>
          <p14:tracePt t="180221" x="3175000" y="3587750"/>
          <p14:tracePt t="180265" x="3111500" y="3606800"/>
          <p14:tracePt t="180271" x="3086100" y="3613150"/>
          <p14:tracePt t="180314" x="3054350" y="3625850"/>
          <p14:tracePt t="180330" x="3035300" y="3625850"/>
          <p14:tracePt t="180363" x="3022600" y="3632200"/>
          <p14:tracePt t="180464" x="3035300" y="3619500"/>
          <p14:tracePt t="180880" x="2686050" y="3651250"/>
          <p14:tracePt t="180910" x="2489200" y="3670300"/>
          <p14:tracePt t="180918" x="2432050" y="3689350"/>
          <p14:tracePt t="180962" x="2241550" y="3721100"/>
          <p14:tracePt t="180969" x="2222500" y="3727450"/>
          <p14:tracePt t="181012" x="2139950" y="3746500"/>
          <p14:tracePt t="181019" x="2120900" y="3752850"/>
          <p14:tracePt t="181061" x="2044700" y="3765550"/>
          <p14:tracePt t="181068" x="2032000" y="3771900"/>
          <p14:tracePt t="181113" x="1981200" y="3778250"/>
          <p14:tracePt t="181144" x="1949450" y="3784600"/>
          <p14:tracePt t="181178" x="1917700" y="3784600"/>
          <p14:tracePt t="181227" x="1854200" y="3784600"/>
          <p14:tracePt t="181259" x="1828800" y="3784600"/>
          <p14:tracePt t="181309" x="1809750" y="3784600"/>
          <p14:tracePt t="181444" x="1828800" y="3784600"/>
          <p14:tracePt t="181498" x="1898650" y="3784600"/>
          <p14:tracePt t="181531" x="2095500" y="3810000"/>
          <p14:tracePt t="181559" x="2355850" y="3841750"/>
          <p14:tracePt t="181592" x="2660650" y="3879850"/>
          <p14:tracePt t="181626" x="2914650" y="3905250"/>
          <p14:tracePt t="181660" x="3162300" y="3898900"/>
          <p14:tracePt t="181675" x="3206750" y="3892550"/>
          <p14:tracePt t="181708" x="3270250" y="3867150"/>
          <p14:tracePt t="181742" x="3327400" y="3797300"/>
          <p14:tracePt t="181758" x="3340100" y="3771900"/>
          <p14:tracePt t="181793" x="3371850" y="3683000"/>
          <p14:tracePt t="181808" x="3397250" y="3600450"/>
          <p14:tracePt t="181826" x="3403600" y="3543300"/>
          <p14:tracePt t="181858" x="3422650" y="3333750"/>
          <p14:tracePt t="181865" x="3429000" y="3282950"/>
          <p14:tracePt t="181907" x="3429000" y="3181350"/>
          <p14:tracePt t="181925" x="3429000" y="3175000"/>
          <p14:tracePt t="181957" x="3429000" y="3168650"/>
          <p14:tracePt t="182007" x="3441700" y="3168650"/>
          <p14:tracePt t="182040" x="3448050" y="3181350"/>
          <p14:tracePt t="182090" x="3454400" y="3200400"/>
          <p14:tracePt t="182140" x="3454400" y="3206750"/>
          <p14:tracePt t="182190" x="3460750" y="3219450"/>
          <p14:tracePt t="182223" x="3467100" y="3225800"/>
          <p14:tracePt t="182248" x="3473450" y="3238500"/>
          <p14:tracePt t="185744" x="3282950" y="3435350"/>
          <p14:tracePt t="185752" x="3225800" y="3498850"/>
          <p14:tracePt t="185796" x="2965450" y="3695700"/>
          <p14:tracePt t="185828" x="2806700" y="3829050"/>
          <p14:tracePt t="185861" x="2705100" y="3949700"/>
          <p14:tracePt t="185894" x="2647950" y="4013200"/>
          <p14:tracePt t="185929" x="2590800" y="4083050"/>
          <p14:tracePt t="185944" x="2584450" y="4095750"/>
          <p14:tracePt t="185977" x="2565400" y="4114800"/>
          <p14:tracePt t="185993" x="2559050" y="4127500"/>
          <p14:tracePt t="186027" x="2546350" y="4133850"/>
          <p14:tracePt t="186060" x="2533650" y="4146550"/>
          <p14:tracePt t="186092" x="2482850" y="4171950"/>
          <p14:tracePt t="186100" x="2470150" y="4178300"/>
          <p14:tracePt t="186143" x="2355850" y="4197350"/>
          <p14:tracePt t="186177" x="2247900" y="4197350"/>
          <p14:tracePt t="186193" x="2190750" y="4197350"/>
          <p14:tracePt t="186225" x="2114550" y="4197350"/>
          <p14:tracePt t="186261" x="2012950" y="4184650"/>
          <p14:tracePt t="186267" x="1987550" y="4178300"/>
          <p14:tracePt t="186311" x="1854200" y="4146550"/>
          <p14:tracePt t="186360" x="1708150" y="4121150"/>
          <p14:tracePt t="186409" x="1593850" y="4095750"/>
          <p14:tracePt t="186425" x="1536700" y="4089400"/>
          <p14:tracePt t="186458" x="1466850" y="4076700"/>
          <p14:tracePt t="186923" x="1308100" y="4076700"/>
          <p14:tracePt t="186957" x="1244600" y="4070350"/>
          <p14:tracePt t="187006" x="1219200" y="4070350"/>
          <p14:tracePt t="187023" x="1212850" y="4070350"/>
          <p14:tracePt t="187124" x="1238250" y="4076700"/>
          <p14:tracePt t="187158" x="1263650" y="4089400"/>
          <p14:tracePt t="187191" x="1327150" y="4095750"/>
          <p14:tracePt t="187209" x="1397000" y="4102100"/>
          <p14:tracePt t="187256" x="1593850" y="4108450"/>
          <p14:tracePt t="187273" x="1663700" y="4121150"/>
          <p14:tracePt t="187289" x="1714500" y="4127500"/>
          <p14:tracePt t="187322" x="1860550" y="4127500"/>
          <p14:tracePt t="187339" x="1898650" y="4127500"/>
          <p14:tracePt t="187372" x="1987550" y="4127500"/>
          <p14:tracePt t="187407" x="2025650" y="4127500"/>
          <p14:tracePt t="187439" x="2044700" y="4133850"/>
          <p14:tracePt t="187455" x="2051050" y="4133850"/>
          <p14:tracePt t="187526" x="2051050" y="4140200"/>
          <p14:tracePt t="187605" x="2051050" y="4146550"/>
          <p14:tracePt t="187654" x="2032000" y="4146550"/>
          <p14:tracePt t="187704" x="2025650" y="4146550"/>
          <p14:tracePt t="188286" x="2070100" y="4146550"/>
          <p14:tracePt t="188335" x="2165350" y="4152900"/>
          <p14:tracePt t="188368" x="2209800" y="4146550"/>
          <p14:tracePt t="188403" x="2241550" y="4127500"/>
          <p14:tracePt t="188409" x="2247900" y="4114800"/>
          <p14:tracePt t="188453" x="2260600" y="4102100"/>
          <p14:tracePt t="188502" x="2247900" y="4051300"/>
          <p14:tracePt t="188537" x="2216150" y="4013200"/>
          <p14:tracePt t="188586" x="2139950" y="3962400"/>
          <p14:tracePt t="188618" x="2057400" y="3917950"/>
          <p14:tracePt t="188651" x="1917700" y="3879850"/>
          <p14:tracePt t="188700" x="1752600" y="3937000"/>
          <p14:tracePt t="188750" x="1657350" y="4083050"/>
          <p14:tracePt t="188783" x="1651000" y="4152900"/>
          <p14:tracePt t="188819" x="1682750" y="4216400"/>
          <p14:tracePt t="188835" x="1701800" y="4235450"/>
          <p14:tracePt t="188868" x="1771650" y="4279900"/>
          <p14:tracePt t="188902" x="1879600" y="4298950"/>
          <p14:tracePt t="188908" x="1905000" y="4298950"/>
          <p14:tracePt t="188951" x="2019300" y="4267200"/>
          <p14:tracePt t="188957" x="2051050" y="4248150"/>
          <p14:tracePt t="189001" x="2127250" y="4178300"/>
          <p14:tracePt t="189007" x="2146300" y="4159250"/>
          <p14:tracePt t="189033" x="2178050" y="4108450"/>
          <p14:tracePt t="189066" x="2190750" y="4000500"/>
          <p14:tracePt t="189099" x="2159000" y="3905250"/>
          <p14:tracePt t="189149" x="2070100" y="3816350"/>
          <p14:tracePt t="189184" x="1924050" y="3676650"/>
          <p14:tracePt t="189190" x="1879600" y="3657600"/>
          <p14:tracePt t="189232" x="1765300" y="3625850"/>
          <p14:tracePt t="189239" x="1746250" y="3625850"/>
          <p14:tracePt t="189282" x="1676400" y="3663950"/>
          <p14:tracePt t="189315" x="1631950" y="3721100"/>
          <p14:tracePt t="189348" x="1619250" y="3797300"/>
          <p14:tracePt t="189381" x="1651000" y="3886200"/>
          <p14:tracePt t="189416" x="1784350" y="4044950"/>
          <p14:tracePt t="189422" x="1828800" y="4070350"/>
          <p14:tracePt t="189465" x="1987550" y="4133850"/>
          <p14:tracePt t="189514" x="2114550" y="4140200"/>
          <p14:tracePt t="189550" x="2260600" y="4089400"/>
          <p14:tracePt t="189599" x="2438400" y="3981450"/>
          <p14:tracePt t="189615" x="2463800" y="3962400"/>
          <p14:tracePt t="189647" x="2495550" y="3867150"/>
          <p14:tracePt t="189664" x="2495550" y="3835400"/>
          <p14:tracePt t="189697" x="2489200" y="3797300"/>
          <p14:tracePt t="189732" x="2463800" y="3778250"/>
          <p14:tracePt t="189764" x="2444750" y="3771900"/>
          <p14:tracePt t="189797" x="2343150" y="3759200"/>
          <p14:tracePt t="189830" x="2184400" y="3771900"/>
          <p14:tracePt t="189868" x="1987550" y="3841750"/>
          <p14:tracePt t="189901" x="1847850" y="3981450"/>
          <p14:tracePt t="189935" x="1778000" y="4165600"/>
          <p14:tracePt t="189964" x="1784350" y="4235450"/>
          <p14:tracePt t="190014" x="1873250" y="4330700"/>
          <p14:tracePt t="190062" x="1981200" y="4413250"/>
          <p14:tracePt t="190098" x="2127250" y="4476750"/>
          <p14:tracePt t="190113" x="2165350" y="4476750"/>
          <p14:tracePt t="190151" x="2393950" y="4413250"/>
          <p14:tracePt t="190196" x="2482850" y="4305300"/>
          <p14:tracePt t="190245" x="2495550" y="4203700"/>
          <p14:tracePt t="190253" x="2489200" y="4171950"/>
          <p14:tracePt t="190295" x="2400300" y="4013200"/>
          <p14:tracePt t="190345" x="2286000" y="3911600"/>
          <p14:tracePt t="190379" x="2139950" y="3860800"/>
          <p14:tracePt t="190412" x="2038350" y="3848100"/>
          <p14:tracePt t="190419" x="2012950" y="3848100"/>
          <p14:tracePt t="190463" x="1943100" y="3860800"/>
          <p14:tracePt t="190494" x="1911350" y="3873500"/>
          <p14:tracePt t="190502" x="1905000" y="3886200"/>
          <p14:tracePt t="190545" x="1885950" y="3905250"/>
          <p14:tracePt t="190547" x="1885950" y="3911600"/>
          <p14:tracePt t="190594" x="1879600" y="3924300"/>
          <p14:tracePt t="195311" x="1847850" y="4064000"/>
          <p14:tracePt t="195320" x="1828800" y="4095750"/>
          <p14:tracePt t="195362" x="1790700" y="4216400"/>
          <p14:tracePt t="195396" x="1765300" y="4298950"/>
          <p14:tracePt t="195413" x="1733550" y="4387850"/>
          <p14:tracePt t="195462" x="1695450" y="4502150"/>
          <p14:tracePt t="195496" x="1670050" y="4546600"/>
          <p14:tracePt t="195530" x="1663700" y="4584700"/>
          <p14:tracePt t="195579" x="1663700" y="4610100"/>
          <p14:tracePt t="195629" x="1663700" y="4641850"/>
          <p14:tracePt t="195729" x="1663700" y="4648200"/>
          <p14:tracePt t="195796" x="1682750" y="4648200"/>
          <p14:tracePt t="195843" x="1695450" y="4648200"/>
          <p14:tracePt t="195895" x="1739900" y="4648200"/>
          <p14:tracePt t="195926" x="1809750" y="4641850"/>
          <p14:tracePt t="195959" x="1885950" y="4629150"/>
          <p14:tracePt t="195998" x="2038350" y="4616450"/>
          <p14:tracePt t="196042" x="2133600" y="4610100"/>
          <p14:tracePt t="196049" x="2152650" y="4597400"/>
          <p14:tracePt t="196092" x="2184400" y="4597400"/>
          <p14:tracePt t="196142" x="2216150" y="4591050"/>
          <p14:tracePt t="196324" x="2197100" y="4591050"/>
          <p14:tracePt t="196359" x="2184400" y="4584700"/>
          <p14:tracePt t="196407" x="2032000" y="4578350"/>
          <p14:tracePt t="196457" x="1695450" y="4565650"/>
          <p14:tracePt t="196476" x="1593850" y="4559300"/>
          <p14:tracePt t="196506" x="1504950" y="4552950"/>
          <p14:tracePt t="196540" x="1479550" y="4552950"/>
          <p14:tracePt t="196591" x="1485900" y="4546600"/>
          <p14:tracePt t="196624" x="1543050" y="4533900"/>
          <p14:tracePt t="196630" x="1562100" y="4533900"/>
          <p14:tracePt t="196658" x="1619250" y="4533900"/>
          <p14:tracePt t="196675" x="1720850" y="4533900"/>
          <p14:tracePt t="196707" x="1835150" y="4533900"/>
          <p14:tracePt t="196758" x="2000250" y="4514850"/>
          <p14:tracePt t="196774" x="2038350" y="4508500"/>
          <p14:tracePt t="196791" x="2044700" y="4508500"/>
          <p14:tracePt t="196839" x="2051050" y="4502150"/>
          <p14:tracePt t="196890" x="2051050" y="4489450"/>
          <p14:tracePt t="196897" x="2051050" y="4483100"/>
          <p14:tracePt t="196939" x="2032000" y="4445000"/>
          <p14:tracePt t="196955" x="2032000" y="4425950"/>
          <p14:tracePt t="196991" x="2000250" y="4286250"/>
          <p14:tracePt t="197021" x="1968500" y="4171950"/>
          <p14:tracePt t="197039" x="1949450" y="4114800"/>
          <p14:tracePt t="197074" x="1943100" y="4064000"/>
          <p14:tracePt t="197122" x="1936750" y="4038600"/>
          <p14:tracePt t="197223" x="1936750" y="4044950"/>
          <p14:tracePt t="197256" x="1930400" y="4057650"/>
          <p14:tracePt t="197305" x="1930400" y="4076700"/>
          <p14:tracePt t="197338" x="1930400" y="4127500"/>
          <p14:tracePt t="197370" x="1936750" y="4267200"/>
          <p14:tracePt t="197378" x="1949450" y="4318000"/>
          <p14:tracePt t="197420" x="1981200" y="4476750"/>
          <p14:tracePt t="197428" x="1987550" y="4502150"/>
          <p14:tracePt t="197470" x="2000250" y="4584700"/>
          <p14:tracePt t="197504" x="2012950" y="4616450"/>
          <p14:tracePt t="197553" x="2025650" y="4635500"/>
          <p14:tracePt t="197621" x="2044700" y="4635500"/>
          <p14:tracePt t="197671" x="2070100" y="4635500"/>
          <p14:tracePt t="197721" x="2146300" y="4622800"/>
          <p14:tracePt t="197753" x="2254250" y="4616450"/>
          <p14:tracePt t="197786" x="2387600" y="4591050"/>
          <p14:tracePt t="197821" x="2565400" y="4546600"/>
          <p14:tracePt t="197827" x="2597150" y="4540250"/>
          <p14:tracePt t="197869" x="2679700" y="4521200"/>
          <p14:tracePt t="197876" x="2692400" y="4521200"/>
          <p14:tracePt t="197919" x="2724150" y="4514850"/>
          <p14:tracePt t="197968" x="2762250" y="4495800"/>
          <p14:tracePt t="198004" x="2787650" y="4476750"/>
          <p14:tracePt t="198834" x="2755900" y="4476750"/>
          <p14:tracePt t="198851" x="2736850" y="4476750"/>
          <p14:tracePt t="198883" x="2635250" y="4470400"/>
          <p14:tracePt t="198917" x="2413000" y="4425950"/>
          <p14:tracePt t="198922" x="2330450" y="4406900"/>
          <p14:tracePt t="198967" x="2101850" y="4337050"/>
          <p14:tracePt t="198973" x="2057400" y="4330700"/>
          <p14:tracePt t="199017" x="1949450" y="4311650"/>
          <p14:tracePt t="199050" x="1905000" y="4311650"/>
          <p14:tracePt t="199081" x="1898650" y="4311650"/>
          <p14:tracePt t="199133" x="1898650" y="4305300"/>
          <p14:tracePt t="199139" x="1917700" y="4298950"/>
          <p14:tracePt t="199164" x="1930400" y="4292600"/>
          <p14:tracePt t="199199" x="1968500" y="4260850"/>
          <p14:tracePt t="199232" x="2025650" y="4171950"/>
          <p14:tracePt t="199282" x="2057400" y="4064000"/>
          <p14:tracePt t="199314" x="2057400" y="4019550"/>
          <p14:tracePt t="199352" x="2051050" y="4013200"/>
          <p14:tracePt t="199413" x="2038350" y="4032250"/>
          <p14:tracePt t="199447" x="2038350" y="4070350"/>
          <p14:tracePt t="199497" x="2051050" y="4248150"/>
          <p14:tracePt t="199546" x="2095500" y="4514850"/>
          <p14:tracePt t="199554" x="2101850" y="4546600"/>
          <p14:tracePt t="199580" x="2120900" y="4597400"/>
          <p14:tracePt t="199598" x="2120900" y="4616450"/>
          <p14:tracePt t="199615" x="2120900" y="4629150"/>
          <p14:tracePt t="199663" x="2120900" y="4616450"/>
          <p14:tracePt t="199697" x="2120900" y="4572000"/>
          <p14:tracePt t="199713" x="2120900" y="4521200"/>
          <p14:tracePt t="199748" x="2120900" y="4349750"/>
          <p14:tracePt t="199779" x="2101850" y="4178300"/>
          <p14:tracePt t="199812" x="2089150" y="4089400"/>
          <p14:tracePt t="199846" x="2082800" y="4057650"/>
          <p14:tracePt t="199917" x="2082800" y="4083050"/>
          <p14:tracePt t="199962" x="2082800" y="4121150"/>
          <p14:tracePt t="199981" x="2089150" y="4146550"/>
          <p14:tracePt t="199995" x="2095500" y="4159250"/>
          <p14:tracePt t="200028" x="2139950" y="4305300"/>
          <p14:tracePt t="200062" x="2184400" y="4406900"/>
          <p14:tracePt t="200097" x="2209800" y="4457700"/>
          <p14:tracePt t="200127" x="2228850" y="4470400"/>
          <p14:tracePt t="200184" x="2241550" y="4470400"/>
          <p14:tracePt t="200230" x="2254250" y="4464050"/>
          <p14:tracePt t="200297" x="2260600" y="4425950"/>
          <p14:tracePt t="200329" x="2260600" y="4381500"/>
          <p14:tracePt t="200363" x="2241550" y="4216400"/>
          <p14:tracePt t="200410" x="2178050" y="3911600"/>
          <p14:tracePt t="200443" x="2146300" y="3816350"/>
          <p14:tracePt t="200460" x="2139950" y="3810000"/>
          <p14:tracePt t="200515" x="2127250" y="3816350"/>
          <p14:tracePt t="200543" x="2114550" y="3867150"/>
          <p14:tracePt t="200576" x="2114550" y="4070350"/>
          <p14:tracePt t="200610" x="2159000" y="4343400"/>
          <p14:tracePt t="200642" x="2228850" y="4572000"/>
          <p14:tracePt t="200659" x="2273300" y="4667250"/>
          <p14:tracePt t="200676" x="2279650" y="4699000"/>
          <p14:tracePt t="200711" x="2305050" y="4737100"/>
          <p14:tracePt t="200760" x="2324100" y="4724400"/>
          <p14:tracePt t="200776" x="2330450" y="4711700"/>
          <p14:tracePt t="200811" x="2355850" y="4686300"/>
          <p14:tracePt t="200842" x="2381250" y="4641850"/>
          <p14:tracePt t="200892" x="2476500" y="4502150"/>
          <p14:tracePt t="200908" x="2501900" y="4457700"/>
          <p14:tracePt t="200948" x="2597150" y="4171950"/>
          <p14:tracePt t="200975" x="2609850" y="4114800"/>
          <p14:tracePt t="200991" x="2622550" y="4076700"/>
          <p14:tracePt t="201009" x="2628900" y="4064000"/>
          <p14:tracePt t="201058" x="2667000" y="4051300"/>
          <p14:tracePt t="201092" x="2711450" y="4057650"/>
          <p14:tracePt t="201126" x="2774950" y="4083050"/>
          <p14:tracePt t="201160" x="3009900" y="4197350"/>
          <p14:tracePt t="201191" x="3162300" y="4279900"/>
          <p14:tracePt t="201241" x="3498850" y="4387850"/>
          <p14:tracePt t="201259" x="3581400" y="4400550"/>
          <p14:tracePt t="201290" x="3663950" y="4400550"/>
          <p14:tracePt t="201323" x="3714750" y="4400550"/>
          <p14:tracePt t="206938" x="3841750" y="4597400"/>
          <p14:tracePt t="206956" x="3962400" y="4813300"/>
          <p14:tracePt t="206972" x="4051300" y="4965700"/>
          <p14:tracePt t="207004" x="4584700" y="5638800"/>
          <p14:tracePt t="207021" x="4737100" y="5784850"/>
          <p14:tracePt t="207054" x="5092700" y="6089650"/>
          <p14:tracePt t="207105" x="5327650" y="6280150"/>
          <p14:tracePt t="207138" x="5422900" y="6356350"/>
          <p14:tracePt t="207144" x="5441950" y="6375400"/>
          <p14:tracePt t="207188" x="5499100" y="6388100"/>
          <p14:tracePt t="207242" x="5556250" y="6394450"/>
          <p14:tracePt t="207288" x="5600700" y="6400800"/>
          <p14:tracePt t="207304" x="5613400" y="6407150"/>
          <p14:tracePt t="207403" x="5600700" y="6394450"/>
          <p14:tracePt t="207437" x="5575300" y="6362700"/>
          <p14:tracePt t="207471" x="5530850" y="6305550"/>
          <p14:tracePt t="207477" x="5505450" y="6273800"/>
          <p14:tracePt t="207502" x="5429250" y="6165850"/>
          <p14:tracePt t="207537" x="5295900" y="5994400"/>
          <p14:tracePt t="207569" x="5118100" y="5829300"/>
          <p14:tracePt t="207620" x="5029200" y="5772150"/>
          <p14:tracePt t="207669" x="5010150" y="5765800"/>
          <p14:tracePt t="207935" x="4997450" y="5772150"/>
          <p14:tracePt t="208019" x="4991100" y="5772150"/>
          <p14:tracePt t="208069" x="4991100" y="5778500"/>
          <p14:tracePt t="208134" x="5003800" y="5784850"/>
          <p14:tracePt t="208142" x="5010150" y="5784850"/>
          <p14:tracePt t="208167" x="5016500" y="5784850"/>
          <p14:tracePt t="208202" x="5035550" y="5784850"/>
          <p14:tracePt t="208251" x="5111750" y="5784850"/>
          <p14:tracePt t="208283" x="5175250" y="5778500"/>
          <p14:tracePt t="208285" x="5219700" y="5772150"/>
          <p14:tracePt t="208316" x="5327650" y="5765800"/>
          <p14:tracePt t="208349" x="5435600" y="5753100"/>
          <p14:tracePt t="208383" x="5505450" y="5746750"/>
          <p14:tracePt t="208390" x="5511800" y="5746750"/>
          <p14:tracePt t="208434" x="5524500" y="5746750"/>
          <p14:tracePt t="208499" x="5524500" y="5753100"/>
          <p14:tracePt t="208549" x="5524500" y="5759450"/>
          <p14:tracePt t="208617" x="5530850" y="5759450"/>
          <p14:tracePt t="208649" x="5549900" y="5765800"/>
          <p14:tracePt t="208699" x="5568950" y="5772150"/>
          <p14:tracePt t="208750" x="5588000" y="5772150"/>
          <p14:tracePt t="208800" x="5645150" y="5772150"/>
          <p14:tracePt t="208849" x="5708650" y="5765800"/>
          <p14:tracePt t="208864" x="5721350" y="5759450"/>
          <p14:tracePt t="208903" x="5727700" y="5746750"/>
          <p14:tracePt t="208947" x="5695950" y="5727700"/>
          <p14:tracePt t="208964" x="5676900" y="5715000"/>
          <p14:tracePt t="208997" x="5422900" y="5511800"/>
          <p14:tracePt t="209048" x="4546600" y="4775200"/>
          <p14:tracePt t="209064" x="4114800" y="4419600"/>
          <p14:tracePt t="209080" x="3930650" y="4292600"/>
          <p14:tracePt t="209115" x="3346450" y="3873500"/>
          <p14:tracePt t="209130" x="3251200" y="3822700"/>
          <p14:tracePt t="209147" x="3168650" y="3778250"/>
          <p14:tracePt t="209182" x="2971800" y="3683000"/>
          <p14:tracePt t="209189" x="2946400" y="3676650"/>
          <p14:tracePt t="209231" x="2901950" y="3663950"/>
          <p14:tracePt t="209237" x="2895600" y="3663950"/>
          <p14:tracePt t="209329" x="2889250" y="3663950"/>
          <p14:tracePt t="209430" x="2882900" y="3651250"/>
          <p14:tracePt t="209437" x="2870200" y="3651250"/>
          <p14:tracePt t="209479" x="2838450" y="3632200"/>
          <p14:tracePt t="209486" x="2813050" y="3619500"/>
          <p14:tracePt t="209529" x="2755900" y="3568700"/>
          <p14:tracePt t="209580" x="2717800" y="3511550"/>
          <p14:tracePt t="209612" x="2724150" y="3492500"/>
          <p14:tracePt t="209647" x="2755900" y="3479800"/>
          <p14:tracePt t="209679" x="2844800" y="3460750"/>
          <p14:tracePt t="209728" x="3136900" y="3416300"/>
          <p14:tracePt t="209778" x="3340100" y="3378200"/>
          <p14:tracePt t="209811" x="3416300" y="3365500"/>
          <p14:tracePt t="209861" x="3429000" y="3359150"/>
          <p14:tracePt t="209910" x="3409950" y="3352800"/>
          <p14:tracePt t="209944" x="3397250" y="3340100"/>
          <p14:tracePt t="209960" x="3390900" y="3333750"/>
          <p14:tracePt t="209994" x="3384550" y="3321050"/>
          <p14:tracePt t="210027" x="3371850" y="3308350"/>
          <p14:tracePt t="210034" x="3365500" y="3295650"/>
          <p14:tracePt t="210078" x="3289300" y="3143250"/>
          <p14:tracePt t="210110" x="3219450" y="3016250"/>
          <p14:tracePt t="210160" x="3009900" y="2673350"/>
          <p14:tracePt t="210211" x="2895600" y="2489200"/>
          <p14:tracePt t="210242" x="2889250" y="2482850"/>
          <p14:tracePt t="210311" x="2870200" y="2495550"/>
          <p14:tracePt t="210361" x="2863850" y="2508250"/>
          <p14:tracePt t="210758" x="2794000" y="2800350"/>
          <p14:tracePt t="210791" x="2730500" y="3194050"/>
          <p14:tracePt t="210799" x="2730500" y="3289300"/>
          <p14:tracePt t="210841" x="2781300" y="3600450"/>
          <p14:tracePt t="210890" x="2825750" y="3854450"/>
          <p14:tracePt t="210942" x="2838450" y="3905250"/>
          <p14:tracePt t="210974" x="2838450" y="3911600"/>
          <p14:tracePt t="211023" x="2844800" y="3917950"/>
          <p14:tracePt t="211090" x="2832100" y="3905250"/>
          <p14:tracePt t="211124" x="2813050" y="3905250"/>
          <p14:tracePt t="211158" x="2755900" y="3905250"/>
          <p14:tracePt t="211207" x="2647950" y="3898900"/>
          <p14:tracePt t="211240" x="2540000" y="3886200"/>
          <p14:tracePt t="211273" x="2501900" y="3879850"/>
          <p14:tracePt t="211306" x="2438400" y="3854450"/>
          <p14:tracePt t="211313" x="2432050" y="3848100"/>
          <p14:tracePt t="211356" x="2419350" y="3848100"/>
          <p14:tracePt t="211438" x="2406650" y="3854450"/>
          <p14:tracePt t="211557" x="2432050" y="3854450"/>
          <p14:tracePt t="211563" x="2438400" y="3854450"/>
          <p14:tracePt t="211607" x="2565400" y="3848100"/>
          <p14:tracePt t="211613" x="2628900" y="3841750"/>
          <p14:tracePt t="211656" x="2927350" y="3822700"/>
          <p14:tracePt t="211662" x="2990850" y="3822700"/>
          <p14:tracePt t="211705" x="3187700" y="3797300"/>
          <p14:tracePt t="211738" x="3257550" y="3797300"/>
          <p14:tracePt t="211771" x="3282950" y="3790950"/>
          <p14:tracePt t="211854" x="3270250" y="3797300"/>
          <p14:tracePt t="211889" x="3270250" y="3835400"/>
          <p14:tracePt t="211895" x="3282950" y="3879850"/>
          <p14:tracePt t="211939" x="3460750" y="4279900"/>
          <p14:tracePt t="211956" x="3568700" y="4438650"/>
          <p14:tracePt t="211972" x="3771900" y="4787900"/>
          <p14:tracePt t="212005" x="4102100" y="5264150"/>
          <p14:tracePt t="212021" x="4337050" y="5524500"/>
          <p14:tracePt t="212053" x="4667250" y="5848350"/>
          <p14:tracePt t="212086" x="5010150" y="6096000"/>
          <p14:tracePt t="212136" x="5257800" y="6121400"/>
          <p14:tracePt t="212186" x="5397500" y="6096000"/>
          <p14:tracePt t="212219" x="5505450" y="6064250"/>
          <p14:tracePt t="212227" x="5537200" y="6057900"/>
          <p14:tracePt t="212269" x="5600700" y="6045200"/>
          <p14:tracePt t="212287" x="5626100" y="6045200"/>
          <p14:tracePt t="212295" x="5645150" y="6045200"/>
          <p14:tracePt t="212337" x="5689600" y="6051550"/>
          <p14:tracePt t="212343" x="5702300" y="6051550"/>
          <p14:tracePt t="212369" x="5727700" y="6051550"/>
          <p14:tracePt t="212376" x="5740400" y="6051550"/>
          <p14:tracePt t="212419" x="5778500" y="6038850"/>
          <p14:tracePt t="212426" x="5791200" y="6032500"/>
          <p14:tracePt t="212469" x="5810250" y="6007100"/>
          <p14:tracePt t="212502" x="5816600" y="5981700"/>
          <p14:tracePt t="212535" x="5816600" y="5962650"/>
          <p14:tracePt t="212585" x="5810250" y="5930900"/>
          <p14:tracePt t="212618" x="5797550" y="5911850"/>
          <p14:tracePt t="212651" x="5791200" y="5892800"/>
          <p14:tracePt t="212702" x="5791200" y="5886450"/>
          <p14:tracePt t="212801" x="5797550" y="5873750"/>
          <p14:tracePt t="212818" x="5803900" y="5873750"/>
          <p14:tracePt t="212867" x="5816600" y="5873750"/>
          <p14:tracePt t="212900" x="5822950" y="5873750"/>
          <p14:tracePt t="212917" x="5829300" y="5873750"/>
          <p14:tracePt t="212950" x="5848350" y="5867400"/>
          <p14:tracePt t="212983" x="5892800" y="5867400"/>
          <p14:tracePt t="213017" x="5962650" y="5861050"/>
          <p14:tracePt t="213049" x="6000750" y="5854700"/>
          <p14:tracePt t="213088" x="6070600" y="5842000"/>
          <p14:tracePt t="213150" x="6089650" y="5842000"/>
          <p14:tracePt t="213201" x="6102350" y="5842000"/>
          <p14:tracePt t="213266" x="6115050" y="5848350"/>
          <p14:tracePt t="213320" x="6127750" y="5848350"/>
          <p14:tracePt t="213351" x="6153150" y="5854700"/>
          <p14:tracePt t="213383" x="6267450" y="5854700"/>
          <p14:tracePt t="213417" x="6515100" y="5867400"/>
          <p14:tracePt t="213467" x="6934200" y="5873750"/>
          <p14:tracePt t="213473" x="7035800" y="5873750"/>
          <p14:tracePt t="213515" x="7277100" y="5854700"/>
          <p14:tracePt t="213522" x="7340600" y="5842000"/>
          <p14:tracePt t="213565" x="7499350" y="5835650"/>
          <p14:tracePt t="213581" x="7537450" y="5835650"/>
          <p14:tracePt t="213620" x="7664450" y="5835650"/>
          <p14:tracePt t="213669" x="7721600" y="5835650"/>
          <p14:tracePt t="213699" x="7797800" y="5842000"/>
          <p14:tracePt t="213731" x="7842250" y="5848350"/>
          <p14:tracePt t="213782" x="7848600" y="5854700"/>
          <p14:tracePt t="213832" x="7835900" y="5854700"/>
          <p14:tracePt t="213869" x="7816850" y="5848350"/>
          <p14:tracePt t="213902" x="7791450" y="5842000"/>
          <p14:tracePt t="213948" x="7715250" y="5835650"/>
          <p14:tracePt t="213963" x="7677150" y="5829300"/>
          <p14:tracePt t="213980" x="7569200" y="5816600"/>
          <p14:tracePt t="214031" x="7213600" y="5791200"/>
          <p14:tracePt t="214081" x="6616700" y="5791200"/>
          <p14:tracePt t="214097" x="6432550" y="5791200"/>
          <p14:tracePt t="214130" x="5975350" y="5765800"/>
          <p14:tracePt t="214163" x="5632450" y="5772150"/>
          <p14:tracePt t="214180" x="5530850" y="5772150"/>
          <p14:tracePt t="214215" x="5314950" y="5772150"/>
          <p14:tracePt t="214221" x="5238750" y="5772150"/>
          <p14:tracePt t="214264" x="4933950" y="5765800"/>
          <p14:tracePt t="214270" x="4876800" y="5772150"/>
          <p14:tracePt t="214313" x="4667250" y="5778500"/>
          <p14:tracePt t="214362" x="4476750" y="5727700"/>
          <p14:tracePt t="214414" x="4451350" y="5683250"/>
          <p14:tracePt t="215392" x="4330700" y="5715000"/>
          <p14:tracePt t="215395" x="4292600" y="5721350"/>
          <p14:tracePt t="215442" x="4171950" y="5753100"/>
          <p14:tracePt t="215474" x="4089400" y="5784850"/>
          <p14:tracePt t="215493" x="4032250" y="5784850"/>
          <p14:tracePt t="215527" x="3975100" y="5784850"/>
          <p14:tracePt t="215559" x="3949700" y="5778500"/>
          <p14:tracePt t="215609" x="3943350" y="5778500"/>
          <p14:tracePt t="215658" x="3937000" y="5778500"/>
          <p14:tracePt t="215757" x="3937000" y="5759450"/>
          <p14:tracePt t="216739" x="3740150" y="5594350"/>
          <p14:tracePt t="216754" x="3613150" y="5429250"/>
          <p14:tracePt t="216789" x="3409950" y="5105400"/>
          <p14:tracePt t="216805" x="3308350" y="4946650"/>
          <p14:tracePt t="216838" x="2971800" y="4451350"/>
          <p14:tracePt t="216854" x="2895600" y="4356100"/>
          <p14:tracePt t="216887" x="2660650" y="4095750"/>
          <p14:tracePt t="216894" x="2622550" y="4051300"/>
          <p14:tracePt t="216922" x="2546350" y="3943350"/>
          <p14:tracePt t="216953" x="2419350" y="3816350"/>
          <p14:tracePt t="216971" x="2349500" y="3759200"/>
          <p14:tracePt t="217003" x="2235200" y="3670300"/>
          <p14:tracePt t="217036" x="2127250" y="3632200"/>
          <p14:tracePt t="217069" x="2082800" y="3632200"/>
          <p14:tracePt t="217086" x="2070100" y="3632200"/>
          <p14:tracePt t="217124" x="2038350" y="3657600"/>
          <p14:tracePt t="217169" x="2032000" y="3683000"/>
          <p14:tracePt t="217176" x="2044700" y="3695700"/>
          <p14:tracePt t="217219" x="2165350" y="3771900"/>
          <p14:tracePt t="217269" x="2609850" y="3860800"/>
          <p14:tracePt t="217287" x="2800350" y="3854450"/>
          <p14:tracePt t="217303" x="2914650" y="3848100"/>
          <p14:tracePt t="217337" x="3276600" y="3651250"/>
          <p14:tracePt t="217352" x="3340100" y="3587750"/>
          <p14:tracePt t="217385" x="3409950" y="3384550"/>
          <p14:tracePt t="217401" x="3409950" y="3346450"/>
          <p14:tracePt t="217418" x="3390900" y="3257550"/>
          <p14:tracePt t="217451" x="3308350" y="3111500"/>
          <p14:tracePt t="217503" x="3048000" y="2863850"/>
          <p14:tracePt t="217536" x="2698750" y="2686050"/>
          <p14:tracePt t="217537" x="2628900" y="2667000"/>
          <p14:tracePt t="217569" x="2425700" y="2660650"/>
          <p14:tracePt t="217601" x="2330450" y="2679700"/>
          <p14:tracePt t="217618" x="2216150" y="2736850"/>
          <p14:tracePt t="217651" x="2063750" y="2978150"/>
          <p14:tracePt t="217658" x="2044700" y="3041650"/>
          <p14:tracePt t="217702" x="2038350" y="3365500"/>
          <p14:tracePt t="217707" x="2057400" y="3441700"/>
          <p14:tracePt t="217752" x="2209800" y="3670300"/>
          <p14:tracePt t="217783" x="2432050" y="3810000"/>
          <p14:tracePt t="217817" x="2641600" y="3835400"/>
          <p14:tracePt t="217850" x="2781300" y="3752850"/>
          <p14:tracePt t="217900" x="2895600" y="3486150"/>
          <p14:tracePt t="217934" x="2908300" y="3257550"/>
          <p14:tracePt t="217940" x="2908300" y="3155950"/>
          <p14:tracePt t="217983" x="2908300" y="2876550"/>
          <p14:tracePt t="217990" x="2908300" y="2762250"/>
          <p14:tracePt t="218032" x="2832100" y="2235200"/>
          <p14:tracePt t="218067" x="2749550" y="2012950"/>
          <p14:tracePt t="218100" x="2692400" y="1898650"/>
          <p14:tracePt t="218106" x="2667000" y="1866900"/>
          <p14:tracePt t="218150" x="2540000" y="1822450"/>
          <p14:tracePt t="218156" x="2482850" y="1803400"/>
          <p14:tracePt t="218199" x="2209800" y="1765300"/>
          <p14:tracePt t="218250" x="1828800" y="1962150"/>
          <p14:tracePt t="218300" x="1631950" y="2425700"/>
          <p14:tracePt t="218333" x="1727200" y="2819400"/>
          <p14:tracePt t="218365" x="2057400" y="3295650"/>
          <p14:tracePt t="218372" x="2159000" y="3409950"/>
          <p14:tracePt t="218415" x="2609850" y="3816350"/>
          <p14:tracePt t="218448" x="2851150" y="3968750"/>
          <p14:tracePt t="218482" x="2946400" y="4000500"/>
          <p14:tracePt t="218532" x="2952750" y="4000500"/>
          <p14:tracePt t="218565" x="2946400" y="3994150"/>
          <p14:tracePt t="218599" x="2933700" y="3981450"/>
          <p14:tracePt t="218635" x="2946400" y="3981450"/>
          <p14:tracePt t="218965" x="3035300" y="4540250"/>
          <p14:tracePt t="219014" x="3384550" y="5461000"/>
          <p14:tracePt t="219062" x="3657600" y="5956300"/>
          <p14:tracePt t="219079" x="3695700" y="6013450"/>
          <p14:tracePt t="219112" x="3765550" y="6096000"/>
          <p14:tracePt t="219146" x="3810000" y="6115050"/>
          <p14:tracePt t="219178" x="3829050" y="6115050"/>
          <p14:tracePt t="219211" x="3841750" y="6115050"/>
          <p14:tracePt t="219245" x="3848100" y="6108700"/>
          <p14:tracePt t="219380" x="3841750" y="6102350"/>
          <p14:tracePt t="219412" x="3841750" y="6089650"/>
          <p14:tracePt t="219419" x="3841750" y="6083300"/>
          <p14:tracePt t="219462" x="3841750" y="6076950"/>
          <p14:tracePt t="219512" x="3841750" y="6064250"/>
          <p14:tracePt t="219577" x="3848100" y="6057900"/>
          <p14:tracePt t="219629" x="3860800" y="6057900"/>
          <p14:tracePt t="219660" x="3867150" y="6057900"/>
          <p14:tracePt t="219710" x="3879850" y="6051550"/>
          <p14:tracePt t="219777" x="3898900" y="6051550"/>
          <p14:tracePt t="219810" x="3917950" y="6051550"/>
          <p14:tracePt t="219860" x="3930650" y="6051550"/>
          <p14:tracePt t="219909" x="3943350" y="6051550"/>
          <p14:tracePt t="219977" x="3962400" y="6057900"/>
          <p14:tracePt t="220026" x="3975100" y="6057900"/>
          <p14:tracePt t="220060" x="4013200" y="6064250"/>
          <p14:tracePt t="220092" x="4083050" y="6083300"/>
          <p14:tracePt t="220126" x="4159250" y="6096000"/>
          <p14:tracePt t="220175" x="4241800" y="6121400"/>
          <p14:tracePt t="220193" x="4248150" y="6121400"/>
          <p14:tracePt t="220293" x="4241800" y="6121400"/>
          <p14:tracePt t="220343" x="4235450" y="6127750"/>
          <p14:tracePt t="220425" x="4229100" y="6140450"/>
          <p14:tracePt t="220479" x="4248150" y="6140450"/>
          <p14:tracePt t="220508" x="4267200" y="6146800"/>
          <p14:tracePt t="220559" x="4343400" y="6153150"/>
          <p14:tracePt t="220608" x="4457700" y="6165850"/>
          <p14:tracePt t="220657" x="4559300" y="6172200"/>
          <p14:tracePt t="220664" x="4584700" y="6172200"/>
          <p14:tracePt t="220708" x="4686300" y="6178550"/>
          <p14:tracePt t="220724" x="4724400" y="6191250"/>
          <p14:tracePt t="220757" x="4781550" y="6197600"/>
          <p14:tracePt t="220791" x="4864100" y="6203950"/>
          <p14:tracePt t="220840" x="4972050" y="6210300"/>
          <p14:tracePt t="220890" x="5105400" y="6216650"/>
          <p14:tracePt t="220941" x="5251450" y="6216650"/>
          <p14:tracePt t="220974" x="5435600" y="6235700"/>
          <p14:tracePt t="221024" x="5638800" y="6248400"/>
          <p14:tracePt t="221030" x="5670550" y="6254750"/>
          <p14:tracePt t="221074" x="5784850" y="6261100"/>
          <p14:tracePt t="221123" x="5962650" y="6292850"/>
          <p14:tracePt t="221156" x="6038850" y="6299200"/>
          <p14:tracePt t="221189" x="6089650" y="6311900"/>
          <p14:tracePt t="221221" x="6115050" y="6311900"/>
          <p14:tracePt t="221271" x="6178550" y="6337300"/>
          <p14:tracePt t="221289" x="6184900" y="6350000"/>
          <p14:tracePt t="222436" x="6083300" y="6210300"/>
          <p14:tracePt t="222469" x="5854700" y="5854700"/>
          <p14:tracePt t="222500" x="5410200" y="5118100"/>
          <p14:tracePt t="222533" x="5029200" y="4572000"/>
          <p14:tracePt t="222550" x="4832350" y="4343400"/>
          <p14:tracePt t="222589" x="4667250" y="4146550"/>
          <p14:tracePt t="222633" x="4578350" y="4114800"/>
          <p14:tracePt t="222652" x="4559300" y="4102100"/>
          <p14:tracePt t="222683" x="4546600" y="4070350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02665" y="799389"/>
            <a:ext cx="9013336" cy="5286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65" tIns="42932" rIns="85865" bIns="42932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254" kern="0" spc="-94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from time import time, sleep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timer(com="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START",was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=[0]):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   if com=="START": was[0]=time()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   else: print('   ',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f'{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(1000000*(time()-was[0])):,d}','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')</a:t>
            </a: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timer(); sleep(2); timer('STOP')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2,000,056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f(x): sleep(1); return x</a:t>
            </a: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timer(); f(None); timer('STOP')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1,000,107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timer(); f(None); timer('STOP')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1,000,212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" y="207465"/>
            <a:ext cx="9144000" cy="751317"/>
          </a:xfrm>
          <a:prstGeom prst="rect">
            <a:avLst/>
          </a:prstGeom>
        </p:spPr>
        <p:txBody>
          <a:bodyPr vert="horz" lIns="85865" tIns="0" rIns="85865" bIns="85865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132" dirty="0">
                <a:solidFill>
                  <a:srgbClr val="0070C0"/>
                </a:solidFill>
              </a:rPr>
              <a:t>Let's make a timer</a:t>
            </a:r>
            <a:endParaRPr lang="en-US" altLang="en-US" sz="4132" spc="751" dirty="0">
              <a:solidFill>
                <a:srgbClr val="0070C0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02665" y="799388"/>
            <a:ext cx="782816" cy="4373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65" tIns="42932" rIns="85865" bIns="42932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254" kern="0" spc="-94" dirty="0"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254" kern="0" spc="-94" dirty="0"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sz="2254" kern="0" spc="-94" dirty="0"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sz="2254" kern="0" spc="-94" dirty="0"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rgbClr val="A6A6A6"/>
                </a:solidFill>
                <a:latin typeface="Lucida Console" panose="020B0609040504020204" pitchFamily="49" charset="0"/>
              </a:rPr>
              <a:t>...</a:t>
            </a:r>
            <a:endParaRPr lang="en-US" sz="2254" kern="0" spc="-94" dirty="0"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rgbClr val="A6A6A6"/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rgbClr val="A6A6A6"/>
                </a:solidFill>
                <a:latin typeface="Lucida Console" panose="020B0609040504020204" pitchFamily="49" charset="0"/>
              </a:rPr>
              <a:t>&gt;&gt;&gt;</a:t>
            </a:r>
            <a:endParaRPr lang="en-US" sz="2254" kern="0" spc="-94" dirty="0"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2254" kern="0" spc="-94" dirty="0"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rgbClr val="A6A6A6"/>
                </a:solidFill>
                <a:latin typeface="Lucida Console" panose="020B0609040504020204" pitchFamily="49" charset="0"/>
              </a:rPr>
              <a:t>&gt;&gt;&gt;</a:t>
            </a: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rgbClr val="A6A6A6"/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rgbClr val="A6A6A6"/>
                </a:solidFill>
                <a:latin typeface="Lucida Console" panose="020B0609040504020204" pitchFamily="49" charset="0"/>
              </a:rPr>
              <a:t>&gt;&gt;&gt;</a:t>
            </a:r>
            <a:endParaRPr lang="en-US" sz="2254" kern="0" spc="-94" dirty="0"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2254" kern="0" spc="-94" dirty="0"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rgbClr val="A6A6A6"/>
                </a:solidFill>
                <a:latin typeface="Lucida Console" panose="020B0609040504020204" pitchFamily="49" charset="0"/>
              </a:rPr>
              <a:t>&gt;&gt;&gt;</a:t>
            </a:r>
            <a:endParaRPr lang="en-US" sz="2254" kern="0" spc="-94" dirty="0"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2254" kern="0" spc="-94" dirty="0"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254" kern="0" spc="-94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818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31"/>
    </mc:Choice>
    <mc:Fallback xmlns="">
      <p:transition spd="slow" advTm="20031"/>
    </mc:Fallback>
  </mc:AlternateContent>
  <p:extLst>
    <p:ext uri="{3A86A75C-4F4B-4683-9AE1-C65F6400EC91}">
      <p14:laserTraceLst xmlns:p14="http://schemas.microsoft.com/office/powerpoint/2010/main">
        <p14:tracePtLst>
          <p14:tracePt t="3196" x="158750" y="4794250"/>
          <p14:tracePt t="3230" x="279400" y="4514850"/>
          <p14:tracePt t="3257" x="374650" y="4248150"/>
          <p14:tracePt t="3289" x="450850" y="3956050"/>
          <p14:tracePt t="3322" x="501650" y="3752850"/>
          <p14:tracePt t="3357" x="533400" y="3657600"/>
          <p14:tracePt t="3389" x="552450" y="3556000"/>
          <p14:tracePt t="3422" x="571500" y="3454400"/>
          <p14:tracePt t="3445" x="609600" y="3371850"/>
          <p14:tracePt t="3478" x="628650" y="3276600"/>
          <p14:tracePt t="3506" x="654050" y="3168650"/>
          <p14:tracePt t="3538" x="717550" y="2959100"/>
          <p14:tracePt t="3571" x="774700" y="2781300"/>
          <p14:tracePt t="3604" x="819150" y="2711450"/>
          <p14:tracePt t="3638" x="831850" y="2641600"/>
          <p14:tracePt t="4058" x="876300" y="2444750"/>
          <p14:tracePt t="4088" x="939800" y="2114550"/>
          <p14:tracePt t="4124" x="984250" y="1917700"/>
          <p14:tracePt t="4144" x="996950" y="1828800"/>
          <p14:tracePt t="4161" x="1022350" y="1778000"/>
          <p14:tracePt t="4193" x="1054100" y="1695450"/>
          <p14:tracePt t="4210" x="1060450" y="1670050"/>
          <p14:tracePt t="4243" x="1073150" y="1638300"/>
          <p14:tracePt t="4285" x="1073150" y="1562100"/>
          <p14:tracePt t="4324" x="1066800" y="1536700"/>
          <p14:tracePt t="4353" x="1054100" y="1504950"/>
          <p14:tracePt t="4385" x="1028700" y="1428750"/>
          <p14:tracePt t="4409" x="984250" y="1352550"/>
          <p14:tracePt t="4442" x="920750" y="1244600"/>
          <p14:tracePt t="4475" x="876300" y="1193800"/>
          <p14:tracePt t="4508" x="857250" y="1174750"/>
          <p14:tracePt t="4541" x="831850" y="1174750"/>
          <p14:tracePt t="4569" x="825500" y="1174750"/>
          <p14:tracePt t="4601" x="812800" y="1193800"/>
          <p14:tracePt t="4634" x="806450" y="1200150"/>
          <p14:tracePt t="4667" x="806450" y="1212850"/>
          <p14:tracePt t="4717" x="819150" y="1212850"/>
          <p14:tracePt t="4756" x="825500" y="1200150"/>
          <p14:tracePt t="4786" x="831850" y="1174750"/>
          <p14:tracePt t="4822" x="831850" y="1143000"/>
          <p14:tracePt t="4852" x="831850" y="1123950"/>
          <p14:tracePt t="4933" x="838200" y="1168400"/>
          <p14:tracePt t="4967" x="882650" y="1441450"/>
          <p14:tracePt t="5000" x="984250" y="1841500"/>
          <p14:tracePt t="5033" x="1092200" y="2203450"/>
          <p14:tracePt t="5066" x="1250950" y="2959100"/>
          <p14:tracePt t="5100" x="1270000" y="3092450"/>
          <p14:tracePt t="5133" x="1276350" y="3124200"/>
          <p14:tracePt t="5166" x="1276350" y="3136900"/>
          <p14:tracePt t="5199" x="1282700" y="3105150"/>
          <p14:tracePt t="5233" x="1295400" y="3060700"/>
          <p14:tracePt t="5251" x="1295400" y="3022600"/>
          <p14:tracePt t="5282" x="1320800" y="2819400"/>
          <p14:tracePt t="5315" x="1308100" y="2533650"/>
          <p14:tracePt t="5334" x="1276350" y="2298700"/>
          <p14:tracePt t="5356" x="1238250" y="2089150"/>
          <p14:tracePt t="5383" x="1200150" y="1828800"/>
          <p14:tracePt t="5415" x="1174750" y="1657350"/>
          <p14:tracePt t="5433" x="1174750" y="1625600"/>
          <p14:tracePt t="5465" x="1174750" y="1619250"/>
          <p14:tracePt t="5515" x="1181100" y="1625600"/>
          <p14:tracePt t="5553" x="1187450" y="1631950"/>
          <p14:tracePt t="5588" x="1193800" y="1758950"/>
          <p14:tracePt t="5616" x="1212850" y="1911350"/>
          <p14:tracePt t="5652" x="1339850" y="2444750"/>
          <p14:tracePt t="5682" x="1504950" y="3251200"/>
          <p14:tracePt t="5714" x="1606550" y="3892550"/>
          <p14:tracePt t="5737" x="1612900" y="4095750"/>
          <p14:tracePt t="5771" x="1612900" y="4171950"/>
          <p14:tracePt t="5835" x="1612900" y="4108450"/>
          <p14:tracePt t="5870" x="1606550" y="3917950"/>
          <p14:tracePt t="5898" x="1562100" y="3486150"/>
          <p14:tracePt t="5930" x="1460500" y="2463800"/>
          <p14:tracePt t="5963" x="1397000" y="1949450"/>
          <p14:tracePt t="5996" x="1371600" y="1676400"/>
          <p14:tracePt t="6029" x="1346200" y="1587500"/>
          <p14:tracePt t="6112" x="1339850" y="1600200"/>
          <p14:tracePt t="6131" x="1339850" y="1606550"/>
          <p14:tracePt t="6168" x="1314450" y="1803400"/>
          <p14:tracePt t="6212" x="1314450" y="2197100"/>
          <p14:tracePt t="6245" x="1371600" y="2546350"/>
          <p14:tracePt t="6279" x="1441450" y="3028950"/>
          <p14:tracePt t="6302" x="1524000" y="3505200"/>
          <p14:tracePt t="6335" x="1562100" y="3683000"/>
          <p14:tracePt t="6353" x="1568450" y="3695700"/>
          <p14:tracePt t="6416" x="1574800" y="3695700"/>
          <p14:tracePt t="6478" x="1587500" y="3683000"/>
          <p14:tracePt t="6512" x="1555750" y="3556000"/>
          <p14:tracePt t="6530" x="1536700" y="3505200"/>
          <p14:tracePt t="6551" x="1498600" y="3371850"/>
          <p14:tracePt t="6584" x="1403350" y="3028950"/>
          <p14:tracePt t="6618" x="1327150" y="2622550"/>
          <p14:tracePt t="6646" x="1250950" y="1987550"/>
          <p14:tracePt t="6683" x="1155700" y="1409700"/>
          <p14:tracePt t="6727" x="1098550" y="1181100"/>
          <p14:tracePt t="6760" x="1079500" y="1149350"/>
          <p14:tracePt t="6793" x="1079500" y="1136650"/>
          <p14:tracePt t="6843" x="1079500" y="1149350"/>
          <p14:tracePt t="6882" x="1079500" y="1162050"/>
          <p14:tracePt t="6912" x="1066800" y="1206500"/>
          <p14:tracePt t="6928" x="1060450" y="1244600"/>
          <p14:tracePt t="6960" x="1041400" y="1441450"/>
          <p14:tracePt t="6994" x="1066800" y="2006600"/>
          <p14:tracePt t="7026" x="1136650" y="2444750"/>
          <p14:tracePt t="7059" x="1187450" y="2768600"/>
          <p14:tracePt t="7077" x="1193800" y="2794000"/>
          <p14:tracePt t="7109" x="1200150" y="2813050"/>
          <p14:tracePt t="7259" x="1193800" y="2787650"/>
          <p14:tracePt t="7292" x="1143000" y="2584450"/>
          <p14:tracePt t="7326" x="1060450" y="2317750"/>
          <p14:tracePt t="7360" x="806450" y="1574800"/>
          <p14:tracePt t="7367" x="730250" y="1403350"/>
          <p14:tracePt t="7398" x="584200" y="1111250"/>
          <p14:tracePt t="7431" x="482600" y="927100"/>
          <p14:tracePt t="7479" x="438150" y="857250"/>
          <p14:tracePt t="7509" x="438150" y="844550"/>
          <p14:tracePt t="7541" x="457200" y="838200"/>
          <p14:tracePt t="7574" x="488950" y="800100"/>
          <p14:tracePt t="7598" x="508000" y="762000"/>
          <p14:tracePt t="7631" x="533400" y="679450"/>
          <p14:tracePt t="7664" x="546100" y="622300"/>
          <p14:tracePt t="7697" x="552450" y="615950"/>
          <p14:tracePt t="7725" x="558800" y="622300"/>
          <p14:tracePt t="7757" x="628650" y="660400"/>
          <p14:tracePt t="7790" x="762000" y="723900"/>
          <p14:tracePt t="7823" x="863600" y="762000"/>
          <p14:tracePt t="7857" x="914400" y="768350"/>
          <p14:tracePt t="7923" x="908050" y="774700"/>
          <p14:tracePt t="7941" x="876300" y="781050"/>
          <p14:tracePt t="7973" x="736600" y="793750"/>
          <p14:tracePt t="7991" x="685800" y="812800"/>
          <p14:tracePt t="8023" x="508000" y="850900"/>
          <p14:tracePt t="8056" x="393700" y="901700"/>
          <p14:tracePt t="8089" x="342900" y="977900"/>
          <p14:tracePt t="8122" x="330200" y="1041400"/>
          <p14:tracePt t="8156" x="336550" y="1104900"/>
          <p14:tracePt t="8174" x="349250" y="1117600"/>
          <p14:tracePt t="8205" x="400050" y="1155700"/>
          <p14:tracePt t="8238" x="444500" y="1162050"/>
          <p14:tracePt t="8272" x="508000" y="1136650"/>
          <p14:tracePt t="8305" x="539750" y="1092200"/>
          <p14:tracePt t="8338" x="539750" y="1016000"/>
          <p14:tracePt t="8356" x="520700" y="984250"/>
          <p14:tracePt t="8388" x="463550" y="825500"/>
          <p14:tracePt t="8423" x="425450" y="723900"/>
          <p14:tracePt t="8454" x="419100" y="641350"/>
          <p14:tracePt t="8488" x="438150" y="577850"/>
          <p14:tracePt t="8526" x="495300" y="520700"/>
          <p14:tracePt t="8556" x="539750" y="450850"/>
          <p14:tracePt t="8573" x="552450" y="425450"/>
          <p14:tracePt t="8604" x="552450" y="381000"/>
          <p14:tracePt t="8637" x="533400" y="336550"/>
          <p14:tracePt t="8670" x="520700" y="317500"/>
          <p14:tracePt t="8694" x="514350" y="323850"/>
          <p14:tracePt t="8722" x="508000" y="336550"/>
          <p14:tracePt t="8758" x="514350" y="406400"/>
          <p14:tracePt t="8788" x="590550" y="806450"/>
          <p14:tracePt t="8820" x="647700" y="1333500"/>
          <p14:tracePt t="8853" x="647700" y="1936750"/>
          <p14:tracePt t="8887" x="660400" y="2622550"/>
          <p14:tracePt t="8919" x="673100" y="2876550"/>
          <p14:tracePt t="8943" x="679450" y="3079750"/>
          <p14:tracePt t="8976" x="692150" y="3124200"/>
          <p14:tracePt t="9004" x="704850" y="3124200"/>
          <p14:tracePt t="9036" x="717550" y="3124200"/>
          <p14:tracePt t="9086" x="730250" y="3130550"/>
          <p14:tracePt t="9119" x="781050" y="3149600"/>
          <p14:tracePt t="9152" x="844550" y="3181350"/>
          <p14:tracePt t="9185" x="990600" y="3238500"/>
          <p14:tracePt t="9219" x="1054100" y="3232150"/>
          <p14:tracePt t="9252" x="1123950" y="2990850"/>
          <p14:tracePt t="9285" x="1143000" y="2660650"/>
          <p14:tracePt t="9318" x="1130300" y="2305050"/>
          <p14:tracePt t="9351" x="1092200" y="2152650"/>
          <p14:tracePt t="9371" x="1092200" y="2146300"/>
          <p14:tracePt t="9451" x="1123950" y="2165350"/>
          <p14:tracePt t="9484" x="1212850" y="2197100"/>
          <p14:tracePt t="9517" x="1390650" y="2222500"/>
          <p14:tracePt t="9541" x="1644650" y="2209800"/>
          <p14:tracePt t="9574" x="1822450" y="2190750"/>
          <p14:tracePt t="9602" x="2019300" y="2190750"/>
          <p14:tracePt t="9634" x="2139950" y="2254250"/>
          <p14:tracePt t="9667" x="2165350" y="2463800"/>
          <p14:tracePt t="9700" x="2108200" y="2914650"/>
          <p14:tracePt t="9733" x="1879600" y="3695700"/>
          <p14:tracePt t="9757" x="1797050" y="3905250"/>
          <p14:tracePt t="9790" x="1695450" y="4064000"/>
          <p14:tracePt t="9823" x="1568450" y="4108450"/>
          <p14:tracePt t="9857" x="1435100" y="3975100"/>
          <p14:tracePt t="9875" x="1365250" y="3854450"/>
          <p14:tracePt t="9901" x="1098550" y="2990850"/>
          <p14:tracePt t="9933" x="977900" y="2292350"/>
          <p14:tracePt t="9966" x="990600" y="2063750"/>
          <p14:tracePt t="9999" x="1073150" y="1809750"/>
          <p14:tracePt t="10032" x="1155700" y="1631950"/>
          <p14:tracePt t="10056" x="1181100" y="1593850"/>
          <p14:tracePt t="10084" x="1212850" y="1593850"/>
          <p14:tracePt t="10115" x="1289050" y="1606550"/>
          <p14:tracePt t="10149" x="1377950" y="1631950"/>
          <p14:tracePt t="10182" x="1447800" y="1670050"/>
          <p14:tracePt t="10215" x="1473200" y="1765300"/>
          <p14:tracePt t="10248" x="1473200" y="1955800"/>
          <p14:tracePt t="10281" x="1384300" y="2159000"/>
          <p14:tracePt t="10305" x="1301750" y="2260600"/>
          <p14:tracePt t="10338" x="1092200" y="2317750"/>
          <p14:tracePt t="10371" x="895350" y="2152650"/>
          <p14:tracePt t="10404" x="615950" y="1593850"/>
          <p14:tracePt t="10447" x="533400" y="1143000"/>
          <p14:tracePt t="10481" x="590550" y="933450"/>
          <p14:tracePt t="10514" x="698500" y="768350"/>
          <p14:tracePt t="10538" x="838200" y="660400"/>
          <p14:tracePt t="10570" x="920750" y="635000"/>
          <p14:tracePt t="10604" x="971550" y="660400"/>
          <p14:tracePt t="10637" x="1022350" y="723900"/>
          <p14:tracePt t="10665" x="1041400" y="876300"/>
          <p14:tracePt t="10697" x="1047750" y="1117600"/>
          <p14:tracePt t="10730" x="952500" y="1765300"/>
          <p14:tracePt t="10754" x="914400" y="1974850"/>
          <p14:tracePt t="10787" x="831850" y="2120900"/>
          <p14:tracePt t="10820" x="806450" y="2127250"/>
          <p14:tracePt t="10854" x="762000" y="2070100"/>
          <p14:tracePt t="10870" x="742950" y="2044700"/>
          <p14:tracePt t="10897" x="704850" y="1892300"/>
          <p14:tracePt t="10934" x="698500" y="1771650"/>
          <p14:tracePt t="10964" x="698500" y="1651000"/>
          <p14:tracePt t="10996" x="717550" y="1568450"/>
          <p14:tracePt t="11029" x="723900" y="1543050"/>
          <p14:tracePt t="11053" x="730250" y="1536700"/>
          <p14:tracePt t="11100" x="723900" y="1562100"/>
          <p14:tracePt t="11135" x="711200" y="1663700"/>
          <p14:tracePt t="11164" x="711200" y="1809750"/>
          <p14:tracePt t="11195" x="723900" y="2000250"/>
          <p14:tracePt t="11228" x="755650" y="2070100"/>
          <p14:tracePt t="11262" x="787400" y="1962150"/>
          <p14:tracePt t="11294" x="774700" y="1644650"/>
          <p14:tracePt t="11318" x="717550" y="1219200"/>
          <p14:tracePt t="11351" x="666750" y="933450"/>
          <p14:tracePt t="11385" x="666750" y="844550"/>
          <p14:tracePt t="11418" x="673100" y="806450"/>
          <p14:tracePt t="11466" x="679450" y="806450"/>
          <p14:tracePt t="11511" x="673100" y="850900"/>
          <p14:tracePt t="11544" x="660400" y="914400"/>
          <p14:tracePt t="11567" x="654050" y="1028700"/>
          <p14:tracePt t="11600" x="622300" y="1447800"/>
          <p14:tracePt t="11634" x="622300" y="1631950"/>
          <p14:tracePt t="11662" x="615950" y="1676400"/>
          <p14:tracePt t="11710" x="615950" y="1657350"/>
          <p14:tracePt t="11743" x="635000" y="1549400"/>
          <p14:tracePt t="11776" x="647700" y="1308100"/>
          <p14:tracePt t="11810" x="622300" y="787400"/>
          <p14:tracePt t="11834" x="622300" y="596900"/>
          <p14:tracePt t="11866" x="609600" y="495300"/>
          <p14:tracePt t="11884" x="609600" y="482600"/>
          <p14:tracePt t="11911" x="603250" y="495300"/>
          <p14:tracePt t="11959" x="603250" y="533400"/>
          <p14:tracePt t="11992" x="615950" y="704850"/>
          <p14:tracePt t="12026" x="673100" y="1085850"/>
          <p14:tracePt t="12058" x="749300" y="1625600"/>
          <p14:tracePt t="12092" x="781050" y="2114550"/>
          <p14:tracePt t="12125" x="781050" y="2241550"/>
          <p14:tracePt t="12158" x="781050" y="2273300"/>
          <p14:tracePt t="12225" x="787400" y="2343150"/>
          <p14:tracePt t="12258" x="787400" y="2470150"/>
          <p14:tracePt t="12291" x="806450" y="2616200"/>
          <p14:tracePt t="12324" x="831850" y="2901950"/>
          <p14:tracePt t="12358" x="850900" y="3124200"/>
          <p14:tracePt t="12381" x="850900" y="3276600"/>
          <p14:tracePt t="12398" x="850900" y="3378200"/>
          <p14:tracePt t="12426" x="850900" y="3536950"/>
          <p14:tracePt t="12463" x="869950" y="3695700"/>
          <p14:tracePt t="12474" x="869950" y="3778250"/>
          <p14:tracePt t="12507" x="863600" y="3917950"/>
          <p14:tracePt t="12541" x="850900" y="3968750"/>
          <p14:tracePt t="12623" x="882650" y="3848100"/>
          <p14:tracePt t="12647" x="895350" y="3492500"/>
          <p14:tracePt t="12675" x="889000" y="3136900"/>
          <p14:tracePt t="12711" x="831850" y="2247900"/>
          <p14:tracePt t="12741" x="825500" y="1841500"/>
          <p14:tracePt t="12773" x="793750" y="1492250"/>
          <p14:tracePt t="12806" x="793750" y="1352550"/>
          <p14:tracePt t="12839" x="768350" y="1231900"/>
          <p14:tracePt t="12872" x="768350" y="1200150"/>
          <p14:tracePt t="12978" x="768350" y="1225550"/>
          <p14:tracePt t="13007" x="768350" y="1276350"/>
          <p14:tracePt t="13039" x="800100" y="1435100"/>
          <p14:tracePt t="13072" x="882650" y="1797050"/>
          <p14:tracePt t="13105" x="933450" y="2139950"/>
          <p14:tracePt t="13138" x="1035050" y="2882900"/>
          <p14:tracePt t="13171" x="1060450" y="3467100"/>
          <p14:tracePt t="13210" x="1060450" y="3860800"/>
          <p14:tracePt t="13240" x="1047750" y="4013200"/>
          <p14:tracePt t="13271" x="1047750" y="4038600"/>
          <p14:tracePt t="13421" x="1047750" y="4025900"/>
          <p14:tracePt t="14816" x="1060450" y="3860800"/>
          <p14:tracePt t="14840" x="1079500" y="3683000"/>
          <p14:tracePt t="14868" x="1111250" y="3257550"/>
          <p14:tracePt t="14899" x="1143000" y="2901950"/>
          <p14:tracePt t="14932" x="1149350" y="2692400"/>
          <p14:tracePt t="14966" x="1143000" y="2635250"/>
          <p14:tracePt t="14999" x="1136650" y="2597150"/>
          <p14:tracePt t="15022" x="1130300" y="2546350"/>
          <p14:tracePt t="15056" x="1085850" y="2368550"/>
          <p14:tracePt t="15089" x="1060450" y="2260600"/>
          <p14:tracePt t="15122" x="1047750" y="2203450"/>
          <p14:tracePt t="15150" x="1035050" y="2133600"/>
          <p14:tracePt t="15182" x="1035050" y="2063750"/>
          <p14:tracePt t="15215" x="1035050" y="1993900"/>
          <p14:tracePt t="15239" x="1028700" y="1974850"/>
          <p14:tracePt t="15286" x="1028700" y="1968500"/>
          <p14:tracePt t="15370" x="1022350" y="1968500"/>
          <p14:tracePt t="15399" x="1022350" y="1974850"/>
          <p14:tracePt t="15431" x="1022350" y="1987550"/>
          <p14:tracePt t="16710" x="1098550" y="2184400"/>
          <p14:tracePt t="16743" x="1155700" y="2286000"/>
          <p14:tracePt t="16776" x="1212850" y="2324100"/>
          <p14:tracePt t="16809" x="1250950" y="2343150"/>
          <p14:tracePt t="16843" x="1327150" y="2362200"/>
          <p14:tracePt t="16876" x="1384300" y="2368550"/>
          <p14:tracePt t="16900" x="1422400" y="2381250"/>
          <p14:tracePt t="16932" x="1485900" y="2400300"/>
          <p14:tracePt t="16961" x="1511300" y="2406650"/>
          <p14:tracePt t="16992" x="1543050" y="2419350"/>
          <p14:tracePt t="17025" x="1555750" y="2419350"/>
        </p14:tracePtLst>
      </p14:laserTrace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02665" y="733751"/>
            <a:ext cx="9013336" cy="5286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65" tIns="42932" rIns="85865" bIns="42932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from time import time, sleep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timer(com="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START",was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=[0]):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if com=="START": was[0]=time()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else: print('   ',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   f'{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(1000000*(time()-was[0])):,d}','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')</a:t>
            </a: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endParaRPr lang="en-US" sz="1050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timer(); sleep(2); timer('STOP')</a:t>
            </a:r>
          </a:p>
          <a:p>
            <a:pPr marL="0" indent="0" defTabSz="858622">
              <a:lnSpc>
                <a:spcPct val="85000"/>
              </a:lnSpc>
              <a:spcBef>
                <a:spcPts val="10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2,000,056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solidFill>
                  <a:srgbClr val="A6A6A6"/>
                </a:solidFill>
                <a:latin typeface="Lucida Console" panose="020B0609040504020204" pitchFamily="49" charset="0"/>
              </a:rPr>
              <a:t>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f(x): sleep(1); return x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sz="2254" kern="0" spc="-94" dirty="0">
              <a:solidFill>
                <a:srgbClr val="A6A6A6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timer(); f(None); timer('STOP')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1,000,107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timer(); f(None); timer('STOP')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1,000,212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254" kern="0" spc="-94" dirty="0">
              <a:solidFill>
                <a:srgbClr val="A6A6A6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" y="141827"/>
            <a:ext cx="9144000" cy="751317"/>
          </a:xfrm>
          <a:prstGeom prst="rect">
            <a:avLst/>
          </a:prstGeom>
        </p:spPr>
        <p:txBody>
          <a:bodyPr vert="horz" lIns="85865" tIns="0" rIns="85865" bIns="85865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132" dirty="0">
                <a:solidFill>
                  <a:srgbClr val="0070C0"/>
                </a:solidFill>
              </a:rPr>
              <a:t>Let's make a timer</a:t>
            </a:r>
            <a:endParaRPr lang="en-US" altLang="en-US" sz="4132" spc="75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040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02665" y="581351"/>
            <a:ext cx="9013336" cy="5286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65" tIns="42932" rIns="85865" bIns="42932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from time import time, sleep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timer(com="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START",was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=[0]):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1000" kern="0" spc="-94" dirty="0"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254" kern="0" spc="-94" dirty="0">
                <a:latin typeface="Lucida Console" panose="020B0609040504020204" pitchFamily="49" charset="0"/>
              </a:rPr>
              <a:t>   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if com=="START": was[0]=time()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254" kern="0" spc="-94" dirty="0">
                <a:latin typeface="Lucida Console" panose="020B0609040504020204" pitchFamily="49" charset="0"/>
              </a:rPr>
              <a:t>   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else: print('   ',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254" kern="0" spc="-94" dirty="0">
                <a:latin typeface="Lucida Console" panose="020B0609040504020204" pitchFamily="49" charset="0"/>
              </a:rPr>
              <a:t>      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f'{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(1000000*(time()-was[0])):,d}','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')</a:t>
            </a: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endParaRPr lang="en-US" sz="1200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endParaRPr lang="en-US" sz="1000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timer(); sleep(2); timer('STOP')</a:t>
            </a:r>
          </a:p>
          <a:p>
            <a:pPr marL="0" indent="0" defTabSz="858622">
              <a:lnSpc>
                <a:spcPct val="85000"/>
              </a:lnSpc>
              <a:spcBef>
                <a:spcPts val="10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2,000,056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solidFill>
                  <a:srgbClr val="A6A6A6"/>
                </a:solidFill>
                <a:latin typeface="Lucida Console" panose="020B0609040504020204" pitchFamily="49" charset="0"/>
              </a:rPr>
              <a:t>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f(x): sleep(1); return x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sz="2254" kern="0" spc="-94" dirty="0">
              <a:solidFill>
                <a:srgbClr val="A6A6A6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timer(); f(None); timer('STOP')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1,000,107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timer(); f(None); timer('STOP')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1,000,212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254" kern="0" spc="-94" dirty="0">
              <a:solidFill>
                <a:srgbClr val="A6A6A6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" y="-10573"/>
            <a:ext cx="9144000" cy="751317"/>
          </a:xfrm>
          <a:prstGeom prst="rect">
            <a:avLst/>
          </a:prstGeom>
        </p:spPr>
        <p:txBody>
          <a:bodyPr vert="horz" lIns="85865" tIns="0" rIns="85865" bIns="85865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132" dirty="0">
                <a:solidFill>
                  <a:srgbClr val="0070C0"/>
                </a:solidFill>
              </a:rPr>
              <a:t>Let's make a timer</a:t>
            </a:r>
            <a:endParaRPr lang="en-US" altLang="en-US" sz="4132" spc="75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1658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86943" y="439524"/>
            <a:ext cx="9029058" cy="5286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65" tIns="42932" rIns="85865" bIns="42932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from time import time, sleep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900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timer(com="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START",was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=[0]):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1050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254" kern="0" spc="-94" dirty="0">
                <a:latin typeface="Lucida Console" panose="020B0609040504020204" pitchFamily="49" charset="0"/>
              </a:rPr>
              <a:t>   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if com=="START": was[0]=time()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254" kern="0" spc="-94" dirty="0">
                <a:latin typeface="Lucida Console" panose="020B0609040504020204" pitchFamily="49" charset="0"/>
              </a:rPr>
              <a:t>   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else: print('   ',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254" kern="0" spc="-94" dirty="0">
                <a:latin typeface="Lucida Console" panose="020B0609040504020204" pitchFamily="49" charset="0"/>
              </a:rPr>
              <a:t>      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f'{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(1000000*(time()-was[0])):,d}','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')</a:t>
            </a:r>
            <a:endParaRPr lang="en-US" sz="2254" kern="0" spc="-94" dirty="0"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  <a:endParaRPr lang="en-US" sz="1200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endParaRPr lang="en-US" sz="1400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timer(); sleep(2); timer('STOP')</a:t>
            </a:r>
          </a:p>
          <a:p>
            <a:pPr marL="0" indent="0" defTabSz="858622">
              <a:lnSpc>
                <a:spcPct val="85000"/>
              </a:lnSpc>
              <a:spcBef>
                <a:spcPts val="10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2,000,056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solidFill>
                  <a:srgbClr val="A6A6A6"/>
                </a:solidFill>
                <a:latin typeface="Lucida Console" panose="020B0609040504020204" pitchFamily="49" charset="0"/>
              </a:rPr>
              <a:t>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f(x): sleep(1); return x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sz="2254" kern="0" spc="-94" dirty="0">
              <a:solidFill>
                <a:srgbClr val="A6A6A6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timer(); f(None); timer('STOP')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1,000,107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timer(); f(None); timer('STOP')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1,000,212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254" kern="0" spc="-94" dirty="0">
              <a:solidFill>
                <a:srgbClr val="A6A6A6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" y="-152400"/>
            <a:ext cx="9144000" cy="751317"/>
          </a:xfrm>
          <a:prstGeom prst="rect">
            <a:avLst/>
          </a:prstGeom>
        </p:spPr>
        <p:txBody>
          <a:bodyPr vert="horz" lIns="85865" tIns="0" rIns="85865" bIns="85865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132" dirty="0">
                <a:solidFill>
                  <a:srgbClr val="0070C0"/>
                </a:solidFill>
              </a:rPr>
              <a:t>Let's make a timer</a:t>
            </a:r>
            <a:endParaRPr lang="en-US" altLang="en-US" sz="4132" spc="75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143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56963" y="287124"/>
            <a:ext cx="9059038" cy="5286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65" tIns="42932" rIns="85865" bIns="42932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from time import time, sleep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1200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timer(com="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START",was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=[0]):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1800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254" kern="0" spc="-94" dirty="0">
                <a:latin typeface="Lucida Console" panose="020B0609040504020204" pitchFamily="49" charset="0"/>
              </a:rPr>
              <a:t>   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if com=="START": was[0]=time()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254" kern="0" spc="-94" dirty="0">
                <a:latin typeface="Lucida Console" panose="020B0609040504020204" pitchFamily="49" charset="0"/>
              </a:rPr>
              <a:t>   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else: print('   ',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254" kern="0" spc="-94" dirty="0">
                <a:latin typeface="Lucida Console" panose="020B0609040504020204" pitchFamily="49" charset="0"/>
              </a:rPr>
              <a:t>      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f'{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(1000000*(time()-was[0])):,d}','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')</a:t>
            </a:r>
            <a:endParaRPr lang="en-US" sz="2254" kern="0" spc="-94" dirty="0"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endParaRPr lang="en-US" sz="1200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endParaRPr lang="en-US" sz="1400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timer(); sleep(2); timer('STOP')</a:t>
            </a:r>
          </a:p>
          <a:p>
            <a:pPr marL="0" indent="0" defTabSz="858622">
              <a:lnSpc>
                <a:spcPct val="85000"/>
              </a:lnSpc>
              <a:spcBef>
                <a:spcPts val="10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2,000,056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solidFill>
                  <a:srgbClr val="A6A6A6"/>
                </a:solidFill>
                <a:latin typeface="Lucida Console" panose="020B0609040504020204" pitchFamily="49" charset="0"/>
              </a:rPr>
              <a:t>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f(x): sleep(1); return x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sz="2254" kern="0" spc="-94" dirty="0">
              <a:solidFill>
                <a:srgbClr val="A6A6A6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timer(); f(None); timer('STOP')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1,000,107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timer(); f(None); timer('STOP')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1,000,212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254" kern="0" spc="-94" dirty="0">
              <a:solidFill>
                <a:srgbClr val="A6A6A6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" y="-304800"/>
            <a:ext cx="9144000" cy="751317"/>
          </a:xfrm>
          <a:prstGeom prst="rect">
            <a:avLst/>
          </a:prstGeom>
        </p:spPr>
        <p:txBody>
          <a:bodyPr vert="horz" lIns="85865" tIns="0" rIns="85865" bIns="85865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132" dirty="0">
                <a:solidFill>
                  <a:srgbClr val="0070C0"/>
                </a:solidFill>
              </a:rPr>
              <a:t>Let's make a timer</a:t>
            </a:r>
            <a:endParaRPr lang="en-US" altLang="en-US" sz="4132" spc="75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3654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8974" y="134724"/>
            <a:ext cx="9050562" cy="5286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65" tIns="42932" rIns="85865" bIns="42932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from time import time, sleep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timer(com="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START",was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=[0]):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1800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254" kern="0" spc="-94" dirty="0">
                <a:latin typeface="Lucida Console" panose="020B0609040504020204" pitchFamily="49" charset="0"/>
              </a:rPr>
              <a:t>   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if com=="START": was[0]=time()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254" kern="0" spc="-94" dirty="0">
                <a:latin typeface="Lucida Console" panose="020B0609040504020204" pitchFamily="49" charset="0"/>
              </a:rPr>
              <a:t>   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else: print('   ',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254" kern="0" spc="-94" dirty="0">
                <a:latin typeface="Lucida Console" panose="020B0609040504020204" pitchFamily="49" charset="0"/>
              </a:rPr>
              <a:t>      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f'{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(1000000*(time()-was[0])):,d}','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')</a:t>
            </a:r>
            <a:endParaRPr lang="en-US" sz="2254" kern="0" spc="-94" dirty="0"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endParaRPr lang="en-US" sz="1000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endParaRPr lang="en-US" sz="2800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timer(); sleep(2); timer('STOP')</a:t>
            </a:r>
          </a:p>
          <a:p>
            <a:pPr marL="0" indent="0" defTabSz="858622">
              <a:lnSpc>
                <a:spcPct val="85000"/>
              </a:lnSpc>
              <a:spcBef>
                <a:spcPts val="10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2,000,056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solidFill>
                  <a:srgbClr val="A6A6A6"/>
                </a:solidFill>
                <a:latin typeface="Lucida Console" panose="020B0609040504020204" pitchFamily="49" charset="0"/>
              </a:rPr>
              <a:t>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f(x): sleep(1); return x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sz="2254" kern="0" spc="-94" dirty="0">
              <a:solidFill>
                <a:srgbClr val="A6A6A6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timer(); f(None); timer('STOP')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1,000,107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timer(); f(None); timer('STOP')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1,000,212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254" kern="0" spc="-94" dirty="0">
              <a:solidFill>
                <a:srgbClr val="A6A6A6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" y="-457200"/>
            <a:ext cx="9144000" cy="751317"/>
          </a:xfrm>
          <a:prstGeom prst="rect">
            <a:avLst/>
          </a:prstGeom>
        </p:spPr>
        <p:txBody>
          <a:bodyPr vert="horz" lIns="85865" tIns="0" rIns="85865" bIns="85865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132" dirty="0">
                <a:solidFill>
                  <a:srgbClr val="0070C0"/>
                </a:solidFill>
              </a:rPr>
              <a:t>Let's make a timer</a:t>
            </a:r>
            <a:endParaRPr lang="en-US" altLang="en-US" sz="4132" spc="75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447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"/>
    </mc:Choice>
    <mc:Fallback xmlns="">
      <p:transition spd="slow" advTm="3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9144" y="0"/>
            <a:ext cx="901333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65" tIns="42932" rIns="85865" bIns="42932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time import time, sleep</a:t>
            </a:r>
            <a:endParaRPr lang="en-US" altLang="en-US" sz="2250" spc="-1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timer(com="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START",was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=[0]):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50" spc="-1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\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254" kern="0" spc="-94" dirty="0">
                <a:latin typeface="Lucida Console" panose="020B0609040504020204" pitchFamily="49" charset="0"/>
              </a:rPr>
              <a:t>  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if com=="START": was[0]=time()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254" kern="0" spc="-94" dirty="0">
                <a:latin typeface="Lucida Console" panose="020B0609040504020204" pitchFamily="49" charset="0"/>
              </a:rPr>
              <a:t>   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else: print('   ',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   f'{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(1000000*(time()-was[0])):,d}','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')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1800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700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timer(); sleep(2); timer('STOP')</a:t>
            </a:r>
          </a:p>
          <a:p>
            <a:pPr marL="0" indent="0" defTabSz="858622">
              <a:lnSpc>
                <a:spcPct val="85000"/>
              </a:lnSpc>
              <a:spcBef>
                <a:spcPts val="10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2,000,056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solidFill>
                  <a:srgbClr val="A6A6A6"/>
                </a:solidFill>
                <a:latin typeface="Lucida Console" panose="020B0609040504020204" pitchFamily="49" charset="0"/>
              </a:rPr>
              <a:t>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f(x): sleep(1); return x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sz="2254" kern="0" spc="-94" dirty="0">
              <a:solidFill>
                <a:srgbClr val="A6A6A6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timer(); f(None); timer('STOP')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1,000,107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timer(); f(None); timer('STOP')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1,000,212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254" kern="0" spc="-94" dirty="0">
              <a:solidFill>
                <a:srgbClr val="A6A6A6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5709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033"/>
    </mc:Choice>
    <mc:Fallback xmlns="">
      <p:transition spd="slow" advTm="33033"/>
    </mc:Fallback>
  </mc:AlternateContent>
  <p:extLst>
    <p:ext uri="{3A86A75C-4F4B-4683-9AE1-C65F6400EC91}">
      <p14:laserTraceLst xmlns:p14="http://schemas.microsoft.com/office/powerpoint/2010/main">
        <p14:tracePtLst>
          <p14:tracePt t="2977" x="2787650" y="3136900"/>
          <p14:tracePt t="2984" x="2794000" y="3136900"/>
          <p14:tracePt t="3000" x="2800350" y="3130550"/>
          <p14:tracePt t="3013" x="2813050" y="3105150"/>
          <p14:tracePt t="3020" x="2832100" y="3086100"/>
          <p14:tracePt t="3035" x="2851150" y="3054350"/>
          <p14:tracePt t="3049" x="2876550" y="3022600"/>
          <p14:tracePt t="3066" x="2927350" y="2908300"/>
          <p14:tracePt t="3083" x="2952750" y="2832100"/>
          <p14:tracePt t="3099" x="2984500" y="2622550"/>
          <p14:tracePt t="3116" x="2984500" y="2374900"/>
          <p14:tracePt t="3133" x="2946400" y="2114550"/>
          <p14:tracePt t="3148" x="2914650" y="1987550"/>
          <p14:tracePt t="3165" x="2813050" y="1752600"/>
          <p14:tracePt t="3183" x="2673350" y="1536700"/>
          <p14:tracePt t="3198" x="2584450" y="1441450"/>
          <p14:tracePt t="3215" x="2419350" y="1263650"/>
          <p14:tracePt t="3232" x="2228850" y="1104900"/>
          <p14:tracePt t="3248" x="2146300" y="1041400"/>
          <p14:tracePt t="3251" x="2063750" y="990600"/>
          <p14:tracePt t="3281" x="1854200" y="869950"/>
          <p14:tracePt t="3298" x="1809750" y="857250"/>
          <p14:tracePt t="3315" x="1733550" y="812800"/>
          <p14:tracePt t="3331" x="1701800" y="800100"/>
          <p14:tracePt t="3348" x="1670050" y="774700"/>
          <p14:tracePt t="3366" x="1651000" y="768350"/>
          <p14:tracePt t="3381" x="1644650" y="768350"/>
          <p14:tracePt t="3398" x="1631950" y="762000"/>
          <p14:tracePt t="3455" x="1625600" y="762000"/>
          <p14:tracePt t="3476" x="1612900" y="762000"/>
          <p14:tracePt t="3483" x="1600200" y="768350"/>
          <p14:tracePt t="3490" x="1587500" y="768350"/>
          <p14:tracePt t="3504" x="1574800" y="774700"/>
          <p14:tracePt t="3514" x="1562100" y="774700"/>
          <p14:tracePt t="3531" x="1555750" y="781050"/>
          <p14:tracePt t="3548" x="1536700" y="787400"/>
          <p14:tracePt t="3583" x="1530350" y="787400"/>
          <p14:tracePt t="3617" x="1524000" y="793750"/>
          <p14:tracePt t="3659" x="1517650" y="800100"/>
          <p14:tracePt t="3687" x="1517650" y="806450"/>
          <p14:tracePt t="3708" x="1517650" y="812800"/>
          <p14:tracePt t="3715" x="1524000" y="812800"/>
          <p14:tracePt t="3736" x="1536700" y="812800"/>
          <p14:tracePt t="3743" x="1536700" y="819150"/>
          <p14:tracePt t="3757" x="1543050" y="819150"/>
          <p14:tracePt t="3766" x="1555750" y="825500"/>
          <p14:tracePt t="3780" x="1581150" y="825500"/>
          <p14:tracePt t="3796" x="1638300" y="844550"/>
          <p14:tracePt t="3813" x="1689100" y="844550"/>
          <p14:tracePt t="3831" x="1797050" y="850900"/>
          <p14:tracePt t="3846" x="1847850" y="857250"/>
          <p14:tracePt t="3865" x="2006600" y="857250"/>
          <p14:tracePt t="3880" x="2044700" y="850900"/>
          <p14:tracePt t="3896" x="2076450" y="850900"/>
          <p14:tracePt t="3913" x="2146300" y="844550"/>
          <p14:tracePt t="3929" x="2159000" y="838200"/>
          <p14:tracePt t="3947" x="2165350" y="838200"/>
          <p14:tracePt t="3962" x="2165350" y="831850"/>
          <p14:tracePt t="4066" x="2159000" y="831850"/>
          <p14:tracePt t="4073" x="2152650" y="831850"/>
          <p14:tracePt t="4087" x="2146300" y="831850"/>
          <p14:tracePt t="4098" x="2139950" y="838200"/>
          <p14:tracePt t="4112" x="2127250" y="844550"/>
          <p14:tracePt t="4129" x="2089150" y="869950"/>
          <p14:tracePt t="4145" x="2025650" y="889000"/>
          <p14:tracePt t="4162" x="1981200" y="908050"/>
          <p14:tracePt t="4181" x="1898650" y="933450"/>
          <p14:tracePt t="4195" x="1816100" y="952500"/>
          <p14:tracePt t="4212" x="1790700" y="958850"/>
          <p14:tracePt t="4229" x="1733550" y="958850"/>
          <p14:tracePt t="4245" x="1708150" y="958850"/>
          <p14:tracePt t="4261" x="1682750" y="958850"/>
          <p14:tracePt t="4281" x="1676400" y="958850"/>
          <p14:tracePt t="4295" x="1670050" y="958850"/>
          <p14:tracePt t="4311" x="1663700" y="958850"/>
          <p14:tracePt t="4418" x="1670050" y="958850"/>
          <p14:tracePt t="4425" x="1676400" y="958850"/>
          <p14:tracePt t="4446" x="1689100" y="958850"/>
          <p14:tracePt t="4461" x="1695450" y="958850"/>
          <p14:tracePt t="4467" x="1714500" y="965200"/>
          <p14:tracePt t="4481" x="1733550" y="965200"/>
          <p14:tracePt t="4494" x="1771650" y="965200"/>
          <p14:tracePt t="4511" x="1854200" y="971550"/>
          <p14:tracePt t="4527" x="1905000" y="971550"/>
          <p14:tracePt t="4544" x="2019300" y="971550"/>
          <p14:tracePt t="4560" x="2114550" y="971550"/>
          <p14:tracePt t="4577" x="2165350" y="971550"/>
          <p14:tracePt t="4594" x="2222500" y="971550"/>
          <p14:tracePt t="4610" x="2254250" y="971550"/>
          <p14:tracePt t="4627" x="2266950" y="971550"/>
          <p14:tracePt t="4644" x="2279650" y="965200"/>
          <p14:tracePt t="4741" x="2279650" y="958850"/>
          <p14:tracePt t="4776" x="2279650" y="965200"/>
          <p14:tracePt t="6856" x="2254250" y="1009650"/>
          <p14:tracePt t="6870" x="2228850" y="1079500"/>
          <p14:tracePt t="6877" x="2209800" y="1155700"/>
          <p14:tracePt t="6886" x="2178050" y="1238250"/>
          <p14:tracePt t="6902" x="2146300" y="1314450"/>
          <p14:tracePt t="6920" x="2108200" y="1485900"/>
          <p14:tracePt t="6935" x="2076450" y="1644650"/>
          <p14:tracePt t="6952" x="2070100" y="1720850"/>
          <p14:tracePt t="6969" x="2051050" y="1866900"/>
          <p14:tracePt t="6985" x="2038350" y="1930400"/>
          <p14:tracePt t="7002" x="2038350" y="2082800"/>
          <p14:tracePt t="7019" x="2038350" y="2235200"/>
          <p14:tracePt t="7035" x="2044700" y="2286000"/>
          <p14:tracePt t="7053" x="2044700" y="2419350"/>
          <p14:tracePt t="7068" x="2038350" y="2533650"/>
          <p14:tracePt t="7085" x="2038350" y="2584450"/>
          <p14:tracePt t="7103" x="2038350" y="2692400"/>
          <p14:tracePt t="7118" x="2051050" y="2755900"/>
          <p14:tracePt t="7135" x="2057400" y="2876550"/>
          <p14:tracePt t="7152" x="2076450" y="3028950"/>
          <p14:tracePt t="7168" x="2076450" y="3194050"/>
          <p14:tracePt t="7185" x="2076450" y="3282950"/>
          <p14:tracePt t="7201" x="2076450" y="3448050"/>
          <p14:tracePt t="7218" x="2057400" y="3568700"/>
          <p14:tracePt t="7236" x="2051050" y="3676650"/>
          <p14:tracePt t="7251" x="2038350" y="3714750"/>
          <p14:tracePt t="7268" x="2032000" y="3759200"/>
          <p14:tracePt t="7285" x="1981200" y="3886200"/>
          <p14:tracePt t="7301" x="1968500" y="3924300"/>
          <p14:tracePt t="7318" x="1943100" y="3968750"/>
          <p14:tracePt t="7321" x="1924050" y="4025900"/>
          <p14:tracePt t="7334" x="1911350" y="4083050"/>
          <p14:tracePt t="7351" x="1866900" y="4165600"/>
          <p14:tracePt t="7368" x="1847850" y="4210050"/>
          <p14:tracePt t="7384" x="1803400" y="4311650"/>
          <p14:tracePt t="7400" x="1778000" y="4368800"/>
          <p14:tracePt t="7417" x="1765300" y="4394200"/>
          <p14:tracePt t="7434" x="1752600" y="4432300"/>
          <p14:tracePt t="7450" x="1746250" y="4470400"/>
          <p14:tracePt t="7469" x="1746250" y="4495800"/>
          <p14:tracePt t="7484" x="1739900" y="4508500"/>
          <p14:tracePt t="7951" x="1739900" y="4489450"/>
          <p14:tracePt t="7966" x="1739900" y="4470400"/>
          <p14:tracePt t="7972" x="1746250" y="4451350"/>
          <p14:tracePt t="7986" x="1758950" y="4438650"/>
          <p14:tracePt t="8001" x="1765300" y="4413250"/>
          <p14:tracePt t="8016" x="1771650" y="4406900"/>
          <p14:tracePt t="8035" x="1778000" y="4400550"/>
          <p14:tracePt t="8051" x="1778000" y="4387850"/>
          <p14:tracePt t="8070" x="1784350" y="4381500"/>
          <p14:tracePt t="8085" x="1784350" y="4375150"/>
          <p14:tracePt t="8102" x="1778000" y="4368800"/>
          <p14:tracePt t="8115" x="1765300" y="4343400"/>
          <p14:tracePt t="8131" x="1758950" y="4330700"/>
          <p14:tracePt t="8148" x="1733550" y="4292600"/>
          <p14:tracePt t="8165" x="1708150" y="4279900"/>
          <p14:tracePt t="8181" x="1695450" y="4267200"/>
          <p14:tracePt t="8198" x="1663700" y="4248150"/>
          <p14:tracePt t="8214" x="1625600" y="4222750"/>
          <p14:tracePt t="8233" x="1606550" y="4222750"/>
          <p14:tracePt t="8248" x="1587500" y="4222750"/>
          <p14:tracePt t="8264" x="1581150" y="4222750"/>
          <p14:tracePt t="8281" x="1574800" y="4222750"/>
          <p14:tracePt t="8297" x="1568450" y="4222750"/>
          <p14:tracePt t="8323" x="1562100" y="4222750"/>
          <p14:tracePt t="8422" x="1555750" y="4229100"/>
          <p14:tracePt t="8449" x="1549400" y="4229100"/>
          <p14:tracePt t="8470" x="1543050" y="4235450"/>
          <p14:tracePt t="8499" x="1536700" y="4241800"/>
          <p14:tracePt t="8555" x="1530350" y="4248150"/>
          <p14:tracePt t="8562" x="1524000" y="4248150"/>
          <p14:tracePt t="8604" x="1517650" y="4248150"/>
          <p14:tracePt t="8611" x="1511300" y="4248150"/>
          <p14:tracePt t="8660" x="1504950" y="4254500"/>
          <p14:tracePt t="8681" x="1511300" y="4260850"/>
          <p14:tracePt t="8697" x="1517650" y="4260850"/>
          <p14:tracePt t="8709" x="1530350" y="4260850"/>
          <p14:tracePt t="8716" x="1543050" y="4260850"/>
          <p14:tracePt t="8732" x="1555750" y="4260850"/>
          <p14:tracePt t="8746" x="1619250" y="4267200"/>
          <p14:tracePt t="8762" x="1663700" y="4267200"/>
          <p14:tracePt t="8779" x="1765300" y="4279900"/>
          <p14:tracePt t="8796" x="1841500" y="4286250"/>
          <p14:tracePt t="8812" x="1873250" y="4286250"/>
          <p14:tracePt t="8829" x="1924050" y="4286250"/>
          <p14:tracePt t="8846" x="1955800" y="4286250"/>
          <p14:tracePt t="8862" x="1962150" y="4286250"/>
          <p14:tracePt t="8880" x="1968500" y="4286250"/>
          <p14:tracePt t="8896" x="1974850" y="4286250"/>
          <p14:tracePt t="8941" x="1974850" y="4279900"/>
          <p14:tracePt t="9005" x="1981200" y="4279900"/>
          <p14:tracePt t="9265" x="1981200" y="4273550"/>
          <p14:tracePt t="9553" x="1974850" y="4273550"/>
          <p14:tracePt t="9567" x="1968500" y="4273550"/>
          <p14:tracePt t="9574" x="1962150" y="4273550"/>
          <p14:tracePt t="9588" x="1949450" y="4273550"/>
          <p14:tracePt t="9596" x="1936750" y="4260850"/>
          <p14:tracePt t="9612" x="1911350" y="4254500"/>
          <p14:tracePt t="9626" x="1892300" y="4254500"/>
          <p14:tracePt t="9643" x="1835150" y="4248150"/>
          <p14:tracePt t="9660" x="1784350" y="4241800"/>
          <p14:tracePt t="9676" x="1765300" y="4241800"/>
          <p14:tracePt t="9693" x="1727200" y="4241800"/>
          <p14:tracePt t="9709" x="1689100" y="4241800"/>
          <p14:tracePt t="9726" x="1676400" y="4248150"/>
          <p14:tracePt t="9743" x="1657350" y="4267200"/>
          <p14:tracePt t="9759" x="1657350" y="4286250"/>
          <p14:tracePt t="9776" x="1651000" y="4292600"/>
          <p14:tracePt t="9793" x="1651000" y="4305300"/>
          <p14:tracePt t="9809" x="1651000" y="4311650"/>
          <p14:tracePt t="9825" x="1651000" y="4318000"/>
          <p14:tracePt t="9843" x="1651000" y="4324350"/>
          <p14:tracePt t="10129" x="1651000" y="4318000"/>
          <p14:tracePt t="10136" x="1651000" y="4311650"/>
          <p14:tracePt t="10150" x="1657350" y="4311650"/>
          <p14:tracePt t="10165" x="1663700" y="4305300"/>
          <p14:tracePt t="10174" x="1670050" y="4298950"/>
          <p14:tracePt t="10190" x="1670050" y="4292600"/>
          <p14:tracePt t="10207" x="1689100" y="4273550"/>
          <p14:tracePt t="10224" x="1689100" y="4260850"/>
          <p14:tracePt t="10241" x="1695450" y="4260850"/>
          <p14:tracePt t="10257" x="1695450" y="4248150"/>
          <p14:tracePt t="10291" x="1695450" y="4241800"/>
          <p14:tracePt t="10466" x="1701800" y="4241800"/>
          <p14:tracePt t="10480" x="1708150" y="4241800"/>
          <p14:tracePt t="10488" x="1714500" y="4241800"/>
          <p14:tracePt t="10495" x="1727200" y="4241800"/>
          <p14:tracePt t="10510" x="1739900" y="4241800"/>
          <p14:tracePt t="10523" x="1790700" y="4229100"/>
          <p14:tracePt t="10539" x="1816100" y="4216400"/>
          <p14:tracePt t="10556" x="1930400" y="4184650"/>
          <p14:tracePt t="10573" x="2101850" y="4140200"/>
          <p14:tracePt t="10589" x="2178050" y="4133850"/>
          <p14:tracePt t="10608" x="2470150" y="4089400"/>
          <p14:tracePt t="10622" x="2571750" y="4089400"/>
          <p14:tracePt t="10639" x="2673350" y="4089400"/>
          <p14:tracePt t="10656" x="2914650" y="4108450"/>
          <p14:tracePt t="10672" x="3143250" y="4114800"/>
          <p14:tracePt t="10689" x="3244850" y="4140200"/>
          <p14:tracePt t="10706" x="3454400" y="4165600"/>
          <p14:tracePt t="10722" x="3625850" y="4210050"/>
          <p14:tracePt t="10739" x="3714750" y="4216400"/>
          <p14:tracePt t="10756" x="3873500" y="4267200"/>
          <p14:tracePt t="10772" x="3949700" y="4279900"/>
          <p14:tracePt t="10789" x="4070350" y="4318000"/>
          <p14:tracePt t="10805" x="4127500" y="4324350"/>
          <p14:tracePt t="10822" x="4165600" y="4343400"/>
          <p14:tracePt t="10839" x="4210050" y="4349750"/>
          <p14:tracePt t="10855" x="4248150" y="4356100"/>
          <p14:tracePt t="10871" x="4292600" y="4368800"/>
          <p14:tracePt t="10888" x="4330700" y="4375150"/>
          <p14:tracePt t="10905" x="4362450" y="4375150"/>
          <p14:tracePt t="10921" x="4387850" y="4381500"/>
          <p14:tracePt t="10938" x="4419600" y="4387850"/>
          <p14:tracePt t="10955" x="4489450" y="4387850"/>
          <p14:tracePt t="10972" x="4527550" y="4387850"/>
          <p14:tracePt t="10988" x="4565650" y="4400550"/>
          <p14:tracePt t="11004" x="4629150" y="4413250"/>
          <p14:tracePt t="11022" x="4667250" y="4413250"/>
          <p14:tracePt t="11038" x="4705350" y="4419600"/>
          <p14:tracePt t="11054" x="4800600" y="4432300"/>
          <p14:tracePt t="11071" x="4838700" y="4432300"/>
          <p14:tracePt t="11087" x="4921250" y="4438650"/>
          <p14:tracePt t="11104" x="4959350" y="4438650"/>
          <p14:tracePt t="11121" x="4997450" y="4438650"/>
          <p14:tracePt t="11138" x="5080000" y="4438650"/>
          <p14:tracePt t="11155" x="5105400" y="4438650"/>
          <p14:tracePt t="11170" x="5156200" y="4438650"/>
          <p14:tracePt t="11188" x="5175250" y="4445000"/>
          <p14:tracePt t="11204" x="5194300" y="4445000"/>
          <p14:tracePt t="11220" x="5232400" y="4445000"/>
          <p14:tracePt t="11237" x="5245100" y="4438650"/>
          <p14:tracePt t="11254" x="5270500" y="4432300"/>
          <p14:tracePt t="11270" x="5276850" y="4432300"/>
          <p14:tracePt t="11287" x="5276850" y="4425950"/>
          <p14:tracePt t="11303" x="5283200" y="4419600"/>
          <p14:tracePt t="11339" x="5283200" y="4413250"/>
          <p14:tracePt t="11429" x="5283200" y="4406900"/>
          <p14:tracePt t="11464" x="5276850" y="4406900"/>
          <p14:tracePt t="11520" x="5270500" y="4406900"/>
          <p14:tracePt t="11723" x="5232400" y="4400550"/>
          <p14:tracePt t="11730" x="5168900" y="4394200"/>
          <p14:tracePt t="11744" x="5092700" y="4375150"/>
          <p14:tracePt t="11758" x="4997450" y="4349750"/>
          <p14:tracePt t="11769" x="4883150" y="4330700"/>
          <p14:tracePt t="11785" x="4756150" y="4311650"/>
          <p14:tracePt t="11802" x="4438650" y="4254500"/>
          <p14:tracePt t="11819" x="4114800" y="4191000"/>
          <p14:tracePt t="11835" x="3962400" y="4159250"/>
          <p14:tracePt t="11851" x="3733800" y="4127500"/>
          <p14:tracePt t="11868" x="3530600" y="4095750"/>
          <p14:tracePt t="11871" x="3441700" y="4083050"/>
          <p14:tracePt t="11887" x="3371850" y="4076700"/>
          <p14:tracePt t="11901" x="3321050" y="4076700"/>
          <p14:tracePt t="11918" x="3238500" y="4070350"/>
          <p14:tracePt t="11935" x="3200400" y="4070350"/>
          <p14:tracePt t="11951" x="3187700" y="4070350"/>
          <p14:tracePt t="11968" x="3175000" y="4070350"/>
          <p14:tracePt t="11985" x="3181350" y="4076700"/>
          <p14:tracePt t="12001" x="3187700" y="4083050"/>
          <p14:tracePt t="12018" x="3232150" y="4089400"/>
          <p14:tracePt t="12034" x="3340100" y="4102100"/>
          <p14:tracePt t="12051" x="3416300" y="4102100"/>
          <p14:tracePt t="12069" x="3606800" y="4108450"/>
          <p14:tracePt t="12084" x="3708400" y="4121150"/>
          <p14:tracePt t="12101" x="3810000" y="4121150"/>
          <p14:tracePt t="12118" x="3968750" y="4108450"/>
          <p14:tracePt t="12134" x="4019550" y="4095750"/>
          <p14:tracePt t="12151" x="4051300" y="4089400"/>
          <p14:tracePt t="12167" x="4076700" y="4083050"/>
          <p14:tracePt t="12184" x="4083050" y="4083050"/>
          <p14:tracePt t="12202" x="4083050" y="4076700"/>
          <p14:tracePt t="12233" x="4044950" y="4064000"/>
          <p14:tracePt t="12251" x="3943350" y="4038600"/>
          <p14:tracePt t="12267" x="3733800" y="3987800"/>
          <p14:tracePt t="12284" x="3606800" y="3956050"/>
          <p14:tracePt t="12301" x="3333750" y="3905250"/>
          <p14:tracePt t="12316" x="3016250" y="3854450"/>
          <p14:tracePt t="12333" x="2857500" y="3829050"/>
          <p14:tracePt t="12350" x="2578100" y="3822700"/>
          <p14:tracePt t="12366" x="2324100" y="3822700"/>
          <p14:tracePt t="12384" x="2133600" y="3854450"/>
          <p14:tracePt t="12399" x="2044700" y="3873500"/>
          <p14:tracePt t="12416" x="1974850" y="3905250"/>
          <p14:tracePt t="12433" x="1790700" y="4000500"/>
          <p14:tracePt t="12450" x="1733550" y="4038600"/>
          <p14:tracePt t="12466" x="1689100" y="4076700"/>
          <p14:tracePt t="12483" x="1619250" y="4133850"/>
          <p14:tracePt t="12499" x="1568450" y="4178300"/>
          <p14:tracePt t="12516" x="1543050" y="4197350"/>
          <p14:tracePt t="12533" x="1511300" y="4241800"/>
          <p14:tracePt t="12549" x="1479550" y="4267200"/>
          <p14:tracePt t="12567" x="1466850" y="4286250"/>
          <p14:tracePt t="12582" x="1466850" y="4292600"/>
          <p14:tracePt t="12618" x="1460500" y="4292600"/>
          <p14:tracePt t="12679" x="1460500" y="4286250"/>
          <p14:tracePt t="12700" x="1473200" y="4286250"/>
          <p14:tracePt t="12707" x="1498600" y="4279900"/>
          <p14:tracePt t="12716" x="1517650" y="4279900"/>
          <p14:tracePt t="12731" x="1562100" y="4279900"/>
          <p14:tracePt t="12750" x="1708150" y="4267200"/>
          <p14:tracePt t="12765" x="1809750" y="4267200"/>
          <p14:tracePt t="12782" x="2070100" y="4260850"/>
          <p14:tracePt t="12799" x="2349500" y="4248150"/>
          <p14:tracePt t="12815" x="2508250" y="4235450"/>
          <p14:tracePt t="12832" x="2806700" y="4203700"/>
          <p14:tracePt t="12849" x="3060700" y="4171950"/>
          <p14:tracePt t="12865" x="3194050" y="4152900"/>
          <p14:tracePt t="12881" x="3397250" y="4108450"/>
          <p14:tracePt t="12898" x="3581400" y="4076700"/>
          <p14:tracePt t="12915" x="3644900" y="4076700"/>
          <p14:tracePt t="12933" x="3752850" y="4102100"/>
          <p14:tracePt t="12948" x="3790950" y="4102100"/>
          <p14:tracePt t="12964" x="3810000" y="4108450"/>
          <p14:tracePt t="12981" x="3848100" y="4121150"/>
          <p14:tracePt t="13014" x="3854450" y="4127500"/>
          <p14:tracePt t="13052" x="3860800" y="4127500"/>
          <p14:tracePt t="13164" x="3860800" y="4121150"/>
          <p14:tracePt t="13185" x="3860800" y="4114800"/>
          <p14:tracePt t="13192" x="3854450" y="4108450"/>
          <p14:tracePt t="13206" x="3848100" y="4102100"/>
          <p14:tracePt t="13216" x="3816350" y="4095750"/>
          <p14:tracePt t="13230" x="3784600" y="4089400"/>
          <p14:tracePt t="13247" x="3625850" y="4051300"/>
          <p14:tracePt t="13263" x="3384550" y="4019550"/>
          <p14:tracePt t="13280" x="2990850" y="3968750"/>
          <p14:tracePt t="13298" x="2508250" y="3924300"/>
          <p14:tracePt t="13313" x="2260600" y="3892550"/>
          <p14:tracePt t="13330" x="2025650" y="3879850"/>
          <p14:tracePt t="13347" x="1619250" y="3860800"/>
          <p14:tracePt t="13363" x="1530350" y="3860800"/>
          <p14:tracePt t="13380" x="1466850" y="3860800"/>
          <p14:tracePt t="13396" x="1397000" y="3867150"/>
          <p14:tracePt t="13413" x="1358900" y="3879850"/>
          <p14:tracePt t="13446" x="1346200" y="3886200"/>
          <p14:tracePt t="13463" x="1339850" y="3886200"/>
          <p14:tracePt t="13761" x="1333500" y="3886200"/>
          <p14:tracePt t="13782" x="1333500" y="3892550"/>
          <p14:tracePt t="13789" x="1333500" y="3898900"/>
          <p14:tracePt t="13803" x="1333500" y="3905250"/>
          <p14:tracePt t="13812" x="1333500" y="3917950"/>
          <p14:tracePt t="13828" x="1327150" y="3924300"/>
          <p14:tracePt t="13845" x="1327150" y="3943350"/>
          <p14:tracePt t="13861" x="1320800" y="3968750"/>
          <p14:tracePt t="13878" x="1320800" y="4013200"/>
          <p14:tracePt t="13895" x="1314450" y="4070350"/>
          <p14:tracePt t="13911" x="1308100" y="4121150"/>
          <p14:tracePt t="13928" x="1301750" y="4152900"/>
          <p14:tracePt t="13945" x="1295400" y="4197350"/>
          <p14:tracePt t="13961" x="1295400" y="4210050"/>
          <p14:tracePt t="13978" x="1295400" y="4229100"/>
          <p14:tracePt t="13994" x="1295400" y="4241800"/>
          <p14:tracePt t="14011" x="1295400" y="4248150"/>
          <p14:tracePt t="14035" x="1289050" y="4254500"/>
          <p14:tracePt t="14113" x="1289050" y="4260850"/>
          <p14:tracePt t="14162" x="1295400" y="4260850"/>
          <p14:tracePt t="14183" x="1308100" y="4260850"/>
          <p14:tracePt t="14190" x="1314450" y="4260850"/>
          <p14:tracePt t="14204" x="1333500" y="4260850"/>
          <p14:tracePt t="14213" x="1352550" y="4267200"/>
          <p14:tracePt t="14227" x="1384300" y="4267200"/>
          <p14:tracePt t="14243" x="1428750" y="4267200"/>
          <p14:tracePt t="14261" x="1663700" y="4273550"/>
          <p14:tracePt t="14276" x="1765300" y="4273550"/>
          <p14:tracePt t="14293" x="1866900" y="4286250"/>
          <p14:tracePt t="14310" x="2108200" y="4286250"/>
          <p14:tracePt t="14326" x="2343150" y="4298950"/>
          <p14:tracePt t="14343" x="2470150" y="4305300"/>
          <p14:tracePt t="14359" x="2711450" y="4318000"/>
          <p14:tracePt t="14376" x="2952750" y="4318000"/>
          <p14:tracePt t="14394" x="3155950" y="4324350"/>
          <p14:tracePt t="14409" x="3244850" y="4324350"/>
          <p14:tracePt t="14426" x="3333750" y="4324350"/>
          <p14:tracePt t="14443" x="3498850" y="4324350"/>
          <p14:tracePt t="14459" x="3575050" y="4324350"/>
          <p14:tracePt t="14476" x="3651250" y="4324350"/>
          <p14:tracePt t="14493" x="3759200" y="4318000"/>
          <p14:tracePt t="14509" x="3829050" y="4318000"/>
          <p14:tracePt t="14526" x="3848100" y="4318000"/>
          <p14:tracePt t="14542" x="3886200" y="4318000"/>
          <p14:tracePt t="14559" x="3905250" y="4318000"/>
          <p14:tracePt t="14577" x="3917950" y="4318000"/>
          <p14:tracePt t="14592" x="3930650" y="4318000"/>
          <p14:tracePt t="14608" x="3949700" y="4318000"/>
          <p14:tracePt t="14626" x="3956050" y="4318000"/>
          <p14:tracePt t="14642" x="3968750" y="4318000"/>
          <p14:tracePt t="14688" x="3968750" y="4311650"/>
          <p14:tracePt t="14723" x="3968750" y="4305300"/>
          <p14:tracePt t="14752" x="3956050" y="4292600"/>
          <p14:tracePt t="14766" x="3930650" y="4286250"/>
          <p14:tracePt t="14779" x="3911600" y="4279900"/>
          <p14:tracePt t="14794" x="3873500" y="4260850"/>
          <p14:tracePt t="14809" x="3790950" y="4241800"/>
          <p14:tracePt t="14814" x="3676650" y="4210050"/>
          <p14:tracePt t="14829" x="3530600" y="4178300"/>
          <p14:tracePt t="14841" x="3327400" y="4140200"/>
          <p14:tracePt t="14858" x="2901950" y="4057650"/>
          <p14:tracePt t="14875" x="2679700" y="4025900"/>
          <p14:tracePt t="14892" x="2216150" y="4006850"/>
          <p14:tracePt t="14908" x="2101850" y="3994150"/>
          <p14:tracePt t="14925" x="1987550" y="3994150"/>
          <p14:tracePt t="14942" x="1822450" y="3994150"/>
          <p14:tracePt t="14957" x="1733550" y="3994150"/>
          <p14:tracePt t="14973" x="1701800" y="3994150"/>
          <p14:tracePt t="14991" x="1670050" y="3994150"/>
          <p14:tracePt t="15007" x="1657350" y="3994150"/>
          <p14:tracePt t="15054" x="1657350" y="4000500"/>
          <p14:tracePt t="15060" x="1657350" y="4006850"/>
          <p14:tracePt t="15152" x="1651000" y="4006850"/>
          <p14:tracePt t="15257" x="1651000" y="4013200"/>
          <p14:tracePt t="15279" x="1651000" y="4019550"/>
          <p14:tracePt t="15292" x="1651000" y="4025900"/>
          <p14:tracePt t="15307" x="1651000" y="4032250"/>
          <p14:tracePt t="15321" x="1657350" y="4038600"/>
          <p14:tracePt t="15328" x="1670050" y="4038600"/>
          <p14:tracePt t="15339" x="1689100" y="4051300"/>
          <p14:tracePt t="15356" x="1765300" y="4083050"/>
          <p14:tracePt t="15373" x="1816100" y="4102100"/>
          <p14:tracePt t="15389" x="1968500" y="4159250"/>
          <p14:tracePt t="15406" x="2152650" y="4210050"/>
          <p14:tracePt t="15422" x="2241550" y="4241800"/>
          <p14:tracePt t="15425" x="2317750" y="4254500"/>
          <p14:tracePt t="15442" x="2400300" y="4260850"/>
          <p14:tracePt t="15456" x="2501900" y="4279900"/>
          <p14:tracePt t="15472" x="2533650" y="4286250"/>
          <p14:tracePt t="15490" x="2552700" y="4286250"/>
          <p14:tracePt t="15506" x="2571750" y="4286250"/>
          <p14:tracePt t="15523" x="2578100" y="4279900"/>
          <p14:tracePt t="15567" x="2571750" y="4279900"/>
          <p14:tracePt t="15581" x="2565400" y="4279900"/>
          <p14:tracePt t="15589" x="2552700" y="4279900"/>
          <p14:tracePt t="15606" x="2533650" y="4292600"/>
          <p14:tracePt t="15622" x="2482850" y="4311650"/>
          <p14:tracePt t="15638" x="2432050" y="4343400"/>
          <p14:tracePt t="15655" x="2406650" y="4356100"/>
          <p14:tracePt t="15672" x="2381250" y="4368800"/>
          <p14:tracePt t="15688" x="2374900" y="4381500"/>
          <p14:tracePt t="15705" x="2381250" y="4387850"/>
          <p14:tracePt t="15722" x="2413000" y="4387850"/>
          <p14:tracePt t="15738" x="2482850" y="4394200"/>
          <p14:tracePt t="15755" x="2559050" y="4406900"/>
          <p14:tracePt t="15771" x="2736850" y="4419600"/>
          <p14:tracePt t="15788" x="2813050" y="4419600"/>
          <p14:tracePt t="15806" x="2971800" y="4413250"/>
          <p14:tracePt t="15822" x="3009900" y="4406900"/>
          <p14:tracePt t="15838" x="3041650" y="4400550"/>
          <p14:tracePt t="15855" x="3060700" y="4394200"/>
          <p14:tracePt t="15891" x="3060700" y="4387850"/>
          <p14:tracePt t="15904" x="3048000" y="4387850"/>
          <p14:tracePt t="15921" x="3003550" y="4381500"/>
          <p14:tracePt t="15937" x="2965450" y="4368800"/>
          <p14:tracePt t="15941" x="2914650" y="4362450"/>
          <p14:tracePt t="15954" x="2851150" y="4362450"/>
          <p14:tracePt t="15970" x="2705100" y="4356100"/>
          <p14:tracePt t="15988" x="2616200" y="4343400"/>
          <p14:tracePt t="16004" x="2590800" y="4337050"/>
          <p14:tracePt t="16020" x="2559050" y="4337050"/>
          <p14:tracePt t="16038" x="2552700" y="4337050"/>
          <p14:tracePt t="16070" x="2565400" y="4337050"/>
          <p14:tracePt t="16087" x="2635250" y="4330700"/>
          <p14:tracePt t="16103" x="2686050" y="4330700"/>
          <p14:tracePt t="16121" x="2825750" y="4318000"/>
          <p14:tracePt t="16137" x="2901950" y="4311650"/>
          <p14:tracePt t="16153" x="2978150" y="4311650"/>
          <p14:tracePt t="16171" x="3098800" y="4292600"/>
          <p14:tracePt t="16187" x="3130550" y="4286250"/>
          <p14:tracePt t="16203" x="3149600" y="4286250"/>
          <p14:tracePt t="16220" x="3155950" y="4273550"/>
          <p14:tracePt t="16253" x="3124200" y="4267200"/>
          <p14:tracePt t="16270" x="2952750" y="4260850"/>
          <p14:tracePt t="16286" x="2876550" y="4260850"/>
          <p14:tracePt t="16303" x="2711450" y="4273550"/>
          <p14:tracePt t="16319" x="2559050" y="4292600"/>
          <p14:tracePt t="16336" x="2489200" y="4298950"/>
          <p14:tracePt t="16353" x="2413000" y="4318000"/>
          <p14:tracePt t="16369" x="2387600" y="4318000"/>
          <p14:tracePt t="16386" x="2381250" y="4324350"/>
          <p14:tracePt t="16419" x="2381250" y="4330700"/>
          <p14:tracePt t="16436" x="2406650" y="4330700"/>
          <p14:tracePt t="16452" x="2444750" y="4330700"/>
          <p14:tracePt t="16469" x="2482850" y="4330700"/>
          <p14:tracePt t="16486" x="2584450" y="4311650"/>
          <p14:tracePt t="16502" x="2673350" y="4292600"/>
          <p14:tracePt t="16519" x="2711450" y="4273550"/>
          <p14:tracePt t="16536" x="2749550" y="4254500"/>
          <p14:tracePt t="16552" x="2762250" y="4254500"/>
          <p14:tracePt t="16569" x="2762250" y="4241800"/>
          <p14:tracePt t="16601" x="2762250" y="4235450"/>
          <p14:tracePt t="16618" x="2749550" y="4235450"/>
          <p14:tracePt t="16635" x="2724150" y="4235450"/>
          <p14:tracePt t="16652" x="2692400" y="4235450"/>
          <p14:tracePt t="16670" x="2679700" y="4235450"/>
          <p14:tracePt t="16685" x="2628900" y="4254500"/>
          <p14:tracePt t="16702" x="2616200" y="4260850"/>
          <p14:tracePt t="16720" x="2584450" y="4292600"/>
          <p14:tracePt t="16735" x="2578100" y="4305300"/>
          <p14:tracePt t="16751" x="2578100" y="4311650"/>
          <p14:tracePt t="16768" x="2584450" y="4337050"/>
          <p14:tracePt t="16785" x="2628900" y="4356100"/>
          <p14:tracePt t="16801" x="2654300" y="4362450"/>
          <p14:tracePt t="16818" x="2730500" y="4387850"/>
          <p14:tracePt t="16834" x="2800350" y="4394200"/>
          <p14:tracePt t="16852" x="2851150" y="4381500"/>
          <p14:tracePt t="16867" x="2870200" y="4356100"/>
          <p14:tracePt t="16884" x="2889250" y="4330700"/>
          <p14:tracePt t="16902" x="2895600" y="4305300"/>
          <p14:tracePt t="16917" x="2895600" y="4292600"/>
          <p14:tracePt t="16934" x="2895600" y="4273550"/>
          <p14:tracePt t="16951" x="2882900" y="4267200"/>
          <p14:tracePt t="16967" x="2870200" y="4267200"/>
          <p14:tracePt t="16985" x="2851150" y="4267200"/>
          <p14:tracePt t="17000" x="2749550" y="4260850"/>
          <p14:tracePt t="17017" x="2711450" y="4260850"/>
          <p14:tracePt t="17035" x="2603500" y="4267200"/>
          <p14:tracePt t="17050" x="2559050" y="4286250"/>
          <p14:tracePt t="17067" x="2495550" y="4324350"/>
          <p14:tracePt t="17084" x="2470150" y="4349750"/>
          <p14:tracePt t="17100" x="2463800" y="4368800"/>
          <p14:tracePt t="17117" x="2463800" y="4387850"/>
          <p14:tracePt t="17134" x="2489200" y="4406900"/>
          <p14:tracePt t="17150" x="2508250" y="4413250"/>
          <p14:tracePt t="17167" x="2603500" y="4445000"/>
          <p14:tracePt t="17183" x="2736850" y="4464050"/>
          <p14:tracePt t="17200" x="2800350" y="4464050"/>
          <p14:tracePt t="17217" x="2876550" y="4464050"/>
          <p14:tracePt t="17233" x="2997200" y="4425950"/>
          <p14:tracePt t="17250" x="3041650" y="4400550"/>
          <p14:tracePt t="17267" x="3098800" y="4343400"/>
          <p14:tracePt t="17283" x="3117850" y="4318000"/>
          <p14:tracePt t="17299" x="3117850" y="4298950"/>
          <p14:tracePt t="17316" x="3105150" y="4241800"/>
          <p14:tracePt t="17333" x="3073400" y="4184650"/>
          <p14:tracePt t="17350" x="3041650" y="4152900"/>
          <p14:tracePt t="17366" x="2914650" y="4064000"/>
          <p14:tracePt t="17383" x="2832100" y="4032250"/>
          <p14:tracePt t="17400" x="2660650" y="3994150"/>
          <p14:tracePt t="17416" x="2597150" y="3994150"/>
          <p14:tracePt t="17432" x="2546350" y="3994150"/>
          <p14:tracePt t="17449" x="2457450" y="4032250"/>
          <p14:tracePt t="17466" x="2438400" y="4051300"/>
          <p14:tracePt t="17483" x="2432050" y="4064000"/>
          <p14:tracePt t="17499" x="2419350" y="4089400"/>
          <p14:tracePt t="17515" x="2419350" y="4095750"/>
          <p14:tracePt t="17532" x="2419350" y="4108450"/>
          <p14:tracePt t="17549" x="2432050" y="4127500"/>
          <p14:tracePt t="17565" x="2476500" y="4133850"/>
          <p14:tracePt t="17583" x="2527300" y="4146550"/>
          <p14:tracePt t="17598" x="2565400" y="4146550"/>
          <p14:tracePt t="17615" x="2603500" y="4146550"/>
          <p14:tracePt t="17632" x="2660650" y="4140200"/>
          <p14:tracePt t="17648" x="2679700" y="4133850"/>
          <p14:tracePt t="17665" x="2705100" y="4108450"/>
          <p14:tracePt t="17682" x="2730500" y="4083050"/>
          <p14:tracePt t="17698" x="2736850" y="4070350"/>
          <p14:tracePt t="17715" x="2736850" y="4057650"/>
          <p14:tracePt t="17731" x="2743200" y="4032250"/>
          <p14:tracePt t="17747" x="2749550" y="4025900"/>
          <p14:tracePt t="17765" x="2749550" y="4006850"/>
          <p14:tracePt t="17801" x="2749550" y="4000500"/>
          <p14:tracePt t="17913" x="2749550" y="4006850"/>
          <p14:tracePt t="17934" x="2749550" y="4013200"/>
          <p14:tracePt t="17962" x="2749550" y="4019550"/>
          <p14:tracePt t="17998" x="2749550" y="4025900"/>
          <p14:tracePt t="18046" x="2749550" y="4032250"/>
          <p14:tracePt t="18476" x="2755900" y="4044950"/>
          <p14:tracePt t="18483" x="2768600" y="4064000"/>
          <p14:tracePt t="18498" x="2781300" y="4076700"/>
          <p14:tracePt t="18512" x="2794000" y="4083050"/>
          <p14:tracePt t="18529" x="2838450" y="4114800"/>
          <p14:tracePt t="18546" x="2876550" y="4127500"/>
          <p14:tracePt t="18561" x="2952750" y="4146550"/>
          <p14:tracePt t="18578" x="3009900" y="4146550"/>
          <p14:tracePt t="18595" x="3067050" y="4133850"/>
          <p14:tracePt t="18612" x="3098800" y="4121150"/>
          <p14:tracePt t="18628" x="3117850" y="4108450"/>
          <p14:tracePt t="18645" x="3149600" y="4070350"/>
          <p14:tracePt t="18661" x="3149600" y="4057650"/>
          <p14:tracePt t="18679" x="3155950" y="4044950"/>
          <p14:tracePt t="18695" x="3155950" y="4038600"/>
          <p14:tracePt t="18711" x="3155950" y="4032250"/>
          <p14:tracePt t="18729" x="3143250" y="4019550"/>
          <p14:tracePt t="18744" x="3124200" y="4019550"/>
          <p14:tracePt t="18761" x="3105150" y="4013200"/>
          <p14:tracePt t="18778" x="3022600" y="4006850"/>
          <p14:tracePt t="18794" x="2959100" y="4006850"/>
          <p14:tracePt t="18811" x="2895600" y="4006850"/>
          <p14:tracePt t="18828" x="2736850" y="4038600"/>
          <p14:tracePt t="18844" x="2603500" y="4089400"/>
          <p14:tracePt t="18861" x="2559050" y="4114800"/>
          <p14:tracePt t="18877" x="2463800" y="4197350"/>
          <p14:tracePt t="18894" x="2451100" y="4216400"/>
          <p14:tracePt t="18911" x="2444750" y="4235450"/>
          <p14:tracePt t="18927" x="2444750" y="4254500"/>
          <p14:tracePt t="18944" x="2444750" y="4260850"/>
          <p14:tracePt t="18960" x="2470150" y="4273550"/>
          <p14:tracePt t="18977" x="2501900" y="4292600"/>
          <p14:tracePt t="18993" x="2533650" y="4305300"/>
          <p14:tracePt t="18997" x="2578100" y="4324350"/>
          <p14:tracePt t="19011" x="2628900" y="4330700"/>
          <p14:tracePt t="19027" x="2724150" y="4349750"/>
          <p14:tracePt t="19044" x="2832100" y="4349750"/>
          <p14:tracePt t="19060" x="2870200" y="4337050"/>
          <p14:tracePt t="19076" x="2901950" y="4318000"/>
          <p14:tracePt t="19094" x="2952750" y="4260850"/>
          <p14:tracePt t="19110" x="2965450" y="4235450"/>
          <p14:tracePt t="19126" x="2978150" y="4216400"/>
          <p14:tracePt t="19143" x="2978150" y="4178300"/>
          <p14:tracePt t="19160" x="2984500" y="4152900"/>
          <p14:tracePt t="19176" x="2984500" y="4102100"/>
          <p14:tracePt t="19193" x="2959100" y="4044950"/>
          <p14:tracePt t="19209" x="2921000" y="3956050"/>
          <p14:tracePt t="19226" x="2908300" y="3917950"/>
          <p14:tracePt t="19243" x="2889250" y="3892550"/>
          <p14:tracePt t="19779" x="2851150" y="3905250"/>
          <p14:tracePt t="19786" x="2819400" y="3911600"/>
          <p14:tracePt t="19801" x="2794000" y="3924300"/>
          <p14:tracePt t="19810" x="2762250" y="3930650"/>
          <p14:tracePt t="19823" x="2743200" y="3949700"/>
          <p14:tracePt t="19840" x="2724150" y="3956050"/>
          <p14:tracePt t="19857" x="2686050" y="3987800"/>
          <p14:tracePt t="19874" x="2673350" y="4000500"/>
          <p14:tracePt t="19890" x="2660650" y="4013200"/>
          <p14:tracePt t="19907" x="2641600" y="4057650"/>
          <p14:tracePt t="19924" x="2609850" y="4108450"/>
          <p14:tracePt t="19941" x="2578100" y="4171950"/>
          <p14:tracePt t="19957" x="2571750" y="4191000"/>
          <p14:tracePt t="19973" x="2559050" y="4222750"/>
          <p14:tracePt t="19991" x="2552700" y="4241800"/>
          <p14:tracePt t="20007" x="2552700" y="4248150"/>
          <p14:tracePt t="20024" x="2552700" y="4260850"/>
          <p14:tracePt t="20041" x="2552700" y="4267200"/>
          <p14:tracePt t="20056" x="2559050" y="4267200"/>
          <p14:tracePt t="20073" x="2571750" y="4267200"/>
          <p14:tracePt t="20090" x="2603500" y="4267200"/>
          <p14:tracePt t="20106" x="2628900" y="4267200"/>
          <p14:tracePt t="20124" x="2692400" y="4260850"/>
          <p14:tracePt t="20139" x="2781300" y="4235450"/>
          <p14:tracePt t="20156" x="2819400" y="4229100"/>
          <p14:tracePt t="20173" x="2870200" y="4216400"/>
          <p14:tracePt t="20189" x="2882900" y="4216400"/>
          <p14:tracePt t="20206" x="2889250" y="4216400"/>
          <p14:tracePt t="20243" x="2889250" y="4229100"/>
          <p14:tracePt t="20256" x="2889250" y="4241800"/>
          <p14:tracePt t="20273" x="2889250" y="4292600"/>
          <p14:tracePt t="20289" x="2882900" y="4330700"/>
          <p14:tracePt t="20306" x="2863850" y="4464050"/>
          <p14:tracePt t="20322" x="2851150" y="4591050"/>
          <p14:tracePt t="20339" x="2851150" y="4654550"/>
          <p14:tracePt t="20356" x="2844800" y="4775200"/>
          <p14:tracePt t="20372" x="2825750" y="4902200"/>
          <p14:tracePt t="20389" x="2825750" y="4965700"/>
          <p14:tracePt t="20406" x="2806700" y="5137150"/>
          <p14:tracePt t="20422" x="2794000" y="5289550"/>
          <p14:tracePt t="20440" x="2774950" y="5422900"/>
          <p14:tracePt t="20455" x="2755900" y="5473700"/>
          <p14:tracePt t="20472" x="2749550" y="5518150"/>
          <p14:tracePt t="20489" x="2717800" y="5594350"/>
          <p14:tracePt t="20505" x="2711450" y="5600700"/>
          <p14:tracePt t="20521" x="2711450" y="5607050"/>
          <p14:tracePt t="20538" x="2705100" y="5607050"/>
          <p14:tracePt t="20685" x="2705100" y="5600700"/>
          <p14:tracePt t="20693" x="2698750" y="5600700"/>
          <p14:tracePt t="20704" x="2686050" y="5588000"/>
          <p14:tracePt t="20721" x="2660650" y="5575300"/>
          <p14:tracePt t="20737" x="2641600" y="5562600"/>
          <p14:tracePt t="20754" x="2609850" y="5549900"/>
          <p14:tracePt t="20771" x="2476500" y="5473700"/>
          <p14:tracePt t="20788" x="2444750" y="5448300"/>
          <p14:tracePt t="20805" x="2368550" y="5429250"/>
          <p14:tracePt t="20821" x="2349500" y="5422900"/>
          <p14:tracePt t="20837" x="2324100" y="5416550"/>
          <p14:tracePt t="20854" x="2311400" y="5416550"/>
          <p14:tracePt t="20870" x="2305050" y="5416550"/>
          <p14:tracePt t="20945" x="2311400" y="5416550"/>
          <p14:tracePt t="20954" x="2324100" y="5422900"/>
          <p14:tracePt t="20966" x="2336800" y="5422900"/>
          <p14:tracePt t="20974" x="2349500" y="5429250"/>
          <p14:tracePt t="20987" x="2368550" y="5435600"/>
          <p14:tracePt t="21003" x="2438400" y="5448300"/>
          <p14:tracePt t="21020" x="2476500" y="5448300"/>
          <p14:tracePt t="21037" x="2597150" y="5454650"/>
          <p14:tracePt t="21053" x="2711450" y="5454650"/>
          <p14:tracePt t="21070" x="2774950" y="5454650"/>
          <p14:tracePt t="21086" x="2857500" y="5441950"/>
          <p14:tracePt t="21103" x="2882900" y="5441950"/>
          <p14:tracePt t="21120" x="2908300" y="5435600"/>
          <p14:tracePt t="21136" x="2921000" y="5429250"/>
          <p14:tracePt t="21338" x="2921000" y="5422900"/>
          <p14:tracePt t="21353" x="2921000" y="5416550"/>
          <p14:tracePt t="21360" x="2921000" y="5410200"/>
          <p14:tracePt t="21686" x="2889250" y="5410200"/>
          <p14:tracePt t="21693" x="2819400" y="5410200"/>
          <p14:tracePt t="21707" x="2768600" y="5410200"/>
          <p14:tracePt t="21717" x="2705100" y="5410200"/>
          <p14:tracePt t="21735" x="2565400" y="5410200"/>
          <p14:tracePt t="21750" x="2489200" y="5410200"/>
          <p14:tracePt t="21768" x="2362200" y="5410200"/>
          <p14:tracePt t="21784" x="2292350" y="5422900"/>
          <p14:tracePt t="21801" x="2279650" y="5422900"/>
          <p14:tracePt t="21818" x="2266950" y="5422900"/>
          <p14:tracePt t="21834" x="2247900" y="5429250"/>
          <p14:tracePt t="21889" x="2241550" y="5435600"/>
          <p14:tracePt t="21896" x="2241550" y="5441950"/>
          <p14:tracePt t="21904" x="2235200" y="5448300"/>
          <p14:tracePt t="21919" x="2228850" y="5454650"/>
          <p14:tracePt t="21933" x="2228850" y="5467350"/>
          <p14:tracePt t="21950" x="2228850" y="5511800"/>
          <p14:tracePt t="21967" x="2260600" y="5575300"/>
          <p14:tracePt t="21983" x="2279650" y="5619750"/>
          <p14:tracePt t="22000" x="2330450" y="5708650"/>
          <p14:tracePt t="22017" x="2374900" y="5765800"/>
          <p14:tracePt t="22033" x="2393950" y="5778500"/>
          <p14:tracePt t="22050" x="2419350" y="5797550"/>
          <p14:tracePt t="22066" x="2438400" y="5797550"/>
          <p14:tracePt t="22083" x="2444750" y="5797550"/>
          <p14:tracePt t="22101" x="2457450" y="5797550"/>
          <p14:tracePt t="22116" x="2482850" y="5791200"/>
          <p14:tracePt t="22133" x="2495550" y="5778500"/>
          <p14:tracePt t="22150" x="2527300" y="5740400"/>
          <p14:tracePt t="22166" x="2546350" y="5721350"/>
          <p14:tracePt t="22182" x="2578100" y="5657850"/>
          <p14:tracePt t="22199" x="2603500" y="5549900"/>
          <p14:tracePt t="22216" x="2622550" y="5480050"/>
          <p14:tracePt t="22233" x="2641600" y="5340350"/>
          <p14:tracePt t="22249" x="2654300" y="5194300"/>
          <p14:tracePt t="22266" x="2654300" y="5118100"/>
          <p14:tracePt t="22283" x="2654300" y="4978400"/>
          <p14:tracePt t="22299" x="2660650" y="4838700"/>
          <p14:tracePt t="22315" x="2673350" y="4775200"/>
          <p14:tracePt t="22333" x="2679700" y="4616450"/>
          <p14:tracePt t="22349" x="2692400" y="4527550"/>
          <p14:tracePt t="22366" x="2698750" y="4495800"/>
          <p14:tracePt t="22382" x="2698750" y="4464050"/>
          <p14:tracePt t="22398" x="2698750" y="4451350"/>
          <p14:tracePt t="22432" x="2692400" y="4451350"/>
          <p14:tracePt t="22466" x="2692400" y="4457700"/>
          <p14:tracePt t="22487" x="2686050" y="4464050"/>
          <p14:tracePt t="22508" x="2686050" y="4470400"/>
          <p14:tracePt t="22522" x="2679700" y="4476750"/>
          <p14:tracePt t="22529" x="2679700" y="4483100"/>
          <p14:tracePt t="22535" x="2679700" y="4489450"/>
          <p14:tracePt t="22551" x="2673350" y="4502150"/>
          <p14:tracePt t="22564" x="2667000" y="4521200"/>
          <p14:tracePt t="22581" x="2660650" y="4591050"/>
          <p14:tracePt t="22599" x="2654300" y="4641850"/>
          <p14:tracePt t="22614" x="2622550" y="4826000"/>
          <p14:tracePt t="22631" x="2590800" y="5080000"/>
          <p14:tracePt t="22648" x="2559050" y="5346700"/>
          <p14:tracePt t="22664" x="2546350" y="5473700"/>
          <p14:tracePt t="22681" x="2527300" y="5689600"/>
          <p14:tracePt t="22698" x="2527300" y="5765800"/>
          <p14:tracePt t="22714" x="2527300" y="5835650"/>
          <p14:tracePt t="22731" x="2527300" y="5848350"/>
          <p14:tracePt t="22748" x="2527300" y="5854700"/>
          <p14:tracePt t="22781" x="2533650" y="5854700"/>
          <p14:tracePt t="22803" x="2540000" y="5848350"/>
          <p14:tracePt t="22814" x="2546350" y="5835650"/>
          <p14:tracePt t="22831" x="2552700" y="5810250"/>
          <p14:tracePt t="22847" x="2565400" y="5784850"/>
          <p14:tracePt t="22864" x="2590800" y="5670550"/>
          <p14:tracePt t="22881" x="2616200" y="5505450"/>
          <p14:tracePt t="22897" x="2616200" y="5416550"/>
          <p14:tracePt t="22913" x="2641600" y="5213350"/>
          <p14:tracePt t="22930" x="2622550" y="5016500"/>
          <p14:tracePt t="22946" x="2616200" y="4940300"/>
          <p14:tracePt t="22964" x="2578100" y="4806950"/>
          <p14:tracePt t="22979" x="2540000" y="4718050"/>
          <p14:tracePt t="22996" x="2527300" y="4692650"/>
          <p14:tracePt t="23014" x="2495550" y="4648200"/>
          <p14:tracePt t="23029" x="2444750" y="4610100"/>
          <p14:tracePt t="23046" x="2413000" y="4591050"/>
          <p14:tracePt t="23063" x="2330450" y="4559300"/>
          <p14:tracePt t="23079" x="2286000" y="4552950"/>
          <p14:tracePt t="23096" x="2178050" y="4533900"/>
          <p14:tracePt t="23113" x="2051050" y="4521200"/>
          <p14:tracePt t="23129" x="2000250" y="4521200"/>
          <p14:tracePt t="23147" x="1854200" y="4502150"/>
          <p14:tracePt t="23162" x="1733550" y="4483100"/>
          <p14:tracePt t="23179" x="1695450" y="4483100"/>
          <p14:tracePt t="23196" x="1631950" y="4470400"/>
          <p14:tracePt t="23212" x="1600200" y="4470400"/>
          <p14:tracePt t="23229" x="1587500" y="4470400"/>
          <p14:tracePt t="23246" x="1568450" y="4470400"/>
          <p14:tracePt t="23262" x="1555750" y="4470400"/>
          <p14:tracePt t="23279" x="1549400" y="4476750"/>
          <p14:tracePt t="23295" x="1543050" y="4476750"/>
          <p14:tracePt t="23312" x="1536700" y="4476750"/>
          <p14:tracePt t="23331" x="1530350" y="4483100"/>
          <p14:tracePt t="23547" x="1524000" y="4483100"/>
          <p14:tracePt t="23765" x="1530350" y="4483100"/>
          <p14:tracePt t="23821" x="1536700" y="4483100"/>
          <p14:tracePt t="23871" x="1543050" y="4483100"/>
          <p14:tracePt t="23913" x="1549400" y="4483100"/>
          <p14:tracePt t="23983" x="1555750" y="4483100"/>
          <p14:tracePt t="24011" x="1562100" y="4483100"/>
          <p14:tracePt t="24053" x="1568450" y="4483100"/>
          <p14:tracePt t="24074" x="1574800" y="4483100"/>
          <p14:tracePt t="24080" x="1581150" y="4483100"/>
          <p14:tracePt t="24096" x="1587500" y="4483100"/>
          <p14:tracePt t="24110" x="1593850" y="4483100"/>
          <p14:tracePt t="24126" x="1625600" y="4483100"/>
          <p14:tracePt t="24142" x="1644650" y="4483100"/>
          <p14:tracePt t="24159" x="1720850" y="4483100"/>
          <p14:tracePt t="24176" x="1822450" y="4483100"/>
          <p14:tracePt t="24192" x="1885950" y="4483100"/>
          <p14:tracePt t="24209" x="1993900" y="4476750"/>
          <p14:tracePt t="24225" x="2070100" y="4451350"/>
          <p14:tracePt t="24243" x="2108200" y="4425950"/>
          <p14:tracePt t="24259" x="2127250" y="4419600"/>
          <p14:tracePt t="24292" x="2133600" y="4413250"/>
          <p14:tracePt t="24325" x="2133600" y="4406900"/>
          <p14:tracePt t="24342" x="2120900" y="4400550"/>
          <p14:tracePt t="24358" x="2076450" y="4394200"/>
          <p14:tracePt t="24376" x="2038350" y="4394200"/>
          <p14:tracePt t="24391" x="1962150" y="4394200"/>
          <p14:tracePt t="24408" x="1854200" y="4381500"/>
          <p14:tracePt t="24427" x="1765300" y="4375150"/>
          <p14:tracePt t="24441" x="1720850" y="4375150"/>
          <p14:tracePt t="24458" x="1676400" y="4368800"/>
          <p14:tracePt t="24476" x="1657350" y="4362450"/>
          <p14:tracePt t="24492" x="1651000" y="4362450"/>
          <p14:tracePt t="24508" x="1644650" y="4362450"/>
          <p14:tracePt t="24525" x="1644650" y="4356100"/>
          <p14:tracePt t="24540" x="1657350" y="4349750"/>
          <p14:tracePt t="24558" x="1663700" y="4343400"/>
          <p14:tracePt t="24574" x="1701800" y="4330700"/>
          <p14:tracePt t="24591" x="1720850" y="4305300"/>
          <p14:tracePt t="24608" x="1778000" y="4248150"/>
          <p14:tracePt t="24624" x="1822450" y="4210050"/>
          <p14:tracePt t="24641" x="1873250" y="4152900"/>
          <p14:tracePt t="24658" x="1955800" y="4051300"/>
          <p14:tracePt t="24674" x="2038350" y="3898900"/>
          <p14:tracePt t="24690" x="2076450" y="3816350"/>
          <p14:tracePt t="24708" x="2139950" y="3632200"/>
          <p14:tracePt t="24724" x="2190750" y="3460750"/>
          <p14:tracePt t="24741" x="2209800" y="3384550"/>
          <p14:tracePt t="24757" x="2241550" y="3213100"/>
          <p14:tracePt t="24774" x="2279650" y="3009900"/>
          <p14:tracePt t="24791" x="2305050" y="2781300"/>
          <p14:tracePt t="24807" x="2311400" y="2679700"/>
          <p14:tracePt t="24823" x="2343150" y="2444750"/>
          <p14:tracePt t="24841" x="2362200" y="2203450"/>
          <p14:tracePt t="24856" x="2362200" y="2095500"/>
          <p14:tracePt t="24873" x="2374900" y="1879600"/>
          <p14:tracePt t="24890" x="2393950" y="1695450"/>
          <p14:tracePt t="24907" x="2393950" y="1606550"/>
          <p14:tracePt t="24923" x="2393950" y="1543050"/>
          <p14:tracePt t="24939" x="2381250" y="1403350"/>
          <p14:tracePt t="24956" x="2374900" y="1320800"/>
          <p14:tracePt t="24974" x="2355850" y="1193800"/>
          <p14:tracePt t="24989" x="2336800" y="1123950"/>
          <p14:tracePt t="25006" x="2317750" y="1079500"/>
          <p14:tracePt t="25023" x="2286000" y="1022350"/>
          <p14:tracePt t="25039" x="2266950" y="996950"/>
          <p14:tracePt t="25056" x="2260600" y="990600"/>
          <p14:tracePt t="25073" x="2254250" y="984250"/>
          <p14:tracePt t="25089" x="2241550" y="984250"/>
          <p14:tracePt t="25106" x="2241550" y="977900"/>
          <p14:tracePt t="25122" x="2235200" y="977900"/>
          <p14:tracePt t="25139" x="2228850" y="977900"/>
          <p14:tracePt t="25262" x="2222500" y="977900"/>
          <p14:tracePt t="25276" x="2216150" y="977900"/>
          <p14:tracePt t="25290" x="2216150" y="971550"/>
          <p14:tracePt t="25297" x="2209800" y="971550"/>
          <p14:tracePt t="25311" x="2203450" y="971550"/>
          <p14:tracePt t="25321" x="2197100" y="971550"/>
          <p14:tracePt t="25341" x="2190750" y="971550"/>
          <p14:tracePt t="25388" x="2184400" y="977900"/>
          <p14:tracePt t="25862" x="2159000" y="977900"/>
          <p14:tracePt t="25870" x="2120900" y="965200"/>
          <p14:tracePt t="25883" x="2070100" y="958850"/>
          <p14:tracePt t="25890" x="2025650" y="939800"/>
          <p14:tracePt t="25905" x="1968500" y="933450"/>
          <p14:tracePt t="25919" x="1873250" y="901700"/>
          <p14:tracePt t="25936" x="1822450" y="895350"/>
          <p14:tracePt t="25954" x="1714500" y="869950"/>
          <p14:tracePt t="25969" x="1657350" y="857250"/>
          <p14:tracePt t="25987" x="1581150" y="850900"/>
          <p14:tracePt t="26003" x="1517650" y="844550"/>
          <p14:tracePt t="26019" x="1485900" y="844550"/>
          <p14:tracePt t="26037" x="1454150" y="844550"/>
          <p14:tracePt t="26053" x="1422400" y="844550"/>
          <p14:tracePt t="26069" x="1403350" y="844550"/>
          <p14:tracePt t="26086" x="1371600" y="850900"/>
          <p14:tracePt t="26102" x="1327150" y="863600"/>
          <p14:tracePt t="26119" x="1308100" y="876300"/>
          <p14:tracePt t="26122" x="1276350" y="882650"/>
          <p14:tracePt t="26136" x="1257300" y="889000"/>
          <p14:tracePt t="26152" x="1219200" y="895350"/>
          <p14:tracePt t="26169" x="1206500" y="908050"/>
          <p14:tracePt t="26186" x="1200150" y="908050"/>
          <p14:tracePt t="26202" x="1193800" y="908050"/>
          <p14:tracePt t="26242" x="1187450" y="908050"/>
          <p14:tracePt t="26291" x="1181100" y="914400"/>
          <p14:tracePt t="26396" x="1174750" y="920750"/>
          <p14:tracePt t="26431" x="1187450" y="920750"/>
          <p14:tracePt t="26452" x="1193800" y="920750"/>
          <p14:tracePt t="26466" x="1200150" y="920750"/>
          <p14:tracePt t="26473" x="1206500" y="920750"/>
          <p14:tracePt t="26495" x="1212850" y="920750"/>
          <p14:tracePt t="26504" x="1225550" y="920750"/>
          <p14:tracePt t="26517" x="1238250" y="914400"/>
          <p14:tracePt t="26534" x="1250950" y="914400"/>
          <p14:tracePt t="26551" x="1314450" y="914400"/>
          <p14:tracePt t="26567" x="1339850" y="914400"/>
          <p14:tracePt t="26584" x="1371600" y="914400"/>
          <p14:tracePt t="26601" x="1428750" y="914400"/>
          <p14:tracePt t="26618" x="1485900" y="914400"/>
          <p14:tracePt t="26621" x="1504950" y="914400"/>
          <p14:tracePt t="26637" x="1530350" y="914400"/>
          <p14:tracePt t="26650" x="1562100" y="914400"/>
          <p14:tracePt t="26667" x="1612900" y="914400"/>
          <p14:tracePt t="26684" x="1657350" y="914400"/>
          <p14:tracePt t="26700" x="1670050" y="914400"/>
          <p14:tracePt t="26717" x="1689100" y="914400"/>
          <p14:tracePt t="26734" x="1701800" y="914400"/>
          <p14:tracePt t="26797" x="1708150" y="914400"/>
          <p14:tracePt t="26832" x="1714500" y="914400"/>
          <p14:tracePt t="26853" x="1720850" y="914400"/>
          <p14:tracePt t="26874" x="1727200" y="914400"/>
          <p14:tracePt t="26888" x="1733550" y="914400"/>
          <p14:tracePt t="26902" x="1739900" y="914400"/>
          <p14:tracePt t="26923" x="1746250" y="914400"/>
          <p14:tracePt t="26944" x="1752600" y="914400"/>
          <p14:tracePt t="26965" x="1765300" y="914400"/>
          <p14:tracePt t="26986" x="1771650" y="914400"/>
          <p14:tracePt t="26993" x="1778000" y="914400"/>
          <p14:tracePt t="27029" x="1784350" y="914400"/>
          <p14:tracePt t="27035" x="1790700" y="914400"/>
          <p14:tracePt t="27052" x="1797050" y="914400"/>
          <p14:tracePt t="27066" x="1822450" y="914400"/>
          <p14:tracePt t="27082" x="1835150" y="914400"/>
          <p14:tracePt t="27099" x="1879600" y="914400"/>
          <p14:tracePt t="27116" x="1905000" y="914400"/>
          <p14:tracePt t="27132" x="1949450" y="901700"/>
          <p14:tracePt t="27149" x="2000250" y="901700"/>
          <p14:tracePt t="27166" x="2019300" y="895350"/>
          <p14:tracePt t="27184" x="2051050" y="895350"/>
          <p14:tracePt t="27199" x="2070100" y="895350"/>
          <p14:tracePt t="27215" x="2076450" y="895350"/>
          <p14:tracePt t="27232" x="2082800" y="895350"/>
          <p14:tracePt t="27265" x="2089150" y="895350"/>
          <p14:tracePt t="27317" x="2095500" y="889000"/>
          <p14:tracePt t="27387" x="2089150" y="889000"/>
          <p14:tracePt t="27422" x="2082800" y="895350"/>
          <p14:tracePt t="27846" x="2108200" y="901700"/>
          <p14:tracePt t="27861" x="2139950" y="908050"/>
          <p14:tracePt t="27868" x="2171700" y="920750"/>
          <p14:tracePt t="27883" x="2197100" y="920750"/>
          <p14:tracePt t="27896" x="2279650" y="933450"/>
          <p14:tracePt t="27913" x="2311400" y="939800"/>
          <p14:tracePt t="27929" x="2336800" y="939800"/>
          <p14:tracePt t="27946" x="2419350" y="952500"/>
          <p14:tracePt t="27963" x="2482850" y="958850"/>
          <p14:tracePt t="27981" x="2533650" y="958850"/>
          <p14:tracePt t="27996" x="2552700" y="965200"/>
          <p14:tracePt t="28012" x="2584450" y="965200"/>
          <p14:tracePt t="28030" x="2622550" y="965200"/>
          <p14:tracePt t="28062" x="2635250" y="965200"/>
          <p14:tracePt t="28079" x="2641600" y="965200"/>
          <p14:tracePt t="28191" x="2641600" y="958850"/>
          <p14:tracePt t="28247" x="2641600" y="952500"/>
          <p14:tracePt t="28289" x="2647950" y="952500"/>
          <p14:tracePt t="28317" x="2654300" y="952500"/>
          <p14:tracePt t="28338" x="2654300" y="946150"/>
          <p14:tracePt t="28352" x="2660650" y="946150"/>
          <p14:tracePt t="28373" x="2667000" y="946150"/>
          <p14:tracePt t="28388" x="2673350" y="946150"/>
          <p14:tracePt t="28402" x="2679700" y="939800"/>
          <p14:tracePt t="28423" x="2686050" y="939800"/>
          <p14:tracePt t="28430" x="2692400" y="939800"/>
          <p14:tracePt t="28445" x="2698750" y="933450"/>
          <p14:tracePt t="28479" x="2705100" y="927100"/>
          <p14:tracePt t="28521" x="2711450" y="920750"/>
          <p14:tracePt t="28529" x="2717800" y="920750"/>
          <p14:tracePt t="28549" x="2724150" y="920750"/>
          <p14:tracePt t="28570" x="2730500" y="920750"/>
          <p14:tracePt t="28591" x="2736850" y="920750"/>
          <p14:tracePt t="28613" x="2749550" y="920750"/>
          <p14:tracePt t="28620" x="2755900" y="920750"/>
          <p14:tracePt t="28634" x="2768600" y="920750"/>
          <p14:tracePt t="28643" x="2781300" y="920750"/>
          <p14:tracePt t="28660" x="2800350" y="920750"/>
          <p14:tracePt t="28677" x="2851150" y="914400"/>
          <p14:tracePt t="28693" x="2908300" y="908050"/>
          <p14:tracePt t="28711" x="2965450" y="895350"/>
          <p14:tracePt t="28727" x="2997200" y="882650"/>
          <p14:tracePt t="28744" x="3048000" y="876300"/>
          <p14:tracePt t="28760" x="3086100" y="863600"/>
          <p14:tracePt t="28776" x="3098800" y="863600"/>
          <p14:tracePt t="28792" x="3111500" y="863600"/>
          <p14:tracePt t="28809" x="3111500" y="857250"/>
          <p14:tracePt t="28872" x="3105150" y="857250"/>
          <p14:tracePt t="28894" x="3098800" y="857250"/>
          <p14:tracePt t="28900" x="3086100" y="857250"/>
          <p14:tracePt t="28914" x="3073400" y="857250"/>
          <p14:tracePt t="28926" x="3054350" y="857250"/>
          <p14:tracePt t="28943" x="3009900" y="857250"/>
          <p14:tracePt t="28959" x="2984500" y="857250"/>
          <p14:tracePt t="28975" x="2927350" y="857250"/>
          <p14:tracePt t="28992" x="2889250" y="857250"/>
          <p14:tracePt t="29009" x="2863850" y="857250"/>
          <p14:tracePt t="29025" x="2838450" y="857250"/>
          <p14:tracePt t="29058" x="2832100" y="857250"/>
          <p14:tracePt t="29077" x="2819400" y="857250"/>
          <p14:tracePt t="29132" x="2825750" y="857250"/>
          <p14:tracePt t="29146" x="2832100" y="857250"/>
          <p14:tracePt t="29161" x="2838450" y="857250"/>
          <p14:tracePt t="29176" x="2851150" y="857250"/>
          <p14:tracePt t="29181" x="2863850" y="857250"/>
          <p14:tracePt t="29196" x="2882900" y="857250"/>
          <p14:tracePt t="29208" x="2914650" y="857250"/>
          <p14:tracePt t="29224" x="2978150" y="857250"/>
          <p14:tracePt t="29241" x="3035300" y="857250"/>
          <p14:tracePt t="29259" x="3136900" y="838200"/>
          <p14:tracePt t="29275" x="3244850" y="819150"/>
          <p14:tracePt t="29291" x="3289300" y="800100"/>
          <p14:tracePt t="29309" x="3359150" y="793750"/>
          <p14:tracePt t="29325" x="3409950" y="781050"/>
          <p14:tracePt t="29341" x="3422650" y="774700"/>
          <p14:tracePt t="29358" x="3441700" y="768350"/>
          <p14:tracePt t="29374" x="3448050" y="762000"/>
          <p14:tracePt t="29391" x="3454400" y="755650"/>
          <p14:tracePt t="29463" x="3448050" y="755650"/>
          <p14:tracePt t="29505" x="3441700" y="755650"/>
          <p14:tracePt t="29688" x="3441700" y="762000"/>
          <p14:tracePt t="30004" x="3441700" y="768350"/>
          <p14:tracePt t="30024" x="3435350" y="774700"/>
          <p14:tracePt t="30370" x="3479800" y="787400"/>
          <p14:tracePt t="30377" x="3575050" y="819150"/>
          <p14:tracePt t="30391" x="3676650" y="850900"/>
          <p14:tracePt t="30404" x="3784600" y="869950"/>
          <p14:tracePt t="30420" x="3975100" y="908050"/>
          <p14:tracePt t="30437" x="4089400" y="933450"/>
          <p14:tracePt t="30454" x="4241800" y="933450"/>
          <p14:tracePt t="30470" x="4337050" y="927100"/>
          <p14:tracePt t="30487" x="4368800" y="920750"/>
          <p14:tracePt t="30505" x="4400550" y="908050"/>
          <p14:tracePt t="30521" x="4413250" y="901700"/>
          <p14:tracePt t="30537" x="4419600" y="901700"/>
          <p14:tracePt t="30554" x="4419600" y="895350"/>
          <p14:tracePt t="30651" x="4413250" y="895350"/>
          <p14:tracePt t="30701" x="4406900" y="895350"/>
          <p14:tracePt t="30840" x="4413250" y="895350"/>
          <p14:tracePt t="30897" x="4425950" y="895350"/>
          <p14:tracePt t="30918" x="4432300" y="895350"/>
          <p14:tracePt t="30932" x="4438650" y="895350"/>
          <p14:tracePt t="30946" x="4457700" y="895350"/>
          <p14:tracePt t="30955" x="4476750" y="901700"/>
          <p14:tracePt t="30969" x="4508500" y="901700"/>
          <p14:tracePt t="30985" x="4597400" y="901700"/>
          <p14:tracePt t="31003" x="4724400" y="914400"/>
          <p14:tracePt t="31018" x="4787900" y="914400"/>
          <p14:tracePt t="31035" x="4921250" y="908050"/>
          <p14:tracePt t="31052" x="5022850" y="901700"/>
          <p14:tracePt t="31068" x="5073650" y="901700"/>
          <p14:tracePt t="31087" x="5137150" y="895350"/>
          <p14:tracePt t="31102" x="5175250" y="895350"/>
          <p14:tracePt t="31118" x="5187950" y="895350"/>
          <p14:tracePt t="31136" x="5207000" y="895350"/>
          <p14:tracePt t="31151" x="5213350" y="895350"/>
          <p14:tracePt t="31187" x="5213350" y="889000"/>
          <p14:tracePt t="31206" x="5207000" y="889000"/>
          <p14:tracePt t="31221" x="5200650" y="889000"/>
          <p14:tracePt t="31242" x="5194300" y="889000"/>
          <p14:tracePt t="31251" x="5187950" y="895350"/>
          <p14:tracePt t="31291" x="5181600" y="895350"/>
        </p14:tracePtLst>
      </p14:laserTraceLst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9144" y="0"/>
            <a:ext cx="901333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65" tIns="42932" rIns="85865" bIns="42932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time import time, sleep</a:t>
            </a:r>
            <a:endParaRPr lang="en-US" altLang="en-US" sz="2250" spc="-1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timer(</a:t>
            </a:r>
            <a:r>
              <a:rPr lang="en-US" altLang="en-US" sz="2250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25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, *</a:t>
            </a:r>
            <a:r>
              <a:rPr lang="en-US" altLang="en-US" sz="2250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en-US" sz="225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, **</a:t>
            </a:r>
            <a:r>
              <a:rPr lang="en-US" altLang="en-US" sz="2250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kwargs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5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"""Print the runtime of the wrapped function"""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254" kern="0" spc="-94" dirty="0">
                <a:latin typeface="Lucida Console" panose="020B0609040504020204" pitchFamily="49" charset="0"/>
              </a:rPr>
              <a:t>    </a:t>
            </a:r>
            <a:r>
              <a:rPr lang="en-US" sz="2254" kern="0" spc="-94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if com=="START": was[0]=time()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254" kern="0" spc="-94" dirty="0">
                <a:latin typeface="Lucida Console" panose="020B0609040504020204" pitchFamily="49" charset="0"/>
              </a:rPr>
              <a:t>    </a:t>
            </a:r>
            <a:r>
              <a:rPr lang="en-US" sz="2254" kern="0" spc="-94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else: print('   ',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254" kern="0" spc="-94" dirty="0">
                <a:latin typeface="Lucida Console" panose="020B0609040504020204" pitchFamily="49" charset="0"/>
              </a:rPr>
              <a:t>       </a:t>
            </a:r>
            <a:r>
              <a:rPr lang="en-US" sz="2254" kern="0" spc="-94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f'{</a:t>
            </a:r>
            <a:r>
              <a:rPr lang="en-US" sz="2254" kern="0" spc="-94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int</a:t>
            </a:r>
            <a:r>
              <a:rPr lang="en-US" sz="2254" kern="0" spc="-94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(1000000*(time()-was[0])):,d}','</a:t>
            </a:r>
            <a:r>
              <a:rPr lang="en-US" sz="2254" kern="0" spc="-94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usec</a:t>
            </a:r>
            <a:r>
              <a:rPr lang="en-US" sz="2254" kern="0" spc="-94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1800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700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timer(); sleep(2); timer('STOP')</a:t>
            </a:r>
          </a:p>
          <a:p>
            <a:pPr marL="0" indent="0" defTabSz="858622">
              <a:lnSpc>
                <a:spcPct val="85000"/>
              </a:lnSpc>
              <a:spcBef>
                <a:spcPts val="10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2,000,056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solidFill>
                  <a:srgbClr val="A6A6A6"/>
                </a:solidFill>
                <a:latin typeface="Lucida Console" panose="020B0609040504020204" pitchFamily="49" charset="0"/>
              </a:rPr>
              <a:t>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f(x): sleep(1); return x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sz="2254" kern="0" spc="-94" dirty="0">
              <a:solidFill>
                <a:srgbClr val="A6A6A6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timer(); f(None); timer('STOP')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1,000,107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timer(); f(None); timer('STOP')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1,000,212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254" kern="0" spc="-94" dirty="0">
              <a:solidFill>
                <a:srgbClr val="A6A6A6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12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799"/>
    </mc:Choice>
    <mc:Fallback xmlns="">
      <p:transition spd="slow" advTm="43799"/>
    </mc:Fallback>
  </mc:AlternateContent>
  <p:extLst>
    <p:ext uri="{3A86A75C-4F4B-4683-9AE1-C65F6400EC91}">
      <p14:laserTraceLst xmlns:p14="http://schemas.microsoft.com/office/powerpoint/2010/main">
        <p14:tracePtLst>
          <p14:tracePt t="598" x="2273300" y="1098550"/>
          <p14:tracePt t="628" x="2216150" y="1085850"/>
          <p14:tracePt t="659" x="2133600" y="1060450"/>
          <p14:tracePt t="683" x="2057400" y="1041400"/>
          <p14:tracePt t="716" x="1993900" y="1028700"/>
          <p14:tracePt t="733" x="1968500" y="1022350"/>
          <p14:tracePt t="766" x="1943100" y="1016000"/>
          <p14:tracePt t="942" x="1936750" y="1009650"/>
          <p14:tracePt t="1080" x="1955800" y="1009650"/>
          <p14:tracePt t="1110" x="1987550" y="1009650"/>
          <p14:tracePt t="1126" x="2000250" y="1009650"/>
          <p14:tracePt t="1158" x="2063750" y="1003300"/>
          <p14:tracePt t="1191" x="2139950" y="990600"/>
          <p14:tracePt t="1224" x="2235200" y="965200"/>
          <p14:tracePt t="1259" x="2298700" y="952500"/>
          <p14:tracePt t="1281" x="2349500" y="952500"/>
          <p14:tracePt t="1314" x="2381250" y="946150"/>
          <p14:tracePt t="1347" x="2400300" y="939800"/>
          <p14:tracePt t="1375" x="2444750" y="939800"/>
          <p14:tracePt t="1407" x="2489200" y="933450"/>
          <p14:tracePt t="1440" x="2578100" y="933450"/>
          <p14:tracePt t="1458" x="2609850" y="927100"/>
          <p14:tracePt t="1490" x="2724150" y="920750"/>
          <p14:tracePt t="1514" x="2774950" y="920750"/>
          <p14:tracePt t="1546" x="2844800" y="914400"/>
          <p14:tracePt t="1580" x="2914650" y="914400"/>
          <p14:tracePt t="1613" x="2965450" y="914400"/>
          <p14:tracePt t="1641" x="3003550" y="914400"/>
          <p14:tracePt t="1673" x="3028950" y="914400"/>
          <p14:tracePt t="1706" x="3060700" y="914400"/>
          <p14:tracePt t="1725" x="3079750" y="914400"/>
          <p14:tracePt t="1756" x="3124200" y="920750"/>
          <p14:tracePt t="1779" x="3194050" y="939800"/>
          <p14:tracePt t="1812" x="3257550" y="958850"/>
          <p14:tracePt t="1846" x="3321050" y="965200"/>
          <p14:tracePt t="1879" x="3384550" y="952500"/>
          <p14:tracePt t="1912" x="3441700" y="952500"/>
          <p14:tracePt t="1940" x="3467100" y="952500"/>
          <p14:tracePt t="1972" x="3530600" y="952500"/>
          <p14:tracePt t="1995" x="3581400" y="952500"/>
          <p14:tracePt t="2011" x="3625850" y="952500"/>
          <p14:tracePt t="2045" x="3708400" y="952500"/>
          <p14:tracePt t="2079" x="3771900" y="958850"/>
          <p14:tracePt t="2111" x="3822700" y="958850"/>
          <p14:tracePt t="2139" x="3879850" y="965200"/>
          <p14:tracePt t="2176" x="3917950" y="971550"/>
          <p14:tracePt t="2206" x="3937000" y="977900"/>
          <p14:tracePt t="2237" x="3962400" y="977900"/>
          <p14:tracePt t="2277" x="3968750" y="977900"/>
          <p14:tracePt t="2325" x="3975100" y="977900"/>
          <p14:tracePt t="2360" x="3975100" y="990600"/>
          <p14:tracePt t="3051" x="3911600" y="990600"/>
          <p14:tracePt t="3070" x="3860800" y="990600"/>
          <p14:tracePt t="3101" x="3803650" y="990600"/>
          <p14:tracePt t="3134" x="3746500" y="990600"/>
          <p14:tracePt t="3167" x="3676650" y="990600"/>
          <p14:tracePt t="3201" x="3562350" y="996950"/>
          <p14:tracePt t="3234" x="3467100" y="1003300"/>
          <p14:tracePt t="3253" x="3390900" y="1003300"/>
          <p14:tracePt t="3285" x="3282950" y="1003300"/>
          <p14:tracePt t="3317" x="3162300" y="1003300"/>
          <p14:tracePt t="3350" x="3041650" y="1003300"/>
          <p14:tracePt t="3383" x="2971800" y="1003300"/>
          <p14:tracePt t="3407" x="2940050" y="1003300"/>
          <p14:tracePt t="3440" x="2901950" y="1003300"/>
          <p14:tracePt t="3483" x="2895600" y="1003300"/>
          <p14:tracePt t="3566" x="2895600" y="996950"/>
          <p14:tracePt t="4097" x="2863850" y="971550"/>
          <p14:tracePt t="4131" x="2832100" y="946150"/>
          <p14:tracePt t="4164" x="2794000" y="927100"/>
          <p14:tracePt t="4188" x="2781300" y="920750"/>
          <p14:tracePt t="4220" x="2762250" y="914400"/>
          <p14:tracePt t="4254" x="2749550" y="914400"/>
          <p14:tracePt t="4282" x="2743200" y="908050"/>
          <p14:tracePt t="4330" x="2736850" y="908050"/>
          <p14:tracePt t="4380" x="2730500" y="908050"/>
          <p14:tracePt t="4413" x="2717800" y="908050"/>
          <p14:tracePt t="4463" x="2711450" y="908050"/>
          <p14:tracePt t="4534" x="2711450" y="914400"/>
          <p14:tracePt t="4564" x="2717800" y="920750"/>
          <p14:tracePt t="4596" x="2736850" y="920750"/>
          <p14:tracePt t="4629" x="2755900" y="914400"/>
          <p14:tracePt t="4652" x="2774950" y="895350"/>
          <p14:tracePt t="4686" x="2813050" y="863600"/>
          <p14:tracePt t="4719" x="2819400" y="831850"/>
          <p14:tracePt t="4753" x="2813050" y="781050"/>
          <p14:tracePt t="4786" x="2794000" y="736600"/>
          <p14:tracePt t="4819" x="2705100" y="666750"/>
          <p14:tracePt t="4847" x="2647950" y="622300"/>
          <p14:tracePt t="4878" x="2609850" y="615950"/>
          <p14:tracePt t="4911" x="2578100" y="615950"/>
          <p14:tracePt t="4935" x="2565400" y="622300"/>
          <p14:tracePt t="4968" x="2540000" y="635000"/>
          <p14:tracePt t="5001" x="2520950" y="654050"/>
          <p14:tracePt t="5035" x="2501900" y="679450"/>
          <p14:tracePt t="5068" x="2495550" y="704850"/>
          <p14:tracePt t="5096" x="2489200" y="736600"/>
          <p14:tracePt t="5127" x="2495550" y="774700"/>
          <p14:tracePt t="5151" x="2501900" y="787400"/>
          <p14:tracePt t="5184" x="2514600" y="806450"/>
          <p14:tracePt t="5217" x="2540000" y="812800"/>
          <p14:tracePt t="5250" x="2552700" y="812800"/>
          <p14:tracePt t="5268" x="2565400" y="812800"/>
          <p14:tracePt t="5295" x="2578100" y="812800"/>
          <p14:tracePt t="5343" x="2584450" y="812800"/>
          <p14:tracePt t="5376" x="2590800" y="812800"/>
          <p14:tracePt t="5410" x="2597150" y="812800"/>
          <p14:tracePt t="5531" x="2603500" y="806450"/>
          <p14:tracePt t="5561" x="2609850" y="806450"/>
          <p14:tracePt t="5592" x="2635250" y="812800"/>
          <p14:tracePt t="5626" x="2705100" y="825500"/>
          <p14:tracePt t="5659" x="2882900" y="825500"/>
          <p14:tracePt t="5677" x="3073400" y="825500"/>
          <p14:tracePt t="5709" x="3498850" y="781050"/>
          <p14:tracePt t="5742" x="3695700" y="730250"/>
          <p14:tracePt t="5775" x="3778250" y="704850"/>
          <p14:tracePt t="5808" x="3797300" y="698500"/>
          <p14:tracePt t="6041" x="3790950" y="698500"/>
          <p14:tracePt t="6064" x="3771900" y="704850"/>
          <p14:tracePt t="6098" x="3746500" y="711200"/>
          <p14:tracePt t="6126" x="3683000" y="742950"/>
          <p14:tracePt t="6157" x="3606800" y="762000"/>
          <p14:tracePt t="6190" x="3556000" y="774700"/>
          <p14:tracePt t="6223" x="3517900" y="781050"/>
          <p14:tracePt t="6247" x="3511550" y="787400"/>
          <p14:tracePt t="6722" x="3613150" y="787400"/>
          <p14:tracePt t="6755" x="3708400" y="787400"/>
          <p14:tracePt t="6773" x="3765550" y="787400"/>
          <p14:tracePt t="6805" x="3835400" y="793750"/>
          <p14:tracePt t="6829" x="3860800" y="793750"/>
          <p14:tracePt t="6863" x="3867150" y="793750"/>
          <p14:tracePt t="7253" x="3867150" y="800100"/>
          <p14:tracePt t="7286" x="3879850" y="800100"/>
          <p14:tracePt t="7321" x="3911600" y="800100"/>
          <p14:tracePt t="7343" x="3943350" y="806450"/>
          <p14:tracePt t="7377" x="4051300" y="812800"/>
          <p14:tracePt t="7410" x="4222750" y="825500"/>
          <p14:tracePt t="7443" x="4457700" y="825500"/>
          <p14:tracePt t="7459" x="4508500" y="825500"/>
          <p14:tracePt t="7488" x="4603750" y="819150"/>
          <p14:tracePt t="7519" x="4641850" y="819150"/>
          <p14:tracePt t="7543" x="4660900" y="819150"/>
          <p14:tracePt t="7591" x="4667250" y="819150"/>
          <p14:tracePt t="7735" x="4673600" y="819150"/>
          <p14:tracePt t="7768" x="4711700" y="812800"/>
          <p14:tracePt t="7801" x="4768850" y="800100"/>
          <p14:tracePt t="7835" x="4902200" y="787400"/>
          <p14:tracePt t="7868" x="5080000" y="774700"/>
          <p14:tracePt t="7893" x="5156200" y="768350"/>
          <p14:tracePt t="7910" x="5168900" y="768350"/>
          <p14:tracePt t="7941" x="5213350" y="762000"/>
          <p14:tracePt t="7969" x="5238750" y="762000"/>
          <p14:tracePt t="8017" x="5251450" y="762000"/>
          <p14:tracePt t="8051" x="5283200" y="768350"/>
          <p14:tracePt t="8084" x="5295900" y="768350"/>
          <p14:tracePt t="8117" x="5321300" y="768350"/>
          <p14:tracePt t="8140" x="5346700" y="768350"/>
          <p14:tracePt t="8173" x="5384800" y="774700"/>
          <p14:tracePt t="8207" x="5416550" y="774700"/>
          <p14:tracePt t="8235" x="5435600" y="774700"/>
          <p14:tracePt t="8283" x="5441950" y="774700"/>
          <p14:tracePt t="8350" x="5448300" y="768350"/>
          <p14:tracePt t="8454" x="5441950" y="768350"/>
          <p14:tracePt t="8499" x="5441950" y="762000"/>
          <p14:tracePt t="8565" x="5391150" y="762000"/>
          <p14:tracePt t="8599" x="5245100" y="762000"/>
          <p14:tracePt t="8632" x="5035550" y="774700"/>
          <p14:tracePt t="8655" x="4870450" y="781050"/>
          <p14:tracePt t="8688" x="4584700" y="800100"/>
          <p14:tracePt t="8722" x="4457700" y="812800"/>
          <p14:tracePt t="8738" x="4400550" y="812800"/>
          <p14:tracePt t="8781" x="4337050" y="819150"/>
          <p14:tracePt t="8815" x="4260850" y="825500"/>
          <p14:tracePt t="8848" x="4191000" y="825500"/>
          <p14:tracePt t="8881" x="4095750" y="825500"/>
          <p14:tracePt t="8905" x="4025900" y="825500"/>
          <p14:tracePt t="8940" x="3956050" y="838200"/>
          <p14:tracePt t="8956" x="3937000" y="838200"/>
          <p14:tracePt t="8987" x="3905250" y="838200"/>
          <p14:tracePt t="9021" x="3879850" y="838200"/>
          <p14:tracePt t="9049" x="3873500" y="838200"/>
          <p14:tracePt t="9795" x="3822700" y="850900"/>
          <p14:tracePt t="9828" x="3765550" y="869950"/>
          <p14:tracePt t="9861" x="3708400" y="901700"/>
          <p14:tracePt t="9894" x="3613150" y="933450"/>
          <p14:tracePt t="9928" x="3536950" y="958850"/>
          <p14:tracePt t="9966" x="3435350" y="1009650"/>
          <p14:tracePt t="10001" x="3352800" y="1035050"/>
          <p14:tracePt t="10029" x="3257550" y="1079500"/>
          <p14:tracePt t="10077" x="3143250" y="1143000"/>
          <p14:tracePt t="10110" x="3079750" y="1174750"/>
          <p14:tracePt t="10144" x="2997200" y="1231900"/>
          <p14:tracePt t="10176" x="2914650" y="1295400"/>
          <p14:tracePt t="10200" x="2882900" y="1314450"/>
          <p14:tracePt t="10233" x="2857500" y="1320800"/>
          <p14:tracePt t="10261" x="2838450" y="1333500"/>
          <p14:tracePt t="10829" x="2895600" y="1301750"/>
          <p14:tracePt t="10859" x="3003550" y="1244600"/>
          <p14:tracePt t="10891" x="3111500" y="1193800"/>
          <p14:tracePt t="10924" x="3200400" y="1155700"/>
          <p14:tracePt t="10957" x="3295650" y="1098550"/>
          <p14:tracePt t="10991" x="3416300" y="1028700"/>
          <p14:tracePt t="11033" x="3536950" y="946150"/>
          <p14:tracePt t="11059" x="3594100" y="914400"/>
          <p14:tracePt t="11090" x="3651250" y="857250"/>
          <p14:tracePt t="11124" x="3676650" y="831850"/>
          <p14:tracePt t="11156" x="3689350" y="825500"/>
          <p14:tracePt t="11577" x="3727450" y="825500"/>
          <p14:tracePt t="11607" x="3816350" y="812800"/>
          <p14:tracePt t="11638" x="3943350" y="806450"/>
          <p14:tracePt t="11671" x="4051300" y="800100"/>
          <p14:tracePt t="11705" x="4184650" y="774700"/>
          <p14:tracePt t="11738" x="4260850" y="768350"/>
          <p14:tracePt t="11771" x="4337050" y="762000"/>
          <p14:tracePt t="11809" x="4445000" y="742950"/>
          <p14:tracePt t="11839" x="4527550" y="730250"/>
          <p14:tracePt t="11876" x="4622800" y="723900"/>
          <p14:tracePt t="11920" x="4679950" y="717550"/>
          <p14:tracePt t="11954" x="4705350" y="711200"/>
          <p14:tracePt t="11987" x="4711700" y="711200"/>
          <p14:tracePt t="12022" x="4718050" y="711200"/>
          <p14:tracePt t="12044" x="4724400" y="711200"/>
          <p14:tracePt t="12191" x="4718050" y="711200"/>
          <p14:tracePt t="12286" x="4705350" y="711200"/>
          <p14:tracePt t="12319" x="4686300" y="711200"/>
          <p14:tracePt t="12343" x="4641850" y="717550"/>
          <p14:tracePt t="12376" x="4502150" y="723900"/>
          <p14:tracePt t="12409" x="4267200" y="742950"/>
          <p14:tracePt t="12437" x="4044950" y="774700"/>
          <p14:tracePt t="12469" x="3854450" y="793750"/>
          <p14:tracePt t="12502" x="3695700" y="812800"/>
          <p14:tracePt t="12537" x="3657600" y="819150"/>
          <p14:tracePt t="12568" x="3651250" y="819150"/>
          <p14:tracePt t="12601" x="3651250" y="825500"/>
          <p14:tracePt t="12640" x="3644900" y="825500"/>
          <p14:tracePt t="12670" x="3638550" y="825500"/>
          <p14:tracePt t="12701" x="3625850" y="825500"/>
          <p14:tracePt t="12734" x="3606800" y="838200"/>
          <p14:tracePt t="12767" x="3581400" y="850900"/>
          <p14:tracePt t="12801" x="3498850" y="895350"/>
          <p14:tracePt t="12834" x="3282950" y="1035050"/>
          <p14:tracePt t="12867" x="3073400" y="1187450"/>
          <p14:tracePt t="12906" x="2787650" y="1327150"/>
          <p14:tracePt t="12935" x="2641600" y="1365250"/>
          <p14:tracePt t="12967" x="2406650" y="1435100"/>
          <p14:tracePt t="13000" x="2266950" y="1479550"/>
          <p14:tracePt t="13033" x="2146300" y="1504950"/>
          <p14:tracePt t="13067" x="2019300" y="1530350"/>
          <p14:tracePt t="13100" x="1962150" y="1543050"/>
          <p14:tracePt t="13124" x="1936750" y="1549400"/>
          <p14:tracePt t="13151" x="1911350" y="1568450"/>
          <p14:tracePt t="13188" x="1898650" y="1581150"/>
          <p14:tracePt t="13233" x="1892300" y="1587500"/>
          <p14:tracePt t="13266" x="1885950" y="1587500"/>
          <p14:tracePt t="13316" x="1879600" y="1587500"/>
          <p14:tracePt t="13349" x="1879600" y="1581150"/>
          <p14:tracePt t="13384" x="1879600" y="1574800"/>
          <p14:tracePt t="13417" x="1885950" y="1568450"/>
          <p14:tracePt t="13449" x="1892300" y="1562100"/>
          <p14:tracePt t="13548" x="1892300" y="1555750"/>
          <p14:tracePt t="13598" x="1898650" y="1555750"/>
          <p14:tracePt t="13665" x="1905000" y="1549400"/>
          <p14:tracePt t="13919" x="1905000" y="1555750"/>
          <p14:tracePt t="13985" x="1905000" y="1562100"/>
          <p14:tracePt t="14046" x="1905000" y="1568450"/>
          <p14:tracePt t="14129" x="1898650" y="1574800"/>
          <p14:tracePt t="14279" x="1905000" y="1581150"/>
          <p14:tracePt t="14329" x="1936750" y="1587500"/>
          <p14:tracePt t="14362" x="1993900" y="1593850"/>
          <p14:tracePt t="14395" x="2292350" y="1625600"/>
          <p14:tracePt t="14428" x="2622550" y="1631950"/>
          <p14:tracePt t="14462" x="3003550" y="1631950"/>
          <p14:tracePt t="14480" x="3130550" y="1619250"/>
          <p14:tracePt t="14502" x="3486150" y="1574800"/>
          <p14:tracePt t="14530" x="3746500" y="1524000"/>
          <p14:tracePt t="14561" x="3956050" y="1466850"/>
          <p14:tracePt t="14594" x="4095750" y="1422400"/>
          <p14:tracePt t="14628" x="4146550" y="1409700"/>
          <p14:tracePt t="14661" x="4165600" y="1403350"/>
          <p14:tracePt t="14777" x="4171950" y="1403350"/>
          <p14:tracePt t="14860" x="4178300" y="1403350"/>
          <p14:tracePt t="15015" x="4171950" y="1403350"/>
          <p14:tracePt t="15065" x="4165600" y="1403350"/>
          <p14:tracePt t="15099" x="4152900" y="1403350"/>
          <p14:tracePt t="15128" x="4152900" y="1409700"/>
          <p14:tracePt t="15824" x="4178300" y="1377950"/>
          <p14:tracePt t="15847" x="4210050" y="1346200"/>
          <p14:tracePt t="15890" x="4248150" y="1276350"/>
          <p14:tracePt t="15909" x="4279900" y="1206500"/>
          <p14:tracePt t="15941" x="4324350" y="1054100"/>
          <p14:tracePt t="15973" x="4343400" y="958850"/>
          <p14:tracePt t="16006" x="4349750" y="882650"/>
          <p14:tracePt t="16030" x="4349750" y="857250"/>
          <p14:tracePt t="16063" x="4349750" y="831850"/>
          <p14:tracePt t="16096" x="4337050" y="819150"/>
          <p14:tracePt t="16124" x="4324350" y="812800"/>
          <p14:tracePt t="16156" x="4311650" y="812800"/>
          <p14:tracePt t="16189" x="4286250" y="812800"/>
          <p14:tracePt t="16223" x="4235450" y="819150"/>
          <p14:tracePt t="16255" x="4159250" y="831850"/>
          <p14:tracePt t="16279" x="4038600" y="838200"/>
          <p14:tracePt t="16312" x="3937000" y="838200"/>
          <p14:tracePt t="16340" x="3867150" y="838200"/>
          <p14:tracePt t="16372" x="3841750" y="838200"/>
          <p14:tracePt t="16405" x="3822700" y="838200"/>
          <p14:tracePt t="16488" x="3841750" y="838200"/>
          <p14:tracePt t="16521" x="3892550" y="838200"/>
          <p14:tracePt t="16554" x="4013200" y="838200"/>
          <p14:tracePt t="16588" x="4235450" y="806450"/>
          <p14:tracePt t="16606" x="4292600" y="800100"/>
          <p14:tracePt t="16637" x="4381500" y="781050"/>
          <p14:tracePt t="16671" x="4387850" y="781050"/>
          <p14:tracePt t="16754" x="4330700" y="812800"/>
          <p14:tracePt t="16787" x="4171950" y="908050"/>
          <p14:tracePt t="16820" x="3835400" y="1092200"/>
          <p14:tracePt t="16853" x="3619500" y="1193800"/>
          <p14:tracePt t="16887" x="3467100" y="1250950"/>
          <p14:tracePt t="16920" x="3327400" y="1301750"/>
          <p14:tracePt t="16955" x="3270250" y="1314450"/>
          <p14:tracePt t="16986" x="3219450" y="1327150"/>
          <p14:tracePt t="17019" x="3155950" y="1346200"/>
          <p14:tracePt t="17053" x="3048000" y="1352550"/>
          <p14:tracePt t="17086" x="2990850" y="1352550"/>
          <p14:tracePt t="17119" x="2927350" y="1352550"/>
          <p14:tracePt t="17152" x="2863850" y="1358900"/>
          <p14:tracePt t="17186" x="2832100" y="1358900"/>
          <p14:tracePt t="17219" x="2813050" y="1365250"/>
          <p14:tracePt t="17269" x="2800350" y="1371600"/>
          <p14:tracePt t="17302" x="2794000" y="1377950"/>
          <p14:tracePt t="17335" x="2787650" y="1403350"/>
          <p14:tracePt t="17359" x="2787650" y="1435100"/>
          <p14:tracePt t="17392" x="2813050" y="1504950"/>
          <p14:tracePt t="17425" x="2895600" y="1689100"/>
          <p14:tracePt t="17442" x="2914650" y="1720850"/>
          <p14:tracePt t="17470" x="2959100" y="1784350"/>
          <p14:tracePt t="17501" x="2971800" y="1809750"/>
          <p14:tracePt t="17584" x="2971800" y="1797050"/>
          <p14:tracePt t="17608" x="2959100" y="1778000"/>
          <p14:tracePt t="17641" x="2927350" y="1752600"/>
          <p14:tracePt t="17674" x="2832100" y="1689100"/>
          <p14:tracePt t="17708" x="2749550" y="1638300"/>
          <p14:tracePt t="17741" x="2647950" y="1587500"/>
          <p14:tracePt t="17769" x="2609850" y="1568450"/>
          <p14:tracePt t="17801" x="2565400" y="1549400"/>
          <p14:tracePt t="17833" x="2540000" y="1543050"/>
          <p14:tracePt t="17867" x="2527300" y="1543050"/>
          <p14:tracePt t="17885" x="2520950" y="1543050"/>
          <p14:tracePt t="17983" x="2520950" y="1549400"/>
          <p14:tracePt t="18016" x="2546350" y="1568450"/>
          <p14:tracePt t="18050" x="2609850" y="1600200"/>
          <p14:tracePt t="18068" x="2654300" y="1619250"/>
          <p14:tracePt t="18099" x="2838450" y="1701800"/>
          <p14:tracePt t="18132" x="2959100" y="1758950"/>
          <p14:tracePt t="18157" x="3054350" y="1803400"/>
          <p14:tracePt t="18189" x="3079750" y="1803400"/>
          <p14:tracePt t="18222" x="3086100" y="1803400"/>
          <p14:tracePt t="18250" x="3073400" y="1784350"/>
          <p14:tracePt t="18282" x="2984500" y="1733550"/>
          <p14:tracePt t="18315" x="2800350" y="1612900"/>
          <p14:tracePt t="18348" x="2495550" y="1473200"/>
          <p14:tracePt t="18382" x="2336800" y="1390650"/>
          <p14:tracePt t="18405" x="2292350" y="1377950"/>
          <p14:tracePt t="18423" x="2273300" y="1377950"/>
          <p14:tracePt t="18455" x="2260600" y="1377950"/>
          <p14:tracePt t="18489" x="2254250" y="1377950"/>
          <p14:tracePt t="18537" x="2254250" y="1390650"/>
          <p14:tracePt t="18598" x="2254250" y="1397000"/>
          <p14:tracePt t="18622" x="2260600" y="1397000"/>
          <p14:tracePt t="18654" x="2266950" y="1409700"/>
          <p14:tracePt t="18688" x="2279650" y="1416050"/>
          <p14:tracePt t="19212" x="2362200" y="1460500"/>
          <p14:tracePt t="19236" x="2514600" y="1524000"/>
          <p14:tracePt t="19279" x="2724150" y="1600200"/>
          <p14:tracePt t="19312" x="2825750" y="1625600"/>
          <p14:tracePt t="19345" x="2857500" y="1638300"/>
          <p14:tracePt t="19454" x="2774950" y="1593850"/>
          <p14:tracePt t="19485" x="2597150" y="1517650"/>
          <p14:tracePt t="19518" x="2317750" y="1403350"/>
          <p14:tracePt t="19551" x="2044700" y="1314450"/>
          <p14:tracePt t="19579" x="1885950" y="1250950"/>
          <p14:tracePt t="19611" x="1822450" y="1244600"/>
          <p14:tracePt t="19644" x="1809750" y="1244600"/>
          <p14:tracePt t="19711" x="1803400" y="1250950"/>
          <p14:tracePt t="19749" x="1835150" y="1289050"/>
          <p14:tracePt t="19785" x="1930400" y="1352550"/>
          <p14:tracePt t="19817" x="2101850" y="1435100"/>
          <p14:tracePt t="19845" x="2298700" y="1555750"/>
          <p14:tracePt t="19877" x="2457450" y="1657350"/>
          <p14:tracePt t="19901" x="2520950" y="1695450"/>
          <p14:tracePt t="19934" x="2565400" y="1720850"/>
          <p14:tracePt t="19998" x="2552700" y="1720850"/>
          <p14:tracePt t="20033" x="2451100" y="1657350"/>
          <p14:tracePt t="20066" x="2228850" y="1536700"/>
          <p14:tracePt t="20094" x="2038350" y="1422400"/>
          <p14:tracePt t="20126" x="1689100" y="1225550"/>
          <p14:tracePt t="20159" x="1581150" y="1168400"/>
          <p14:tracePt t="20192" x="1562100" y="1168400"/>
          <p14:tracePt t="20231" x="1549400" y="1174750"/>
          <p14:tracePt t="20266" x="1562100" y="1187450"/>
          <p14:tracePt t="20293" x="1638300" y="1238250"/>
          <p14:tracePt t="20326" x="1949450" y="1441450"/>
          <p14:tracePt t="20343" x="2044700" y="1504950"/>
          <p14:tracePt t="20375" x="2362200" y="1752600"/>
          <p14:tracePt t="20409" x="2501900" y="1854200"/>
          <p14:tracePt t="20441" x="2540000" y="1879600"/>
          <p14:tracePt t="20524" x="2463800" y="1835150"/>
          <p14:tracePt t="20558" x="2279650" y="1746250"/>
          <p14:tracePt t="20590" x="2101850" y="1651000"/>
          <p14:tracePt t="20624" x="1981200" y="1581150"/>
          <p14:tracePt t="20657" x="1924050" y="1562100"/>
          <p14:tracePt t="20690" x="1917700" y="1562100"/>
          <p14:tracePt t="20723" x="1905000" y="1574800"/>
          <p14:tracePt t="20756" x="1924050" y="1600200"/>
          <p14:tracePt t="20790" x="1987550" y="1631950"/>
          <p14:tracePt t="20823" x="2139950" y="1714500"/>
          <p14:tracePt t="20856" x="2419350" y="1822450"/>
          <p14:tracePt t="20890" x="2552700" y="1835150"/>
          <p14:tracePt t="20923" x="2635250" y="1803400"/>
          <p14:tracePt t="20941" x="2635250" y="1790700"/>
          <p14:tracePt t="20973" x="2635250" y="1758950"/>
          <p14:tracePt t="21007" x="2616200" y="1720850"/>
          <p14:tracePt t="21024" x="2609850" y="1708150"/>
          <p14:tracePt t="21055" x="2520950" y="1651000"/>
          <p14:tracePt t="21079" x="2368550" y="1600200"/>
          <p14:tracePt t="21112" x="2209800" y="1587500"/>
          <p14:tracePt t="21140" x="2063750" y="1625600"/>
          <p14:tracePt t="21172" x="2012950" y="1670050"/>
          <p14:tracePt t="21205" x="2006600" y="1701800"/>
          <p14:tracePt t="21238" x="2032000" y="1720850"/>
          <p14:tracePt t="21271" x="2184400" y="1797050"/>
          <p14:tracePt t="21295" x="2393950" y="1854200"/>
          <p14:tracePt t="21328" x="2540000" y="1866900"/>
          <p14:tracePt t="21362" x="2736850" y="1790700"/>
          <p14:tracePt t="21395" x="2787650" y="1708150"/>
          <p14:tracePt t="21423" x="2806700" y="1638300"/>
          <p14:tracePt t="21454" x="2806700" y="1568450"/>
          <p14:tracePt t="21487" x="2774950" y="1511300"/>
          <p14:tracePt t="21521" x="2736850" y="1466850"/>
          <p14:tracePt t="21545" x="2711450" y="1460500"/>
          <p14:tracePt t="21578" x="2679700" y="1460500"/>
          <p14:tracePt t="21611" x="2641600" y="1460500"/>
          <p14:tracePt t="21644" x="2571750" y="1466850"/>
          <p14:tracePt t="21677" x="2482850" y="1479550"/>
          <p14:tracePt t="21705" x="2393950" y="1473200"/>
          <p14:tracePt t="21736" x="2286000" y="1466850"/>
          <p14:tracePt t="21761" x="2190750" y="1441450"/>
          <p14:tracePt t="21794" x="1987550" y="1397000"/>
          <p14:tracePt t="21810" x="1911350" y="1384300"/>
          <p14:tracePt t="21843" x="1727200" y="1346200"/>
          <p14:tracePt t="21876" x="1619250" y="1339850"/>
          <p14:tracePt t="21904" x="1562100" y="1327150"/>
          <p14:tracePt t="21942" x="1543050" y="1327150"/>
          <p14:tracePt t="21971" x="1536700" y="1327150"/>
          <p14:tracePt t="21988" x="1530350" y="1327150"/>
          <p14:tracePt t="22035" x="1555750" y="1327150"/>
          <p14:tracePt t="22059" x="1562100" y="1327150"/>
          <p14:tracePt t="22093" x="1600200" y="1327150"/>
          <p14:tracePt t="22128" x="1644650" y="1346200"/>
          <p14:tracePt t="22153" x="1708150" y="1352550"/>
          <p14:tracePt t="22190" x="1778000" y="1352550"/>
          <p14:tracePt t="22235" x="1809750" y="1352550"/>
          <p14:tracePt t="22301" x="1790700" y="1352550"/>
          <p14:tracePt t="22351" x="1765300" y="1352550"/>
          <p14:tracePt t="22369" x="1720850" y="1365250"/>
          <p14:tracePt t="22406" x="1606550" y="1409700"/>
          <p14:tracePt t="22436" x="1536700" y="1428750"/>
          <p14:tracePt t="22467" x="1498600" y="1460500"/>
          <p14:tracePt t="22501" x="1498600" y="1485900"/>
          <p14:tracePt t="22534" x="1600200" y="1530350"/>
          <p14:tracePt t="22567" x="1866900" y="1644650"/>
          <p14:tracePt t="22600" x="2228850" y="1739900"/>
          <p14:tracePt t="22624" x="2501900" y="1790700"/>
          <p14:tracePt t="22652" x="2616200" y="1797050"/>
          <p14:tracePt t="22688" x="2628900" y="1797050"/>
          <p14:tracePt t="22733" x="2622550" y="1803400"/>
          <p14:tracePt t="22766" x="2616200" y="1803400"/>
          <p14:tracePt t="22816" x="2609850" y="1816100"/>
          <p14:tracePt t="22905" x="2660650" y="1828800"/>
          <p14:tracePt t="22934" x="2787650" y="1866900"/>
          <p14:tracePt t="22971" x="2959100" y="1892300"/>
          <p14:tracePt t="23000" x="3086100" y="1911350"/>
          <p14:tracePt t="23018" x="3130550" y="1917700"/>
          <p14:tracePt t="23050" x="3149600" y="1924050"/>
          <p14:tracePt t="23073" x="3155950" y="1924050"/>
          <p14:tracePt t="23154" x="3155950" y="1917700"/>
          <p14:tracePt t="23281" x="3155950" y="1911350"/>
          <p14:tracePt t="23331" x="3155950" y="1905000"/>
          <p14:tracePt t="23364" x="3155950" y="1898650"/>
          <p14:tracePt t="23995" x="3168650" y="1835150"/>
          <p14:tracePt t="24029" x="3219450" y="1663700"/>
          <p14:tracePt t="24063" x="3276600" y="1473200"/>
          <p14:tracePt t="24095" x="3346450" y="1250950"/>
          <p14:tracePt t="24128" x="3403600" y="1073150"/>
          <p14:tracePt t="24162" x="3429000" y="977900"/>
          <p14:tracePt t="24195" x="3460750" y="927100"/>
          <p14:tracePt t="24219" x="3473450" y="914400"/>
          <p14:tracePt t="24252" x="3486150" y="895350"/>
          <p14:tracePt t="24285" x="3486150" y="889000"/>
          <p14:tracePt t="24318" x="3486150" y="882650"/>
          <p14:tracePt t="24346" x="3492500" y="876300"/>
          <p14:tracePt t="24377" x="3492500" y="869950"/>
          <p14:tracePt t="24411" x="3492500" y="863600"/>
          <p14:tracePt t="24466" x="3492500" y="857250"/>
          <p14:tracePt t="24515" x="3492500" y="850900"/>
          <p14:tracePt t="24583" x="3473450" y="844550"/>
          <p14:tracePt t="24632" x="3460750" y="838200"/>
          <p14:tracePt t="24667" x="3441700" y="838200"/>
          <p14:tracePt t="24700" x="3371850" y="819150"/>
          <p14:tracePt t="24733" x="3251200" y="806450"/>
          <p14:tracePt t="24767" x="3105150" y="787400"/>
          <p14:tracePt t="24800" x="2908300" y="781050"/>
          <p14:tracePt t="24828" x="2819400" y="768350"/>
          <p14:tracePt t="24861" x="2711450" y="762000"/>
          <p14:tracePt t="24892" x="2603500" y="755650"/>
          <p14:tracePt t="24916" x="2559050" y="755650"/>
          <p14:tracePt t="24950" x="2489200" y="755650"/>
          <p14:tracePt t="24982" x="2400300" y="755650"/>
          <p14:tracePt t="25016" x="2330450" y="768350"/>
          <p14:tracePt t="25049" x="2260600" y="781050"/>
          <p14:tracePt t="25077" x="2184400" y="800100"/>
          <p14:tracePt t="25108" x="2114550" y="800100"/>
          <p14:tracePt t="25141" x="2070100" y="800100"/>
          <p14:tracePt t="25175" x="2025650" y="800100"/>
          <p14:tracePt t="25208" x="2012950" y="800100"/>
          <p14:tracePt t="25241" x="1993900" y="800100"/>
          <p14:tracePt t="25280" x="1987550" y="806450"/>
          <p14:tracePt t="25309" x="1981200" y="806450"/>
          <p14:tracePt t="25357" x="1981200" y="812800"/>
          <p14:tracePt t="25391" x="1981200" y="825500"/>
          <p14:tracePt t="25440" x="1981200" y="838200"/>
          <p14:tracePt t="25474" x="2000250" y="850900"/>
          <p14:tracePt t="25507" x="2032000" y="863600"/>
          <p14:tracePt t="25540" x="2101850" y="901700"/>
          <p14:tracePt t="25559" x="2146300" y="914400"/>
          <p14:tracePt t="25580" x="2190750" y="927100"/>
          <p14:tracePt t="25608" x="2241550" y="946150"/>
          <p14:tracePt t="25639" x="2260600" y="946150"/>
          <p14:tracePt t="25673" x="2266950" y="952500"/>
          <p14:tracePt t="25739" x="2266950" y="933450"/>
          <p14:tracePt t="25772" x="2254250" y="927100"/>
          <p14:tracePt t="25796" x="2235200" y="914400"/>
          <p14:tracePt t="25830" x="2184400" y="876300"/>
          <p14:tracePt t="25863" x="2076450" y="819150"/>
          <p14:tracePt t="25896" x="1949450" y="749300"/>
          <p14:tracePt t="25924" x="1892300" y="730250"/>
          <p14:tracePt t="25955" x="1873250" y="730250"/>
          <p14:tracePt t="25988" x="1866900" y="730250"/>
          <p14:tracePt t="26012" x="1860550" y="730250"/>
          <p14:tracePt t="26046" x="1860550" y="742950"/>
          <p14:tracePt t="26064" x="1866900" y="755650"/>
          <p14:tracePt t="26110" x="1879600" y="762000"/>
          <p14:tracePt t="26145" x="1924050" y="774700"/>
          <p14:tracePt t="26173" x="1981200" y="800100"/>
          <p14:tracePt t="26204" x="2120900" y="857250"/>
          <p14:tracePt t="26238" x="2235200" y="914400"/>
          <p14:tracePt t="26262" x="2286000" y="927100"/>
          <p14:tracePt t="26295" x="2324100" y="933450"/>
          <p14:tracePt t="26328" x="2330450" y="933450"/>
          <p14:tracePt t="26361" x="2349500" y="933450"/>
          <p14:tracePt t="26394" x="2368550" y="914400"/>
          <p14:tracePt t="26422" x="2393950" y="901700"/>
          <p14:tracePt t="26453" x="2463800" y="889000"/>
          <p14:tracePt t="26487" x="2597150" y="869950"/>
          <p14:tracePt t="26520" x="2794000" y="850900"/>
          <p14:tracePt t="26539" x="2870200" y="850900"/>
          <p14:tracePt t="26575" x="3124200" y="831850"/>
          <p14:tracePt t="26611" x="3384550" y="793750"/>
          <p14:tracePt t="26644" x="3543300" y="774700"/>
          <p14:tracePt t="26677" x="3644900" y="762000"/>
          <p14:tracePt t="26704" x="3746500" y="742950"/>
          <p14:tracePt t="26741" x="3841750" y="730250"/>
          <p14:tracePt t="26760" x="3937000" y="717550"/>
          <p14:tracePt t="26793" x="4019550" y="711200"/>
          <p14:tracePt t="26826" x="4121150" y="704850"/>
          <p14:tracePt t="26859" x="4184650" y="698500"/>
          <p14:tracePt t="26892" x="4241800" y="698500"/>
          <p14:tracePt t="26909" x="4273550" y="698500"/>
          <p14:tracePt t="26943" x="4343400" y="698500"/>
          <p14:tracePt t="26970" x="4381500" y="704850"/>
          <p14:tracePt t="27007" x="4425950" y="711200"/>
          <p14:tracePt t="27026" x="4451350" y="717550"/>
          <p14:tracePt t="27068" x="4489450" y="723900"/>
          <p14:tracePt t="27092" x="4508500" y="730250"/>
          <p14:tracePt t="27125" x="4521200" y="730250"/>
          <p14:tracePt t="27251" x="4425950" y="730250"/>
          <p14:tracePt t="27284" x="4286250" y="736600"/>
          <p14:tracePt t="27317" x="3790950" y="755650"/>
          <p14:tracePt t="27341" x="3511550" y="755650"/>
          <p14:tracePt t="27374" x="3009900" y="755650"/>
          <p14:tracePt t="27407" x="2730500" y="755650"/>
          <p14:tracePt t="27441" x="2501900" y="755650"/>
          <p14:tracePt t="27474" x="2374900" y="781050"/>
          <p14:tracePt t="27502" x="2305050" y="793750"/>
          <p14:tracePt t="27533" x="2235200" y="819150"/>
          <p14:tracePt t="27567" x="2197100" y="831850"/>
          <p14:tracePt t="27585" x="2190750" y="831850"/>
          <p14:tracePt t="27716" x="2228850" y="825500"/>
          <p14:tracePt t="27749" x="2362200" y="825500"/>
          <p14:tracePt t="27767" x="2470150" y="838200"/>
          <p14:tracePt t="27799" x="2717800" y="850900"/>
          <p14:tracePt t="27832" x="3016250" y="857250"/>
          <p14:tracePt t="27856" x="3308350" y="857250"/>
          <p14:tracePt t="27889" x="3587750" y="831850"/>
          <p14:tracePt t="27922" x="3917950" y="812800"/>
          <p14:tracePt t="27950" x="4133850" y="793750"/>
          <p14:tracePt t="27982" x="4241800" y="793750"/>
          <p14:tracePt t="28015" x="4286250" y="793750"/>
          <p14:tracePt t="28048" x="4311650" y="793750"/>
          <p14:tracePt t="28081" x="4324350" y="800100"/>
          <p14:tracePt t="28330" x="4318000" y="787400"/>
          <p14:tracePt t="28779" x="4191000" y="793750"/>
          <p14:tracePt t="28812" x="3943350" y="850900"/>
          <p14:tracePt t="28830" x="3860800" y="869950"/>
          <p14:tracePt t="28862" x="3651250" y="901700"/>
          <p14:tracePt t="28895" x="3416300" y="939800"/>
          <p14:tracePt t="28928" x="3105150" y="996950"/>
          <p14:tracePt t="28962" x="2914650" y="1041400"/>
          <p14:tracePt t="28985" x="2825750" y="1060450"/>
          <p14:tracePt t="29018" x="2679700" y="1098550"/>
          <p14:tracePt t="29046" x="2584450" y="1123950"/>
          <p14:tracePt t="29078" x="2533650" y="1143000"/>
          <p14:tracePt t="29111" x="2470150" y="1168400"/>
          <p14:tracePt t="29129" x="2438400" y="1174750"/>
          <p14:tracePt t="29162" x="2387600" y="1187450"/>
          <p14:tracePt t="29194" x="2355850" y="1200150"/>
          <p14:tracePt t="29217" x="2349500" y="1200150"/>
          <p14:tracePt t="29246" x="2343150" y="1200150"/>
          <p14:tracePt t="29543" x="2362200" y="1200150"/>
          <p14:tracePt t="29576" x="2381250" y="1200150"/>
          <p14:tracePt t="29609" x="2406650" y="1200150"/>
          <p14:tracePt t="29642" x="2482850" y="1193800"/>
          <p14:tracePt t="29676" x="2590800" y="1187450"/>
          <p14:tracePt t="29709" x="2679700" y="1181100"/>
          <p14:tracePt t="29742" x="2762250" y="1181100"/>
          <p14:tracePt t="29768" x="2787650" y="1181100"/>
          <p14:tracePt t="29784" x="2794000" y="1181100"/>
          <p14:tracePt t="29816" x="2806700" y="1181100"/>
          <p14:tracePt t="29849" x="2813050" y="1181100"/>
          <p14:tracePt t="29877" x="2838450" y="1174750"/>
          <p14:tracePt t="29909" x="2895600" y="1168400"/>
          <p14:tracePt t="29942" x="2984500" y="1155700"/>
          <p14:tracePt t="29965" x="3048000" y="1155700"/>
          <p14:tracePt t="29998" x="3155950" y="1136650"/>
          <p14:tracePt t="30032" x="3257550" y="1136650"/>
          <p14:tracePt t="30065" x="3308350" y="1136650"/>
          <p14:tracePt t="30098" x="3371850" y="1136650"/>
          <p14:tracePt t="30115" x="3384550" y="1136650"/>
          <p14:tracePt t="30143" x="3429000" y="1136650"/>
          <p14:tracePt t="30176" x="3498850" y="1136650"/>
          <p14:tracePt t="30198" x="3568700" y="1130300"/>
          <p14:tracePt t="30231" x="3670300" y="1130300"/>
          <p14:tracePt t="30264" x="3771900" y="1123950"/>
          <p14:tracePt t="30297" x="3822700" y="1117600"/>
          <p14:tracePt t="30331" x="3879850" y="1111250"/>
          <p14:tracePt t="30364" x="3905250" y="1111250"/>
          <p14:tracePt t="30392" x="3937000" y="1111250"/>
          <p14:tracePt t="30424" x="3994150" y="1111250"/>
          <p14:tracePt t="30457" x="4089400" y="1104900"/>
          <p14:tracePt t="30480" x="4165600" y="1092200"/>
          <p14:tracePt t="30513" x="4356100" y="1079500"/>
          <p14:tracePt t="30546" x="4502150" y="1060450"/>
          <p14:tracePt t="30580" x="4641850" y="1060450"/>
          <p14:tracePt t="30608" x="4737100" y="1054100"/>
          <p14:tracePt t="30645" x="4813300" y="1054100"/>
          <p14:tracePt t="30663" x="4832350" y="1054100"/>
          <p14:tracePt t="30706" x="4838700" y="1054100"/>
          <p14:tracePt t="30730" x="4845050" y="1041400"/>
          <p14:tracePt t="31110" x="5022850" y="1060450"/>
          <p14:tracePt t="31139" x="5232400" y="1098550"/>
          <p14:tracePt t="31157" x="5384800" y="1098550"/>
          <p14:tracePt t="31189" x="5568950" y="1098550"/>
          <p14:tracePt t="31221" x="5676900" y="1098550"/>
          <p14:tracePt t="31254" x="5721350" y="1092200"/>
          <p14:tracePt t="31277" x="5740400" y="1092200"/>
          <p14:tracePt t="31325" x="5746750" y="1092200"/>
          <p14:tracePt t="31392" x="5746750" y="1085850"/>
          <p14:tracePt t="31591" x="5765800" y="1085850"/>
          <p14:tracePt t="31626" x="5778500" y="1085850"/>
          <p14:tracePt t="31654" x="5816600" y="1085850"/>
          <p14:tracePt t="31686" x="5899150" y="1085850"/>
          <p14:tracePt t="31720" x="6038850" y="1085850"/>
          <p14:tracePt t="31752" x="6146800" y="1085850"/>
          <p14:tracePt t="31785" x="6235700" y="1085850"/>
          <p14:tracePt t="31810" x="6267450" y="1085850"/>
          <p14:tracePt t="31843" x="6292850" y="1085850"/>
          <p14:tracePt t="31890" x="6292850" y="1079500"/>
          <p14:tracePt t="31935" x="6292850" y="1073150"/>
          <p14:tracePt t="32317" x="6477000" y="1092200"/>
          <p14:tracePt t="32350" x="6794500" y="1104900"/>
          <p14:tracePt t="32383" x="6965950" y="1092200"/>
          <p14:tracePt t="32417" x="7156450" y="1085850"/>
          <p14:tracePt t="32450" x="7251700" y="1079500"/>
          <p14:tracePt t="32483" x="7251700" y="1073150"/>
          <p14:tracePt t="32566" x="7245350" y="1073150"/>
          <p14:tracePt t="32815" x="7239000" y="1073150"/>
          <p14:tracePt t="33396" x="7080250" y="1073150"/>
          <p14:tracePt t="33429" x="6851650" y="1060450"/>
          <p14:tracePt t="33448" x="6667500" y="1035050"/>
          <p14:tracePt t="33484" x="6438900" y="1016000"/>
          <p14:tracePt t="33514" x="6254750" y="1009650"/>
          <p14:tracePt t="33531" x="6229350" y="1009650"/>
          <p14:tracePt t="33562" x="6191250" y="1009650"/>
          <p14:tracePt t="33595" x="6184900" y="1009650"/>
          <p14:tracePt t="33662" x="6172200" y="1009650"/>
          <p14:tracePt t="33762" x="6184900" y="1016000"/>
          <p14:tracePt t="33795" x="6210300" y="1016000"/>
          <p14:tracePt t="33828" x="6292850" y="1022350"/>
          <p14:tracePt t="33861" x="6388100" y="1035050"/>
          <p14:tracePt t="33894" x="6502400" y="1035050"/>
          <p14:tracePt t="33920" x="6521450" y="1035050"/>
          <p14:tracePt t="33961" x="6534150" y="1028700"/>
          <p14:tracePt t="34017" x="6496050" y="1028700"/>
          <p14:tracePt t="34051" x="6426200" y="1028700"/>
          <p14:tracePt t="34084" x="6216650" y="1060450"/>
          <p14:tracePt t="34112" x="6096000" y="1079500"/>
          <p14:tracePt t="34143" x="5943600" y="1092200"/>
          <p14:tracePt t="34167" x="5867400" y="1104900"/>
          <p14:tracePt t="34185" x="5822950" y="1104900"/>
          <p14:tracePt t="34217" x="5715000" y="1104900"/>
          <p14:tracePt t="34234" x="5676900" y="1104900"/>
          <p14:tracePt t="34267" x="5480050" y="1104900"/>
          <p14:tracePt t="34300" x="5340350" y="1104900"/>
          <p14:tracePt t="34334" x="5219700" y="1104900"/>
          <p14:tracePt t="34361" x="5149850" y="1104900"/>
          <p14:tracePt t="34393" x="5086350" y="1098550"/>
          <p14:tracePt t="34426" x="5010150" y="1098550"/>
          <p14:tracePt t="34450" x="4921250" y="1085850"/>
          <p14:tracePt t="34483" x="4800600" y="1060450"/>
          <p14:tracePt t="34516" x="4616450" y="1022350"/>
          <p14:tracePt t="34549" x="4279900" y="908050"/>
          <p14:tracePt t="34577" x="4057650" y="850900"/>
          <p14:tracePt t="34614" x="3810000" y="812800"/>
          <p14:tracePt t="34644" x="3606800" y="793750"/>
          <p14:tracePt t="34676" x="3403600" y="755650"/>
          <p14:tracePt t="34694" x="3289300" y="742950"/>
          <p14:tracePt t="34715" x="3200400" y="742950"/>
          <p14:tracePt t="34749" x="3086100" y="749300"/>
          <p14:tracePt t="34782" x="3022600" y="755650"/>
          <p14:tracePt t="34810" x="2997200" y="762000"/>
          <p14:tracePt t="34863" x="2984500" y="762000"/>
          <p14:tracePt t="34908" x="2971800" y="762000"/>
          <p14:tracePt t="34941" x="2952750" y="768350"/>
          <p14:tracePt t="34981" x="2940050" y="774700"/>
          <p14:tracePt t="35015" x="2933700" y="774700"/>
          <p14:tracePt t="35063" x="2927350" y="781050"/>
          <p14:tracePt t="35092" x="2921000" y="781050"/>
          <p14:tracePt t="35439" x="2940050" y="787400"/>
          <p14:tracePt t="35472" x="2952750" y="800100"/>
          <p14:tracePt t="35496" x="2990850" y="825500"/>
          <p14:tracePt t="35529" x="3130550" y="882650"/>
          <p14:tracePt t="35546" x="3200400" y="914400"/>
          <p14:tracePt t="35579" x="3644900" y="1041400"/>
          <p14:tracePt t="35612" x="4025900" y="1123950"/>
          <p14:tracePt t="35646" x="4406900" y="1181100"/>
          <p14:tracePt t="35673" x="4787900" y="1212850"/>
          <p14:tracePt t="35705" x="5295900" y="1276350"/>
          <p14:tracePt t="35738" x="5543550" y="1308100"/>
          <p14:tracePt t="35762" x="5886450" y="1339850"/>
          <p14:tracePt t="35795" x="6165850" y="1358900"/>
          <p14:tracePt t="35828" x="6356350" y="1358900"/>
          <p14:tracePt t="35862" x="6559550" y="1320800"/>
          <p14:tracePt t="35895" x="6616700" y="1314450"/>
          <p14:tracePt t="35923" x="6623050" y="1314450"/>
          <p14:tracePt t="36004" x="6616700" y="1308100"/>
          <p14:tracePt t="36042" x="6610350" y="1301750"/>
          <p14:tracePt t="36109" x="6604000" y="1295400"/>
          <p14:tracePt t="36139" x="6604000" y="1289050"/>
          <p14:tracePt t="36176" x="6604000" y="1276350"/>
          <p14:tracePt t="36205" x="6623050" y="1270000"/>
          <p14:tracePt t="36238" x="6654800" y="1270000"/>
          <p14:tracePt t="36270" x="6756400" y="1257300"/>
          <p14:tracePt t="36303" x="6965950" y="1219200"/>
          <p14:tracePt t="36341" x="7143750" y="1193800"/>
          <p14:tracePt t="36376" x="7296150" y="1168400"/>
          <p14:tracePt t="36404" x="7327900" y="1168400"/>
          <p14:tracePt t="36441" x="7346950" y="1162050"/>
          <p14:tracePt t="36471" x="7353300" y="1162050"/>
          <p14:tracePt t="36535" x="7359650" y="1155700"/>
          <p14:tracePt t="36817" x="7353300" y="1155700"/>
          <p14:tracePt t="36890" x="7353300" y="1149350"/>
          <p14:tracePt t="37122" x="7346950" y="1149350"/>
          <p14:tracePt t="37266" x="7340600" y="1149350"/>
          <p14:tracePt t="37349" x="7327900" y="1149350"/>
          <p14:tracePt t="37382" x="7315200" y="1149350"/>
          <p14:tracePt t="37416" x="7289800" y="1149350"/>
          <p14:tracePt t="37449" x="7232650" y="1149350"/>
          <p14:tracePt t="37483" x="7086600" y="1155700"/>
          <p14:tracePt t="37501" x="6934200" y="1168400"/>
          <p14:tracePt t="37532" x="6521450" y="1238250"/>
          <p14:tracePt t="37550" x="6394450" y="1257300"/>
          <p14:tracePt t="37582" x="6032500" y="1346200"/>
          <p14:tracePt t="37615" x="5676900" y="1428750"/>
          <p14:tracePt t="37650" x="5187950" y="1543050"/>
          <p14:tracePt t="37672" x="4965700" y="1587500"/>
          <p14:tracePt t="37705" x="4679950" y="1657350"/>
          <p14:tracePt t="37722" x="4514850" y="1676400"/>
          <p14:tracePt t="37755" x="4305300" y="1676400"/>
          <p14:tracePt t="37783" x="4178300" y="1676400"/>
          <p14:tracePt t="37814" x="4076700" y="1663700"/>
          <p14:tracePt t="38265" x="3937000" y="1663700"/>
          <p14:tracePt t="38296" x="3619500" y="1631950"/>
          <p14:tracePt t="38330" x="3162300" y="1631950"/>
          <p14:tracePt t="38362" x="2806700" y="1657350"/>
          <p14:tracePt t="38396" x="2476500" y="1689100"/>
          <p14:tracePt t="38429" x="2139950" y="1746250"/>
          <p14:tracePt t="38467" x="2032000" y="1758950"/>
          <p14:tracePt t="38498" x="2000250" y="1758950"/>
          <p14:tracePt t="38529" x="1987550" y="1758950"/>
          <p14:tracePt t="38728" x="1981200" y="1739900"/>
          <p14:tracePt t="38747" x="1955800" y="1720850"/>
          <p14:tracePt t="38763" x="1924050" y="1701800"/>
          <p14:tracePt t="38795" x="1841500" y="1644650"/>
          <p14:tracePt t="38828" x="1708150" y="1568450"/>
          <p14:tracePt t="38861" x="1663700" y="1536700"/>
          <p14:tracePt t="38894" x="1606550" y="1511300"/>
          <p14:tracePt t="38928" x="1587500" y="1492250"/>
          <p14:tracePt t="38977" x="1574800" y="1498600"/>
          <p14:tracePt t="39001" x="1574800" y="1504950"/>
          <p14:tracePt t="39034" x="1574800" y="1517650"/>
          <p14:tracePt t="39062" x="1587500" y="1549400"/>
          <p14:tracePt t="39093" x="1657350" y="1638300"/>
          <p14:tracePt t="39127" x="1835150" y="1816100"/>
          <p14:tracePt t="39160" x="2038350" y="2012950"/>
          <p14:tracePt t="39193" x="2171700" y="2101850"/>
          <p14:tracePt t="39211" x="2190750" y="2114550"/>
          <p14:tracePt t="39243" x="2222500" y="2114550"/>
          <p14:tracePt t="39281" x="2209800" y="2089150"/>
          <p14:tracePt t="39316" x="2063750" y="1905000"/>
          <p14:tracePt t="39349" x="1885950" y="1739900"/>
          <p14:tracePt t="39378" x="1746250" y="1638300"/>
          <p14:tracePt t="39409" x="1670050" y="1593850"/>
          <p14:tracePt t="39442" x="1657350" y="1587500"/>
          <p14:tracePt t="39497" x="1651000" y="1593850"/>
          <p14:tracePt t="39532" x="1670050" y="1606550"/>
          <p14:tracePt t="39566" x="1708150" y="1625600"/>
          <p14:tracePt t="39582" x="1771650" y="1657350"/>
          <p14:tracePt t="39630" x="2051050" y="1765300"/>
          <p14:tracePt t="39660" x="2292350" y="1847850"/>
          <p14:tracePt t="39692" x="2520950" y="1879600"/>
          <p14:tracePt t="39731" x="2559050" y="1866900"/>
          <p14:tracePt t="39765" x="2552700" y="1822450"/>
          <p14:tracePt t="39798" x="2520950" y="1784350"/>
          <p14:tracePt t="39826" x="2406650" y="1689100"/>
          <p14:tracePt t="39862" x="2120900" y="1549400"/>
          <p14:tracePt t="39907" x="1809750" y="1524000"/>
          <p14:tracePt t="39940" x="1644650" y="1581150"/>
          <p14:tracePt t="39974" x="1568450" y="1663700"/>
          <p14:tracePt t="40007" x="1562100" y="1714500"/>
          <p14:tracePt t="40045" x="1657350" y="1816100"/>
          <p14:tracePt t="40075" x="1866900" y="1943100"/>
          <p14:tracePt t="40112" x="2165350" y="2051050"/>
          <p14:tracePt t="40142" x="2578100" y="2076450"/>
          <p14:tracePt t="40174" x="2711450" y="2019300"/>
          <p14:tracePt t="40207" x="2844800" y="1866900"/>
          <p14:tracePt t="40240" x="2851150" y="1790700"/>
          <p14:tracePt t="40278" x="2813050" y="1708150"/>
          <p14:tracePt t="40313" x="2730500" y="1625600"/>
          <p14:tracePt t="40341" x="2609850" y="1555750"/>
          <p14:tracePt t="40372" x="2482850" y="1511300"/>
          <p14:tracePt t="40406" x="2355850" y="1517650"/>
          <p14:tracePt t="40439" x="2178050" y="1593850"/>
          <p14:tracePt t="40472" x="2114550" y="1644650"/>
          <p14:tracePt t="40505" x="2095500" y="1708150"/>
          <p14:tracePt t="40539" x="2114550" y="1790700"/>
          <p14:tracePt t="40577" x="2197100" y="1873250"/>
          <p14:tracePt t="40595" x="2273300" y="1905000"/>
          <p14:tracePt t="40623" x="2406650" y="1930400"/>
          <p14:tracePt t="40655" x="2622550" y="1911350"/>
          <p14:tracePt t="40688" x="2717800" y="1866900"/>
          <p14:tracePt t="40721" x="2914650" y="1739900"/>
          <p14:tracePt t="40754" x="2990850" y="1657350"/>
          <p14:tracePt t="40788" x="3022600" y="1581150"/>
          <p14:tracePt t="40806" x="3022600" y="1568450"/>
          <p14:tracePt t="40828" x="3009900" y="1543050"/>
          <p14:tracePt t="40856" x="2984500" y="1511300"/>
          <p14:tracePt t="40888" x="2838450" y="1428750"/>
          <p14:tracePt t="40920" x="2654300" y="1390650"/>
          <p14:tracePt t="40954" x="2438400" y="1397000"/>
          <p14:tracePt t="40987" x="2178050" y="1492250"/>
          <p14:tracePt t="41020" x="2063750" y="1574800"/>
          <p14:tracePt t="41053" x="2032000" y="1625600"/>
          <p14:tracePt t="41077" x="2019300" y="1638300"/>
          <p14:tracePt t="41105" x="2032000" y="1701800"/>
          <p14:tracePt t="41136" x="2038350" y="1708150"/>
          <p14:tracePt t="43046" x="2038350" y="1682750"/>
          <p14:tracePt t="43080" x="2038350" y="1606550"/>
          <p14:tracePt t="43113" x="2032000" y="1555750"/>
          <p14:tracePt t="43146" x="2012950" y="1524000"/>
          <p14:tracePt t="43170" x="2006600" y="1517650"/>
          <p14:tracePt t="43203" x="1987550" y="1504950"/>
          <p14:tracePt t="43236" x="1949450" y="1485900"/>
          <p14:tracePt t="43270" x="1866900" y="1441450"/>
          <p14:tracePt t="43303" x="1803400" y="1409700"/>
          <p14:tracePt t="43331" x="1752600" y="1384300"/>
          <p14:tracePt t="43379" x="1720850" y="1384300"/>
          <p14:tracePt t="43402" x="1720850" y="1377950"/>
          <p14:tracePt t="43462" x="1714500" y="1377950"/>
        </p14:tracePtLst>
      </p14:laserTraceLst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9144" y="0"/>
            <a:ext cx="901333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65" tIns="42932" rIns="85865" bIns="42932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time import time, sleep</a:t>
            </a:r>
            <a:endParaRPr lang="en-US" altLang="en-US" sz="2250" spc="-1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timer(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, *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, **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kwargs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"""Print the runtime of the wrapped function"""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50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25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wrapper_timer</a:t>
            </a:r>
            <a:r>
              <a:rPr lang="en-US" altLang="en-US" sz="225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(*</a:t>
            </a:r>
            <a:r>
              <a:rPr lang="en-US" altLang="en-US" sz="2250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en-US" sz="225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, **</a:t>
            </a:r>
            <a:r>
              <a:rPr lang="en-US" altLang="en-US" sz="2250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kwargs</a:t>
            </a:r>
            <a:r>
              <a:rPr lang="en-US" altLang="en-US" sz="225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):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254" kern="0" spc="-94" dirty="0">
                <a:latin typeface="Lucida Console" panose="020B0609040504020204" pitchFamily="49" charset="0"/>
              </a:rPr>
              <a:t>       </a:t>
            </a:r>
            <a:r>
              <a:rPr lang="en-US" sz="2254" kern="0" spc="-94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if com=="START": was[0]=time()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254" kern="0" spc="-94" dirty="0">
                <a:latin typeface="Lucida Console" panose="020B0609040504020204" pitchFamily="49" charset="0"/>
              </a:rPr>
              <a:t>       </a:t>
            </a:r>
            <a:r>
              <a:rPr lang="en-US" sz="2254" kern="0" spc="-94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else: print('   ',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254" kern="0" spc="-94" dirty="0">
                <a:latin typeface="Lucida Console" panose="020B0609040504020204" pitchFamily="49" charset="0"/>
              </a:rPr>
              <a:t>       </a:t>
            </a:r>
            <a:r>
              <a:rPr lang="en-US" sz="2254" kern="0" spc="-94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f'{</a:t>
            </a:r>
            <a:r>
              <a:rPr lang="en-US" sz="2254" kern="0" spc="-94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int</a:t>
            </a:r>
            <a:r>
              <a:rPr lang="en-US" sz="2254" kern="0" spc="-94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(1000000*(time()-was[0])):,d}','</a:t>
            </a:r>
            <a:r>
              <a:rPr lang="en-US" sz="2254" kern="0" spc="-94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usec</a:t>
            </a:r>
            <a:r>
              <a:rPr lang="en-US" sz="2254" kern="0" spc="-94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1800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700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timer(); sleep(2); timer('STOP')</a:t>
            </a:r>
          </a:p>
          <a:p>
            <a:pPr marL="0" indent="0" defTabSz="858622">
              <a:lnSpc>
                <a:spcPct val="85000"/>
              </a:lnSpc>
              <a:spcBef>
                <a:spcPts val="10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2,000,056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solidFill>
                  <a:srgbClr val="A6A6A6"/>
                </a:solidFill>
                <a:latin typeface="Lucida Console" panose="020B0609040504020204" pitchFamily="49" charset="0"/>
              </a:rPr>
              <a:t>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f(x): sleep(1); return x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sz="2254" kern="0" spc="-94" dirty="0">
              <a:solidFill>
                <a:srgbClr val="A6A6A6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timer(); f(None); timer('STOP')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1,000,107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timer(); f(None); timer('STOP')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1,000,212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254" kern="0" spc="-94" dirty="0">
              <a:solidFill>
                <a:srgbClr val="A6A6A6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272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407"/>
    </mc:Choice>
    <mc:Fallback xmlns="">
      <p:transition spd="slow" advTm="25407"/>
    </mc:Fallback>
  </mc:AlternateContent>
  <p:extLst>
    <p:ext uri="{3A86A75C-4F4B-4683-9AE1-C65F6400EC91}">
      <p14:laserTraceLst xmlns:p14="http://schemas.microsoft.com/office/powerpoint/2010/main">
        <p14:tracePtLst>
          <p14:tracePt t="859" x="1701800" y="1377950"/>
          <p14:tracePt t="892" x="1631950" y="1390650"/>
          <p14:tracePt t="925" x="1574800" y="1397000"/>
          <p14:tracePt t="958" x="1447800" y="1422400"/>
          <p14:tracePt t="982" x="1377950" y="1441450"/>
          <p14:tracePt t="1016" x="1352550" y="1447800"/>
          <p14:tracePt t="1058" x="1346200" y="1447800"/>
          <p14:tracePt t="1077" x="1339850" y="1447800"/>
          <p14:tracePt t="1191" x="1352550" y="1441450"/>
          <p14:tracePt t="1224" x="1371600" y="1435100"/>
          <p14:tracePt t="1263" x="1441450" y="1422400"/>
          <p14:tracePt t="1281" x="1466850" y="1422400"/>
          <p14:tracePt t="1309" x="1600200" y="1397000"/>
          <p14:tracePt t="1340" x="1771650" y="1371600"/>
          <p14:tracePt t="1374" x="1943100" y="1352550"/>
          <p14:tracePt t="1407" x="2095500" y="1327150"/>
          <p14:tracePt t="1440" x="2146300" y="1320800"/>
          <p14:tracePt t="1473" x="2159000" y="1320800"/>
          <p14:tracePt t="1706" x="2178050" y="1320800"/>
          <p14:tracePt t="1739" x="2197100" y="1320800"/>
          <p14:tracePt t="1763" x="2228850" y="1320800"/>
          <p14:tracePt t="1790" x="2311400" y="1327150"/>
          <p14:tracePt t="1822" x="2393950" y="1333500"/>
          <p14:tracePt t="1855" x="2463800" y="1346200"/>
          <p14:tracePt t="1889" x="2482850" y="1346200"/>
          <p14:tracePt t="2021" x="2463800" y="1346200"/>
          <p14:tracePt t="2420" x="2298700" y="1346200"/>
          <p14:tracePt t="2453" x="2190750" y="1358900"/>
          <p14:tracePt t="2478" x="2139950" y="1365250"/>
          <p14:tracePt t="2510" x="2095500" y="1384300"/>
          <p14:tracePt t="2558" x="2082800" y="1384300"/>
          <p14:tracePt t="2674" x="2108200" y="1384300"/>
          <p14:tracePt t="2703" x="2159000" y="1384300"/>
          <p14:tracePt t="2735" x="2305050" y="1384300"/>
          <p14:tracePt t="2759" x="2432050" y="1371600"/>
          <p14:tracePt t="2792" x="2667000" y="1365250"/>
          <p14:tracePt t="2825" x="2774950" y="1352550"/>
          <p14:tracePt t="2858" x="2819400" y="1346200"/>
          <p14:tracePt t="2886" x="2832100" y="1346200"/>
          <p14:tracePt t="3389" x="3009900" y="1346200"/>
          <p14:tracePt t="3419" x="3143250" y="1358900"/>
          <p14:tracePt t="3450" x="3282950" y="1365250"/>
          <p14:tracePt t="3468" x="3314700" y="1371600"/>
          <p14:tracePt t="3500" x="3409950" y="1397000"/>
          <p14:tracePt t="3533" x="3454400" y="1403350"/>
          <p14:tracePt t="3566" x="3498850" y="1403350"/>
          <p14:tracePt t="3599" x="3524250" y="1403350"/>
          <p14:tracePt t="3639" x="3543300" y="1403350"/>
          <p14:tracePt t="3699" x="3549650" y="1403350"/>
          <p14:tracePt t="3882" x="3536950" y="1397000"/>
          <p14:tracePt t="3915" x="3486150" y="1397000"/>
          <p14:tracePt t="3948" x="3359150" y="1397000"/>
          <p14:tracePt t="3981" x="3155950" y="1397000"/>
          <p14:tracePt t="4014" x="2908300" y="1397000"/>
          <p14:tracePt t="4048" x="2813050" y="1397000"/>
          <p14:tracePt t="4081" x="2768600" y="1409700"/>
          <p14:tracePt t="4149" x="2800350" y="1422400"/>
          <p14:tracePt t="4181" x="2876550" y="1422400"/>
          <p14:tracePt t="4214" x="3060700" y="1422400"/>
          <p14:tracePt t="4247" x="3352800" y="1409700"/>
          <p14:tracePt t="4281" x="3498850" y="1403350"/>
          <p14:tracePt t="4313" x="3556000" y="1403350"/>
          <p14:tracePt t="4337" x="3587750" y="1397000"/>
          <p14:tracePt t="4371" x="3606800" y="1390650"/>
          <p14:tracePt t="4403" x="3613150" y="1390650"/>
          <p14:tracePt t="4437" x="3644900" y="1384300"/>
          <p14:tracePt t="4470" x="3663950" y="1384300"/>
          <p14:tracePt t="4503" x="3683000" y="1384300"/>
          <p14:tracePt t="4531" x="3695700" y="1384300"/>
          <p14:tracePt t="4562" x="3714750" y="1384300"/>
          <p14:tracePt t="4596" x="3759200" y="1377950"/>
          <p14:tracePt t="4620" x="3778250" y="1377950"/>
          <p14:tracePt t="4653" x="3816350" y="1371600"/>
          <p14:tracePt t="4687" x="3848100" y="1365250"/>
          <p14:tracePt t="4719" x="3854450" y="1365250"/>
          <p14:tracePt t="4747" x="3860800" y="1365250"/>
          <p14:tracePt t="4828" x="3860800" y="1358900"/>
          <p14:tracePt t="5293" x="3975100" y="1358900"/>
          <p14:tracePt t="5327" x="4133850" y="1358900"/>
          <p14:tracePt t="5360" x="4292600" y="1339850"/>
          <p14:tracePt t="5393" x="4375150" y="1314450"/>
          <p14:tracePt t="5426" x="4419600" y="1308100"/>
          <p14:tracePt t="5450" x="4432300" y="1308100"/>
          <p14:tracePt t="5514" x="4432300" y="1301750"/>
          <p14:tracePt t="5659" x="4432300" y="1308100"/>
          <p14:tracePt t="5759" x="4432300" y="1314450"/>
          <p14:tracePt t="5792" x="4432300" y="1320800"/>
          <p14:tracePt t="5825" x="4432300" y="1333500"/>
          <p14:tracePt t="5891" x="4451350" y="1358900"/>
          <p14:tracePt t="5924" x="4483100" y="1384300"/>
          <p14:tracePt t="5957" x="4540250" y="1416050"/>
          <p14:tracePt t="5982" x="4591050" y="1447800"/>
          <p14:tracePt t="5998" x="4610100" y="1454150"/>
          <p14:tracePt t="6031" x="4635500" y="1466850"/>
          <p14:tracePt t="6190" x="4635500" y="1460500"/>
          <p14:tracePt t="6214" x="4622800" y="1447800"/>
          <p14:tracePt t="6247" x="4603750" y="1441450"/>
          <p14:tracePt t="6280" x="4565650" y="1397000"/>
          <p14:tracePt t="6314" x="4394200" y="1244600"/>
          <p14:tracePt t="6347" x="4203700" y="1073150"/>
          <p14:tracePt t="6374" x="4095750" y="971550"/>
          <p14:tracePt t="6406" x="3949700" y="838200"/>
          <p14:tracePt t="6430" x="3905250" y="800100"/>
          <p14:tracePt t="6463" x="3867150" y="768350"/>
          <p14:tracePt t="6496" x="3822700" y="742950"/>
          <p14:tracePt t="6529" x="3790950" y="723900"/>
          <p14:tracePt t="6562" x="3759200" y="711200"/>
          <p14:tracePt t="6591" x="3746500" y="711200"/>
          <p14:tracePt t="6622" x="3733800" y="704850"/>
          <p14:tracePt t="6672" x="3727450" y="704850"/>
          <p14:tracePt t="6755" x="3752850" y="717550"/>
          <p14:tracePt t="6793" x="3790950" y="742950"/>
          <p14:tracePt t="6823" x="3898900" y="812800"/>
          <p14:tracePt t="6855" x="4114800" y="939800"/>
          <p14:tracePt t="6888" x="4203700" y="1003300"/>
          <p14:tracePt t="6921" x="4330700" y="1123950"/>
          <p14:tracePt t="6954" x="4387850" y="1181100"/>
          <p14:tracePt t="6987" x="4432300" y="1225550"/>
          <p14:tracePt t="7021" x="4457700" y="1238250"/>
          <p14:tracePt t="7059" x="4457700" y="1244600"/>
          <p14:tracePt t="7089" x="4464050" y="1250950"/>
          <p14:tracePt t="7121" x="4470400" y="1250950"/>
          <p14:tracePt t="7203" x="4476750" y="1250950"/>
          <p14:tracePt t="7236" x="4489450" y="1244600"/>
          <p14:tracePt t="7270" x="4540250" y="1231900"/>
          <p14:tracePt t="7294" x="4629150" y="1206500"/>
          <p14:tracePt t="7321" x="4806950" y="1117600"/>
          <p14:tracePt t="7353" x="5003800" y="1003300"/>
          <p14:tracePt t="7386" x="5118100" y="882650"/>
          <p14:tracePt t="7419" x="5175250" y="806450"/>
          <p14:tracePt t="7452" x="5200650" y="768350"/>
          <p14:tracePt t="7486" x="5207000" y="749300"/>
          <p14:tracePt t="7552" x="5207000" y="742950"/>
          <p14:tracePt t="7636" x="5207000" y="749300"/>
          <p14:tracePt t="7669" x="5213350" y="768350"/>
          <p14:tracePt t="7687" x="5213350" y="774700"/>
          <p14:tracePt t="7718" x="5264150" y="825500"/>
          <p14:tracePt t="7751" x="5327650" y="882650"/>
          <p14:tracePt t="7785" x="5467350" y="1016000"/>
          <p14:tracePt t="7818" x="5619750" y="1136650"/>
          <p14:tracePt t="7842" x="5708650" y="1200150"/>
          <p14:tracePt t="7875" x="5797550" y="1257300"/>
          <p14:tracePt t="7908" x="5829300" y="1270000"/>
          <p14:tracePt t="7936" x="5842000" y="1276350"/>
          <p14:tracePt t="7967" x="5848350" y="1282700"/>
          <p14:tracePt t="8471" x="5829300" y="1282700"/>
          <p14:tracePt t="8500" x="5759450" y="1282700"/>
          <p14:tracePt t="8532" x="5543550" y="1295400"/>
          <p14:tracePt t="8557" x="5130800" y="1327150"/>
          <p14:tracePt t="8589" x="4311650" y="1409700"/>
          <p14:tracePt t="8622" x="3917950" y="1460500"/>
          <p14:tracePt t="8640" x="3581400" y="1498600"/>
          <p14:tracePt t="8672" x="3206750" y="1536700"/>
          <p14:tracePt t="8705" x="2921000" y="1587500"/>
          <p14:tracePt t="8733" x="2819400" y="1600200"/>
          <p14:tracePt t="8765" x="2774950" y="1625600"/>
          <p14:tracePt t="8788" x="2749550" y="1631950"/>
          <p14:tracePt t="8823" x="2730500" y="1638300"/>
          <p14:tracePt t="8854" x="2711450" y="1651000"/>
          <p14:tracePt t="8888" x="2698750" y="1651000"/>
          <p14:tracePt t="8923" x="2686050" y="1663700"/>
          <p14:tracePt t="8969" x="2673350" y="1670050"/>
          <p14:tracePt t="8999" x="2660650" y="1670050"/>
          <p14:tracePt t="9030" x="2654300" y="1670050"/>
          <p14:tracePt t="9063" x="2647950" y="1670050"/>
          <p14:tracePt t="9097" x="2622550" y="1670050"/>
          <p14:tracePt t="9147" x="2571750" y="1670050"/>
          <p14:tracePt t="9170" x="2501900" y="1651000"/>
          <p14:tracePt t="9204" x="2336800" y="1606550"/>
          <p14:tracePt t="9237" x="2076450" y="1543050"/>
          <p14:tracePt t="9270" x="1885950" y="1492250"/>
          <p14:tracePt t="9298" x="1752600" y="1466850"/>
          <p14:tracePt t="9329" x="1682750" y="1460500"/>
          <p14:tracePt t="9363" x="1638300" y="1454150"/>
          <p14:tracePt t="9386" x="1631950" y="1454150"/>
          <p14:tracePt t="9419" x="1625600" y="1460500"/>
          <p14:tracePt t="9453" x="1619250" y="1460500"/>
          <p14:tracePt t="9517" x="1612900" y="1460500"/>
          <p14:tracePt t="9595" x="1606550" y="1460500"/>
          <p14:tracePt t="9634" x="1600200" y="1466850"/>
          <p14:tracePt t="9652" x="1593850" y="1466850"/>
          <p14:tracePt t="9982" x="1676400" y="1511300"/>
          <p14:tracePt t="10012" x="1847850" y="1593850"/>
          <p14:tracePt t="10044" x="1993900" y="1676400"/>
          <p14:tracePt t="10077" x="2120900" y="1739900"/>
          <p14:tracePt t="10110" x="2159000" y="1765300"/>
          <p14:tracePt t="10143" x="2165350" y="1765300"/>
          <p14:tracePt t="10209" x="2159000" y="1809750"/>
          <p14:tracePt t="10243" x="2152650" y="1898650"/>
          <p14:tracePt t="10276" x="2171700" y="2063750"/>
          <p14:tracePt t="10309" x="2184400" y="2127250"/>
          <p14:tracePt t="10342" x="2209800" y="2165350"/>
          <p14:tracePt t="10376" x="2228850" y="2171700"/>
          <p14:tracePt t="10409" x="2247900" y="2146300"/>
          <p14:tracePt t="10427" x="2247900" y="2133600"/>
          <p14:tracePt t="10459" x="2260600" y="2051050"/>
          <p14:tracePt t="10492" x="2279650" y="1962150"/>
          <p14:tracePt t="10525" x="2305050" y="1873250"/>
          <p14:tracePt t="10559" x="2330450" y="1790700"/>
          <p14:tracePt t="10592" x="2355850" y="1752600"/>
          <p14:tracePt t="10642" x="2387600" y="1739900"/>
          <p14:tracePt t="10675" x="2393950" y="1739900"/>
          <p14:tracePt t="10708" x="2419350" y="1752600"/>
          <p14:tracePt t="10741" x="2482850" y="1790700"/>
          <p14:tracePt t="10765" x="2559050" y="1822450"/>
          <p14:tracePt t="10799" x="2762250" y="1879600"/>
          <p14:tracePt t="10826" x="3022600" y="1930400"/>
          <p14:tracePt t="10857" x="3302000" y="1936750"/>
          <p14:tracePt t="10891" x="3581400" y="1936750"/>
          <p14:tracePt t="10925" x="3835400" y="1879600"/>
          <p14:tracePt t="10957" x="3917950" y="1835150"/>
          <p14:tracePt t="10990" x="3930650" y="1797050"/>
          <p14:tracePt t="11014" x="3930650" y="1778000"/>
          <p14:tracePt t="11062" x="3892550" y="1771650"/>
          <p14:tracePt t="11091" x="3708400" y="1752600"/>
          <p14:tracePt t="11123" x="3486150" y="1790700"/>
          <p14:tracePt t="11156" x="3244850" y="1879600"/>
          <p14:tracePt t="11176" x="3130550" y="1955800"/>
          <p14:tracePt t="11207" x="3041650" y="2044700"/>
          <p14:tracePt t="11239" x="3028950" y="2101850"/>
          <p14:tracePt t="11272" x="3035300" y="2146300"/>
          <p14:tracePt t="11296" x="3060700" y="2171700"/>
          <p14:tracePt t="11329" x="3155950" y="2190750"/>
          <p14:tracePt t="11346" x="3194050" y="2190750"/>
          <p14:tracePt t="11374" x="3365500" y="2171700"/>
          <p14:tracePt t="11405" x="3530600" y="2101850"/>
          <p14:tracePt t="11438" x="3771900" y="1930400"/>
          <p14:tracePt t="11463" x="3810000" y="1860550"/>
          <p14:tracePt t="11495" x="3810000" y="1822450"/>
          <p14:tracePt t="11529" x="3803650" y="1809750"/>
          <p14:tracePt t="11562" x="3733800" y="1778000"/>
          <p14:tracePt t="11590" x="3638550" y="1765300"/>
          <p14:tracePt t="11621" x="3467100" y="1758950"/>
          <p14:tracePt t="11655" x="3143250" y="1809750"/>
          <p14:tracePt t="11688" x="2921000" y="1866900"/>
          <p14:tracePt t="11721" x="2755900" y="1911350"/>
          <p14:tracePt t="11754" x="2635250" y="1924050"/>
          <p14:tracePt t="11788" x="2540000" y="1924050"/>
          <p14:tracePt t="11806" x="2501900" y="1924050"/>
          <p14:tracePt t="11837" x="2292350" y="1905000"/>
          <p14:tracePt t="11871" x="2082800" y="1879600"/>
          <p14:tracePt t="11904" x="1930400" y="1841500"/>
          <p14:tracePt t="11937" x="1790700" y="1828800"/>
          <p14:tracePt t="11970" x="1689100" y="1809750"/>
          <p14:tracePt t="12004" x="1600200" y="1797050"/>
          <p14:tracePt t="12022" x="1568450" y="1790700"/>
          <p14:tracePt t="12053" x="1485900" y="1784350"/>
          <p14:tracePt t="12077" x="1454150" y="1778000"/>
          <p14:tracePt t="12110" x="1416050" y="1778000"/>
          <p14:tracePt t="12138" x="1371600" y="1778000"/>
          <p14:tracePt t="12169" x="1352550" y="1778000"/>
          <p14:tracePt t="12203" x="1333500" y="1778000"/>
          <p14:tracePt t="12237" x="1327150" y="1778000"/>
          <p14:tracePt t="12535" x="1314450" y="1778000"/>
          <p14:tracePt t="12559" x="1295400" y="1778000"/>
          <p14:tracePt t="12606" x="1270000" y="1778000"/>
          <p14:tracePt t="12641" x="1212850" y="1765300"/>
          <p14:tracePt t="12675" x="1174750" y="1746250"/>
          <p14:tracePt t="12703" x="1149350" y="1739900"/>
          <p14:tracePt t="12767" x="1143000" y="1739900"/>
          <p14:tracePt t="12823" x="1136650" y="1739900"/>
          <p14:tracePt t="12872" x="1143000" y="1739900"/>
          <p14:tracePt t="12902" x="1168400" y="1746250"/>
          <p14:tracePt t="12939" x="1295400" y="1758950"/>
          <p14:tracePt t="12969" x="1504950" y="1778000"/>
          <p14:tracePt t="13002" x="1714500" y="1790700"/>
          <p14:tracePt t="13033" x="1790700" y="1790700"/>
          <p14:tracePt t="13066" x="1885950" y="1790700"/>
          <p14:tracePt t="13090" x="1924050" y="1790700"/>
          <p14:tracePt t="13118" x="1936750" y="1790700"/>
          <p14:tracePt t="13349" x="1936750" y="1778000"/>
          <p14:tracePt t="13382" x="1936750" y="1765300"/>
          <p14:tracePt t="13416" x="1936750" y="1733550"/>
          <p14:tracePt t="13448" x="1936750" y="1676400"/>
          <p14:tracePt t="13482" x="1936750" y="1549400"/>
          <p14:tracePt t="13515" x="1936750" y="1447800"/>
          <p14:tracePt t="13548" x="1936750" y="1377950"/>
          <p14:tracePt t="13581" x="1924050" y="1346200"/>
          <p14:tracePt t="13605" x="1924050" y="1339850"/>
          <p14:tracePt t="13686" x="1924050" y="1371600"/>
          <p14:tracePt t="13721" x="1924050" y="1428750"/>
          <p14:tracePt t="13749" x="1943100" y="1593850"/>
          <p14:tracePt t="13781" x="2000250" y="1866900"/>
          <p14:tracePt t="13805" x="2076450" y="2165350"/>
          <p14:tracePt t="13838" x="2139950" y="2368550"/>
          <p14:tracePt t="13870" x="2159000" y="2419350"/>
          <p14:tracePt t="13904" x="2165350" y="2451100"/>
          <p14:tracePt t="13952" x="2165350" y="2438400"/>
          <p14:tracePt t="13982" x="2171700" y="2406650"/>
          <p14:tracePt t="14014" x="2178050" y="2330450"/>
          <p14:tracePt t="14046" x="2190750" y="2241550"/>
          <p14:tracePt t="14079" x="2197100" y="2101850"/>
          <p14:tracePt t="14103" x="2197100" y="2019300"/>
          <p14:tracePt t="14136" x="2203450" y="1885950"/>
          <p14:tracePt t="14169" x="2216150" y="1809750"/>
          <p14:tracePt t="14203" x="2235200" y="1733550"/>
          <p14:tracePt t="14231" x="2247900" y="1701800"/>
          <p14:tracePt t="14264" x="2254250" y="1689100"/>
          <p14:tracePt t="14296" x="2273300" y="1682750"/>
          <p14:tracePt t="14329" x="2286000" y="1676400"/>
          <p14:tracePt t="14353" x="2292350" y="1676400"/>
          <p14:tracePt t="14400" x="2298700" y="1676400"/>
          <p14:tracePt t="14435" x="2305050" y="1689100"/>
          <p14:tracePt t="16012" x="2298700" y="1708150"/>
          <p14:tracePt t="16046" x="2247900" y="1752600"/>
          <p14:tracePt t="16080" x="2203450" y="1797050"/>
          <p14:tracePt t="16108" x="2159000" y="1835150"/>
          <p14:tracePt t="16144" x="2127250" y="1854200"/>
          <p14:tracePt t="16174" x="2114550" y="1866900"/>
          <p14:tracePt t="16344" x="2101850" y="1860550"/>
          <p14:tracePt t="16477" x="2095500" y="1860550"/>
          <p14:tracePt t="16526" x="2089150" y="1860550"/>
          <p14:tracePt t="16561" x="2076450" y="1847850"/>
          <p14:tracePt t="16594" x="2070100" y="1835150"/>
          <p14:tracePt t="16622" x="2063750" y="1828800"/>
          <p14:tracePt t="16654" x="2057400" y="1809750"/>
          <p14:tracePt t="16720" x="2051050" y="1803400"/>
          <p14:tracePt t="16770" x="2038350" y="1797050"/>
          <p14:tracePt t="16789" x="2032000" y="1797050"/>
          <p14:tracePt t="16820" x="2019300" y="1790700"/>
          <p14:tracePt t="16886" x="2006600" y="1790700"/>
          <p14:tracePt t="16936" x="2000250" y="1790700"/>
          <p14:tracePt t="16970" x="1993900" y="1803400"/>
          <p14:tracePt t="17003" x="2006600" y="1828800"/>
          <p14:tracePt t="17036" x="2076450" y="1898650"/>
          <p14:tracePt t="17069" x="2374900" y="2025650"/>
          <p14:tracePt t="17093" x="2609850" y="2076450"/>
          <p14:tracePt t="17127" x="3028950" y="2101850"/>
          <p14:tracePt t="17155" x="3371850" y="2063750"/>
          <p14:tracePt t="17186" x="3651250" y="1987550"/>
          <p14:tracePt t="17204" x="3695700" y="1968500"/>
          <p14:tracePt t="17236" x="3803650" y="1917700"/>
          <p14:tracePt t="17268" x="3829050" y="1898650"/>
          <p14:tracePt t="17292" x="3860800" y="1873250"/>
          <p14:tracePt t="17325" x="3886200" y="1854200"/>
          <p14:tracePt t="17358" x="3898900" y="1841500"/>
          <p14:tracePt t="17392" x="3917950" y="1828800"/>
          <p14:tracePt t="17425" x="3956050" y="1803400"/>
          <p14:tracePt t="17453" x="4032250" y="1758950"/>
          <p14:tracePt t="17484" x="4095750" y="1714500"/>
          <p14:tracePt t="17508" x="4210050" y="1657350"/>
          <p14:tracePt t="17541" x="4362450" y="1587500"/>
          <p14:tracePt t="17575" x="4495800" y="1524000"/>
          <p14:tracePt t="17608" x="4552950" y="1485900"/>
          <p14:tracePt t="17641" x="4572000" y="1473200"/>
          <p14:tracePt t="17689" x="4572000" y="1466850"/>
          <p14:tracePt t="17750" x="4584700" y="1460500"/>
          <p14:tracePt t="17784" x="4610100" y="1447800"/>
          <p14:tracePt t="17850" x="4616450" y="1447800"/>
          <p14:tracePt t="17949" x="4616450" y="1441450"/>
          <p14:tracePt t="17983" x="4457700" y="1447800"/>
          <p14:tracePt t="18016" x="4064000" y="1498600"/>
          <p14:tracePt t="18049" x="3714750" y="1555750"/>
          <p14:tracePt t="18082" x="3327400" y="1625600"/>
          <p14:tracePt t="18116" x="3117850" y="1670050"/>
          <p14:tracePt t="18139" x="3022600" y="1701800"/>
          <p14:tracePt t="18173" x="2940050" y="1714500"/>
          <p14:tracePt t="18207" x="2914650" y="1720850"/>
          <p14:tracePt t="18233" x="2908300" y="1720850"/>
          <p14:tracePt t="18265" x="2921000" y="1727200"/>
          <p14:tracePt t="18298" x="2965450" y="1727200"/>
          <p14:tracePt t="18333" x="3162300" y="1720850"/>
          <p14:tracePt t="18365" x="3384550" y="1676400"/>
          <p14:tracePt t="18388" x="3505200" y="1651000"/>
          <p14:tracePt t="18422" x="3632200" y="1625600"/>
          <p14:tracePt t="18531" x="3619500" y="1619250"/>
          <p14:tracePt t="18564" x="3575050" y="1619250"/>
          <p14:tracePt t="18588" x="3524250" y="1625600"/>
          <p14:tracePt t="18621" x="3340100" y="1651000"/>
          <p14:tracePt t="18654" x="3168650" y="1670050"/>
          <p14:tracePt t="18687" x="3022600" y="1695450"/>
          <p14:tracePt t="18720" x="2927350" y="1708150"/>
          <p14:tracePt t="18748" x="2882900" y="1720850"/>
          <p14:tracePt t="18780" x="2794000" y="1739900"/>
          <p14:tracePt t="18798" x="2762250" y="1739900"/>
          <p14:tracePt t="18816" x="2730500" y="1746250"/>
          <p14:tracePt t="18863" x="2679700" y="1746250"/>
          <p14:tracePt t="18886" x="2660650" y="1746250"/>
          <p14:tracePt t="18920" x="2641600" y="1746250"/>
          <p14:tracePt t="18953" x="2628900" y="1746250"/>
          <p14:tracePt t="18981" x="2616200" y="1746250"/>
          <p14:tracePt t="19013" x="2597150" y="1746250"/>
          <p14:tracePt t="19046" x="2565400" y="1746250"/>
          <p14:tracePt t="19079" x="2495550" y="1746250"/>
          <p14:tracePt t="19112" x="2286000" y="1758950"/>
          <p14:tracePt t="19136" x="2184400" y="1758950"/>
          <p14:tracePt t="19169" x="2082800" y="1758950"/>
          <p14:tracePt t="19202" x="2025650" y="1758950"/>
          <p14:tracePt t="19237" x="2019300" y="1765300"/>
          <p14:tracePt t="19283" x="2019300" y="1771650"/>
          <p14:tracePt t="19313" x="2038350" y="1771650"/>
          <p14:tracePt t="19330" x="2070100" y="1771650"/>
          <p14:tracePt t="19361" x="2203450" y="1771650"/>
          <p14:tracePt t="19395" x="2628900" y="1771650"/>
          <p14:tracePt t="19428" x="3009900" y="1784350"/>
          <p14:tracePt t="19451" x="3276600" y="1784350"/>
          <p14:tracePt t="19479" x="3619500" y="1758950"/>
          <p14:tracePt t="19511" x="3848100" y="1752600"/>
          <p14:tracePt t="19544" x="3987800" y="1720850"/>
          <p14:tracePt t="19577" x="4038600" y="1708150"/>
          <p14:tracePt t="19626" x="4038600" y="1701800"/>
          <p14:tracePt t="19660" x="3981450" y="1701800"/>
          <p14:tracePt t="19693" x="3676650" y="1708150"/>
          <p14:tracePt t="19712" x="3562350" y="1708150"/>
          <p14:tracePt t="19743" x="3041650" y="1720850"/>
          <p14:tracePt t="19776" x="2794000" y="1720850"/>
          <p14:tracePt t="19809" x="2457450" y="1739900"/>
          <p14:tracePt t="19842" x="2324100" y="1752600"/>
          <p14:tracePt t="19876" x="2279650" y="1752600"/>
          <p14:tracePt t="19909" x="2273300" y="1752600"/>
          <p14:tracePt t="19976" x="2349500" y="1752600"/>
          <p14:tracePt t="19999" x="2457450" y="1739900"/>
          <p14:tracePt t="20042" x="2876550" y="1714500"/>
          <p14:tracePt t="20075" x="3416300" y="1663700"/>
          <p14:tracePt t="20109" x="4038600" y="1631950"/>
          <p14:tracePt t="20142" x="4318000" y="1612900"/>
          <p14:tracePt t="20175" x="4419600" y="1593850"/>
          <p14:tracePt t="20208" x="4425950" y="1587500"/>
          <p14:tracePt t="20258" x="4419600" y="1587500"/>
          <p14:tracePt t="20284" x="4413250" y="1587500"/>
          <p14:tracePt t="20343" x="4406900" y="1587500"/>
          <p14:tracePt t="20375" x="4425950" y="1587500"/>
          <p14:tracePt t="20408" x="4489450" y="1587500"/>
          <p14:tracePt t="20441" x="4641850" y="1600200"/>
          <p14:tracePt t="20465" x="4813300" y="1619250"/>
          <p14:tracePt t="20498" x="5067300" y="1644650"/>
          <p14:tracePt t="20531" x="5302250" y="1670050"/>
          <p14:tracePt t="20564" x="5422900" y="1676400"/>
          <p14:tracePt t="20598" x="5505450" y="1682750"/>
          <p14:tracePt t="20625" x="5530850" y="1689100"/>
          <p14:tracePt t="20657" x="5543550" y="1695450"/>
          <p14:tracePt t="20690" x="5549900" y="1695450"/>
          <p14:tracePt t="20714" x="5556250" y="1695450"/>
          <p14:tracePt t="20762" x="5562600" y="1695450"/>
          <p14:tracePt t="20796" x="5568950" y="1695450"/>
          <p14:tracePt t="20939" x="5511800" y="1695450"/>
          <p14:tracePt t="20972" x="5314950" y="1689100"/>
          <p14:tracePt t="20996" x="5092700" y="1689100"/>
          <p14:tracePt t="21029" x="4546600" y="1695450"/>
          <p14:tracePt t="21063" x="4191000" y="1714500"/>
          <p14:tracePt t="21079" x="3975100" y="1733550"/>
          <p14:tracePt t="21112" x="3708400" y="1746250"/>
          <p14:tracePt t="21140" x="3479800" y="1752600"/>
          <p14:tracePt t="21172" x="3276600" y="1752600"/>
          <p14:tracePt t="21195" x="3168650" y="1752600"/>
          <p14:tracePt t="21228" x="2990850" y="1752600"/>
          <p14:tracePt t="21262" x="2749550" y="1752600"/>
          <p14:tracePt t="21295" x="2590800" y="1752600"/>
          <p14:tracePt t="21330" x="2419350" y="1752600"/>
          <p14:tracePt t="21361" x="2336800" y="1752600"/>
          <p14:tracePt t="21389" x="2298700" y="1752600"/>
          <p14:tracePt t="21426" x="2260600" y="1752600"/>
          <p14:tracePt t="21456" x="2247900" y="1752600"/>
          <p14:tracePt t="21504" x="2241550" y="1758950"/>
          <p14:tracePt t="21542" x="2241550" y="1765300"/>
          <p14:tracePt t="21577" x="2324100" y="1765300"/>
          <p14:tracePt t="21611" x="2565400" y="1765300"/>
          <p14:tracePt t="21644" x="2794000" y="1752600"/>
          <p14:tracePt t="21672" x="3263900" y="1752600"/>
          <p14:tracePt t="21703" x="4006850" y="1727200"/>
          <p14:tracePt t="21727" x="4311650" y="1714500"/>
          <p14:tracePt t="21760" x="4654550" y="1708150"/>
          <p14:tracePt t="21794" x="4870450" y="1714500"/>
          <p14:tracePt t="21826" x="5003800" y="1727200"/>
          <p14:tracePt t="21844" x="5041900" y="1733550"/>
          <p14:tracePt t="21876" x="5111750" y="1746250"/>
          <p14:tracePt t="21904" x="5149850" y="1758950"/>
          <p14:tracePt t="21936" x="5200650" y="1758950"/>
          <p14:tracePt t="21969" x="5308600" y="1739900"/>
          <p14:tracePt t="22002" x="5353050" y="1739900"/>
          <p14:tracePt t="22041" x="5391150" y="1727200"/>
          <p14:tracePt t="22076" x="5403850" y="1727200"/>
          <p14:tracePt t="22109" x="5410200" y="1720850"/>
          <p14:tracePt t="22218" x="5410200" y="1714500"/>
          <p14:tracePt t="22268" x="5403850" y="1714500"/>
          <p14:tracePt t="22750" x="5340350" y="1720850"/>
          <p14:tracePt t="22783" x="5270500" y="1733550"/>
          <p14:tracePt t="22816" x="5200650" y="1733550"/>
          <p14:tracePt t="22849" x="5162550" y="1733550"/>
          <p14:tracePt t="22868" x="5156200" y="1733550"/>
          <p14:tracePt t="22949" x="5168900" y="1733550"/>
          <p14:tracePt t="22982" x="5200650" y="1733550"/>
          <p14:tracePt t="23015" x="5283200" y="1733550"/>
          <p14:tracePt t="23049" x="5473700" y="1714500"/>
          <p14:tracePt t="23082" x="5645150" y="1701800"/>
          <p14:tracePt t="23115" x="5791200" y="1663700"/>
          <p14:tracePt t="23139" x="5861050" y="1657350"/>
          <p14:tracePt t="23172" x="5924550" y="1638300"/>
          <p14:tracePt t="23205" x="5956300" y="1631950"/>
          <p14:tracePt t="23248" x="5962650" y="1631950"/>
          <p14:tracePt t="23281" x="5969000" y="1631950"/>
          <p14:tracePt t="23364" x="5969000" y="1625600"/>
          <p14:tracePt t="23404" x="5956300" y="1625600"/>
          <p14:tracePt t="23438" x="5924550" y="1619250"/>
          <p14:tracePt t="23471" x="5778500" y="1619250"/>
          <p14:tracePt t="23504" x="5473700" y="1612900"/>
          <p14:tracePt t="23532" x="5105400" y="1593850"/>
          <p14:tracePt t="23563" x="4743450" y="1574800"/>
          <p14:tracePt t="23597" x="4337050" y="1574800"/>
          <p14:tracePt t="23621" x="4197350" y="1574800"/>
          <p14:tracePt t="23653" x="4013200" y="1593850"/>
          <p14:tracePt t="23696" x="3765550" y="1606550"/>
          <p14:tracePt t="23720" x="3644900" y="1619250"/>
          <p14:tracePt t="23748" x="3467100" y="1631950"/>
          <p14:tracePt t="23784" x="3270250" y="1631950"/>
          <p14:tracePt t="23814" x="3098800" y="1638300"/>
          <p14:tracePt t="23845" x="2952750" y="1638300"/>
          <p14:tracePt t="23879" x="2800350" y="1657350"/>
          <p14:tracePt t="23897" x="2781300" y="1663700"/>
          <p14:tracePt t="23919" x="2730500" y="1663700"/>
          <p14:tracePt t="23952" x="2692400" y="1663700"/>
          <p14:tracePt t="23985" x="2673350" y="1663700"/>
          <p14:tracePt t="24019" x="2660650" y="1663700"/>
          <p14:tracePt t="24078" x="2654300" y="1663700"/>
          <p14:tracePt t="24111" x="2667000" y="1663700"/>
          <p14:tracePt t="24161" x="2698750" y="1663700"/>
          <p14:tracePt t="24194" x="2768600" y="1663700"/>
          <p14:tracePt t="24218" x="2857500" y="1663700"/>
          <p14:tracePt t="24252" x="3117850" y="1695450"/>
          <p14:tracePt t="24279" x="3498850" y="1727200"/>
          <p14:tracePt t="24311" x="3911600" y="1720850"/>
          <p14:tracePt t="24344" x="4445000" y="1701800"/>
          <p14:tracePt t="24377" x="4699000" y="1701800"/>
          <p14:tracePt t="24397" x="4819650" y="1701800"/>
          <p14:tracePt t="24429" x="4940300" y="1701800"/>
          <p14:tracePt t="24453" x="5016500" y="1701800"/>
          <p14:tracePt t="24484" x="5054600" y="1708150"/>
          <p14:tracePt t="24517" x="5080000" y="1708150"/>
          <p14:tracePt t="24545" x="5099050" y="1714500"/>
          <p14:tracePt t="24610" x="5105400" y="1714500"/>
          <p14:tracePt t="24643" x="5105400" y="1708150"/>
          <p14:tracePt t="24693" x="5092700" y="1708150"/>
          <p14:tracePt t="24731" x="5086350" y="1708150"/>
        </p14:tracePtLst>
      </p14:laserTraceLst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9144" y="0"/>
            <a:ext cx="901333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65" tIns="42932" rIns="85865" bIns="42932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time import time, sleep</a:t>
            </a:r>
            <a:endParaRPr lang="en-US" altLang="en-US" sz="2250" spc="-1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timer(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, *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, **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kwargs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"""Print the runtime of the wrapped function"""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wrapper_timer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(*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, **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kwargs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kern="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kern="0" spc="-100" dirty="0">
                <a:solidFill>
                  <a:srgbClr val="000000"/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2250" kern="0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start_time</a:t>
            </a:r>
            <a:r>
              <a:rPr lang="en-US" altLang="en-US" sz="225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 = time()</a:t>
            </a:r>
            <a:r>
              <a:rPr lang="en-US" altLang="en-US" sz="2250" kern="0" spc="-10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kern="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kern="0" spc="-100" dirty="0">
                <a:solidFill>
                  <a:srgbClr val="000000"/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225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value = </a:t>
            </a:r>
            <a:r>
              <a:rPr lang="en-US" altLang="en-US" sz="2250" kern="0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25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(*</a:t>
            </a:r>
            <a:r>
              <a:rPr lang="en-US" altLang="en-US" sz="2250" kern="0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en-US" sz="225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, **</a:t>
            </a:r>
            <a:r>
              <a:rPr lang="en-US" altLang="en-US" sz="2250" kern="0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kwargs</a:t>
            </a:r>
            <a:r>
              <a:rPr lang="en-US" altLang="en-US" sz="225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254" kern="0" spc="-94" dirty="0">
                <a:latin typeface="Lucida Console" panose="020B0609040504020204" pitchFamily="49" charset="0"/>
              </a:rPr>
              <a:t>       </a:t>
            </a:r>
            <a:r>
              <a:rPr lang="en-US" sz="2254" kern="0" spc="-94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else: print('   ',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sz="2254" kern="0" spc="-94" dirty="0">
                <a:latin typeface="Lucida Console" panose="020B0609040504020204" pitchFamily="49" charset="0"/>
              </a:rPr>
              <a:t>       </a:t>
            </a:r>
            <a:r>
              <a:rPr lang="en-US" sz="2254" kern="0" spc="-94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f'{</a:t>
            </a:r>
            <a:r>
              <a:rPr lang="en-US" sz="2254" kern="0" spc="-94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int</a:t>
            </a:r>
            <a:r>
              <a:rPr lang="en-US" sz="2254" kern="0" spc="-94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(1000000*(time()-was[0])):,d}','</a:t>
            </a:r>
            <a:r>
              <a:rPr lang="en-US" sz="2254" kern="0" spc="-94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usec</a:t>
            </a:r>
            <a:r>
              <a:rPr lang="en-US" sz="2254" kern="0" spc="-94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1800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700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timer(); sleep(2); timer('STOP')</a:t>
            </a:r>
          </a:p>
          <a:p>
            <a:pPr marL="0" indent="0" defTabSz="858622">
              <a:lnSpc>
                <a:spcPct val="85000"/>
              </a:lnSpc>
              <a:spcBef>
                <a:spcPts val="10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2,000,056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solidFill>
                  <a:srgbClr val="A6A6A6"/>
                </a:solidFill>
                <a:latin typeface="Lucida Console" panose="020B0609040504020204" pitchFamily="49" charset="0"/>
              </a:rPr>
              <a:t>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f(x): sleep(1); return x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sz="2254" kern="0" spc="-94" dirty="0">
              <a:solidFill>
                <a:srgbClr val="A6A6A6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timer(); f(None); timer('STOP')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1,000,107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timer(); f(None); timer('STOP')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1,000,212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254" kern="0" spc="-94" dirty="0">
              <a:solidFill>
                <a:srgbClr val="A6A6A6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119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402"/>
    </mc:Choice>
    <mc:Fallback xmlns="">
      <p:transition spd="slow" advTm="52402"/>
    </mc:Fallback>
  </mc:AlternateContent>
  <p:extLst>
    <p:ext uri="{3A86A75C-4F4B-4683-9AE1-C65F6400EC91}">
      <p14:laserTraceLst xmlns:p14="http://schemas.microsoft.com/office/powerpoint/2010/main">
        <p14:tracePtLst>
          <p14:tracePt t="714" x="4927600" y="1720850"/>
          <p14:tracePt t="747" x="4806950" y="1733550"/>
          <p14:tracePt t="781" x="4603750" y="1771650"/>
          <p14:tracePt t="814" x="4400550" y="1790700"/>
          <p14:tracePt t="847" x="4191000" y="1816100"/>
          <p14:tracePt t="871" x="3994150" y="1828800"/>
          <p14:tracePt t="904" x="3816350" y="1828800"/>
          <p14:tracePt t="932" x="3683000" y="1847850"/>
          <p14:tracePt t="964" x="3505200" y="1847850"/>
          <p14:tracePt t="997" x="3333750" y="1866900"/>
          <p14:tracePt t="1030" x="3149600" y="1873250"/>
          <p14:tracePt t="1065" x="2889250" y="1892300"/>
          <p14:tracePt t="1096" x="2705100" y="1905000"/>
          <p14:tracePt t="1130" x="2540000" y="1898650"/>
          <p14:tracePt t="1155" x="2393950" y="1892300"/>
          <p14:tracePt t="1181" x="2273300" y="1898650"/>
          <p14:tracePt t="1212" x="2184400" y="1911350"/>
          <p14:tracePt t="1661" x="2146300" y="1898650"/>
          <p14:tracePt t="1695" x="2044700" y="1860550"/>
          <p14:tracePt t="1718" x="2006600" y="1841500"/>
          <p14:tracePt t="1746" x="1943100" y="1803400"/>
          <p14:tracePt t="1778" x="1892300" y="1784350"/>
          <p14:tracePt t="1811" x="1860550" y="1771650"/>
          <p14:tracePt t="1844" x="1847850" y="1765300"/>
          <p14:tracePt t="1976" x="1847850" y="1758950"/>
          <p14:tracePt t="2214" x="1847850" y="1752600"/>
          <p14:tracePt t="2249" x="1847850" y="1746250"/>
          <p14:tracePt t="2282" x="1847850" y="1739900"/>
          <p14:tracePt t="2546" x="1879600" y="1739900"/>
          <p14:tracePt t="2591" x="2006600" y="1746250"/>
          <p14:tracePt t="2624" x="2101850" y="1746250"/>
          <p14:tracePt t="2658" x="2260600" y="1746250"/>
          <p14:tracePt t="2681" x="2349500" y="1746250"/>
          <p14:tracePt t="2715" x="2520950" y="1733550"/>
          <p14:tracePt t="2747" x="2717800" y="1708150"/>
          <p14:tracePt t="2781" x="2844800" y="1689100"/>
          <p14:tracePt t="2814" x="2978150" y="1663700"/>
          <p14:tracePt t="2842" x="3111500" y="1638300"/>
          <p14:tracePt t="2874" x="3251200" y="1625600"/>
          <p14:tracePt t="2897" x="3295650" y="1606550"/>
          <p14:tracePt t="2930" x="3384550" y="1593850"/>
          <p14:tracePt t="2964" x="3435350" y="1593850"/>
          <p14:tracePt t="2996" x="3479800" y="1587500"/>
          <p14:tracePt t="3030" x="3511550" y="1581150"/>
          <p14:tracePt t="3123" x="3524250" y="1581150"/>
          <p14:tracePt t="3156" x="3536950" y="1581150"/>
          <p14:tracePt t="3189" x="3562350" y="1581150"/>
          <p14:tracePt t="3222" x="3632200" y="1581150"/>
          <p14:tracePt t="3261" x="3765550" y="1581150"/>
          <p14:tracePt t="3296" x="3930650" y="1587500"/>
          <p14:tracePt t="3324" x="4076700" y="1600200"/>
          <p14:tracePt t="3355" x="4133850" y="1612900"/>
          <p14:tracePt t="3388" x="4171950" y="1619250"/>
          <p14:tracePt t="3422" x="4191000" y="1619250"/>
          <p14:tracePt t="3654" x="4127500" y="1612900"/>
          <p14:tracePt t="3687" x="4032250" y="1606550"/>
          <p14:tracePt t="3711" x="3790950" y="1600200"/>
          <p14:tracePt t="3744" x="3384550" y="1587500"/>
          <p14:tracePt t="3761" x="3168650" y="1581150"/>
          <p14:tracePt t="3794" x="2825750" y="1593850"/>
          <p14:tracePt t="3827" x="2559050" y="1612900"/>
          <p14:tracePt t="3860" x="2374900" y="1619250"/>
          <p14:tracePt t="3888" x="2298700" y="1625600"/>
          <p14:tracePt t="3920" x="2254250" y="1631950"/>
          <p14:tracePt t="3938" x="2247900" y="1631950"/>
          <p14:tracePt t="3970" x="2241550" y="1631950"/>
          <p14:tracePt t="3993" x="2235200" y="1631950"/>
          <p14:tracePt t="4169" x="2254250" y="1631950"/>
          <p14:tracePt t="4202" x="2305050" y="1631950"/>
          <p14:tracePt t="4235" x="2368550" y="1631950"/>
          <p14:tracePt t="4260" x="2514600" y="1619250"/>
          <p14:tracePt t="4292" x="2762250" y="1619250"/>
          <p14:tracePt t="4309" x="2813050" y="1619250"/>
          <p14:tracePt t="4342" x="2914650" y="1612900"/>
          <p14:tracePt t="4370" x="2927350" y="1606550"/>
          <p14:tracePt t="4401" x="2940050" y="1606550"/>
          <p14:tracePt t="4534" x="2959100" y="1612900"/>
          <p14:tracePt t="4568" x="2990850" y="1619250"/>
          <p14:tracePt t="4586" x="3009900" y="1619250"/>
          <p14:tracePt t="4617" x="3206750" y="1625600"/>
          <p14:tracePt t="4651" x="3403600" y="1606550"/>
          <p14:tracePt t="4684" x="3549650" y="1581150"/>
          <p14:tracePt t="4717" x="3638550" y="1562100"/>
          <p14:tracePt t="4750" x="3663950" y="1562100"/>
          <p14:tracePt t="4783" x="3695700" y="1562100"/>
          <p14:tracePt t="4817" x="3721100" y="1562100"/>
          <p14:tracePt t="4850" x="3759200" y="1574800"/>
          <p14:tracePt t="4883" x="3822700" y="1581150"/>
          <p14:tracePt t="4916" x="3879850" y="1581150"/>
          <p14:tracePt t="4950" x="3968750" y="1587500"/>
          <p14:tracePt t="4983" x="3981450" y="1587500"/>
          <p14:tracePt t="5016" x="3981450" y="1581150"/>
          <p14:tracePt t="5082" x="3975100" y="1581150"/>
          <p14:tracePt t="5165" x="3981450" y="1587500"/>
          <p14:tracePt t="5199" x="4013200" y="1587500"/>
          <p14:tracePt t="5232" x="4064000" y="1600200"/>
          <p14:tracePt t="5265" x="4178300" y="1612900"/>
          <p14:tracePt t="5299" x="4330700" y="1631950"/>
          <p14:tracePt t="5332" x="4381500" y="1638300"/>
          <p14:tracePt t="5350" x="4400550" y="1644650"/>
          <p14:tracePt t="5381" x="4406900" y="1644650"/>
          <p14:tracePt t="5780" x="4406900" y="1651000"/>
          <p14:tracePt t="5830" x="4406900" y="1644650"/>
          <p14:tracePt t="6200" x="4356100" y="1651000"/>
          <p14:tracePt t="6235" x="4089400" y="1708150"/>
          <p14:tracePt t="6263" x="3803650" y="1765300"/>
          <p14:tracePt t="6295" x="3467100" y="1854200"/>
          <p14:tracePt t="6329" x="3079750" y="1930400"/>
          <p14:tracePt t="6348" x="2978150" y="1955800"/>
          <p14:tracePt t="6370" x="2819400" y="2006600"/>
          <p14:tracePt t="6402" x="2584450" y="2076450"/>
          <p14:tracePt t="6435" x="2508250" y="2101850"/>
          <p14:tracePt t="6463" x="2470150" y="2108200"/>
          <p14:tracePt t="6499" x="2438400" y="2114550"/>
          <p14:tracePt t="6544" x="2419350" y="2133600"/>
          <p14:tracePt t="6577" x="2406650" y="2139950"/>
          <p14:tracePt t="6610" x="2400300" y="2139950"/>
          <p14:tracePt t="6677" x="2393950" y="2139950"/>
          <p14:tracePt t="6732" x="2393950" y="2133600"/>
          <p14:tracePt t="6767" x="2406650" y="2127250"/>
          <p14:tracePt t="6800" x="2444750" y="2120900"/>
          <p14:tracePt t="6843" x="2552700" y="2108200"/>
          <p14:tracePt t="6878" x="2705100" y="2070100"/>
          <p14:tracePt t="6909" x="2838450" y="2038350"/>
          <p14:tracePt t="6942" x="2952750" y="2006600"/>
          <p14:tracePt t="6966" x="2978150" y="2006600"/>
          <p14:tracePt t="6999" x="2990850" y="2000250"/>
          <p14:tracePt t="7032" x="2997200" y="2000250"/>
          <p14:tracePt t="7191" x="3003550" y="2000250"/>
          <p14:tracePt t="7690" x="3117850" y="2000250"/>
          <p14:tracePt t="7714" x="3225800" y="2000250"/>
          <p14:tracePt t="7747" x="3409950" y="1968500"/>
          <p14:tracePt t="7780" x="3486150" y="1943100"/>
          <p14:tracePt t="7808" x="3543300" y="1924050"/>
          <p14:tracePt t="7840" x="3606800" y="1892300"/>
          <p14:tracePt t="7873" x="3708400" y="1860550"/>
          <p14:tracePt t="7891" x="3740150" y="1841500"/>
          <p14:tracePt t="7923" x="3848100" y="1803400"/>
          <p14:tracePt t="7956" x="3937000" y="1771650"/>
          <p14:tracePt t="7980" x="4013200" y="1733550"/>
          <p14:tracePt t="8013" x="4076700" y="1682750"/>
          <p14:tracePt t="8046" x="4102100" y="1638300"/>
          <p14:tracePt t="8079" x="4108450" y="1612900"/>
          <p14:tracePt t="8097" x="4108450" y="1606550"/>
          <p14:tracePt t="8138" x="4095750" y="1600200"/>
          <p14:tracePt t="8172" x="4013200" y="1581150"/>
          <p14:tracePt t="8205" x="3708400" y="1479550"/>
          <p14:tracePt t="8229" x="3524250" y="1428750"/>
          <p14:tracePt t="8262" x="3238500" y="1371600"/>
          <p14:tracePt t="8295" x="3086100" y="1352550"/>
          <p14:tracePt t="8323" x="3060700" y="1352550"/>
          <p14:tracePt t="8354" x="3048000" y="1352550"/>
          <p14:tracePt t="8388" x="3041650" y="1358900"/>
          <p14:tracePt t="8421" x="3041650" y="1371600"/>
          <p14:tracePt t="8471" x="3048000" y="1377950"/>
          <p14:tracePt t="8504" x="3067050" y="1384300"/>
          <p14:tracePt t="8528" x="3092450" y="1384300"/>
          <p14:tracePt t="8556" x="3136900" y="1384300"/>
          <p14:tracePt t="8587" x="3187700" y="1384300"/>
          <p14:tracePt t="8620" x="3314700" y="1384300"/>
          <p14:tracePt t="8654" x="3352800" y="1377950"/>
          <p14:tracePt t="8687" x="3384550" y="1377950"/>
          <p14:tracePt t="8720" x="3403600" y="1377950"/>
          <p14:tracePt t="8969" x="3403600" y="1384300"/>
          <p14:tracePt t="9008" x="3403600" y="1403350"/>
          <p14:tracePt t="9043" x="3390900" y="1441450"/>
          <p14:tracePt t="9076" x="3352800" y="1543050"/>
          <p14:tracePt t="9109" x="3232150" y="1758950"/>
          <p14:tracePt t="9142" x="3130550" y="1930400"/>
          <p14:tracePt t="9170" x="3079750" y="2006600"/>
          <p14:tracePt t="9202" x="3016250" y="2101850"/>
          <p14:tracePt t="9235" x="2990850" y="2133600"/>
          <p14:tracePt t="9258" x="2990850" y="2152650"/>
          <p14:tracePt t="9292" x="2984500" y="2159000"/>
          <p14:tracePt t="9325" x="2978150" y="2165350"/>
          <p14:tracePt t="9358" x="2978150" y="2171700"/>
          <p14:tracePt t="9484" x="2984500" y="2171700"/>
          <p14:tracePt t="9539" x="3009900" y="2171700"/>
          <p14:tracePt t="9574" x="3048000" y="2152650"/>
          <p14:tracePt t="9607" x="3136900" y="2120900"/>
          <p14:tracePt t="9624" x="3162300" y="2114550"/>
          <p14:tracePt t="9657" x="3238500" y="2082800"/>
          <p14:tracePt t="9685" x="3295650" y="2070100"/>
          <p14:tracePt t="9702" x="3321050" y="2063750"/>
          <p14:tracePt t="9733" x="3340100" y="2057400"/>
          <p14:tracePt t="9757" x="3346450" y="2051050"/>
          <p14:tracePt t="9821" x="3346450" y="2044700"/>
          <p14:tracePt t="9856" x="3340100" y="2044700"/>
          <p14:tracePt t="9905" x="3327400" y="2044700"/>
          <p14:tracePt t="10032" x="3340100" y="2051050"/>
          <p14:tracePt t="10065" x="3352800" y="2051050"/>
          <p14:tracePt t="10089" x="3378200" y="2051050"/>
          <p14:tracePt t="10122" x="3473450" y="2057400"/>
          <p14:tracePt t="10140" x="3511550" y="2057400"/>
          <p14:tracePt t="10166" x="3568700" y="2057400"/>
          <p14:tracePt t="10198" x="3651250" y="2057400"/>
          <p14:tracePt t="10231" x="3689350" y="2057400"/>
          <p14:tracePt t="10264" x="3708400" y="2057400"/>
          <p14:tracePt t="10331" x="3708400" y="2044700"/>
          <p14:tracePt t="10381" x="3708400" y="2038350"/>
          <p14:tracePt t="10447" x="3689350" y="2032000"/>
          <p14:tracePt t="10481" x="3676650" y="2032000"/>
          <p14:tracePt t="10515" x="3619500" y="2032000"/>
          <p14:tracePt t="10547" x="3511550" y="2032000"/>
          <p14:tracePt t="10580" x="3359150" y="2032000"/>
          <p14:tracePt t="10614" x="3175000" y="2032000"/>
          <p14:tracePt t="10632" x="3149600" y="2032000"/>
          <p14:tracePt t="10654" x="3086100" y="2032000"/>
          <p14:tracePt t="10670" x="3073400" y="2032000"/>
          <p14:tracePt t="10703" x="3054350" y="2032000"/>
          <p14:tracePt t="10846" x="3048000" y="2038350"/>
          <p14:tracePt t="10870" x="3048000" y="2044700"/>
          <p14:tracePt t="11794" x="3092450" y="2038350"/>
          <p14:tracePt t="11831" x="3175000" y="2025650"/>
          <p14:tracePt t="11861" x="3244850" y="2000250"/>
          <p14:tracePt t="11909" x="3327400" y="1987550"/>
          <p14:tracePt t="11948" x="3352800" y="1981200"/>
          <p14:tracePt t="11983" x="3365500" y="1981200"/>
          <p14:tracePt t="12545" x="3384550" y="1981200"/>
          <p14:tracePt t="12576" x="3429000" y="1981200"/>
          <p14:tracePt t="12606" x="3486150" y="1981200"/>
          <p14:tracePt t="12640" x="3568700" y="1981200"/>
          <p14:tracePt t="12658" x="3587750" y="1981200"/>
          <p14:tracePt t="12690" x="3670300" y="1962150"/>
          <p14:tracePt t="12722" x="3714750" y="1962150"/>
          <p14:tracePt t="12761" x="3765550" y="1962150"/>
          <p14:tracePt t="12791" x="3790950" y="1962150"/>
          <p14:tracePt t="12823" x="3829050" y="1962150"/>
          <p14:tracePt t="12872" x="3854450" y="1962150"/>
          <p14:tracePt t="12907" x="3860800" y="1962150"/>
          <p14:tracePt t="12933" x="3867150" y="1962150"/>
          <p14:tracePt t="12972" x="3873500" y="1955800"/>
          <p14:tracePt t="13005" x="3879850" y="1955800"/>
          <p14:tracePt t="13030" x="3886200" y="1955800"/>
          <p14:tracePt t="14107" x="3917950" y="1955800"/>
          <p14:tracePt t="14142" x="3981450" y="1968500"/>
          <p14:tracePt t="14169" x="4038600" y="1974850"/>
          <p14:tracePt t="14202" x="4064000" y="1974850"/>
          <p14:tracePt t="14234" x="4070350" y="1974850"/>
          <p14:tracePt t="14258" x="4076700" y="1974850"/>
          <p14:tracePt t="14422" x="4070350" y="1974850"/>
          <p14:tracePt t="14483" x="4051300" y="1974850"/>
          <p14:tracePt t="14517" x="3987800" y="1968500"/>
          <p14:tracePt t="14541" x="3898900" y="1968500"/>
          <p14:tracePt t="14573" x="3727450" y="1968500"/>
          <p14:tracePt t="14606" x="3536950" y="1968500"/>
          <p14:tracePt t="14642" x="3352800" y="1968500"/>
          <p14:tracePt t="14673" x="3282950" y="1968500"/>
          <p14:tracePt t="14690" x="3263900" y="1974850"/>
          <p14:tracePt t="14717" x="3251200" y="1974850"/>
          <p14:tracePt t="14749" x="3238500" y="1981200"/>
          <p14:tracePt t="14854" x="3238500" y="1987550"/>
          <p14:tracePt t="14937" x="3270250" y="1987550"/>
          <p14:tracePt t="14983" x="3378200" y="1987550"/>
          <p14:tracePt t="15015" x="3543300" y="2000250"/>
          <p14:tracePt t="15048" x="3746500" y="2000250"/>
          <p14:tracePt t="15081" x="3968750" y="2006600"/>
          <p14:tracePt t="15105" x="4019550" y="2006600"/>
          <p14:tracePt t="15138" x="4057650" y="2012950"/>
          <p14:tracePt t="15171" x="4070350" y="2012950"/>
          <p14:tracePt t="15189" x="4076700" y="2019300"/>
          <p14:tracePt t="15396" x="4089400" y="2019300"/>
          <p14:tracePt t="15420" x="4102100" y="2019300"/>
          <p14:tracePt t="15448" x="4133850" y="2019300"/>
          <p14:tracePt t="15480" x="4298950" y="2006600"/>
          <p14:tracePt t="15513" x="4425950" y="1993900"/>
          <p14:tracePt t="15546" x="4635500" y="1974850"/>
          <p14:tracePt t="15579" x="4724400" y="1968500"/>
          <p14:tracePt t="15612" x="4756150" y="1962150"/>
          <p14:tracePt t="15636" x="4756150" y="1955800"/>
          <p14:tracePt t="15685" x="4756150" y="1949450"/>
          <p14:tracePt t="15762" x="4756150" y="1943100"/>
          <p14:tracePt t="16200" x="4495800" y="1809750"/>
          <p14:tracePt t="16229" x="4260850" y="1714500"/>
          <p14:tracePt t="16266" x="3733800" y="1485900"/>
          <p14:tracePt t="16296" x="3454400" y="1365250"/>
          <p14:tracePt t="16327" x="3270250" y="1270000"/>
          <p14:tracePt t="16360" x="3149600" y="1187450"/>
          <p14:tracePt t="16384" x="3073400" y="1143000"/>
          <p14:tracePt t="16417" x="3028950" y="1123950"/>
          <p14:tracePt t="16450" x="2997200" y="1098550"/>
          <p14:tracePt t="16483" x="2965450" y="1073150"/>
          <p14:tracePt t="16511" x="2959100" y="1060450"/>
          <p14:tracePt t="16543" x="2946400" y="1041400"/>
          <p14:tracePt t="16576" x="2908300" y="996950"/>
          <p14:tracePt t="16609" x="2857500" y="958850"/>
          <p14:tracePt t="16643" x="2813050" y="901700"/>
          <p14:tracePt t="16676" x="2794000" y="889000"/>
          <p14:tracePt t="16716" x="2755900" y="857250"/>
          <p14:tracePt t="16775" x="2749550" y="857250"/>
          <p14:tracePt t="16825" x="2743200" y="857250"/>
          <p14:tracePt t="17058" x="2749550" y="869950"/>
          <p14:tracePt t="17091" x="2781300" y="908050"/>
          <p14:tracePt t="17124" x="2882900" y="1047750"/>
          <p14:tracePt t="17157" x="3086100" y="1371600"/>
          <p14:tracePt t="17191" x="3219450" y="1631950"/>
          <p14:tracePt t="17224" x="3327400" y="1822450"/>
          <p14:tracePt t="17248" x="3378200" y="1930400"/>
          <p14:tracePt t="17281" x="3403600" y="1987550"/>
          <p14:tracePt t="17314" x="3416300" y="2000250"/>
          <p14:tracePt t="17342" x="3422650" y="2012950"/>
          <p14:tracePt t="17373" x="3422650" y="2019300"/>
          <p14:tracePt t="17606" x="3390900" y="1924050"/>
          <p14:tracePt t="17639" x="3333750" y="1809750"/>
          <p14:tracePt t="17672" x="3168650" y="1460500"/>
          <p14:tracePt t="17705" x="3016250" y="1219200"/>
          <p14:tracePt t="17739" x="2863850" y="1003300"/>
          <p14:tracePt t="17764" x="2813050" y="920750"/>
          <p14:tracePt t="17796" x="2749550" y="838200"/>
          <p14:tracePt t="17829" x="2705100" y="781050"/>
          <p14:tracePt t="17846" x="2679700" y="736600"/>
          <p14:tracePt t="17873" x="2660650" y="698500"/>
          <p14:tracePt t="17905" x="2641600" y="666750"/>
          <p14:tracePt t="17938" x="2628900" y="654050"/>
          <p14:tracePt t="17971" x="2616200" y="654050"/>
          <p14:tracePt t="17995" x="2609850" y="647700"/>
          <p14:tracePt t="18093" x="2609850" y="654050"/>
          <p14:tracePt t="18122" x="2609850" y="660400"/>
          <p14:tracePt t="18154" x="2609850" y="673100"/>
          <p14:tracePt t="18187" x="2609850" y="685800"/>
          <p14:tracePt t="18253" x="2609850" y="698500"/>
          <p14:tracePt t="18304" x="2603500" y="711200"/>
          <p14:tracePt t="18327" x="2603500" y="717550"/>
          <p14:tracePt t="18360" x="2590800" y="723900"/>
          <p14:tracePt t="18393" x="2578100" y="730250"/>
          <p14:tracePt t="18421" x="2565400" y="736600"/>
          <p14:tracePt t="18469" x="2559050" y="749300"/>
          <p14:tracePt t="18494" x="2559050" y="762000"/>
          <p14:tracePt t="18553" x="2660650" y="800100"/>
          <p14:tracePt t="18591" x="2800350" y="825500"/>
          <p14:tracePt t="18626" x="2882900" y="825500"/>
          <p14:tracePt t="18654" x="2921000" y="787400"/>
          <p14:tracePt t="18685" x="2927350" y="774700"/>
          <p14:tracePt t="18719" x="2927350" y="762000"/>
          <p14:tracePt t="18752" x="2908300" y="749300"/>
          <p14:tracePt t="18772" x="2895600" y="749300"/>
          <p14:tracePt t="18810" x="2876550" y="742950"/>
          <p14:tracePt t="18842" x="2838450" y="742950"/>
          <p14:tracePt t="18875" x="2794000" y="749300"/>
          <p14:tracePt t="18910" x="2768600" y="768350"/>
          <p14:tracePt t="18936" x="2749550" y="787400"/>
          <p14:tracePt t="18968" x="2743200" y="800100"/>
          <p14:tracePt t="19001" x="2743200" y="812800"/>
          <p14:tracePt t="19034" x="2749550" y="838200"/>
          <p14:tracePt t="19067" x="2762250" y="863600"/>
          <p14:tracePt t="19106" x="2825750" y="984250"/>
          <p14:tracePt t="19136" x="2882900" y="1117600"/>
          <p14:tracePt t="19152" x="3016250" y="1390650"/>
          <p14:tracePt t="19184" x="3105150" y="1562100"/>
          <p14:tracePt t="19217" x="3225800" y="1784350"/>
          <p14:tracePt t="19250" x="3327400" y="1924050"/>
          <p14:tracePt t="19284" x="3359150" y="1955800"/>
          <p14:tracePt t="19333" x="3365500" y="1968500"/>
          <p14:tracePt t="19399" x="3365500" y="1974850"/>
          <p14:tracePt t="19654" x="3378200" y="1974850"/>
          <p14:tracePt t="19689" x="3409950" y="1974850"/>
          <p14:tracePt t="19717" x="3454400" y="1981200"/>
          <p14:tracePt t="19749" x="3511550" y="2000250"/>
          <p14:tracePt t="19781" x="3575050" y="2006600"/>
          <p14:tracePt t="19805" x="3606800" y="2006600"/>
          <p14:tracePt t="19903" x="3600450" y="1993900"/>
          <p14:tracePt t="19933" x="3594100" y="1987550"/>
          <p14:tracePt t="19970" x="3562350" y="1981200"/>
          <p14:tracePt t="19999" x="3492500" y="1968500"/>
          <p14:tracePt t="20031" x="3384550" y="1968500"/>
          <p14:tracePt t="20064" x="3276600" y="1962150"/>
          <p14:tracePt t="20097" x="3238500" y="1962150"/>
          <p14:tracePt t="20121" x="3206750" y="1962150"/>
          <p14:tracePt t="20154" x="3200400" y="1962150"/>
          <p14:tracePt t="20219" x="3200400" y="1974850"/>
          <p14:tracePt t="20280" x="3219450" y="1974850"/>
          <p14:tracePt t="20313" x="3225800" y="1974850"/>
          <p14:tracePt t="20337" x="3232150" y="1974850"/>
          <p14:tracePt t="20370" x="3238500" y="1974850"/>
          <p14:tracePt t="20403" x="3270250" y="1974850"/>
          <p14:tracePt t="20436" x="3327400" y="1981200"/>
          <p14:tracePt t="20465" x="3371850" y="1981200"/>
          <p14:tracePt t="20496" x="3479800" y="1987550"/>
          <p14:tracePt t="20529" x="3619500" y="1993900"/>
          <p14:tracePt t="20562" x="3714750" y="2000250"/>
          <p14:tracePt t="20595" x="3765550" y="2000250"/>
          <p14:tracePt t="20629" x="3778250" y="2000250"/>
          <p14:tracePt t="20796" x="3790950" y="2000250"/>
          <p14:tracePt t="20830" x="3810000" y="2000250"/>
          <p14:tracePt t="20861" x="3848100" y="2000250"/>
          <p14:tracePt t="20895" x="3905250" y="1993900"/>
          <p14:tracePt t="20933" x="3975100" y="1981200"/>
          <p14:tracePt t="20962" x="3994150" y="1974850"/>
          <p14:tracePt t="20994" x="4000500" y="1974850"/>
          <p14:tracePt t="21027" x="4013200" y="1974850"/>
          <p14:tracePt t="21061" x="4032250" y="1974850"/>
          <p14:tracePt t="21094" x="4102100" y="1993900"/>
          <p14:tracePt t="21127" x="4286250" y="2019300"/>
          <p14:tracePt t="21160" x="4749800" y="2082800"/>
          <p14:tracePt t="21194" x="5156200" y="2101850"/>
          <p14:tracePt t="21212" x="5283200" y="2114550"/>
          <p14:tracePt t="21243" x="5575300" y="2120900"/>
          <p14:tracePt t="21276" x="5676900" y="2120900"/>
          <p14:tracePt t="21296" x="5715000" y="2120900"/>
          <p14:tracePt t="21326" x="5734050" y="2120900"/>
          <p14:tracePt t="21442" x="5721350" y="2114550"/>
          <p14:tracePt t="21476" x="5708650" y="2101850"/>
          <p14:tracePt t="21509" x="5683250" y="2095500"/>
          <p14:tracePt t="21542" x="5486400" y="2070100"/>
          <p14:tracePt t="21576" x="5086350" y="2051050"/>
          <p14:tracePt t="21609" x="4699000" y="2038350"/>
          <p14:tracePt t="21642" x="4540250" y="2025650"/>
          <p14:tracePt t="21675" x="4343400" y="2019300"/>
          <p14:tracePt t="21708" x="4298950" y="2006600"/>
          <p14:tracePt t="21732" x="4286250" y="2006600"/>
          <p14:tracePt t="21766" x="4273550" y="2006600"/>
          <p14:tracePt t="21957" x="4273550" y="2000250"/>
          <p14:tracePt t="22046" x="4279900" y="2000250"/>
          <p14:tracePt t="22112" x="4286250" y="2000250"/>
          <p14:tracePt t="22245" x="4279900" y="2000250"/>
          <p14:tracePt t="22328" x="4279900" y="1993900"/>
          <p14:tracePt t="22358" x="4279900" y="1987550"/>
          <p14:tracePt t="22389" x="4279900" y="1981200"/>
          <p14:tracePt t="22423" x="4279900" y="1962150"/>
          <p14:tracePt t="22441" x="4279900" y="1955800"/>
          <p14:tracePt t="22463" x="4286250" y="1943100"/>
          <p14:tracePt t="22496" x="4292600" y="1828800"/>
          <p14:tracePt t="22529" x="4318000" y="1682750"/>
          <p14:tracePt t="22562" x="4343400" y="1536700"/>
          <p14:tracePt t="22590" x="4362450" y="1422400"/>
          <p14:tracePt t="22622" x="4368800" y="1365250"/>
          <p14:tracePt t="22655" x="4368800" y="1327150"/>
          <p14:tracePt t="22689" x="4368800" y="1314450"/>
          <p14:tracePt t="22937" x="4375150" y="1314450"/>
          <p14:tracePt t="22971" x="4375150" y="1320800"/>
          <p14:tracePt t="23004" x="4381500" y="1333500"/>
          <p14:tracePt t="23037" x="4406900" y="1339850"/>
          <p14:tracePt t="23070" x="4483100" y="1352550"/>
          <p14:tracePt t="23103" x="4679950" y="1358900"/>
          <p14:tracePt t="23136" x="4984750" y="1371600"/>
          <p14:tracePt t="23170" x="5289550" y="1365250"/>
          <p14:tracePt t="23203" x="5568950" y="1346200"/>
          <p14:tracePt t="23236" x="5695950" y="1346200"/>
          <p14:tracePt t="23269" x="5854700" y="1352550"/>
          <p14:tracePt t="23303" x="5937250" y="1358900"/>
          <p14:tracePt t="23327" x="5956300" y="1358900"/>
          <p14:tracePt t="23344" x="5975350" y="1358900"/>
          <p14:tracePt t="23371" x="5981700" y="1358900"/>
          <p14:tracePt t="23436" x="5981700" y="1352550"/>
          <p14:tracePt t="23502" x="5981700" y="1346200"/>
          <p14:tracePt t="23840" x="5975350" y="1346200"/>
          <p14:tracePt t="23870" x="5969000" y="1346200"/>
          <p14:tracePt t="23934" x="5962650" y="1346200"/>
          <p14:tracePt t="23984" x="5962650" y="1339850"/>
          <p14:tracePt t="24050" x="5956300" y="1339850"/>
          <p14:tracePt t="24138" x="5937250" y="1339850"/>
          <p14:tracePt t="24168" x="5924550" y="1339850"/>
          <p14:tracePt t="24200" x="5816600" y="1346200"/>
          <p14:tracePt t="24218" x="5772150" y="1358900"/>
          <p14:tracePt t="24249" x="5524500" y="1390650"/>
          <p14:tracePt t="24282" x="5397500" y="1416050"/>
          <p14:tracePt t="24306" x="5340350" y="1428750"/>
          <p14:tracePt t="24340" x="5302250" y="1428750"/>
          <p14:tracePt t="24372" x="5295900" y="1428750"/>
          <p14:tracePt t="24598" x="5283200" y="1428750"/>
          <p14:tracePt t="24653" x="5264150" y="1428750"/>
          <p14:tracePt t="24698" x="5251450" y="1428750"/>
          <p14:tracePt t="24748" x="5226050" y="1428750"/>
          <p14:tracePt t="24781" x="5181600" y="1428750"/>
          <p14:tracePt t="24814" x="5016500" y="1384300"/>
          <p14:tracePt t="24847" x="4800600" y="1314450"/>
          <p14:tracePt t="24867" x="4616450" y="1244600"/>
          <p14:tracePt t="24904" x="4197350" y="1066800"/>
          <p14:tracePt t="24938" x="3930650" y="933450"/>
          <p14:tracePt t="24966" x="3746500" y="838200"/>
          <p14:tracePt t="24997" x="3663950" y="800100"/>
          <p14:tracePt t="25030" x="3625850" y="781050"/>
          <p14:tracePt t="25064" x="3587750" y="768350"/>
          <p14:tracePt t="25113" x="3581400" y="768350"/>
          <p14:tracePt t="25202" x="3581400" y="774700"/>
          <p14:tracePt t="25329" x="3600450" y="781050"/>
          <p14:tracePt t="25362" x="3644900" y="781050"/>
          <p14:tracePt t="25396" x="3860800" y="781050"/>
          <p14:tracePt t="25420" x="4057650" y="768350"/>
          <p14:tracePt t="25452" x="4400550" y="736600"/>
          <p14:tracePt t="25486" x="4781550" y="698500"/>
          <p14:tracePt t="25513" x="4978400" y="679450"/>
          <p14:tracePt t="25545" x="5048250" y="679450"/>
          <p14:tracePt t="25579" x="5118100" y="679450"/>
          <p14:tracePt t="25611" x="5137150" y="679450"/>
          <p14:tracePt t="25635" x="5149850" y="679450"/>
          <p14:tracePt t="25683" x="5162550" y="679450"/>
          <p14:tracePt t="25733" x="5162550" y="673100"/>
          <p14:tracePt t="25763" x="5162550" y="666750"/>
          <p14:tracePt t="25800" x="5149850" y="660400"/>
          <p14:tracePt t="25829" x="5118100" y="660400"/>
          <p14:tracePt t="25877" x="4902200" y="666750"/>
          <p14:tracePt t="25883" x="4806950" y="673100"/>
          <p14:tracePt t="25917" x="4375150" y="704850"/>
          <p14:tracePt t="25950" x="4070350" y="723900"/>
          <p14:tracePt t="25984" x="3873500" y="742950"/>
          <p14:tracePt t="26012" x="3822700" y="749300"/>
          <p14:tracePt t="26043" x="3797300" y="762000"/>
          <p14:tracePt t="26077" x="3803650" y="774700"/>
          <p14:tracePt t="26110" x="3848100" y="781050"/>
          <p14:tracePt t="26143" x="3937000" y="793750"/>
          <p14:tracePt t="26176" x="4108450" y="806450"/>
          <p14:tracePt t="26200" x="4349750" y="800100"/>
          <p14:tracePt t="26228" x="4533900" y="768350"/>
          <p14:tracePt t="26259" x="4813300" y="704850"/>
          <p14:tracePt t="26293" x="4933950" y="679450"/>
          <p14:tracePt t="26326" x="4978400" y="679450"/>
          <p14:tracePt t="26359" x="4997450" y="685800"/>
          <p14:tracePt t="26409" x="4984750" y="679450"/>
          <p14:tracePt t="26442" x="4972050" y="666750"/>
          <p14:tracePt t="26475" x="4851400" y="679450"/>
          <p14:tracePt t="26508" x="4692650" y="704850"/>
          <p14:tracePt t="26542" x="4235450" y="781050"/>
          <p14:tracePt t="26575" x="3949700" y="819150"/>
          <p14:tracePt t="26609" x="3771900" y="844550"/>
          <p14:tracePt t="26626" x="3759200" y="850900"/>
          <p14:tracePt t="26658" x="3727450" y="850900"/>
          <p14:tracePt t="26691" x="3721100" y="863600"/>
          <p14:tracePt t="26724" x="3714750" y="869950"/>
          <p14:tracePt t="26748" x="3721100" y="876300"/>
          <p14:tracePt t="26781" x="3765550" y="889000"/>
          <p14:tracePt t="26824" x="3917950" y="895350"/>
          <p14:tracePt t="26857" x="4133850" y="908050"/>
          <p14:tracePt t="26876" x="4298950" y="901700"/>
          <p14:tracePt t="26908" x="4470400" y="882650"/>
          <p14:tracePt t="26940" x="4527550" y="869950"/>
          <p14:tracePt t="26964" x="4527550" y="863600"/>
          <p14:tracePt t="27028" x="4508500" y="863600"/>
          <p14:tracePt t="27063" x="4483100" y="901700"/>
          <p14:tracePt t="27097" x="4470400" y="965200"/>
          <p14:tracePt t="27125" x="4470400" y="1035050"/>
          <p14:tracePt t="27149" x="4502150" y="1079500"/>
          <p14:tracePt t="27180" x="4565650" y="1092200"/>
          <p14:tracePt t="27213" x="4660900" y="1073150"/>
          <p14:tracePt t="27246" x="4806950" y="1022350"/>
          <p14:tracePt t="27279" x="4908550" y="984250"/>
          <p14:tracePt t="27313" x="4991100" y="939800"/>
          <p14:tracePt t="27341" x="5003800" y="927100"/>
          <p14:tracePt t="27377" x="5003800" y="914400"/>
          <p14:tracePt t="27407" x="4997450" y="908050"/>
          <p14:tracePt t="27429" x="4972050" y="908050"/>
          <p14:tracePt t="27462" x="4876800" y="901700"/>
          <p14:tracePt t="27495" x="4597400" y="882650"/>
          <p14:tracePt t="27529" x="4254500" y="876300"/>
          <p14:tracePt t="27562" x="4121150" y="876300"/>
          <p14:tracePt t="27595" x="3943350" y="901700"/>
          <p14:tracePt t="27623" x="3898900" y="914400"/>
          <p14:tracePt t="27655" x="3873500" y="933450"/>
          <p14:tracePt t="27688" x="3860800" y="958850"/>
          <p14:tracePt t="27721" x="3822700" y="1022350"/>
          <p14:tracePt t="27745" x="3778250" y="1130300"/>
          <p14:tracePt t="27778" x="3657600" y="1371600"/>
          <p14:tracePt t="27811" x="3505200" y="1638300"/>
          <p14:tracePt t="27844" x="3416300" y="1746250"/>
          <p14:tracePt t="27861" x="3384550" y="1803400"/>
          <p14:tracePt t="27894" x="3359150" y="1828800"/>
          <p14:tracePt t="27922" x="3352800" y="1835150"/>
          <p14:tracePt t="28058" x="3359150" y="1828800"/>
          <p14:tracePt t="28535" x="3257550" y="1835150"/>
          <p14:tracePt t="28558" x="3035300" y="1885950"/>
          <p14:tracePt t="28592" x="2762250" y="1898650"/>
          <p14:tracePt t="28625" x="2635250" y="1898650"/>
          <p14:tracePt t="28658" x="2470150" y="1879600"/>
          <p14:tracePt t="28686" x="2432050" y="1873250"/>
          <p14:tracePt t="28718" x="2419350" y="1873250"/>
          <p14:tracePt t="28741" x="2419350" y="1879600"/>
          <p14:tracePt t="28784" x="2419350" y="1885950"/>
          <p14:tracePt t="28817" x="2419350" y="1892300"/>
          <p14:tracePt t="28967" x="2400300" y="1879600"/>
          <p14:tracePt t="29000" x="2374900" y="1873250"/>
          <p14:tracePt t="29033" x="2324100" y="1854200"/>
          <p14:tracePt t="29066" x="2241550" y="1822450"/>
          <p14:tracePt t="29099" x="2184400" y="1784350"/>
          <p14:tracePt t="29118" x="2165350" y="1778000"/>
          <p14:tracePt t="29149" x="2120900" y="1746250"/>
          <p14:tracePt t="29182" x="2101850" y="1739900"/>
          <p14:tracePt t="29216" x="2101850" y="1733550"/>
          <p14:tracePt t="29282" x="2101850" y="1739900"/>
          <p14:tracePt t="29332" x="2108200" y="1746250"/>
          <p14:tracePt t="29366" x="2127250" y="1746250"/>
          <p14:tracePt t="29399" x="2133600" y="1746250"/>
          <p14:tracePt t="29431" x="2146300" y="1746250"/>
          <p14:tracePt t="29465" x="2165350" y="1746250"/>
          <p14:tracePt t="29498" x="2254250" y="1746250"/>
          <p14:tracePt t="29516" x="2292350" y="1746250"/>
          <p14:tracePt t="29548" x="2609850" y="1758950"/>
          <p14:tracePt t="29581" x="2940050" y="1758950"/>
          <p14:tracePt t="29614" x="3282950" y="1758950"/>
          <p14:tracePt t="29647" x="3536950" y="1758950"/>
          <p14:tracePt t="29671" x="3600450" y="1752600"/>
          <p14:tracePt t="29699" x="3632200" y="1746250"/>
          <p14:tracePt t="29731" x="3644900" y="1739900"/>
          <p14:tracePt t="29797" x="3638550" y="1733550"/>
          <p14:tracePt t="29847" x="3632200" y="1733550"/>
          <p14:tracePt t="29896" x="3613150" y="1727200"/>
          <p14:tracePt t="29916" x="3606800" y="1727200"/>
          <p14:tracePt t="29948" x="3517900" y="1727200"/>
          <p14:tracePt t="29979" x="3340100" y="1733550"/>
          <p14:tracePt t="30013" x="3130550" y="1733550"/>
          <p14:tracePt t="30046" x="2971800" y="1727200"/>
          <p14:tracePt t="30079" x="2927350" y="1727200"/>
          <p14:tracePt t="30129" x="2946400" y="1727200"/>
          <p14:tracePt t="30162" x="3054350" y="1739900"/>
          <p14:tracePt t="30186" x="3251200" y="1765300"/>
          <p14:tracePt t="30219" x="3416300" y="1771650"/>
          <p14:tracePt t="30248" x="3670300" y="1771650"/>
          <p14:tracePt t="30279" x="4006850" y="1752600"/>
          <p14:tracePt t="30312" x="4095750" y="1752600"/>
          <p14:tracePt t="30345" x="4171950" y="1739900"/>
          <p14:tracePt t="30378" x="4203700" y="1727200"/>
          <p14:tracePt t="30411" x="4216400" y="1720850"/>
          <p14:tracePt t="30500" x="4203700" y="1708150"/>
          <p14:tracePt t="30529" x="4203700" y="1701800"/>
          <p14:tracePt t="30561" x="4178300" y="1689100"/>
          <p14:tracePt t="30594" x="4083050" y="1682750"/>
          <p14:tracePt t="30627" x="3879850" y="1663700"/>
          <p14:tracePt t="30651" x="3575050" y="1657350"/>
          <p14:tracePt t="30684" x="3257550" y="1644650"/>
          <p14:tracePt t="30717" x="3016250" y="1638300"/>
          <p14:tracePt t="30751" x="2819400" y="1638300"/>
          <p14:tracePt t="30784" x="2755900" y="1638300"/>
          <p14:tracePt t="30812" x="2743200" y="1638300"/>
          <p14:tracePt t="30910" x="2736850" y="1638300"/>
          <p14:tracePt t="31691" x="2692400" y="1708150"/>
          <p14:tracePt t="31724" x="2622550" y="1809750"/>
          <p14:tracePt t="31743" x="2603500" y="1822450"/>
          <p14:tracePt t="31767" x="2571750" y="1866900"/>
          <p14:tracePt t="31794" x="2552700" y="1885950"/>
          <p14:tracePt t="31826" x="2520950" y="1924050"/>
          <p14:tracePt t="31858" x="2501900" y="1943100"/>
          <p14:tracePt t="31891" x="2489200" y="1962150"/>
          <p14:tracePt t="31923" x="2476500" y="1968500"/>
          <p14:tracePt t="31943" x="2470150" y="1968500"/>
          <p14:tracePt t="31982" x="2463800" y="1968500"/>
          <p14:tracePt t="32229" x="2489200" y="1968500"/>
          <p14:tracePt t="32264" x="2762250" y="1955800"/>
          <p14:tracePt t="32298" x="3117850" y="1949450"/>
          <p14:tracePt t="32325" x="3263900" y="1936750"/>
          <p14:tracePt t="32362" x="3435350" y="1936750"/>
          <p14:tracePt t="32390" x="3486150" y="1930400"/>
          <p14:tracePt t="32424" x="3505200" y="1930400"/>
          <p14:tracePt t="32477" x="3511550" y="1924050"/>
          <p14:tracePt t="32543" x="3511550" y="1917700"/>
          <p14:tracePt t="32594" x="3498850" y="1911350"/>
          <p14:tracePt t="32622" x="3486150" y="1911350"/>
          <p14:tracePt t="32654" x="3467100" y="1911350"/>
          <p14:tracePt t="32687" x="3327400" y="1911350"/>
          <p14:tracePt t="32720" x="3098800" y="1911350"/>
          <p14:tracePt t="32753" x="2844800" y="1911350"/>
          <p14:tracePt t="32786" x="2584450" y="1905000"/>
          <p14:tracePt t="32826" x="2495550" y="1911350"/>
          <p14:tracePt t="32854" x="2457450" y="1917700"/>
          <p14:tracePt t="32886" x="2444750" y="1917700"/>
          <p14:tracePt t="32936" x="2457450" y="1930400"/>
          <p14:tracePt t="32969" x="2520950" y="1930400"/>
          <p14:tracePt t="33004" x="2667000" y="1943100"/>
          <p14:tracePt t="33036" x="2895600" y="1962150"/>
          <p14:tracePt t="33061" x="3206750" y="1987550"/>
          <p14:tracePt t="33095" x="3448050" y="1981200"/>
          <p14:tracePt t="33121" x="3549650" y="1974850"/>
          <p14:tracePt t="33154" x="3638550" y="1968500"/>
          <p14:tracePt t="33186" x="3644900" y="1968500"/>
          <p14:tracePt t="33219" x="3638550" y="1962150"/>
          <p14:tracePt t="33245" x="3619500" y="1949450"/>
          <p14:tracePt t="33277" x="3581400" y="1949450"/>
          <p14:tracePt t="33310" x="3378200" y="1949450"/>
          <p14:tracePt t="33344" x="3143250" y="1962150"/>
          <p14:tracePt t="33378" x="2889250" y="1962150"/>
          <p14:tracePt t="33408" x="2749550" y="1962150"/>
          <p14:tracePt t="33426" x="2705100" y="1962150"/>
          <p14:tracePt t="33445" x="2641600" y="1962150"/>
          <p14:tracePt t="33463" x="2628900" y="1968500"/>
          <p14:tracePt t="33496" x="2597150" y="1974850"/>
          <p14:tracePt t="33557" x="2609850" y="1981200"/>
          <p14:tracePt t="33593" x="2667000" y="1987550"/>
          <p14:tracePt t="33626" x="2794000" y="1993900"/>
          <p14:tracePt t="33653" x="2921000" y="2006600"/>
          <p14:tracePt t="33685" x="3136900" y="2006600"/>
          <p14:tracePt t="33717" x="3340100" y="1981200"/>
          <p14:tracePt t="33751" x="3397250" y="1962150"/>
          <p14:tracePt t="33800" x="3416300" y="1949450"/>
          <p14:tracePt t="33923" x="3409950" y="1949450"/>
          <p14:tracePt t="34008" x="3422650" y="1955800"/>
          <p14:tracePt t="34072" x="3435350" y="1949450"/>
          <p14:tracePt t="34108" x="3441700" y="1943100"/>
          <p14:tracePt t="34141" x="3448050" y="1936750"/>
          <p14:tracePt t="34189" x="3435350" y="1930400"/>
          <p14:tracePt t="34217" x="3416300" y="1930400"/>
          <p14:tracePt t="34249" x="3390900" y="1930400"/>
          <p14:tracePt t="34282" x="3321050" y="1955800"/>
          <p14:tracePt t="34307" x="3295650" y="1993900"/>
          <p14:tracePt t="34340" x="3295650" y="2012950"/>
          <p14:tracePt t="34373" x="3346450" y="2038350"/>
          <p14:tracePt t="34400" x="3429000" y="2038350"/>
          <p14:tracePt t="34433" x="3543300" y="2012950"/>
          <p14:tracePt t="34471" x="3613150" y="1949450"/>
          <p14:tracePt t="34514" x="3613150" y="1917700"/>
          <p14:tracePt t="34547" x="3613150" y="1911350"/>
          <p14:tracePt t="34581" x="3581400" y="1905000"/>
          <p14:tracePt t="34614" x="3543300" y="1905000"/>
          <p14:tracePt t="34640" x="3473450" y="1911350"/>
          <p14:tracePt t="34680" x="3340100" y="1968500"/>
          <p14:tracePt t="34714" x="3263900" y="2025650"/>
          <p14:tracePt t="34747" x="3219450" y="2076450"/>
          <p14:tracePt t="34780" x="3206750" y="2114550"/>
          <p14:tracePt t="34813" x="3206750" y="2139950"/>
          <p14:tracePt t="34846" x="3219450" y="2146300"/>
          <p14:tracePt t="34872" x="3232150" y="2146300"/>
          <p14:tracePt t="34920" x="3232150" y="2127250"/>
          <p14:tracePt t="34954" x="3232150" y="2120900"/>
          <p14:tracePt t="34981" x="3232150" y="2108200"/>
          <p14:tracePt t="35031" x="3238500" y="2101850"/>
          <p14:tracePt t="35079" x="3238500" y="2089150"/>
          <p14:tracePt t="35129" x="3238500" y="2076450"/>
          <p14:tracePt t="35169" x="3238500" y="2070100"/>
          <p14:tracePt t="35251" x="3238500" y="2057400"/>
          <p14:tracePt t="35280" x="3238500" y="2051050"/>
          <p14:tracePt t="35305" x="3232150" y="2044700"/>
          <p14:tracePt t="35434" x="3232150" y="2051050"/>
          <p14:tracePt t="35469" x="3232150" y="2057400"/>
          <p14:tracePt t="35488" x="3232150" y="2063750"/>
          <p14:tracePt t="36125" x="3219450" y="2063750"/>
          <p14:tracePt t="36159" x="3213100" y="2063750"/>
          <p14:tracePt t="36184" x="3200400" y="2063750"/>
          <p14:tracePt t="36217" x="3194050" y="2063750"/>
          <p14:tracePt t="36281" x="3187700" y="2063750"/>
          <p14:tracePt t="36310" x="3175000" y="2063750"/>
          <p14:tracePt t="36342" x="3162300" y="2063750"/>
          <p14:tracePt t="36368" x="3155950" y="2063750"/>
          <p14:tracePt t="36400" x="3149600" y="2063750"/>
          <p14:tracePt t="36433" x="3130550" y="2057400"/>
          <p14:tracePt t="36466" x="3111500" y="2057400"/>
          <p14:tracePt t="36483" x="3111500" y="2051050"/>
          <p14:tracePt t="36502" x="3105150" y="2051050"/>
          <p14:tracePt t="36530" x="3092450" y="2051050"/>
          <p14:tracePt t="36567" x="3079750" y="2044700"/>
          <p14:tracePt t="36609" x="3073400" y="2038350"/>
          <p14:tracePt t="36673" x="3067050" y="2038350"/>
          <p14:tracePt t="36699" x="3054350" y="2032000"/>
          <p14:tracePt t="36732" x="3041650" y="2032000"/>
          <p14:tracePt t="37294" x="3035300" y="2032000"/>
          <p14:tracePt t="37329" x="3028950" y="2032000"/>
          <p14:tracePt t="37363" x="3022600" y="2032000"/>
          <p14:tracePt t="37390" x="3022600" y="2038350"/>
          <p14:tracePt t="37414" x="3016250" y="2044700"/>
          <p14:tracePt t="37471" x="3009900" y="2057400"/>
          <p14:tracePt t="37527" x="3009900" y="2063750"/>
          <p14:tracePt t="37562" x="3003550" y="2063750"/>
          <p14:tracePt t="37597" x="3003550" y="2070100"/>
          <p14:tracePt t="37629" x="2997200" y="2076450"/>
          <p14:tracePt t="37663" x="2997200" y="2082800"/>
          <p14:tracePt t="37696" x="2990850" y="2089150"/>
          <p14:tracePt t="37728" x="2984500" y="2101850"/>
          <p14:tracePt t="37762" x="2971800" y="2114550"/>
          <p14:tracePt t="37796" x="2959100" y="2133600"/>
          <p14:tracePt t="37828" x="2933700" y="2171700"/>
          <p14:tracePt t="37861" x="2870200" y="2241550"/>
          <p14:tracePt t="37894" x="2800350" y="2298700"/>
          <p14:tracePt t="37921" x="2755900" y="2330450"/>
          <p14:tracePt t="37946" x="2692400" y="2355850"/>
          <p14:tracePt t="37980" x="2641600" y="2362200"/>
          <p14:tracePt t="38012" x="2622550" y="2362200"/>
          <p14:tracePt t="38045" x="2603500" y="2362200"/>
          <p14:tracePt t="38077" x="2597150" y="2362200"/>
          <p14:tracePt t="38110" x="2584450" y="2362200"/>
          <p14:tracePt t="38175" x="2578100" y="2362200"/>
          <p14:tracePt t="38218" x="2571750" y="2368550"/>
          <p14:tracePt t="38258" x="2565400" y="2374900"/>
          <p14:tracePt t="38308" x="2565400" y="2381250"/>
          <p14:tracePt t="38407" x="2584450" y="2381250"/>
          <p14:tracePt t="38436" x="2616200" y="2368550"/>
          <p14:tracePt t="38468" x="2730500" y="2311400"/>
          <p14:tracePt t="38501" x="2901950" y="2203450"/>
          <p14:tracePt t="38534" x="3130550" y="2063750"/>
          <p14:tracePt t="38567" x="3251200" y="1993900"/>
          <p14:tracePt t="38606" x="3333750" y="1943100"/>
          <p14:tracePt t="38635" x="3340100" y="1936750"/>
          <p14:tracePt t="38749" x="3333750" y="1949450"/>
          <p14:tracePt t="38783" x="3314700" y="1962150"/>
          <p14:tracePt t="38816" x="3263900" y="2006600"/>
          <p14:tracePt t="38841" x="3225800" y="2044700"/>
          <p14:tracePt t="38868" x="3155950" y="2101850"/>
          <p14:tracePt t="38901" x="3111500" y="2165350"/>
          <p14:tracePt t="38934" x="3060700" y="2228850"/>
          <p14:tracePt t="38967" x="3048000" y="2247900"/>
          <p14:tracePt t="38999" x="3041650" y="2254250"/>
          <p14:tracePt t="39019" x="3041650" y="2260600"/>
          <p14:tracePt t="39187" x="3048000" y="2266950"/>
          <p14:tracePt t="39264" x="3060700" y="2273300"/>
          <p14:tracePt t="39314" x="3073400" y="2286000"/>
          <p14:tracePt t="39354" x="3086100" y="2292350"/>
          <p14:tracePt t="39383" x="3143250" y="2330450"/>
          <p14:tracePt t="39421" x="3263900" y="2387600"/>
          <p14:tracePt t="39449" x="3460750" y="2482850"/>
          <p14:tracePt t="39481" x="3695700" y="2584450"/>
          <p14:tracePt t="39514" x="3848100" y="2635250"/>
          <p14:tracePt t="39533" x="3994150" y="2673350"/>
          <p14:tracePt t="39564" x="4152900" y="2692400"/>
          <p14:tracePt t="39597" x="4229100" y="2692400"/>
          <p14:tracePt t="39630" x="4324350" y="2692400"/>
          <p14:tracePt t="39655" x="4362450" y="2679700"/>
          <p14:tracePt t="39682" x="4413250" y="2673350"/>
          <p14:tracePt t="39716" x="4476750" y="2660650"/>
          <p14:tracePt t="39752" x="4559300" y="2647950"/>
          <p14:tracePt t="39775" x="4597400" y="2641600"/>
          <p14:tracePt t="39812" x="4686300" y="2603500"/>
          <p14:tracePt t="39846" x="4730750" y="2584450"/>
          <p14:tracePt t="39871" x="4768850" y="2565400"/>
          <p14:tracePt t="39904" x="4794250" y="2559050"/>
          <p14:tracePt t="39938" x="4819650" y="2546350"/>
          <p14:tracePt t="39986" x="4838700" y="2546350"/>
          <p14:tracePt t="40014" x="4851400" y="2546350"/>
          <p14:tracePt t="40032" x="4857750" y="2546350"/>
          <p14:tracePt t="40056" x="4883150" y="2546350"/>
          <p14:tracePt t="40089" x="4921250" y="2552700"/>
          <p14:tracePt t="40122" x="4972050" y="2559050"/>
          <p14:tracePt t="40154" x="4997450" y="2565400"/>
          <p14:tracePt t="40187" x="5016500" y="2571750"/>
          <p14:tracePt t="40220" x="5067300" y="2584450"/>
          <p14:tracePt t="40247" x="5137150" y="2603500"/>
          <p14:tracePt t="40280" x="5194300" y="2622550"/>
          <p14:tracePt t="40312" x="5321300" y="2641600"/>
          <p14:tracePt t="40344" x="5391150" y="2660650"/>
          <p14:tracePt t="40370" x="5422900" y="2667000"/>
          <p14:tracePt t="40402" x="5441950" y="2673350"/>
          <p14:tracePt t="40451" x="5454650" y="2673350"/>
          <p14:tracePt t="40500" x="5492750" y="2673350"/>
          <p14:tracePt t="40529" x="5537200" y="2673350"/>
          <p14:tracePt t="40547" x="5562600" y="2673350"/>
          <p14:tracePt t="40580" x="5683250" y="2660650"/>
          <p14:tracePt t="40605" x="5765800" y="2635250"/>
          <p14:tracePt t="40637" x="5867400" y="2597150"/>
          <p14:tracePt t="40669" x="5918200" y="2578100"/>
          <p14:tracePt t="40701" x="5924550" y="2565400"/>
          <p14:tracePt t="40785" x="5892800" y="2565400"/>
          <p14:tracePt t="40812" x="5822950" y="2571750"/>
          <p14:tracePt t="40844" x="5645150" y="2571750"/>
          <p14:tracePt t="40869" x="5467350" y="2571750"/>
          <p14:tracePt t="40902" x="5073650" y="2540000"/>
          <p14:tracePt t="40934" x="4838700" y="2520950"/>
          <p14:tracePt t="40967" x="4679950" y="2501900"/>
          <p14:tracePt t="41008" x="4610100" y="2501900"/>
          <p14:tracePt t="41033" x="4591050" y="2501900"/>
          <p14:tracePt t="41044" x="4578350" y="2501900"/>
          <p14:tracePt t="41077" x="4572000" y="2508250"/>
          <p14:tracePt t="41108" x="4572000" y="2514600"/>
          <p14:tracePt t="41141" x="4622800" y="2514600"/>
          <p14:tracePt t="41174" x="4718050" y="2514600"/>
          <p14:tracePt t="41181" x="4787900" y="2508250"/>
          <p14:tracePt t="41214" x="4914900" y="2508250"/>
          <p14:tracePt t="41249" x="5207000" y="2527300"/>
          <p14:tracePt t="41275" x="5391150" y="2527300"/>
          <p14:tracePt t="41307" x="5524500" y="2514600"/>
          <p14:tracePt t="41340" x="5594350" y="2508250"/>
          <p14:tracePt t="41373" x="5626100" y="2501900"/>
          <p14:tracePt t="41406" x="5632450" y="2501900"/>
          <p14:tracePt t="41473" x="5638800" y="2495550"/>
          <p14:tracePt t="41540" x="5632450" y="2489200"/>
          <p14:tracePt t="41855" x="5549900" y="2508250"/>
          <p14:tracePt t="41889" x="5448300" y="2533650"/>
          <p14:tracePt t="41922" x="5365750" y="2546350"/>
          <p14:tracePt t="41948" x="5289550" y="2559050"/>
          <p14:tracePt t="41980" x="5238750" y="2565400"/>
          <p14:tracePt t="42014" x="5194300" y="2571750"/>
          <p14:tracePt t="42047" x="5181600" y="2578100"/>
          <p14:tracePt t="42112" x="5207000" y="2578100"/>
          <p14:tracePt t="42140" x="5264150" y="2578100"/>
          <p14:tracePt t="42172" x="5397500" y="2584450"/>
          <p14:tracePt t="42197" x="5619750" y="2571750"/>
          <p14:tracePt t="42229" x="5842000" y="2533650"/>
          <p14:tracePt t="42263" x="6026150" y="2495550"/>
          <p14:tracePt t="42296" x="6121400" y="2463800"/>
          <p14:tracePt t="42323" x="6127750" y="2463800"/>
          <p14:tracePt t="42377" x="6127750" y="2451100"/>
          <p14:tracePt t="42421" x="6102350" y="2451100"/>
          <p14:tracePt t="42454" x="6019800" y="2451100"/>
          <p14:tracePt t="42487" x="5791200" y="2463800"/>
          <p14:tracePt t="42512" x="5657850" y="2470150"/>
          <p14:tracePt t="42543" x="5429250" y="2482850"/>
          <p14:tracePt t="42560" x="5289550" y="2489200"/>
          <p14:tracePt t="42587" x="5194300" y="2508250"/>
          <p14:tracePt t="42624" x="5086350" y="2520950"/>
          <p14:tracePt t="42669" x="5073650" y="2533650"/>
          <p14:tracePt t="42719" x="5067300" y="2533650"/>
          <p14:tracePt t="42752" x="5060950" y="2533650"/>
          <p14:tracePt t="43405" x="5035550" y="2546350"/>
          <p14:tracePt t="43435" x="4965700" y="2571750"/>
          <p14:tracePt t="43466" x="4838700" y="2571750"/>
          <p14:tracePt t="43500" x="4749800" y="2571750"/>
          <p14:tracePt t="43533" x="4514850" y="2565400"/>
          <p14:tracePt t="43566" x="4311650" y="2565400"/>
          <p14:tracePt t="43600" x="4051300" y="2546350"/>
          <p14:tracePt t="43618" x="4000500" y="2546350"/>
          <p14:tracePt t="43642" x="3835400" y="2540000"/>
          <p14:tracePt t="43649" x="3778250" y="2540000"/>
          <p14:tracePt t="43682" x="3651250" y="2540000"/>
          <p14:tracePt t="43716" x="3543300" y="2533650"/>
          <p14:tracePt t="43748" x="3416300" y="2533650"/>
          <p14:tracePt t="43782" x="3346450" y="2527300"/>
          <p14:tracePt t="43815" x="3308350" y="2514600"/>
          <p14:tracePt t="43848" x="3295650" y="2514600"/>
          <p14:tracePt t="43882" x="3289300" y="2514600"/>
          <p14:tracePt t="43931" x="3321050" y="2514600"/>
          <p14:tracePt t="43965" x="3371850" y="2508250"/>
          <p14:tracePt t="43998" x="3486150" y="2470150"/>
          <p14:tracePt t="44031" x="3727450" y="2336800"/>
          <p14:tracePt t="44064" x="3841750" y="2235200"/>
          <p14:tracePt t="44083" x="3879850" y="2178050"/>
          <p14:tracePt t="44116" x="3886200" y="2152650"/>
          <p14:tracePt t="44169" x="3829050" y="2146300"/>
          <p14:tracePt t="44214" x="3721100" y="2146300"/>
          <p14:tracePt t="44247" x="3619500" y="2178050"/>
          <p14:tracePt t="44280" x="3530600" y="2241550"/>
          <p14:tracePt t="44299" x="3505200" y="2286000"/>
          <p14:tracePt t="44330" x="3492500" y="2368550"/>
          <p14:tracePt t="44354" x="3517900" y="2413000"/>
          <p14:tracePt t="44387" x="3644900" y="2501900"/>
          <p14:tracePt t="44421" x="3829050" y="2565400"/>
          <p14:tracePt t="44437" x="4000500" y="2597150"/>
          <p14:tracePt t="44465" x="4254500" y="2584450"/>
          <p14:tracePt t="44496" x="4521200" y="2501900"/>
          <p14:tracePt t="44529" x="4699000" y="2413000"/>
          <p14:tracePt t="44563" x="4813300" y="2336800"/>
          <p14:tracePt t="44581" x="4826000" y="2317750"/>
          <p14:tracePt t="44612" x="4902200" y="2273300"/>
          <p14:tracePt t="44651" x="4978400" y="2254250"/>
          <p14:tracePt t="44686" x="5181600" y="2216150"/>
          <p14:tracePt t="44714" x="5327650" y="2197100"/>
          <p14:tracePt t="44746" x="5607050" y="2159000"/>
          <p14:tracePt t="44779" x="6007100" y="2127250"/>
          <p14:tracePt t="44812" x="6362700" y="2095500"/>
          <p14:tracePt t="44845" x="6680200" y="2095500"/>
          <p14:tracePt t="44878" x="6788150" y="2095500"/>
          <p14:tracePt t="44911" x="6864350" y="2095500"/>
          <p14:tracePt t="44930" x="6889750" y="2095500"/>
          <p14:tracePt t="44962" x="6896100" y="2095500"/>
          <p14:tracePt t="45011" x="6870700" y="2082800"/>
          <p14:tracePt t="45029" x="6788150" y="2082800"/>
          <p14:tracePt t="45061" x="6489700" y="2095500"/>
          <p14:tracePt t="45080" x="6330950" y="2108200"/>
          <p14:tracePt t="45112" x="5670550" y="2184400"/>
          <p14:tracePt t="45144" x="5207000" y="2228850"/>
          <p14:tracePt t="45177" x="4762500" y="2298700"/>
          <p14:tracePt t="45210" x="4451350" y="2374900"/>
          <p14:tracePt t="45244" x="4210050" y="2432050"/>
          <p14:tracePt t="45277" x="4133850" y="2432050"/>
          <p14:tracePt t="45310" x="4127500" y="2432050"/>
          <p14:tracePt t="45343" x="4114800" y="2432050"/>
          <p14:tracePt t="45393" x="4171950" y="2432050"/>
          <p14:tracePt t="45426" x="4438650" y="2400300"/>
          <p14:tracePt t="45459" x="4889500" y="2374900"/>
          <p14:tracePt t="45484" x="5353050" y="2305050"/>
          <p14:tracePt t="45517" x="5505450" y="2286000"/>
          <p14:tracePt t="45544" x="5607050" y="2254250"/>
          <p14:tracePt t="45575" x="5626100" y="2235200"/>
          <p14:tracePt t="45626" x="5613400" y="2222500"/>
          <p14:tracePt t="45659" x="5410200" y="2228850"/>
          <p14:tracePt t="45683" x="5194300" y="2241550"/>
          <p14:tracePt t="45716" x="4578350" y="2311400"/>
          <p14:tracePt t="45749" x="4222750" y="2343150"/>
          <p14:tracePt t="45782" x="4000500" y="2362200"/>
          <p14:tracePt t="45816" x="3879850" y="2381250"/>
          <p14:tracePt t="45843" x="3803650" y="2393950"/>
          <p14:tracePt t="45875" x="3683000" y="2413000"/>
          <p14:tracePt t="45893" x="3657600" y="2406650"/>
          <p14:tracePt t="46971" x="3422650" y="2374900"/>
          <p14:tracePt t="47004" x="3149600" y="2343150"/>
          <p14:tracePt t="47023" x="2933700" y="2324100"/>
          <p14:tracePt t="47060" x="2482850" y="2324100"/>
          <p14:tracePt t="47073" x="2381250" y="2324100"/>
          <p14:tracePt t="47105" x="2139950" y="2324100"/>
          <p14:tracePt t="47123" x="2012950" y="2324100"/>
          <p14:tracePt t="47155" x="1930400" y="2324100"/>
          <p14:tracePt t="47187" x="1885950" y="2324100"/>
          <p14:tracePt t="47220" x="1866900" y="2317750"/>
          <p14:tracePt t="47253" x="1854200" y="2317750"/>
          <p14:tracePt t="47320" x="1860550" y="2349500"/>
          <p14:tracePt t="47353" x="1898650" y="2368550"/>
          <p14:tracePt t="47386" x="1993900" y="2432050"/>
          <p14:tracePt t="47419" x="2152650" y="2495550"/>
          <p14:tracePt t="47453" x="2247900" y="2508250"/>
          <p14:tracePt t="47471" x="2279650" y="2501900"/>
          <p14:tracePt t="47503" x="2368550" y="2457450"/>
          <p14:tracePt t="47536" x="2381250" y="2406650"/>
          <p14:tracePt t="47559" x="2368550" y="2374900"/>
          <p14:tracePt t="47592" x="2349500" y="2355850"/>
          <p14:tracePt t="47626" x="2247900" y="2330450"/>
          <p14:tracePt t="47653" x="2108200" y="2355850"/>
          <p14:tracePt t="47685" x="1993900" y="2406650"/>
          <p14:tracePt t="47718" x="1936750" y="2438400"/>
          <p14:tracePt t="47752" x="1924050" y="2470150"/>
          <p14:tracePt t="47785" x="1981200" y="2527300"/>
          <p14:tracePt t="47809" x="2095500" y="2571750"/>
          <p14:tracePt t="47842" x="2406650" y="2654300"/>
          <p14:tracePt t="47875" x="2616200" y="2622550"/>
          <p14:tracePt t="47908" x="2743200" y="2546350"/>
          <p14:tracePt t="47936" x="2787650" y="2463800"/>
          <p14:tracePt t="47967" x="2787650" y="2419350"/>
          <p14:tracePt t="47991" x="2787650" y="2400300"/>
          <p14:tracePt t="48024" x="2749550" y="2381250"/>
          <p14:tracePt t="48060" x="2686050" y="2381250"/>
          <p14:tracePt t="48091" x="2584450" y="2393950"/>
          <p14:tracePt t="48124" x="2482850" y="2425700"/>
          <p14:tracePt t="48142" x="2463800" y="2438400"/>
          <p14:tracePt t="48184" x="2463800" y="2476500"/>
          <p14:tracePt t="48202" x="2476500" y="2482850"/>
          <p14:tracePt t="48233" x="2565400" y="2533650"/>
          <p14:tracePt t="48266" x="2717800" y="2571750"/>
          <p14:tracePt t="48300" x="2914650" y="2597150"/>
          <p14:tracePt t="48324" x="3181350" y="2609850"/>
          <p14:tracePt t="48340" x="3282950" y="2609850"/>
          <p14:tracePt t="48368" x="3613150" y="2609850"/>
          <p14:tracePt t="48399" x="3981450" y="2603500"/>
          <p14:tracePt t="48433" x="4298950" y="2571750"/>
          <p14:tracePt t="48466" x="4591050" y="2540000"/>
          <p14:tracePt t="48499" x="4838700" y="2501900"/>
          <p14:tracePt t="48532" x="5073650" y="2444750"/>
          <p14:tracePt t="48565" x="5270500" y="2368550"/>
          <p14:tracePt t="48599" x="5302250" y="2362200"/>
          <p14:tracePt t="48682" x="5289550" y="2362200"/>
          <p14:tracePt t="48715" x="5226050" y="2368550"/>
          <p14:tracePt t="48748" x="5029200" y="2406650"/>
          <p14:tracePt t="48781" x="4857750" y="2425700"/>
          <p14:tracePt t="48814" x="4648200" y="2463800"/>
          <p14:tracePt t="48848" x="4457700" y="2495550"/>
          <p14:tracePt t="48872" x="4356100" y="2520950"/>
          <p14:tracePt t="48900" x="4324350" y="2527300"/>
          <p14:tracePt t="48931" x="4311650" y="2533650"/>
          <p14:tracePt t="48964" x="4305300" y="2540000"/>
          <p14:tracePt t="48997" x="4305300" y="2546350"/>
          <p14:tracePt t="49030" x="4324350" y="2559050"/>
          <p14:tracePt t="49064" x="4432300" y="2565400"/>
          <p14:tracePt t="49097" x="4718050" y="2584450"/>
          <p14:tracePt t="49122" x="4972050" y="2597150"/>
          <p14:tracePt t="49138" x="5334000" y="2616200"/>
          <p14:tracePt t="49155" x="5454650" y="2628900"/>
          <p14:tracePt t="49182" x="5695950" y="2628900"/>
          <p14:tracePt t="49213" x="5797550" y="2628900"/>
          <p14:tracePt t="49246" x="5867400" y="2616200"/>
          <p14:tracePt t="49296" x="5867400" y="2609850"/>
          <p14:tracePt t="49329" x="5861050" y="2603500"/>
          <p14:tracePt t="49362" x="5854700" y="2597150"/>
          <p14:tracePt t="49396" x="5829300" y="2584450"/>
          <p14:tracePt t="49429" x="5778500" y="2578100"/>
          <p14:tracePt t="49462" x="5676900" y="2578100"/>
          <p14:tracePt t="49496" x="5613400" y="2584450"/>
          <p14:tracePt t="49529" x="5588000" y="2597150"/>
          <p14:tracePt t="49578" x="5607050" y="2597150"/>
          <p14:tracePt t="49611" x="5676900" y="2597150"/>
          <p14:tracePt t="49645" x="5765800" y="2590800"/>
          <p14:tracePt t="49678" x="5829300" y="2571750"/>
          <p14:tracePt t="49711" x="5835650" y="2552700"/>
          <p14:tracePt t="49761" x="5791200" y="2546350"/>
          <p14:tracePt t="49794" x="5600700" y="2540000"/>
          <p14:tracePt t="49827" x="5302250" y="2540000"/>
          <p14:tracePt t="49861" x="5187950" y="2540000"/>
          <p14:tracePt t="49894" x="4965700" y="2540000"/>
          <p14:tracePt t="49927" x="4876800" y="2552700"/>
          <p14:tracePt t="49951" x="4845050" y="2559050"/>
          <p14:tracePt t="49984" x="4800600" y="2552700"/>
          <p14:tracePt t="50017" x="4552950" y="2495550"/>
          <p14:tracePt t="50045" x="4318000" y="2451100"/>
          <p14:tracePt t="50076" x="3949700" y="2406650"/>
          <p14:tracePt t="50110" x="3581400" y="2400300"/>
          <p14:tracePt t="50143" x="3409950" y="2413000"/>
          <p14:tracePt t="50151" x="3365500" y="2419350"/>
          <p14:tracePt t="50183" x="3302000" y="2432050"/>
          <p14:tracePt t="50217" x="3276600" y="2438400"/>
          <p14:tracePt t="50250" x="3251200" y="2457450"/>
          <p14:tracePt t="50298" x="3238500" y="2463800"/>
          <p14:tracePt t="50359" x="3238500" y="2470150"/>
          <p14:tracePt t="50464" x="3206750" y="2476500"/>
          <p14:tracePt t="50499" x="3143250" y="2482850"/>
          <p14:tracePt t="50533" x="2984500" y="2482850"/>
          <p14:tracePt t="50560" x="2895600" y="2476500"/>
          <p14:tracePt t="50592" x="2762250" y="2463800"/>
          <p14:tracePt t="50610" x="2679700" y="2451100"/>
          <p14:tracePt t="50632" x="2622550" y="2438400"/>
          <p14:tracePt t="50665" x="2533650" y="2425700"/>
          <p14:tracePt t="50699" x="2451100" y="2406650"/>
          <p14:tracePt t="50732" x="2400300" y="2400300"/>
          <p14:tracePt t="50765" x="2298700" y="2387600"/>
          <p14:tracePt t="50793" x="2235200" y="2381250"/>
          <p14:tracePt t="50824" x="2209800" y="2381250"/>
          <p14:tracePt t="50857" x="2190750" y="2406650"/>
          <p14:tracePt t="50891" x="2190750" y="2432050"/>
          <p14:tracePt t="50914" x="2190750" y="2451100"/>
          <p14:tracePt t="50948" x="2209800" y="2501900"/>
          <p14:tracePt t="50981" x="2222500" y="2533650"/>
          <p14:tracePt t="51014" x="2228850" y="2533650"/>
          <p14:tracePt t="51063" x="2197100" y="2501900"/>
          <p14:tracePt t="51073" x="2178050" y="2476500"/>
          <p14:tracePt t="51107" x="2063750" y="2393950"/>
          <p14:tracePt t="51140" x="1936750" y="2305050"/>
          <p14:tracePt t="51158" x="1911350" y="2292350"/>
          <p14:tracePt t="51190" x="1873250" y="2286000"/>
          <p14:tracePt t="51224" x="1866900" y="2298700"/>
          <p14:tracePt t="51278" x="1885950" y="2317750"/>
          <p14:tracePt t="51307" x="1943100" y="2355850"/>
          <p14:tracePt t="51339" x="2032000" y="2400300"/>
          <p14:tracePt t="51372" x="2178050" y="2457450"/>
          <p14:tracePt t="51406" x="2222500" y="2463800"/>
          <p14:tracePt t="51439" x="2260600" y="2470150"/>
          <p14:tracePt t="51472" x="2266950" y="2457450"/>
          <p14:tracePt t="51506" x="2266950" y="2438400"/>
          <p14:tracePt t="51555" x="2266950" y="2432050"/>
          <p14:tracePt t="51588" x="2260600" y="2432050"/>
          <p14:tracePt t="51621" x="2254250" y="2425700"/>
          <p14:tracePt t="51723" x="2260600" y="2425700"/>
          <p14:tracePt t="51771" x="2273300" y="2425700"/>
          <p14:tracePt t="51795" x="2279650" y="2432050"/>
          <p14:tracePt t="51843" x="2298700" y="2432050"/>
          <p14:tracePt t="51887" x="2311400" y="2432050"/>
          <p14:tracePt t="51920" x="2317750" y="2432050"/>
          <p14:tracePt t="51954" x="2330450" y="2432050"/>
          <p14:tracePt t="52004" x="2343150" y="2432050"/>
          <p14:tracePt t="52022" x="2349500" y="2432050"/>
          <p14:tracePt t="52043" x="2349500" y="2438400"/>
        </p14:tracePtLst>
      </p14:laserTraceLst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9144" y="0"/>
            <a:ext cx="901333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65" tIns="42932" rIns="85865" bIns="42932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time import time, sleep</a:t>
            </a:r>
            <a:endParaRPr lang="en-US" altLang="en-US" sz="2250" spc="-1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timer(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, *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, **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kwargs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"""Print the runtime of the wrapped function"""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wrapper_timer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(*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, **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kwargs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kern="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kern="0" spc="-100" dirty="0">
                <a:solidFill>
                  <a:srgbClr val="000000"/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2250" kern="0" spc="-10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start_time</a:t>
            </a:r>
            <a:r>
              <a:rPr lang="en-US" altLang="en-US" sz="2250" kern="0" spc="-100" dirty="0">
                <a:solidFill>
                  <a:srgbClr val="000000"/>
                </a:solidFill>
                <a:latin typeface="Lucida Console" panose="020B0609040504020204" pitchFamily="49" charset="0"/>
              </a:rPr>
              <a:t> = time() 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kern="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kern="0" spc="-100" dirty="0">
                <a:solidFill>
                  <a:srgbClr val="000000"/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value = </a:t>
            </a:r>
            <a:r>
              <a:rPr lang="en-US" altLang="en-US" sz="225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(*</a:t>
            </a:r>
            <a:r>
              <a:rPr lang="en-US" altLang="en-US" sz="225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, **</a:t>
            </a:r>
            <a:r>
              <a:rPr lang="en-US" altLang="en-US" sz="225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kwargs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kern="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kern="0" spc="-100" dirty="0">
                <a:solidFill>
                  <a:srgbClr val="000000"/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2250" kern="0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end_time</a:t>
            </a:r>
            <a:r>
              <a:rPr lang="en-US" altLang="en-US" sz="225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 = time()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kern="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kern="0" spc="-100" dirty="0">
                <a:solidFill>
                  <a:srgbClr val="000000"/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2250" kern="0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run_time</a:t>
            </a:r>
            <a:r>
              <a:rPr lang="en-US" altLang="en-US" sz="225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 = </a:t>
            </a:r>
            <a:r>
              <a:rPr lang="en-US" altLang="en-US" sz="2250" kern="0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end_time</a:t>
            </a:r>
            <a:r>
              <a:rPr lang="en-US" altLang="en-US" sz="225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 - </a:t>
            </a:r>
            <a:r>
              <a:rPr lang="en-US" altLang="en-US" sz="2250" kern="0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start_time</a:t>
            </a:r>
            <a:endParaRPr lang="en-US" altLang="en-US" sz="2250" kern="0" spc="-1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kern="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kern="0" spc="-100" dirty="0">
                <a:solidFill>
                  <a:srgbClr val="000000"/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225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en-US" sz="2250" kern="0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f"Finished</a:t>
            </a:r>
            <a:r>
              <a:rPr lang="en-US" altLang="en-US" sz="225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 {</a:t>
            </a:r>
            <a:r>
              <a:rPr lang="en-US" altLang="en-US" sz="2250" kern="0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25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.__</a:t>
            </a:r>
            <a:r>
              <a:rPr lang="en-US" altLang="en-US" sz="2250" kern="0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name__!r</a:t>
            </a:r>
            <a:r>
              <a:rPr lang="en-US" altLang="en-US" sz="225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}",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kern="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kern="0" spc="-100" dirty="0">
                <a:solidFill>
                  <a:srgbClr val="000000"/>
                </a:solidFill>
                <a:latin typeface="Lucida Console" panose="020B0609040504020204" pitchFamily="49" charset="0"/>
              </a:rPr>
              <a:t>             </a:t>
            </a:r>
            <a:r>
              <a:rPr lang="en-US" altLang="en-US" sz="2250" kern="0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f"in</a:t>
            </a:r>
            <a:r>
              <a:rPr lang="en-US" altLang="en-US" sz="2250" kern="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 {run_time:.4f} secs")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2254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1850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700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timer(); sleep(2); timer('STOP')</a:t>
            </a:r>
          </a:p>
          <a:p>
            <a:pPr marL="0" indent="0" defTabSz="858622">
              <a:lnSpc>
                <a:spcPct val="85000"/>
              </a:lnSpc>
              <a:spcBef>
                <a:spcPts val="10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2,000,056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solidFill>
                  <a:srgbClr val="A6A6A6"/>
                </a:solidFill>
                <a:latin typeface="Lucida Console" panose="020B0609040504020204" pitchFamily="49" charset="0"/>
              </a:rPr>
              <a:t>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f(x): sleep(1); return x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sz="2254" kern="0" spc="-94" dirty="0">
              <a:solidFill>
                <a:srgbClr val="A6A6A6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timer(); f(None); timer('STOP')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1,000,107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timer(); f(None); timer('STOP')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tx1"/>
                </a:solidFill>
                <a:latin typeface="Lucida Console" panose="020B0609040504020204" pitchFamily="49" charset="0"/>
              </a:rPr>
              <a:t>    1,000,212 </a:t>
            </a:r>
            <a:r>
              <a:rPr lang="en-US" sz="2254" kern="0" spc="-94" dirty="0" err="1">
                <a:solidFill>
                  <a:schemeClr val="tx1"/>
                </a:solidFill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254" kern="0" spc="-94" dirty="0">
              <a:solidFill>
                <a:srgbClr val="A6A6A6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967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541"/>
    </mc:Choice>
    <mc:Fallback xmlns="">
      <p:transition spd="slow" advTm="46541"/>
    </mc:Fallback>
  </mc:AlternateContent>
  <p:extLst>
    <p:ext uri="{3A86A75C-4F4B-4683-9AE1-C65F6400EC91}">
      <p14:laserTraceLst xmlns:p14="http://schemas.microsoft.com/office/powerpoint/2010/main">
        <p14:tracePtLst>
          <p14:tracePt t="516" x="3162300" y="2108200"/>
          <p14:tracePt t="530" x="3149600" y="2114550"/>
          <p14:tracePt t="537" x="3136900" y="2120900"/>
          <p14:tracePt t="551" x="3111500" y="2133600"/>
          <p14:tracePt t="565" x="3098800" y="2146300"/>
          <p14:tracePt t="574" x="3079750" y="2152650"/>
          <p14:tracePt t="590" x="3067050" y="2159000"/>
          <p14:tracePt t="608" x="3022600" y="2171700"/>
          <p14:tracePt t="624" x="3003550" y="2178050"/>
          <p14:tracePt t="640" x="2965450" y="2178050"/>
          <p14:tracePt t="657" x="2914650" y="2184400"/>
          <p14:tracePt t="674" x="2882900" y="2190750"/>
          <p14:tracePt t="690" x="2863850" y="2190750"/>
          <p14:tracePt t="707" x="2794000" y="2197100"/>
          <p14:tracePt t="723" x="2736850" y="2197100"/>
          <p14:tracePt t="741" x="2679700" y="2197100"/>
          <p14:tracePt t="757" x="2654300" y="2197100"/>
          <p14:tracePt t="773" x="2635250" y="2203450"/>
          <p14:tracePt t="790" x="2584450" y="2222500"/>
          <p14:tracePt t="806" x="2565400" y="2228850"/>
          <p14:tracePt t="823" x="2533650" y="2235200"/>
          <p14:tracePt t="840" x="2520950" y="2241550"/>
          <p14:tracePt t="857" x="2508250" y="2247900"/>
          <p14:tracePt t="873" x="2501900" y="2254250"/>
          <p14:tracePt t="889" x="2489200" y="2260600"/>
          <p14:tracePt t="906" x="2482850" y="2266950"/>
          <p14:tracePt t="924" x="2463800" y="2279650"/>
          <p14:tracePt t="939" x="2457450" y="2286000"/>
          <p14:tracePt t="956" x="2457450" y="2292350"/>
          <p14:tracePt t="973" x="2444750" y="2311400"/>
          <p14:tracePt t="990" x="2438400" y="2324100"/>
          <p14:tracePt t="1006" x="2425700" y="2343150"/>
          <p14:tracePt t="1022" x="2413000" y="2368550"/>
          <p14:tracePt t="1039" x="2406650" y="2368550"/>
          <p14:tracePt t="1056" x="2406650" y="2374900"/>
          <p14:tracePt t="1072" x="2393950" y="2387600"/>
          <p14:tracePt t="1089" x="2393950" y="2393950"/>
          <p14:tracePt t="1108" x="2393950" y="2400300"/>
          <p14:tracePt t="1169" x="2393950" y="2406650"/>
          <p14:tracePt t="1204" x="2400300" y="2413000"/>
          <p14:tracePt t="1226" x="2406650" y="2413000"/>
          <p14:tracePt t="1240" x="2419350" y="2413000"/>
          <p14:tracePt t="1246" x="2432050" y="2419350"/>
          <p14:tracePt t="1261" x="2451100" y="2419350"/>
          <p14:tracePt t="1271" x="2482850" y="2425700"/>
          <p14:tracePt t="1289" x="2540000" y="2425700"/>
          <p14:tracePt t="1305" x="2578100" y="2425700"/>
          <p14:tracePt t="1321" x="2628900" y="2425700"/>
          <p14:tracePt t="1338" x="2730500" y="2425700"/>
          <p14:tracePt t="1355" x="2838450" y="2425700"/>
          <p14:tracePt t="1371" x="2901950" y="2413000"/>
          <p14:tracePt t="1388" x="3009900" y="2406650"/>
          <p14:tracePt t="1405" x="3048000" y="2400300"/>
          <p14:tracePt t="1422" x="3098800" y="2400300"/>
          <p14:tracePt t="1438" x="3168650" y="2393950"/>
          <p14:tracePt t="1454" x="3225800" y="2381250"/>
          <p14:tracePt t="1472" x="3270250" y="2381250"/>
          <p14:tracePt t="1487" x="3289300" y="2381250"/>
          <p14:tracePt t="1504" x="3302000" y="2381250"/>
          <p14:tracePt t="1521" x="3333750" y="2374900"/>
          <p14:tracePt t="1537" x="3371850" y="2381250"/>
          <p14:tracePt t="1554" x="3397250" y="2381250"/>
          <p14:tracePt t="1571" x="3435350" y="2381250"/>
          <p14:tracePt t="1587" x="3448050" y="2381250"/>
          <p14:tracePt t="1604" x="3486150" y="2381250"/>
          <p14:tracePt t="1620" x="3511550" y="2374900"/>
          <p14:tracePt t="1637" x="3543300" y="2368550"/>
          <p14:tracePt t="1655" x="3568700" y="2368550"/>
          <p14:tracePt t="1670" x="3581400" y="2362200"/>
          <p14:tracePt t="1687" x="3587750" y="2362200"/>
          <p14:tracePt t="1704" x="3594100" y="2355850"/>
          <p14:tracePt t="1720" x="3600450" y="2355850"/>
          <p14:tracePt t="1801" x="3594100" y="2349500"/>
          <p14:tracePt t="1816" x="3587750" y="2349500"/>
          <p14:tracePt t="1830" x="3581400" y="2349500"/>
          <p14:tracePt t="1839" x="3562350" y="2349500"/>
          <p14:tracePt t="1853" x="3543300" y="2343150"/>
          <p14:tracePt t="1870" x="3511550" y="2343150"/>
          <p14:tracePt t="1886" x="3409950" y="2330450"/>
          <p14:tracePt t="1903" x="3270250" y="2330450"/>
          <p14:tracePt t="1919" x="3206750" y="2324100"/>
          <p14:tracePt t="1936" x="3041650" y="2324100"/>
          <p14:tracePt t="1952" x="2959100" y="2324100"/>
          <p14:tracePt t="1969" x="2819400" y="2324100"/>
          <p14:tracePt t="1986" x="2717800" y="2324100"/>
          <p14:tracePt t="2002" x="2667000" y="2324100"/>
          <p14:tracePt t="2020" x="2609850" y="2324100"/>
          <p14:tracePt t="2036" x="2590800" y="2324100"/>
          <p14:tracePt t="2052" x="2565400" y="2324100"/>
          <p14:tracePt t="2069" x="2527300" y="2317750"/>
          <p14:tracePt t="2085" x="2470150" y="2305050"/>
          <p14:tracePt t="2102" x="2444750" y="2298700"/>
          <p14:tracePt t="2119" x="2387600" y="2286000"/>
          <p14:tracePt t="2135" x="2362200" y="2286000"/>
          <p14:tracePt t="2153" x="2317750" y="2279650"/>
          <p14:tracePt t="2169" x="2279650" y="2279650"/>
          <p14:tracePt t="2185" x="2266950" y="2279650"/>
          <p14:tracePt t="2202" x="2241550" y="2279650"/>
          <p14:tracePt t="2218" x="2216150" y="2286000"/>
          <p14:tracePt t="2235" x="2197100" y="2286000"/>
          <p14:tracePt t="2252" x="2190750" y="2292350"/>
          <p14:tracePt t="2268" x="2184400" y="2298700"/>
          <p14:tracePt t="2288" x="2178050" y="2305050"/>
          <p14:tracePt t="2329" x="2171700" y="2311400"/>
          <p14:tracePt t="2349" x="2165350" y="2311400"/>
          <p14:tracePt t="2399" x="2159000" y="2311400"/>
          <p14:tracePt t="2420" x="2152650" y="2317750"/>
          <p14:tracePt t="2441" x="2146300" y="2324100"/>
          <p14:tracePt t="2462" x="2146300" y="2330450"/>
          <p14:tracePt t="2483" x="2152650" y="2330450"/>
          <p14:tracePt t="2497" x="2159000" y="2336800"/>
          <p14:tracePt t="2504" x="2165350" y="2336800"/>
          <p14:tracePt t="2520" x="2171700" y="2336800"/>
          <p14:tracePt t="2534" x="2184400" y="2336800"/>
          <p14:tracePt t="2550" x="2222500" y="2336800"/>
          <p14:tracePt t="2568" x="2279650" y="2336800"/>
          <p14:tracePt t="2583" x="2317750" y="2336800"/>
          <p14:tracePt t="2600" x="2355850" y="2336800"/>
          <p14:tracePt t="2617" x="2457450" y="2336800"/>
          <p14:tracePt t="2634" x="2514600" y="2343150"/>
          <p14:tracePt t="2651" x="2603500" y="2355850"/>
          <p14:tracePt t="2667" x="2660650" y="2355850"/>
          <p14:tracePt t="2683" x="2686050" y="2362200"/>
          <p14:tracePt t="2701" x="2717800" y="2362200"/>
          <p14:tracePt t="2716" x="2730500" y="2362200"/>
          <p14:tracePt t="2733" x="2743200" y="2368550"/>
          <p14:tracePt t="2750" x="2755900" y="2368550"/>
          <p14:tracePt t="3045" x="2825750" y="2374900"/>
          <p14:tracePt t="3052" x="2940050" y="2374900"/>
          <p14:tracePt t="3068" x="3028950" y="2368550"/>
          <p14:tracePt t="3082" x="3130550" y="2362200"/>
          <p14:tracePt t="3098" x="3314700" y="2330450"/>
          <p14:tracePt t="3116" x="3435350" y="2311400"/>
          <p14:tracePt t="3132" x="3460750" y="2305050"/>
          <p14:tracePt t="3148" x="3486150" y="2298700"/>
          <p14:tracePt t="3165" x="3517900" y="2292350"/>
          <p14:tracePt t="3181" x="3524250" y="2286000"/>
          <p14:tracePt t="3340" x="3517900" y="2286000"/>
          <p14:tracePt t="3403" x="3511550" y="2292350"/>
          <p14:tracePt t="3438" x="3505200" y="2292350"/>
          <p14:tracePt t="3452" x="3492500" y="2292350"/>
          <p14:tracePt t="3459" x="3492500" y="2298700"/>
          <p14:tracePt t="3473" x="3486150" y="2298700"/>
          <p14:tracePt t="3483" x="3460750" y="2305050"/>
          <p14:tracePt t="3498" x="3441700" y="2305050"/>
          <p14:tracePt t="3514" x="3403600" y="2311400"/>
          <p14:tracePt t="3531" x="3282950" y="2336800"/>
          <p14:tracePt t="3548" x="3111500" y="2381250"/>
          <p14:tracePt t="3566" x="2952750" y="2419350"/>
          <p14:tracePt t="3581" x="2863850" y="2438400"/>
          <p14:tracePt t="3598" x="2787650" y="2457450"/>
          <p14:tracePt t="3615" x="2641600" y="2508250"/>
          <p14:tracePt t="3630" x="2527300" y="2533650"/>
          <p14:tracePt t="3647" x="2495550" y="2546350"/>
          <p14:tracePt t="3664" x="2457450" y="2565400"/>
          <p14:tracePt t="3680" x="2444750" y="2571750"/>
          <p14:tracePt t="3697" x="2432050" y="2571750"/>
          <p14:tracePt t="3714" x="2425700" y="2578100"/>
          <p14:tracePt t="3730" x="2419350" y="2578100"/>
          <p14:tracePt t="3929" x="2425700" y="2578100"/>
          <p14:tracePt t="3944" x="2432050" y="2578100"/>
          <p14:tracePt t="3951" x="2438400" y="2578100"/>
          <p14:tracePt t="3966" x="2444750" y="2578100"/>
          <p14:tracePt t="3980" x="2451100" y="2578100"/>
          <p14:tracePt t="3995" x="2476500" y="2578100"/>
          <p14:tracePt t="4013" x="2495550" y="2578100"/>
          <p14:tracePt t="4030" x="2565400" y="2578100"/>
          <p14:tracePt t="4046" x="2603500" y="2578100"/>
          <p14:tracePt t="4063" x="2692400" y="2578100"/>
          <p14:tracePt t="4079" x="2749550" y="2571750"/>
          <p14:tracePt t="4095" x="2851150" y="2571750"/>
          <p14:tracePt t="4113" x="2921000" y="2571750"/>
          <p14:tracePt t="4129" x="2946400" y="2571750"/>
          <p14:tracePt t="4145" x="2965450" y="2571750"/>
          <p14:tracePt t="4163" x="2990850" y="2571750"/>
          <p14:tracePt t="4179" x="3009900" y="2571750"/>
          <p14:tracePt t="4218" x="3016250" y="2571750"/>
          <p14:tracePt t="4239" x="3022600" y="2571750"/>
          <p14:tracePt t="4253" x="3028950" y="2571750"/>
          <p14:tracePt t="4274" x="3041650" y="2571750"/>
          <p14:tracePt t="4288" x="3054350" y="2565400"/>
          <p14:tracePt t="4297" x="3073400" y="2565400"/>
          <p14:tracePt t="4311" x="3098800" y="2565400"/>
          <p14:tracePt t="4328" x="3117850" y="2565400"/>
          <p14:tracePt t="4345" x="3194050" y="2565400"/>
          <p14:tracePt t="4361" x="3302000" y="2578100"/>
          <p14:tracePt t="4378" x="3378200" y="2578100"/>
          <p14:tracePt t="4395" x="3517900" y="2597150"/>
          <p14:tracePt t="4411" x="3587750" y="2603500"/>
          <p14:tracePt t="4428" x="3727450" y="2616200"/>
          <p14:tracePt t="4445" x="3803650" y="2622550"/>
          <p14:tracePt t="4460" x="3873500" y="2635250"/>
          <p14:tracePt t="4477" x="3937000" y="2635250"/>
          <p14:tracePt t="4493" x="4051300" y="2654300"/>
          <p14:tracePt t="4510" x="4108450" y="2654300"/>
          <p14:tracePt t="4527" x="4165600" y="2654300"/>
          <p14:tracePt t="4544" x="4178300" y="2654300"/>
          <p14:tracePt t="4560" x="4184650" y="2654300"/>
          <p14:tracePt t="4577" x="4184650" y="2647950"/>
          <p14:tracePt t="4613" x="4178300" y="2647950"/>
          <p14:tracePt t="4627" x="4171950" y="2641600"/>
          <p14:tracePt t="4643" x="4159250" y="2635250"/>
          <p14:tracePt t="4661" x="4089400" y="2622550"/>
          <p14:tracePt t="4676" x="4025900" y="2622550"/>
          <p14:tracePt t="4693" x="3835400" y="2603500"/>
          <p14:tracePt t="4711" x="3632200" y="2590800"/>
          <p14:tracePt t="4726" x="3517900" y="2578100"/>
          <p14:tracePt t="4743" x="3416300" y="2571750"/>
          <p14:tracePt t="4760" x="3225800" y="2571750"/>
          <p14:tracePt t="4776" x="3048000" y="2571750"/>
          <p14:tracePt t="4793" x="2971800" y="2571750"/>
          <p14:tracePt t="4810" x="2825750" y="2571750"/>
          <p14:tracePt t="4826" x="2774950" y="2584450"/>
          <p14:tracePt t="4844" x="2698750" y="2584450"/>
          <p14:tracePt t="4859" x="2654300" y="2590800"/>
          <p14:tracePt t="4876" x="2616200" y="2590800"/>
          <p14:tracePt t="4893" x="2571750" y="2590800"/>
          <p14:tracePt t="4909" x="2559050" y="2597150"/>
          <p14:tracePt t="4926" x="2546350" y="2597150"/>
          <p14:tracePt t="4942" x="2514600" y="2597150"/>
          <p14:tracePt t="4959" x="2489200" y="2597150"/>
          <p14:tracePt t="4976" x="2470150" y="2597150"/>
          <p14:tracePt t="4992" x="2444750" y="2597150"/>
          <p14:tracePt t="5009" x="2432050" y="2597150"/>
          <p14:tracePt t="5026" x="2419350" y="2597150"/>
          <p14:tracePt t="5042" x="2400300" y="2597150"/>
          <p14:tracePt t="5058" x="2381250" y="2597150"/>
          <p14:tracePt t="5076" x="2374900" y="2597150"/>
          <p14:tracePt t="5092" x="2368550" y="2597150"/>
          <p14:tracePt t="5139" x="2374900" y="2597150"/>
          <p14:tracePt t="5153" x="2381250" y="2597150"/>
          <p14:tracePt t="5161" x="2393950" y="2590800"/>
          <p14:tracePt t="5175" x="2413000" y="2590800"/>
          <p14:tracePt t="5191" x="2432050" y="2590800"/>
          <p14:tracePt t="5209" x="2533650" y="2590800"/>
          <p14:tracePt t="5225" x="2609850" y="2590800"/>
          <p14:tracePt t="5242" x="2787650" y="2584450"/>
          <p14:tracePt t="5259" x="2978150" y="2584450"/>
          <p14:tracePt t="5274" x="3079750" y="2584450"/>
          <p14:tracePt t="5291" x="3194050" y="2584450"/>
          <p14:tracePt t="5308" x="3422650" y="2597150"/>
          <p14:tracePt t="5324" x="3638550" y="2590800"/>
          <p14:tracePt t="5341" x="3727450" y="2584450"/>
          <p14:tracePt t="5357" x="3879850" y="2584450"/>
          <p14:tracePt t="5373" x="3943350" y="2571750"/>
          <p14:tracePt t="5392" x="3994150" y="2571750"/>
          <p14:tracePt t="5407" x="4051300" y="2565400"/>
          <p14:tracePt t="5424" x="4089400" y="2552700"/>
          <p14:tracePt t="5441" x="4152900" y="2540000"/>
          <p14:tracePt t="5457" x="4171950" y="2540000"/>
          <p14:tracePt t="5474" x="4184650" y="2533650"/>
          <p14:tracePt t="5491" x="4197350" y="2533650"/>
          <p14:tracePt t="5524" x="4203700" y="2533650"/>
          <p14:tracePt t="5546" x="4216400" y="2533650"/>
          <p14:tracePt t="5560" x="4222750" y="2533650"/>
          <p14:tracePt t="5574" x="4241800" y="2533650"/>
          <p14:tracePt t="5590" x="4298950" y="2540000"/>
          <p14:tracePt t="5607" x="4349750" y="2540000"/>
          <p14:tracePt t="5624" x="4476750" y="2559050"/>
          <p14:tracePt t="5639" x="4578350" y="2571750"/>
          <p14:tracePt t="5657" x="4692650" y="2571750"/>
          <p14:tracePt t="5660" x="4813300" y="2590800"/>
          <p14:tracePt t="5673" x="4927600" y="2603500"/>
          <p14:tracePt t="5690" x="5187950" y="2622550"/>
          <p14:tracePt t="5706" x="5302250" y="2622550"/>
          <p14:tracePt t="5723" x="5556250" y="2622550"/>
          <p14:tracePt t="5740" x="5657850" y="2622550"/>
          <p14:tracePt t="5757" x="5848350" y="2609850"/>
          <p14:tracePt t="5773" x="5956300" y="2597150"/>
          <p14:tracePt t="5789" x="5981700" y="2597150"/>
          <p14:tracePt t="5807" x="6000750" y="2590800"/>
          <p14:tracePt t="5823" x="6007100" y="2590800"/>
          <p14:tracePt t="5839" x="6013450" y="2590800"/>
          <p14:tracePt t="5856" x="6019800" y="2590800"/>
          <p14:tracePt t="5905" x="6013450" y="2590800"/>
          <p14:tracePt t="5911" x="6007100" y="2590800"/>
          <p14:tracePt t="5933" x="6000750" y="2590800"/>
          <p14:tracePt t="5947" x="5994400" y="2590800"/>
          <p14:tracePt t="5955" x="5988050" y="2584450"/>
          <p14:tracePt t="5972" x="5975350" y="2578100"/>
          <p14:tracePt t="5989" x="5892800" y="2565400"/>
          <p14:tracePt t="6005" x="5816600" y="2559050"/>
          <p14:tracePt t="6022" x="5689600" y="2546350"/>
          <p14:tracePt t="6039" x="5403850" y="2514600"/>
          <p14:tracePt t="6055" x="5086350" y="2501900"/>
          <p14:tracePt t="6072" x="4927600" y="2501900"/>
          <p14:tracePt t="6088" x="4629150" y="2501900"/>
          <p14:tracePt t="6105" x="4502150" y="2508250"/>
          <p14:tracePt t="6122" x="4298950" y="2527300"/>
          <p14:tracePt t="6138" x="4210050" y="2540000"/>
          <p14:tracePt t="6155" x="4146550" y="2546350"/>
          <p14:tracePt t="6172" x="4038600" y="2559050"/>
          <p14:tracePt t="6188" x="3987800" y="2559050"/>
          <p14:tracePt t="6205" x="3981450" y="2559050"/>
          <p14:tracePt t="6221" x="3968750" y="2559050"/>
          <p14:tracePt t="6277" x="3975100" y="2559050"/>
          <p14:tracePt t="6291" x="3981450" y="2559050"/>
          <p14:tracePt t="6312" x="3968750" y="2559050"/>
          <p14:tracePt t="6326" x="3968750" y="2546350"/>
          <p14:tracePt t="6756" x="3937000" y="2590800"/>
          <p14:tracePt t="6762" x="3886200" y="2635250"/>
          <p14:tracePt t="6777" x="3854450" y="2686050"/>
          <p14:tracePt t="6785" x="3816350" y="2717800"/>
          <p14:tracePt t="6802" x="3778250" y="2762250"/>
          <p14:tracePt t="6820" x="3714750" y="2832100"/>
          <p14:tracePt t="6836" x="3689350" y="2857500"/>
          <p14:tracePt t="6853" x="3644900" y="2882900"/>
          <p14:tracePt t="6870" x="3619500" y="2901950"/>
          <p14:tracePt t="6886" x="3606800" y="2908300"/>
          <p14:tracePt t="6904" x="3594100" y="2914650"/>
          <p14:tracePt t="6919" x="3594100" y="2921000"/>
          <p14:tracePt t="6959" x="3587750" y="2927350"/>
          <p14:tracePt t="6980" x="3587750" y="2933700"/>
          <p14:tracePt t="6989" x="3581400" y="2933700"/>
          <p14:tracePt t="7008" x="3581400" y="2940050"/>
          <p14:tracePt t="7071" x="3594100" y="2940050"/>
          <p14:tracePt t="7093" x="3606800" y="2946400"/>
          <p14:tracePt t="7107" x="3619500" y="2946400"/>
          <p14:tracePt t="7121" x="3651250" y="2946400"/>
          <p14:tracePt t="7136" x="3689350" y="2952750"/>
          <p14:tracePt t="7142" x="3765550" y="2952750"/>
          <p14:tracePt t="7156" x="3867150" y="2965450"/>
          <p14:tracePt t="7168" x="3968750" y="2965450"/>
          <p14:tracePt t="7184" x="4083050" y="2978150"/>
          <p14:tracePt t="7201" x="4362450" y="2984500"/>
          <p14:tracePt t="7217" x="4495800" y="2984500"/>
          <p14:tracePt t="7234" x="4762500" y="2997200"/>
          <p14:tracePt t="7251" x="4864100" y="2997200"/>
          <p14:tracePt t="7269" x="5003800" y="3009900"/>
          <p14:tracePt t="7284" x="5060950" y="3009900"/>
          <p14:tracePt t="7301" x="5073650" y="3009900"/>
          <p14:tracePt t="7318" x="5086350" y="3009900"/>
          <p14:tracePt t="7334" x="5092700" y="3009900"/>
          <p14:tracePt t="7368" x="5086350" y="3009900"/>
          <p14:tracePt t="10141" x="5060950" y="3003550"/>
          <p14:tracePt t="10155" x="5010150" y="2997200"/>
          <p14:tracePt t="10161" x="4940300" y="2965450"/>
          <p14:tracePt t="10177" x="4864100" y="2940050"/>
          <p14:tracePt t="10191" x="4781550" y="2895600"/>
          <p14:tracePt t="10208" x="4578350" y="2806700"/>
          <p14:tracePt t="10224" x="4476750" y="2762250"/>
          <p14:tracePt t="10241" x="4311650" y="2679700"/>
          <p14:tracePt t="10257" x="4235450" y="2628900"/>
          <p14:tracePt t="10275" x="4095750" y="2559050"/>
          <p14:tracePt t="10290" x="3981450" y="2514600"/>
          <p14:tracePt t="10307" x="3930650" y="2489200"/>
          <p14:tracePt t="10325" x="3854450" y="2463800"/>
          <p14:tracePt t="10340" x="3816350" y="2451100"/>
          <p14:tracePt t="10357" x="3784600" y="2451100"/>
          <p14:tracePt t="10374" x="3746500" y="2438400"/>
          <p14:tracePt t="10390" x="3727450" y="2432050"/>
          <p14:tracePt t="10407" x="3721100" y="2432050"/>
          <p14:tracePt t="10423" x="3714750" y="2432050"/>
          <p14:tracePt t="10471" x="3714750" y="2419350"/>
          <p14:tracePt t="10549" x="3708400" y="2419350"/>
          <p14:tracePt t="10569" x="3702050" y="2419350"/>
          <p14:tracePt t="10583" x="3695700" y="2419350"/>
          <p14:tracePt t="10592" x="3683000" y="2425700"/>
          <p14:tracePt t="10606" x="3676650" y="2425700"/>
          <p14:tracePt t="10623" x="3670300" y="2432050"/>
          <p14:tracePt t="10640" x="3663950" y="2444750"/>
          <p14:tracePt t="10656" x="3657600" y="2463800"/>
          <p14:tracePt t="10672" x="3657600" y="2482850"/>
          <p14:tracePt t="10690" x="3663950" y="2533650"/>
          <p14:tracePt t="10706" x="3676650" y="2578100"/>
          <p14:tracePt t="10722" x="3733800" y="2711450"/>
          <p14:tracePt t="10739" x="3841750" y="2876550"/>
          <p14:tracePt t="10755" x="3892550" y="2959100"/>
          <p14:tracePt t="10772" x="3937000" y="3003550"/>
          <p14:tracePt t="10789" x="4032250" y="3111500"/>
          <p14:tracePt t="10806" x="4064000" y="3136900"/>
          <p14:tracePt t="10822" x="4114800" y="3175000"/>
          <p14:tracePt t="10838" x="4127500" y="3187700"/>
          <p14:tracePt t="10855" x="4133850" y="3187700"/>
          <p14:tracePt t="10888" x="4146550" y="3187700"/>
          <p14:tracePt t="10906" x="4152900" y="3187700"/>
          <p14:tracePt t="10922" x="4165600" y="3187700"/>
          <p14:tracePt t="11867" x="4146550" y="3187700"/>
          <p14:tracePt t="11874" x="4127500" y="3168650"/>
          <p14:tracePt t="11888" x="4108450" y="3149600"/>
          <p14:tracePt t="11902" x="4083050" y="3124200"/>
          <p14:tracePt t="11918" x="4025900" y="3079750"/>
          <p14:tracePt t="11935" x="4006850" y="3048000"/>
          <p14:tracePt t="11952" x="3949700" y="2971800"/>
          <p14:tracePt t="11968" x="3937000" y="2940050"/>
          <p14:tracePt t="11985" x="3911600" y="2895600"/>
          <p14:tracePt t="12001" x="3886200" y="2794000"/>
          <p14:tracePt t="12018" x="3848100" y="2686050"/>
          <p14:tracePt t="12035" x="3829050" y="2635250"/>
          <p14:tracePt t="12051" x="3810000" y="2552700"/>
          <p14:tracePt t="12068" x="3797300" y="2520950"/>
          <p14:tracePt t="12085" x="3778250" y="2476500"/>
          <p14:tracePt t="12101" x="3752850" y="2432050"/>
          <p14:tracePt t="12117" x="3746500" y="2413000"/>
          <p14:tracePt t="12135" x="3727450" y="2381250"/>
          <p14:tracePt t="12151" x="3714750" y="2355850"/>
          <p14:tracePt t="12167" x="3695700" y="2324100"/>
          <p14:tracePt t="12184" x="3689350" y="2311400"/>
          <p14:tracePt t="12200" x="3683000" y="2292350"/>
          <p14:tracePt t="12218" x="3683000" y="2286000"/>
          <p14:tracePt t="12234" x="3676650" y="2266950"/>
          <p14:tracePt t="12250" x="3676650" y="2260600"/>
          <p14:tracePt t="12268" x="3670300" y="2254250"/>
          <p14:tracePt t="12283" x="3670300" y="2247900"/>
          <p14:tracePt t="12415" x="3663950" y="2254250"/>
          <p14:tracePt t="12436" x="3657600" y="2254250"/>
          <p14:tracePt t="12443" x="3651250" y="2254250"/>
          <p14:tracePt t="12457" x="3644900" y="2260600"/>
          <p14:tracePt t="12479" x="3644900" y="2266950"/>
          <p14:tracePt t="12501" x="3638550" y="2266950"/>
          <p14:tracePt t="12507" x="3632200" y="2273300"/>
          <p14:tracePt t="12528" x="3625850" y="2279650"/>
          <p14:tracePt t="12542" x="3619500" y="2279650"/>
          <p14:tracePt t="12550" x="3619500" y="2286000"/>
          <p14:tracePt t="12570" x="3613150" y="2292350"/>
          <p14:tracePt t="12598" x="3606800" y="2298700"/>
          <p14:tracePt t="12605" x="3600450" y="2298700"/>
          <p14:tracePt t="12619" x="3600450" y="2305050"/>
          <p14:tracePt t="12633" x="3600450" y="2311400"/>
          <p14:tracePt t="12649" x="3600450" y="2317750"/>
          <p14:tracePt t="12668" x="3600450" y="2324100"/>
          <p14:tracePt t="12689" x="3600450" y="2330450"/>
          <p14:tracePt t="12703" x="3600450" y="2336800"/>
          <p14:tracePt t="12715" x="3606800" y="2336800"/>
          <p14:tracePt t="12732" x="3619500" y="2343150"/>
          <p14:tracePt t="12749" x="3632200" y="2343150"/>
          <p14:tracePt t="12766" x="3676650" y="2349500"/>
          <p14:tracePt t="12782" x="3702050" y="2362200"/>
          <p14:tracePt t="12799" x="3740150" y="2362200"/>
          <p14:tracePt t="12816" x="3829050" y="2368550"/>
          <p14:tracePt t="12832" x="3924300" y="2368550"/>
          <p14:tracePt t="12848" x="3962400" y="2368550"/>
          <p14:tracePt t="12865" x="4000500" y="2368550"/>
          <p14:tracePt t="12881" x="4070350" y="2368550"/>
          <p14:tracePt t="12898" x="4095750" y="2368550"/>
          <p14:tracePt t="12915" x="4127500" y="2368550"/>
          <p14:tracePt t="12931" x="4140200" y="2368550"/>
          <p14:tracePt t="12948" x="4165600" y="2368550"/>
          <p14:tracePt t="12964" x="4171950" y="2368550"/>
          <p14:tracePt t="12981" x="4184650" y="2368550"/>
          <p14:tracePt t="12999" x="4197350" y="2368550"/>
          <p14:tracePt t="13015" x="4210050" y="2368550"/>
          <p14:tracePt t="13032" x="4216400" y="2368550"/>
          <p14:tracePt t="13048" x="4241800" y="2368550"/>
          <p14:tracePt t="13064" x="4273550" y="2362200"/>
          <p14:tracePt t="13081" x="4292600" y="2362200"/>
          <p14:tracePt t="13098" x="4330700" y="2355850"/>
          <p14:tracePt t="13114" x="4349750" y="2355850"/>
          <p14:tracePt t="13131" x="4368800" y="2355850"/>
          <p14:tracePt t="13223" x="4362450" y="2355850"/>
          <p14:tracePt t="13237" x="4343400" y="2355850"/>
          <p14:tracePt t="13244" x="4330700" y="2362200"/>
          <p14:tracePt t="13251" x="4298950" y="2368550"/>
          <p14:tracePt t="13263" x="4273550" y="2381250"/>
          <p14:tracePt t="13280" x="4229100" y="2387600"/>
          <p14:tracePt t="13297" x="4121150" y="2425700"/>
          <p14:tracePt t="13313" x="4064000" y="2444750"/>
          <p14:tracePt t="13330" x="3956050" y="2476500"/>
          <p14:tracePt t="13347" x="3886200" y="2495550"/>
          <p14:tracePt t="13364" x="3790950" y="2520950"/>
          <p14:tracePt t="13380" x="3721100" y="2540000"/>
          <p14:tracePt t="13396" x="3702050" y="2546350"/>
          <p14:tracePt t="13413" x="3676650" y="2559050"/>
          <p14:tracePt t="13430" x="3670300" y="2559050"/>
          <p14:tracePt t="13446" x="3663950" y="2559050"/>
          <p14:tracePt t="13497" x="3670300" y="2559050"/>
          <p14:tracePt t="13511" x="3670300" y="2552700"/>
          <p14:tracePt t="13539" x="3670300" y="2546350"/>
          <p14:tracePt t="13553" x="3663950" y="2540000"/>
          <p14:tracePt t="13560" x="3651250" y="2533650"/>
          <p14:tracePt t="13575" x="3638550" y="2527300"/>
          <p14:tracePt t="13582" x="3606800" y="2520950"/>
          <p14:tracePt t="13598" x="3575050" y="2501900"/>
          <p14:tracePt t="13612" x="3524250" y="2495550"/>
          <p14:tracePt t="13629" x="3403600" y="2457450"/>
          <p14:tracePt t="13646" x="3282950" y="2425700"/>
          <p14:tracePt t="13662" x="3238500" y="2419350"/>
          <p14:tracePt t="13679" x="3200400" y="2413000"/>
          <p14:tracePt t="13695" x="3155950" y="2400300"/>
          <p14:tracePt t="13712" x="3143250" y="2400300"/>
          <p14:tracePt t="13729" x="3143250" y="2393950"/>
          <p14:tracePt t="13745" x="3168650" y="2387600"/>
          <p14:tracePt t="13761" x="3187700" y="2381250"/>
          <p14:tracePt t="13779" x="3270250" y="2368550"/>
          <p14:tracePt t="13795" x="3333750" y="2349500"/>
          <p14:tracePt t="13812" x="3441700" y="2324100"/>
          <p14:tracePt t="13828" x="3562350" y="2298700"/>
          <p14:tracePt t="13845" x="3606800" y="2279650"/>
          <p14:tracePt t="13862" x="3625850" y="2273300"/>
          <p14:tracePt t="13878" x="3663950" y="2266950"/>
          <p14:tracePt t="13947" x="3663950" y="2260600"/>
          <p14:tracePt t="13968" x="3657600" y="2260600"/>
          <p14:tracePt t="13982" x="3644900" y="2260600"/>
          <p14:tracePt t="13989" x="3625850" y="2260600"/>
          <p14:tracePt t="14003" x="3594100" y="2260600"/>
          <p14:tracePt t="14011" x="3556000" y="2266950"/>
          <p14:tracePt t="14027" x="3505200" y="2279650"/>
          <p14:tracePt t="14045" x="3422650" y="2286000"/>
          <p14:tracePt t="14060" x="3257550" y="2298700"/>
          <p14:tracePt t="14077" x="3054350" y="2317750"/>
          <p14:tracePt t="14095" x="2952750" y="2324100"/>
          <p14:tracePt t="14111" x="2781300" y="2349500"/>
          <p14:tracePt t="14127" x="2705100" y="2368550"/>
          <p14:tracePt t="14144" x="2559050" y="2387600"/>
          <p14:tracePt t="14160" x="2520950" y="2393950"/>
          <p14:tracePt t="14177" x="2470150" y="2406650"/>
          <p14:tracePt t="14194" x="2444750" y="2419350"/>
          <p14:tracePt t="14211" x="2432050" y="2419350"/>
          <p14:tracePt t="14228" x="2432050" y="2425700"/>
          <p14:tracePt t="14243" x="2432050" y="2432050"/>
          <p14:tracePt t="14260" x="2444750" y="2432050"/>
          <p14:tracePt t="14278" x="2489200" y="2432050"/>
          <p14:tracePt t="14293" x="2540000" y="2438400"/>
          <p14:tracePt t="14310" x="2603500" y="2438400"/>
          <p14:tracePt t="14327" x="2794000" y="2457450"/>
          <p14:tracePt t="14343" x="2895600" y="2457450"/>
          <p14:tracePt t="14359" x="3105150" y="2482850"/>
          <p14:tracePt t="14376" x="3295650" y="2501900"/>
          <p14:tracePt t="14393" x="3371850" y="2508250"/>
          <p14:tracePt t="14409" x="3448050" y="2508250"/>
          <p14:tracePt t="14426" x="3549650" y="2508250"/>
          <p14:tracePt t="14443" x="3619500" y="2520950"/>
          <p14:tracePt t="14460" x="3663950" y="2520950"/>
          <p14:tracePt t="14476" x="3676650" y="2527300"/>
          <p14:tracePt t="14495" x="3689350" y="2527300"/>
          <p14:tracePt t="14510" x="3708400" y="2527300"/>
          <p14:tracePt t="14543" x="3714750" y="2527300"/>
          <p14:tracePt t="14560" x="3721100" y="2533650"/>
          <p14:tracePt t="14575" x="3727450" y="2533650"/>
          <p14:tracePt t="14593" x="3733800" y="2533650"/>
          <p14:tracePt t="14610" x="3752850" y="2540000"/>
          <p14:tracePt t="14625" x="3765550" y="2540000"/>
          <p14:tracePt t="14643" x="3790950" y="2546350"/>
          <p14:tracePt t="14659" x="3803650" y="2546350"/>
          <p14:tracePt t="14675" x="3816350" y="2546350"/>
          <p14:tracePt t="14692" x="3867150" y="2546350"/>
          <p14:tracePt t="14709" x="3892550" y="2546350"/>
          <p14:tracePt t="14725" x="3905250" y="2546350"/>
          <p14:tracePt t="14742" x="3924300" y="2546350"/>
          <p14:tracePt t="14758" x="3930650" y="2546350"/>
          <p14:tracePt t="15280" x="3924300" y="2552700"/>
          <p14:tracePt t="15294" x="3898900" y="2571750"/>
          <p14:tracePt t="15301" x="3867150" y="2584450"/>
          <p14:tracePt t="15316" x="3835400" y="2603500"/>
          <p14:tracePt t="15324" x="3810000" y="2616200"/>
          <p14:tracePt t="15339" x="3790950" y="2628900"/>
          <p14:tracePt t="15358" x="3765550" y="2641600"/>
          <p14:tracePt t="15373" x="3752850" y="2647950"/>
          <p14:tracePt t="15390" x="3740150" y="2660650"/>
          <p14:tracePt t="15407" x="3727450" y="2679700"/>
          <p14:tracePt t="15424" x="3721100" y="2679700"/>
          <p14:tracePt t="15439" x="3708400" y="2692400"/>
          <p14:tracePt t="15456" x="3702050" y="2711450"/>
          <p14:tracePt t="15472" x="3695700" y="2717800"/>
          <p14:tracePt t="15489" x="3683000" y="2736850"/>
          <p14:tracePt t="15506" x="3676650" y="2743200"/>
          <p14:tracePt t="15522" x="3670300" y="2743200"/>
          <p14:tracePt t="15540" x="3663950" y="2755900"/>
          <p14:tracePt t="15555" x="3657600" y="2762250"/>
          <p14:tracePt t="15572" x="3638550" y="2774950"/>
          <p14:tracePt t="15589" x="3613150" y="2787650"/>
          <p14:tracePt t="15605" x="3600450" y="2794000"/>
          <p14:tracePt t="15622" x="3581400" y="2800350"/>
          <p14:tracePt t="15639" x="3530600" y="2813050"/>
          <p14:tracePt t="15655" x="3511550" y="2819400"/>
          <p14:tracePt t="15672" x="3460750" y="2825750"/>
          <p14:tracePt t="15688" x="3416300" y="2832100"/>
          <p14:tracePt t="15705" x="3403600" y="2832100"/>
          <p14:tracePt t="15722" x="3384550" y="2838450"/>
          <p14:tracePt t="15739" x="3352800" y="2838450"/>
          <p14:tracePt t="15755" x="3327400" y="2838450"/>
          <p14:tracePt t="15772" x="3308350" y="2838450"/>
          <p14:tracePt t="15789" x="3302000" y="2838450"/>
          <p14:tracePt t="15805" x="3289300" y="2838450"/>
          <p14:tracePt t="15822" x="3257550" y="2838450"/>
          <p14:tracePt t="15838" x="3187700" y="2851150"/>
          <p14:tracePt t="15855" x="3149600" y="2857500"/>
          <p14:tracePt t="15871" x="3054350" y="2863850"/>
          <p14:tracePt t="15888" x="3003550" y="2863850"/>
          <p14:tracePt t="15905" x="2914650" y="2863850"/>
          <p14:tracePt t="15921" x="2857500" y="2863850"/>
          <p14:tracePt t="15937" x="2825750" y="2863850"/>
          <p14:tracePt t="15955" x="2794000" y="2863850"/>
          <p14:tracePt t="15971" x="2774950" y="2863850"/>
          <p14:tracePt t="15987" x="2768600" y="2863850"/>
          <p14:tracePt t="16032" x="2762250" y="2863850"/>
          <p14:tracePt t="16088" x="2755900" y="2863850"/>
          <p14:tracePt t="16165" x="2762250" y="2870200"/>
          <p14:tracePt t="16200" x="2768600" y="2870200"/>
          <p14:tracePt t="16207" x="2774950" y="2876550"/>
          <p14:tracePt t="16223" x="2781300" y="2876550"/>
          <p14:tracePt t="16236" x="2794000" y="2876550"/>
          <p14:tracePt t="16253" x="2832100" y="2889250"/>
          <p14:tracePt t="16271" x="2914650" y="2895600"/>
          <p14:tracePt t="16286" x="2959100" y="2901950"/>
          <p14:tracePt t="16303" x="3009900" y="2914650"/>
          <p14:tracePt t="16320" x="3105150" y="2921000"/>
          <p14:tracePt t="16337" x="3194050" y="2933700"/>
          <p14:tracePt t="16352" x="3232150" y="2933700"/>
          <p14:tracePt t="16370" x="3282950" y="2933700"/>
          <p14:tracePt t="16389" x="3314700" y="2940050"/>
          <p14:tracePt t="16419" x="3327400" y="2940050"/>
          <p14:tracePt t="16495" x="3327400" y="2946400"/>
          <p14:tracePt t="16516" x="3333750" y="2946400"/>
          <p14:tracePt t="16537" x="3340100" y="2946400"/>
          <p14:tracePt t="16552" x="3346450" y="2946400"/>
          <p14:tracePt t="16572" x="3359150" y="2946400"/>
          <p14:tracePt t="16587" x="3371850" y="2952750"/>
          <p14:tracePt t="16593" x="3384550" y="2952750"/>
          <p14:tracePt t="16608" x="3416300" y="2965450"/>
          <p14:tracePt t="16619" x="3460750" y="2978150"/>
          <p14:tracePt t="16636" x="3556000" y="2997200"/>
          <p14:tracePt t="16652" x="3606800" y="3016250"/>
          <p14:tracePt t="16669" x="3676650" y="3035300"/>
          <p14:tracePt t="16685" x="3797300" y="3060700"/>
          <p14:tracePt t="16701" x="3879850" y="3086100"/>
          <p14:tracePt t="16718" x="3911600" y="3105150"/>
          <p14:tracePt t="16735" x="3962400" y="3117850"/>
          <p14:tracePt t="16751" x="3981450" y="3117850"/>
          <p14:tracePt t="16769" x="4025900" y="3124200"/>
          <p14:tracePt t="16784" x="4044950" y="3130550"/>
          <p14:tracePt t="16801" x="4076700" y="3130550"/>
          <p14:tracePt t="16820" x="4108450" y="3130550"/>
          <p14:tracePt t="16834" x="4140200" y="3136900"/>
          <p14:tracePt t="16851" x="4165600" y="3136900"/>
          <p14:tracePt t="16855" x="4191000" y="3143250"/>
          <p14:tracePt t="16868" x="4222750" y="3143250"/>
          <p14:tracePt t="16884" x="4292600" y="3143250"/>
          <p14:tracePt t="16902" x="4318000" y="3143250"/>
          <p14:tracePt t="16918" x="4368800" y="3143250"/>
          <p14:tracePt t="16934" x="4400550" y="3143250"/>
          <p14:tracePt t="16951" x="4438650" y="3143250"/>
          <p14:tracePt t="16967" x="4464050" y="3130550"/>
          <p14:tracePt t="16984" x="4470400" y="3130550"/>
          <p14:tracePt t="17001" x="4489450" y="3124200"/>
          <p14:tracePt t="17017" x="4495800" y="3117850"/>
          <p14:tracePt t="17034" x="4502150" y="3117850"/>
          <p14:tracePt t="17051" x="4521200" y="3117850"/>
          <p14:tracePt t="17067" x="4546600" y="3105150"/>
          <p14:tracePt t="17084" x="4565650" y="3105150"/>
          <p14:tracePt t="17100" x="4641850" y="3092450"/>
          <p14:tracePt t="17117" x="4692650" y="3073400"/>
          <p14:tracePt t="17134" x="4826000" y="3035300"/>
          <p14:tracePt t="17150" x="4895850" y="3016250"/>
          <p14:tracePt t="17167" x="5016500" y="2990850"/>
          <p14:tracePt t="17184" x="5111750" y="2965450"/>
          <p14:tracePt t="17200" x="5156200" y="2946400"/>
          <p14:tracePt t="17216" x="5175250" y="2940050"/>
          <p14:tracePt t="17233" x="5200650" y="2933700"/>
          <p14:tracePt t="17250" x="5207000" y="2927350"/>
          <p14:tracePt t="17267" x="5213350" y="2927350"/>
          <p14:tracePt t="17324" x="5200650" y="2921000"/>
          <p14:tracePt t="17338" x="5187950" y="2921000"/>
          <p14:tracePt t="17345" x="5168900" y="2921000"/>
          <p14:tracePt t="17359" x="5143500" y="2921000"/>
          <p14:tracePt t="17368" x="5092700" y="2921000"/>
          <p14:tracePt t="17382" x="5041900" y="2921000"/>
          <p14:tracePt t="17399" x="4965700" y="2908300"/>
          <p14:tracePt t="17416" x="4800600" y="2908300"/>
          <p14:tracePt t="17433" x="4629150" y="2908300"/>
          <p14:tracePt t="17449" x="4552950" y="2908300"/>
          <p14:tracePt t="17466" x="4413250" y="2908300"/>
          <p14:tracePt t="17482" x="4362450" y="2914650"/>
          <p14:tracePt t="17499" x="4318000" y="2921000"/>
          <p14:tracePt t="17516" x="4279900" y="2927350"/>
          <p14:tracePt t="17532" x="4267200" y="2933700"/>
          <p14:tracePt t="17550" x="4267200" y="2940050"/>
          <p14:tracePt t="17565" x="4279900" y="2940050"/>
          <p14:tracePt t="17582" x="4286250" y="2946400"/>
          <p14:tracePt t="17599" x="4330700" y="2952750"/>
          <p14:tracePt t="17615" x="4425950" y="2965450"/>
          <p14:tracePt t="17632" x="4502150" y="2978150"/>
          <p14:tracePt t="17648" x="4686300" y="3009900"/>
          <p14:tracePt t="17665" x="4781550" y="3009900"/>
          <p14:tracePt t="17682" x="4997450" y="3009900"/>
          <p14:tracePt t="17698" x="5086350" y="3009900"/>
          <p14:tracePt t="17715" x="5162550" y="3003550"/>
          <p14:tracePt t="17732" x="5283200" y="2984500"/>
          <p14:tracePt t="17748" x="5365750" y="2984500"/>
          <p14:tracePt t="17764" x="5384800" y="2978150"/>
          <p14:tracePt t="17781" x="5416550" y="2978150"/>
          <p14:tracePt t="17798" x="5422900" y="2971800"/>
          <p14:tracePt t="17814" x="5448300" y="2971800"/>
          <p14:tracePt t="17831" x="5461000" y="2971800"/>
          <p14:tracePt t="17865" x="5480050" y="2971800"/>
          <p14:tracePt t="17881" x="5499100" y="2971800"/>
          <p14:tracePt t="17897" x="5511800" y="2971800"/>
          <p14:tracePt t="17915" x="5543550" y="2978150"/>
          <p14:tracePt t="17931" x="5588000" y="2978150"/>
          <p14:tracePt t="17948" x="5613400" y="2978150"/>
          <p14:tracePt t="17964" x="5683250" y="2978150"/>
          <p14:tracePt t="17981" x="5746750" y="2978150"/>
          <p14:tracePt t="17997" x="5854700" y="2959100"/>
          <p14:tracePt t="18014" x="5943600" y="2959100"/>
          <p14:tracePt t="18030" x="5981700" y="2959100"/>
          <p14:tracePt t="18048" x="6019800" y="2959100"/>
          <p14:tracePt t="18080" x="6032500" y="2971800"/>
          <p14:tracePt t="18098" x="6057900" y="2971800"/>
          <p14:tracePt t="18906" x="6038850" y="2971800"/>
          <p14:tracePt t="18913" x="5994400" y="2984500"/>
          <p14:tracePt t="18928" x="5943600" y="3003550"/>
          <p14:tracePt t="18934" x="5886450" y="3016250"/>
          <p14:tracePt t="18948" x="5829300" y="3041650"/>
          <p14:tracePt t="18960" x="5778500" y="3060700"/>
          <p14:tracePt t="18977" x="5651500" y="3105150"/>
          <p14:tracePt t="18994" x="5575300" y="3124200"/>
          <p14:tracePt t="19011" x="5441950" y="3162300"/>
          <p14:tracePt t="19027" x="5353050" y="3175000"/>
          <p14:tracePt t="19043" x="5156200" y="3213100"/>
          <p14:tracePt t="19061" x="4940300" y="3244850"/>
          <p14:tracePt t="19077" x="4845050" y="3276600"/>
          <p14:tracePt t="19093" x="4756150" y="3289300"/>
          <p14:tracePt t="19110" x="4597400" y="3327400"/>
          <p14:tracePt t="19126" x="4432300" y="3365500"/>
          <p14:tracePt t="19143" x="4349750" y="3384550"/>
          <p14:tracePt t="19160" x="4159250" y="3409950"/>
          <p14:tracePt t="19176" x="4064000" y="3429000"/>
          <p14:tracePt t="19193" x="3873500" y="3448050"/>
          <p14:tracePt t="19209" x="3733800" y="3473450"/>
          <p14:tracePt t="19226" x="3473450" y="3511550"/>
          <p14:tracePt t="19243" x="3251200" y="3511550"/>
          <p14:tracePt t="19260" x="3136900" y="3511550"/>
          <p14:tracePt t="19276" x="2933700" y="3498850"/>
          <p14:tracePt t="19293" x="2832100" y="3460750"/>
          <p14:tracePt t="19309" x="2800350" y="3448050"/>
          <p14:tracePt t="19832" x="2749550" y="3448050"/>
          <p14:tracePt t="19839" x="2692400" y="3429000"/>
          <p14:tracePt t="19853" x="2641600" y="3429000"/>
          <p14:tracePt t="19861" x="2578100" y="3429000"/>
          <p14:tracePt t="19877" x="2540000" y="3422650"/>
          <p14:tracePt t="19890" x="2489200" y="3422650"/>
          <p14:tracePt t="19908" x="2432050" y="3422650"/>
          <p14:tracePt t="19924" x="2362200" y="3422650"/>
          <p14:tracePt t="19940" x="2336800" y="3422650"/>
          <p14:tracePt t="19957" x="2298700" y="3422650"/>
          <p14:tracePt t="19974" x="2203450" y="3422650"/>
          <p14:tracePt t="19990" x="2120900" y="3441700"/>
          <p14:tracePt t="20008" x="2044700" y="3441700"/>
          <p14:tracePt t="20023" x="2000250" y="3448050"/>
          <p14:tracePt t="20040" x="1974850" y="3448050"/>
          <p14:tracePt t="20057" x="1892300" y="3454400"/>
          <p14:tracePt t="20073" x="1854200" y="3454400"/>
          <p14:tracePt t="20090" x="1790700" y="3454400"/>
          <p14:tracePt t="20107" x="1739900" y="3454400"/>
          <p14:tracePt t="20123" x="1714500" y="3454400"/>
          <p14:tracePt t="20140" x="1682750" y="3454400"/>
          <p14:tracePt t="20156" x="1663700" y="3454400"/>
          <p14:tracePt t="20173" x="1657350" y="3460750"/>
          <p14:tracePt t="22010" x="1663700" y="3454400"/>
          <p14:tracePt t="22018" x="1682750" y="3435350"/>
          <p14:tracePt t="22031" x="1708150" y="3409950"/>
          <p14:tracePt t="22038" x="1727200" y="3397250"/>
          <p14:tracePt t="22053" x="1739900" y="3378200"/>
          <p14:tracePt t="22066" x="1752600" y="3352800"/>
          <p14:tracePt t="22083" x="1765300" y="3333750"/>
          <p14:tracePt t="22100" x="1771650" y="3327400"/>
          <p14:tracePt t="22116" x="1778000" y="3314700"/>
          <p14:tracePt t="22133" x="1784350" y="3308350"/>
          <p14:tracePt t="22150" x="1790700" y="3282950"/>
          <p14:tracePt t="22166" x="1790700" y="3276600"/>
          <p14:tracePt t="22183" x="1797050" y="3263900"/>
          <p14:tracePt t="22200" x="1797050" y="3238500"/>
          <p14:tracePt t="22216" x="1797050" y="3232150"/>
          <p14:tracePt t="22233" x="1797050" y="3219450"/>
          <p14:tracePt t="22249" x="1797050" y="3187700"/>
          <p14:tracePt t="22266" x="1797050" y="3136900"/>
          <p14:tracePt t="22284" x="1797050" y="3111500"/>
          <p14:tracePt t="22299" x="1790700" y="3041650"/>
          <p14:tracePt t="22315" x="1778000" y="2997200"/>
          <p14:tracePt t="22332" x="1778000" y="2946400"/>
          <p14:tracePt t="22349" x="1739900" y="2787650"/>
          <p14:tracePt t="22365" x="1676400" y="2597150"/>
          <p14:tracePt t="22383" x="1612900" y="2374900"/>
          <p14:tracePt t="22399" x="1574800" y="2266950"/>
          <p14:tracePt t="22415" x="1530350" y="2178050"/>
          <p14:tracePt t="22432" x="1479550" y="2070100"/>
          <p14:tracePt t="22448" x="1371600" y="1873250"/>
          <p14:tracePt t="22466" x="1320800" y="1752600"/>
          <p14:tracePt t="22482" x="1206500" y="1555750"/>
          <p14:tracePt t="22498" x="1162050" y="1473200"/>
          <p14:tracePt t="22516" x="1098550" y="1333500"/>
          <p14:tracePt t="22531" x="1079500" y="1282700"/>
          <p14:tracePt t="22548" x="1066800" y="1212850"/>
          <p14:tracePt t="22566" x="1060450" y="1193800"/>
          <p14:tracePt t="22582" x="1060450" y="1187450"/>
          <p14:tracePt t="22598" x="1060450" y="1181100"/>
          <p14:tracePt t="22615" x="1060450" y="1174750"/>
          <p14:tracePt t="22631" x="1066800" y="1174750"/>
          <p14:tracePt t="22664" x="1073150" y="1168400"/>
          <p14:tracePt t="22684" x="1073150" y="1162050"/>
          <p14:tracePt t="22698" x="1073150" y="1149350"/>
          <p14:tracePt t="22714" x="1073150" y="1123950"/>
          <p14:tracePt t="22730" x="1060450" y="1073150"/>
          <p14:tracePt t="22748" x="1022350" y="1003300"/>
          <p14:tracePt t="22764" x="1016000" y="958850"/>
          <p14:tracePt t="22781" x="1003300" y="927100"/>
          <p14:tracePt t="22797" x="996950" y="895350"/>
          <p14:tracePt t="22814" x="996950" y="882650"/>
          <p14:tracePt t="22847" x="996950" y="889000"/>
          <p14:tracePt t="22864" x="1009650" y="901700"/>
          <p14:tracePt t="22881" x="1054100" y="939800"/>
          <p14:tracePt t="22897" x="1174750" y="1047750"/>
          <p14:tracePt t="22913" x="1270000" y="1130300"/>
          <p14:tracePt t="22931" x="1371600" y="1257300"/>
          <p14:tracePt t="22947" x="1638300" y="1612900"/>
          <p14:tracePt t="22963" x="1784350" y="1822450"/>
          <p14:tracePt t="22980" x="2038350" y="2343150"/>
          <p14:tracePt t="22996" x="2120900" y="2533650"/>
          <p14:tracePt t="23013" x="2203450" y="2832100"/>
          <p14:tracePt t="23029" x="2247900" y="2990850"/>
          <p14:tracePt t="23046" x="2247900" y="3028950"/>
          <p14:tracePt t="23064" x="2247900" y="3079750"/>
          <p14:tracePt t="23080" x="2247900" y="3086100"/>
          <p14:tracePt t="23115" x="2241550" y="3079750"/>
          <p14:tracePt t="23129" x="2241550" y="3067050"/>
          <p14:tracePt t="23145" x="2235200" y="3048000"/>
          <p14:tracePt t="23163" x="2190750" y="2971800"/>
          <p14:tracePt t="23180" x="2152650" y="2901950"/>
          <p14:tracePt t="23196" x="2114550" y="2819400"/>
          <p14:tracePt t="23212" x="1987550" y="2546350"/>
          <p14:tracePt t="23229" x="1898650" y="2305050"/>
          <p14:tracePt t="23246" x="1701800" y="1733550"/>
          <p14:tracePt t="23262" x="1485900" y="1219200"/>
          <p14:tracePt t="23279" x="1422400" y="1028700"/>
          <p14:tracePt t="23296" x="1333500" y="819150"/>
          <p14:tracePt t="23312" x="1308100" y="755650"/>
          <p14:tracePt t="23329" x="1301750" y="723900"/>
          <p14:tracePt t="23345" x="1301750" y="717550"/>
          <p14:tracePt t="23362" x="1301750" y="723900"/>
          <p14:tracePt t="23379" x="1301750" y="742950"/>
          <p14:tracePt t="23395" x="1333500" y="812800"/>
          <p14:tracePt t="23412" x="1384300" y="908050"/>
          <p14:tracePt t="23430" x="1600200" y="1333500"/>
          <p14:tracePt t="23445" x="1733550" y="1657350"/>
          <p14:tracePt t="23462" x="2070100" y="2400300"/>
          <p14:tracePt t="23479" x="2324100" y="3060700"/>
          <p14:tracePt t="23495" x="2400300" y="3295650"/>
          <p14:tracePt t="23511" x="2451100" y="3479800"/>
          <p14:tracePt t="23529" x="2457450" y="3683000"/>
          <p14:tracePt t="23544" x="2470150" y="3771900"/>
          <p14:tracePt t="23561" x="2463800" y="3841750"/>
          <p14:tracePt t="23578" x="2451100" y="3860800"/>
          <p14:tracePt t="23614" x="2451100" y="3854450"/>
          <p14:tracePt t="23628" x="2451100" y="3848100"/>
          <p14:tracePt t="23644" x="2444750" y="3835400"/>
          <p14:tracePt t="23661" x="2432050" y="3816350"/>
          <p14:tracePt t="23677" x="2425700" y="3816350"/>
          <p14:tracePt t="23694" x="2419350" y="3803650"/>
          <p14:tracePt t="23711" x="2406650" y="3765550"/>
          <p14:tracePt t="23727" x="2400300" y="3727450"/>
          <p14:tracePt t="23744" x="2330450" y="3568700"/>
          <p14:tracePt t="23761" x="2228850" y="3314700"/>
          <p14:tracePt t="23777" x="2146300" y="3124200"/>
          <p14:tracePt t="23795" x="2025650" y="2819400"/>
          <p14:tracePt t="23810" x="1993900" y="2705100"/>
          <p14:tracePt t="23827" x="1962150" y="2609850"/>
          <p14:tracePt t="23844" x="1911350" y="2463800"/>
          <p14:tracePt t="23860" x="1898650" y="2413000"/>
          <p14:tracePt t="23877" x="1892300" y="2406650"/>
          <p14:tracePt t="23893" x="1885950" y="2406650"/>
          <p14:tracePt t="23914" x="1885950" y="2413000"/>
          <p14:tracePt t="23929" x="1885950" y="2419350"/>
          <p14:tracePt t="23943" x="1885950" y="2432050"/>
          <p14:tracePt t="23960" x="1885950" y="2451100"/>
          <p14:tracePt t="23977" x="1885950" y="2495550"/>
          <p14:tracePt t="23993" x="1885950" y="2514600"/>
          <p14:tracePt t="24010" x="1885950" y="2527300"/>
          <p14:tracePt t="24027" x="1885950" y="2559050"/>
          <p14:tracePt t="24043" x="1885950" y="2565400"/>
          <p14:tracePt t="24060" x="1885950" y="2571750"/>
          <p14:tracePt t="24076" x="1885950" y="2597150"/>
          <p14:tracePt t="24093" x="1885950" y="2609850"/>
          <p14:tracePt t="24110" x="1898650" y="2635250"/>
          <p14:tracePt t="24125" x="1905000" y="2641600"/>
          <p14:tracePt t="24142" x="1924050" y="2647950"/>
          <p14:tracePt t="24160" x="1974850" y="2647950"/>
          <p14:tracePt t="24175" x="1993900" y="2647950"/>
          <p14:tracePt t="24192" x="2044700" y="2628900"/>
          <p14:tracePt t="24209" x="2089150" y="2603500"/>
          <p14:tracePt t="24226" x="2197100" y="2508250"/>
          <p14:tracePt t="24242" x="2266950" y="2438400"/>
          <p14:tracePt t="24259" x="2286000" y="2425700"/>
          <p14:tracePt t="24275" x="2298700" y="2406650"/>
          <p14:tracePt t="24293" x="2298700" y="2400300"/>
          <p14:tracePt t="24325" x="2298700" y="2406650"/>
          <p14:tracePt t="24343" x="2273300" y="2432050"/>
          <p14:tracePt t="24359" x="2247900" y="2463800"/>
          <p14:tracePt t="24375" x="2228850" y="2495550"/>
          <p14:tracePt t="24392" x="2159000" y="2597150"/>
          <p14:tracePt t="24408" x="2120900" y="2673350"/>
          <p14:tracePt t="24425" x="2114550" y="2692400"/>
          <p14:tracePt t="24442" x="2095500" y="2717800"/>
          <p14:tracePt t="24458" x="2089150" y="2724150"/>
          <p14:tracePt t="24475" x="2089150" y="2730500"/>
          <p14:tracePt t="24511" x="2095500" y="2724150"/>
          <p14:tracePt t="24526" x="2101850" y="2717800"/>
          <p14:tracePt t="24539" x="2114550" y="2686050"/>
          <p14:tracePt t="24545" x="2127250" y="2641600"/>
          <p14:tracePt t="24561" x="2146300" y="2578100"/>
          <p14:tracePt t="24575" x="2152650" y="2489200"/>
          <p14:tracePt t="24591" x="2165350" y="2273300"/>
          <p14:tracePt t="24608" x="2165350" y="2184400"/>
          <p14:tracePt t="24624" x="2152650" y="2025650"/>
          <p14:tracePt t="24641" x="2152650" y="2000250"/>
          <p14:tracePt t="24659" x="2146300" y="1962150"/>
          <p14:tracePt t="24690" x="2146300" y="1955800"/>
          <p14:tracePt t="24708" x="2139950" y="1962150"/>
          <p14:tracePt t="24724" x="2133600" y="1974850"/>
          <p14:tracePt t="24740" x="2120900" y="2006600"/>
          <p14:tracePt t="24757" x="2063750" y="2108200"/>
          <p14:tracePt t="24774" x="2025650" y="2178050"/>
          <p14:tracePt t="24790" x="1962150" y="2374900"/>
          <p14:tracePt t="24807" x="1917700" y="2660650"/>
          <p14:tracePt t="24823" x="1911350" y="2800350"/>
          <p14:tracePt t="24841" x="1949450" y="3130550"/>
          <p14:tracePt t="24857" x="1981200" y="3244850"/>
          <p14:tracePt t="24873" x="2032000" y="3365500"/>
          <p14:tracePt t="24891" x="2146300" y="3517900"/>
          <p14:tracePt t="24908" x="2286000" y="3606800"/>
          <p14:tracePt t="24923" x="2362200" y="3625850"/>
          <p14:tracePt t="24940" x="2495550" y="3625850"/>
          <p14:tracePt t="24956" x="2546350" y="3606800"/>
          <p14:tracePt t="24973" x="2679700" y="3505200"/>
          <p14:tracePt t="24990" x="2768600" y="3346450"/>
          <p14:tracePt t="25006" x="2800350" y="3238500"/>
          <p14:tracePt t="25024" x="2832100" y="3060700"/>
          <p14:tracePt t="25040" x="2825750" y="2978150"/>
          <p14:tracePt t="25056" x="2819400" y="2889250"/>
          <p14:tracePt t="25073" x="2787650" y="2813050"/>
          <p14:tracePt t="25089" x="2749550" y="2743200"/>
          <p14:tracePt t="25106" x="2590800" y="2597150"/>
          <p14:tracePt t="25123" x="2355850" y="2476500"/>
          <p14:tracePt t="25139" x="2235200" y="2457450"/>
          <p14:tracePt t="25156" x="2133600" y="2444750"/>
          <p14:tracePt t="25172" x="1968500" y="2457450"/>
          <p14:tracePt t="25189" x="1911350" y="2476500"/>
          <p14:tracePt t="25206" x="1841500" y="2508250"/>
          <p14:tracePt t="25222" x="1739900" y="2616200"/>
          <p14:tracePt t="25239" x="1695450" y="2686050"/>
          <p14:tracePt t="25256" x="1670050" y="2838450"/>
          <p14:tracePt t="25272" x="1701800" y="2997200"/>
          <p14:tracePt t="25289" x="1733550" y="3079750"/>
          <p14:tracePt t="25305" x="1854200" y="3219450"/>
          <p14:tracePt t="25322" x="1924050" y="3282950"/>
          <p14:tracePt t="25338" x="2044700" y="3378200"/>
          <p14:tracePt t="25355" x="2190750" y="3435350"/>
          <p14:tracePt t="25372" x="2266950" y="3448050"/>
          <p14:tracePt t="25389" x="2438400" y="3435350"/>
          <p14:tracePt t="25405" x="2514600" y="3416300"/>
          <p14:tracePt t="25421" x="2584450" y="3371850"/>
          <p14:tracePt t="25439" x="2717800" y="3219450"/>
          <p14:tracePt t="25455" x="2787650" y="3035300"/>
          <p14:tracePt t="25471" x="2806700" y="2946400"/>
          <p14:tracePt t="25488" x="2819400" y="2844800"/>
          <p14:tracePt t="25504" x="2813050" y="2743200"/>
          <p14:tracePt t="25521" x="2749550" y="2463800"/>
          <p14:tracePt t="25538" x="2622550" y="2190750"/>
          <p14:tracePt t="25554" x="2559050" y="2095500"/>
          <p14:tracePt t="25572" x="2406650" y="1974850"/>
          <p14:tracePt t="25587" x="2311400" y="1911350"/>
          <p14:tracePt t="25604" x="2228850" y="1879600"/>
          <p14:tracePt t="25621" x="2101850" y="1873250"/>
          <p14:tracePt t="25637" x="1962150" y="1924050"/>
          <p14:tracePt t="25654" x="1930400" y="1968500"/>
          <p14:tracePt t="25671" x="1847850" y="2051050"/>
          <p14:tracePt t="25687" x="1816100" y="2108200"/>
          <p14:tracePt t="25705" x="1778000" y="2216150"/>
          <p14:tracePt t="25720" x="1771650" y="2305050"/>
          <p14:tracePt t="25737" x="1784350" y="2514600"/>
          <p14:tracePt t="25755" x="1905000" y="2749550"/>
          <p14:tracePt t="25770" x="1955800" y="2857500"/>
          <p14:tracePt t="25787" x="2006600" y="2940050"/>
          <p14:tracePt t="25804" x="2089150" y="3028950"/>
          <p14:tracePt t="25820" x="2127250" y="3054350"/>
          <p14:tracePt t="25837" x="2184400" y="3086100"/>
          <p14:tracePt t="25853" x="2235200" y="3086100"/>
          <p14:tracePt t="26697" x="2254250" y="3086100"/>
          <p14:tracePt t="26704" x="2286000" y="3079750"/>
          <p14:tracePt t="26720" x="2305050" y="3073400"/>
          <p14:tracePt t="26734" x="2336800" y="3060700"/>
          <p14:tracePt t="26750" x="2355850" y="3048000"/>
          <p14:tracePt t="26767" x="2406650" y="3028950"/>
          <p14:tracePt t="26783" x="2432050" y="3016250"/>
          <p14:tracePt t="26800" x="2451100" y="2990850"/>
          <p14:tracePt t="26817" x="2495550" y="2971800"/>
          <p14:tracePt t="26833" x="2508250" y="2946400"/>
          <p14:tracePt t="26850" x="2520950" y="2940050"/>
          <p14:tracePt t="26867" x="2527300" y="2914650"/>
          <p14:tracePt t="26883" x="2533650" y="2901950"/>
          <p14:tracePt t="26902" x="2540000" y="2882900"/>
          <p14:tracePt t="26917" x="2540000" y="2870200"/>
          <p14:tracePt t="26933" x="2546350" y="2851150"/>
          <p14:tracePt t="26950" x="2546350" y="2838450"/>
          <p14:tracePt t="26966" x="2546350" y="2825750"/>
          <p14:tracePt t="26983" x="2546350" y="2813050"/>
          <p14:tracePt t="26999" x="2546350" y="2768600"/>
          <p14:tracePt t="27016" x="2533650" y="2724150"/>
          <p14:tracePt t="27032" x="2520950" y="2698750"/>
          <p14:tracePt t="27049" x="2508250" y="2647950"/>
          <p14:tracePt t="27066" x="2501900" y="2628900"/>
          <p14:tracePt t="27083" x="2489200" y="2597150"/>
          <p14:tracePt t="27099" x="2457450" y="2552700"/>
          <p14:tracePt t="27115" x="2451100" y="2533650"/>
          <p14:tracePt t="27132" x="2425700" y="2514600"/>
          <p14:tracePt t="27646" x="2432050" y="2508250"/>
          <p14:tracePt t="27653" x="2463800" y="2489200"/>
          <p14:tracePt t="27667" x="2482850" y="2476500"/>
          <p14:tracePt t="27681" x="2514600" y="2476500"/>
          <p14:tracePt t="27697" x="2571750" y="2451100"/>
          <p14:tracePt t="27713" x="2603500" y="2438400"/>
          <p14:tracePt t="27731" x="2667000" y="2413000"/>
          <p14:tracePt t="27747" x="2686050" y="2406650"/>
          <p14:tracePt t="27763" x="2736850" y="2387600"/>
          <p14:tracePt t="27781" x="2781300" y="2362200"/>
          <p14:tracePt t="27797" x="2800350" y="2349500"/>
          <p14:tracePt t="27813" x="2825750" y="2336800"/>
          <p14:tracePt t="27830" x="2857500" y="2305050"/>
          <p14:tracePt t="27847" x="2876550" y="2292350"/>
          <p14:tracePt t="27864" x="2914650" y="2266950"/>
          <p14:tracePt t="27880" x="2959100" y="2235200"/>
          <p14:tracePt t="27896" x="2971800" y="2222500"/>
          <p14:tracePt t="27913" x="2997200" y="2203450"/>
          <p14:tracePt t="27930" x="3009900" y="2197100"/>
          <p14:tracePt t="27946" x="3022600" y="2184400"/>
          <p14:tracePt t="27963" x="3028950" y="2178050"/>
          <p14:tracePt t="27979" x="3028950" y="2171700"/>
          <p14:tracePt t="27996" x="3035300" y="2171700"/>
          <p14:tracePt t="27999" x="3041650" y="2171700"/>
          <p14:tracePt t="28018" x="3048000" y="2165350"/>
          <p14:tracePt t="28032" x="3054350" y="2165350"/>
          <p14:tracePt t="28046" x="3060700" y="2159000"/>
          <p14:tracePt t="28062" x="3067050" y="2152650"/>
          <p14:tracePt t="28079" x="3073400" y="2146300"/>
          <p14:tracePt t="28096" x="3079750" y="2139950"/>
          <p14:tracePt t="28112" x="3086100" y="2139950"/>
          <p14:tracePt t="28129" x="3092450" y="2127250"/>
          <p14:tracePt t="28146" x="3105150" y="2114550"/>
          <p14:tracePt t="28162" x="3105150" y="2108200"/>
          <p14:tracePt t="28179" x="3111500" y="2101850"/>
          <p14:tracePt t="28195" x="3117850" y="2089150"/>
          <p14:tracePt t="28212" x="3124200" y="2076450"/>
          <p14:tracePt t="28229" x="3130550" y="2070100"/>
          <p14:tracePt t="28261" x="3130550" y="2063750"/>
          <p14:tracePt t="28306" x="3136900" y="2057400"/>
          <p14:tracePt t="28341" x="3143250" y="2057400"/>
          <p14:tracePt t="28426" x="3143250" y="2051050"/>
          <p14:tracePt t="28482" x="3149600" y="2051050"/>
          <p14:tracePt t="28531" x="3155950" y="2051050"/>
          <p14:tracePt t="28566" x="3162300" y="2051050"/>
          <p14:tracePt t="28629" x="3162300" y="2044700"/>
          <p14:tracePt t="28692" x="3155950" y="2044700"/>
          <p14:tracePt t="28707" x="3149600" y="2044700"/>
          <p14:tracePt t="28728" x="3136900" y="2038350"/>
          <p14:tracePt t="28735" x="3111500" y="2038350"/>
          <p14:tracePt t="28749" x="3086100" y="2038350"/>
          <p14:tracePt t="28760" x="3048000" y="2032000"/>
          <p14:tracePt t="28778" x="2940050" y="2019300"/>
          <p14:tracePt t="28793" x="2876550" y="2019300"/>
          <p14:tracePt t="28810" x="2800350" y="2012950"/>
          <p14:tracePt t="28826" x="2660650" y="2000250"/>
          <p14:tracePt t="28843" x="2514600" y="2000250"/>
          <p14:tracePt t="28860" x="2451100" y="1993900"/>
          <p14:tracePt t="28876" x="2349500" y="1981200"/>
          <p14:tracePt t="28893" x="2305050" y="1974850"/>
          <p14:tracePt t="28911" x="2254250" y="1974850"/>
          <p14:tracePt t="28926" x="2241550" y="1974850"/>
          <p14:tracePt t="28943" x="2228850" y="1974850"/>
          <p14:tracePt t="28960" x="2209800" y="1974850"/>
          <p14:tracePt t="28976" x="2203450" y="1974850"/>
          <p14:tracePt t="29009" x="2197100" y="1974850"/>
          <p14:tracePt t="29072" x="2197100" y="1968500"/>
          <p14:tracePt t="29142" x="2203450" y="1968500"/>
          <p14:tracePt t="29156" x="2216150" y="1968500"/>
          <p14:tracePt t="29163" x="2228850" y="1968500"/>
          <p14:tracePt t="29178" x="2235200" y="1968500"/>
          <p14:tracePt t="29193" x="2260600" y="1968500"/>
          <p14:tracePt t="29208" x="2298700" y="1968500"/>
          <p14:tracePt t="29225" x="2349500" y="1968500"/>
          <p14:tracePt t="29241" x="2489200" y="1968500"/>
          <p14:tracePt t="29258" x="2667000" y="1968500"/>
          <p14:tracePt t="29275" x="2832100" y="1962150"/>
          <p14:tracePt t="29291" x="2908300" y="1955800"/>
          <p14:tracePt t="29308" x="2959100" y="1955800"/>
          <p14:tracePt t="29326" x="3041650" y="1949450"/>
          <p14:tracePt t="29342" x="3067050" y="1949450"/>
          <p14:tracePt t="29358" x="3092450" y="1936750"/>
          <p14:tracePt t="29375" x="3098800" y="1936750"/>
          <p14:tracePt t="29410" x="3098800" y="1930400"/>
          <p14:tracePt t="29458" x="3092450" y="1930400"/>
          <p14:tracePt t="29493" x="3079750" y="1930400"/>
          <p14:tracePt t="29500" x="3073400" y="1924050"/>
          <p14:tracePt t="29514" x="3054350" y="1924050"/>
          <p14:tracePt t="29523" x="3028950" y="1924050"/>
          <p14:tracePt t="29541" x="2990850" y="1917700"/>
          <p14:tracePt t="29557" x="2857500" y="1917700"/>
          <p14:tracePt t="29573" x="2781300" y="1917700"/>
          <p14:tracePt t="29590" x="2692400" y="1930400"/>
          <p14:tracePt t="29607" x="2489200" y="1949450"/>
          <p14:tracePt t="29624" x="2298700" y="1968500"/>
          <p14:tracePt t="29641" x="2159000" y="2006600"/>
          <p14:tracePt t="29657" x="2108200" y="2019300"/>
          <p14:tracePt t="29673" x="2070100" y="2025650"/>
          <p14:tracePt t="29691" x="2025650" y="2032000"/>
          <p14:tracePt t="29706" x="2006600" y="2038350"/>
          <p14:tracePt t="29723" x="2000250" y="2038350"/>
          <p14:tracePt t="29774" x="2000250" y="2044700"/>
          <p14:tracePt t="29781" x="1993900" y="2051050"/>
          <p14:tracePt t="29802" x="1993900" y="2057400"/>
          <p14:tracePt t="30338" x="1993900" y="2063750"/>
          <p14:tracePt t="30352" x="1993900" y="2076450"/>
          <p14:tracePt t="30358" x="1993900" y="2089150"/>
          <p14:tracePt t="30374" x="1993900" y="2101850"/>
          <p14:tracePt t="30388" x="1993900" y="2114550"/>
          <p14:tracePt t="30404" x="1993900" y="2127250"/>
          <p14:tracePt t="30421" x="1993900" y="2133600"/>
          <p14:tracePt t="30454" x="1993900" y="2139950"/>
          <p14:tracePt t="30548" x="2012950" y="2139950"/>
          <p14:tracePt t="30604" x="2019300" y="2139950"/>
          <p14:tracePt t="30682" x="2025650" y="2139950"/>
          <p14:tracePt t="30984" x="2032000" y="2139950"/>
          <p14:tracePt t="31012" x="2038350" y="2133600"/>
          <p14:tracePt t="31033" x="2038350" y="2127250"/>
          <p14:tracePt t="31047" x="2044700" y="2127250"/>
          <p14:tracePt t="31069" x="2051050" y="2127250"/>
          <p14:tracePt t="31089" x="2057400" y="2127250"/>
          <p14:tracePt t="31110" x="2063750" y="2127250"/>
          <p14:tracePt t="31131" x="2070100" y="2127250"/>
          <p14:tracePt t="31153" x="2076450" y="2127250"/>
          <p14:tracePt t="31174" x="2082800" y="2127250"/>
          <p14:tracePt t="31237" x="2089150" y="2127250"/>
          <p14:tracePt t="31272" x="2095500" y="2127250"/>
          <p14:tracePt t="31307" x="2101850" y="2133600"/>
          <p14:tracePt t="31370" x="2101850" y="2139950"/>
          <p14:tracePt t="31377" x="2101850" y="2146300"/>
          <p14:tracePt t="31412" x="2101850" y="2152650"/>
          <p14:tracePt t="31420" x="2101850" y="2159000"/>
          <p14:tracePt t="31435" x="2101850" y="2171700"/>
          <p14:tracePt t="31448" x="2101850" y="2190750"/>
          <p14:tracePt t="31454" x="2101850" y="2222500"/>
          <p14:tracePt t="31470" x="2101850" y="2266950"/>
          <p14:tracePt t="31484" x="2101850" y="2324100"/>
          <p14:tracePt t="31500" x="2101850" y="2463800"/>
          <p14:tracePt t="31518" x="2101850" y="2628900"/>
          <p14:tracePt t="31534" x="2101850" y="2692400"/>
          <p14:tracePt t="31550" x="2101850" y="2768600"/>
          <p14:tracePt t="31567" x="2101850" y="2857500"/>
          <p14:tracePt t="31583" x="2095500" y="2908300"/>
          <p14:tracePt t="31600" x="2095500" y="2921000"/>
          <p14:tracePt t="31617" x="2089150" y="2940050"/>
          <p14:tracePt t="31633" x="2089150" y="2946400"/>
          <p14:tracePt t="31666" x="2082800" y="2946400"/>
          <p14:tracePt t="31683" x="2076450" y="2946400"/>
          <p14:tracePt t="31702" x="2070100" y="2946400"/>
          <p14:tracePt t="31716" x="2063750" y="2946400"/>
          <p14:tracePt t="31733" x="2057400" y="2946400"/>
          <p14:tracePt t="31750" x="2051050" y="2946400"/>
          <p14:tracePt t="31785" x="2044700" y="2946400"/>
          <p14:tracePt t="31820" x="2038350" y="2946400"/>
          <p14:tracePt t="31827" x="2038350" y="2952750"/>
          <p14:tracePt t="31862" x="2032000" y="2952750"/>
          <p14:tracePt t="31897" x="2025650" y="2952750"/>
          <p14:tracePt t="31925" x="2019300" y="2952750"/>
          <p14:tracePt t="31946" x="2012950" y="2952750"/>
          <p14:tracePt t="31989" x="2006600" y="2952750"/>
          <p14:tracePt t="32010" x="2000250" y="2952750"/>
          <p14:tracePt t="32045" x="1993900" y="2952750"/>
          <p14:tracePt t="32080" x="1987550" y="2952750"/>
          <p14:tracePt t="32108" x="1981200" y="2952750"/>
          <p14:tracePt t="32171" x="1974850" y="2959100"/>
          <p14:tracePt t="32192" x="1974850" y="2965450"/>
          <p14:tracePt t="32213" x="1968500" y="2965450"/>
          <p14:tracePt t="32234" x="1968500" y="2971800"/>
          <p14:tracePt t="32263" x="1968500" y="2984500"/>
          <p14:tracePt t="32326" x="1968500" y="2990850"/>
          <p14:tracePt t="32354" x="1968500" y="2997200"/>
          <p14:tracePt t="32389" x="1974850" y="3003550"/>
          <p14:tracePt t="32431" x="1981200" y="3003550"/>
          <p14:tracePt t="32438" x="1993900" y="3003550"/>
          <p14:tracePt t="32452" x="2006600" y="3003550"/>
          <p14:tracePt t="32467" x="2025650" y="3003550"/>
          <p14:tracePt t="32481" x="2044700" y="3003550"/>
          <p14:tracePt t="32497" x="2095500" y="2984500"/>
          <p14:tracePt t="32514" x="2133600" y="2959100"/>
          <p14:tracePt t="32530" x="2178050" y="2927350"/>
          <p14:tracePt t="32547" x="2209800" y="2908300"/>
          <p14:tracePt t="32564" x="2247900" y="2857500"/>
          <p14:tracePt t="32580" x="2330450" y="2774950"/>
          <p14:tracePt t="32596" x="2355850" y="2730500"/>
          <p14:tracePt t="32614" x="2393950" y="2686050"/>
          <p14:tracePt t="32629" x="2419350" y="2628900"/>
          <p14:tracePt t="32646" x="2444750" y="2571750"/>
          <p14:tracePt t="32664" x="2482850" y="2463800"/>
          <p14:tracePt t="32680" x="2501900" y="2419350"/>
          <p14:tracePt t="32713" x="2508250" y="2374900"/>
          <p14:tracePt t="32730" x="2514600" y="2349500"/>
          <p14:tracePt t="32746" x="2514600" y="2336800"/>
          <p14:tracePt t="32762" x="2514600" y="2330450"/>
          <p14:tracePt t="32796" x="2514600" y="2324100"/>
          <p14:tracePt t="32832" x="2514600" y="2317750"/>
          <p14:tracePt t="32860" x="2520950" y="2317750"/>
          <p14:tracePt t="32888" x="2520950" y="2305050"/>
          <p14:tracePt t="32902" x="2527300" y="2292350"/>
          <p14:tracePt t="32916" x="2533650" y="2273300"/>
          <p14:tracePt t="32937" x="2546350" y="2247900"/>
          <p14:tracePt t="32950" x="2559050" y="2209800"/>
          <p14:tracePt t="32965" x="2584450" y="2165350"/>
          <p14:tracePt t="32980" x="2603500" y="2114550"/>
          <p14:tracePt t="32993" x="2622550" y="2044700"/>
          <p14:tracePt t="33007" x="2641600" y="1987550"/>
          <p14:tracePt t="33030" x="2667000" y="1924050"/>
          <p14:tracePt t="33043" x="2686050" y="1854200"/>
          <p14:tracePt t="33049" x="2717800" y="1797050"/>
          <p14:tracePt t="33065" x="2724150" y="1746250"/>
          <p14:tracePt t="33078" x="2743200" y="1714500"/>
          <p14:tracePt t="33095" x="2755900" y="1670050"/>
          <p14:tracePt t="33111" x="2762250" y="1663700"/>
          <p14:tracePt t="33169" x="2768600" y="1663700"/>
          <p14:tracePt t="33197" x="2768600" y="1670050"/>
          <p14:tracePt t="33212" x="2768600" y="1682750"/>
          <p14:tracePt t="33225" x="2768600" y="1701800"/>
          <p14:tracePt t="33239" x="2755900" y="1727200"/>
          <p14:tracePt t="33248" x="2730500" y="1758950"/>
          <p14:tracePt t="33262" x="2686050" y="1803400"/>
          <p14:tracePt t="33277" x="2635250" y="1860550"/>
          <p14:tracePt t="33296" x="2514600" y="1993900"/>
          <p14:tracePt t="33311" x="2444750" y="2051050"/>
          <p14:tracePt t="33328" x="2387600" y="2120900"/>
          <p14:tracePt t="33345" x="2279650" y="2216150"/>
          <p14:tracePt t="33360" x="2209800" y="2286000"/>
          <p14:tracePt t="33377" x="2178050" y="2324100"/>
          <p14:tracePt t="33394" x="2127250" y="2387600"/>
          <p14:tracePt t="33410" x="2114550" y="2413000"/>
          <p14:tracePt t="33427" x="2082800" y="2444750"/>
          <p14:tracePt t="33445" x="2070100" y="2463800"/>
          <p14:tracePt t="33460" x="2070100" y="2470150"/>
          <p14:tracePt t="33478" x="2070100" y="2476500"/>
          <p14:tracePt t="34711" x="2082800" y="2438400"/>
          <p14:tracePt t="34718" x="2114550" y="2362200"/>
          <p14:tracePt t="34732" x="2146300" y="2279650"/>
          <p14:tracePt t="34742" x="2171700" y="2190750"/>
          <p14:tracePt t="34755" x="2203450" y="2108200"/>
          <p14:tracePt t="34773" x="2235200" y="2032000"/>
          <p14:tracePt t="34789" x="2273300" y="1905000"/>
          <p14:tracePt t="34805" x="2286000" y="1822450"/>
          <p14:tracePt t="34822" x="2286000" y="1784350"/>
          <p14:tracePt t="34839" x="2292350" y="1727200"/>
          <p14:tracePt t="34856" x="2292350" y="1689100"/>
          <p14:tracePt t="34873" x="2292350" y="1638300"/>
          <p14:tracePt t="34889" x="2286000" y="1619250"/>
          <p14:tracePt t="34905" x="2273300" y="1574800"/>
          <p14:tracePt t="34922" x="2260600" y="1549400"/>
          <p14:tracePt t="34939" x="2254250" y="1530350"/>
          <p14:tracePt t="34955" x="2247900" y="1517650"/>
          <p14:tracePt t="34972" x="2228850" y="1492250"/>
          <p14:tracePt t="34989" x="2209800" y="1447800"/>
          <p14:tracePt t="35006" x="2203450" y="1435100"/>
          <p14:tracePt t="35022" x="2203450" y="1397000"/>
          <p14:tracePt t="35039" x="2203450" y="1371600"/>
          <p14:tracePt t="35056" x="2203450" y="1352550"/>
          <p14:tracePt t="35071" x="2203450" y="1333500"/>
          <p14:tracePt t="35088" x="2203450" y="1301750"/>
          <p14:tracePt t="35105" x="2216150" y="1282700"/>
          <p14:tracePt t="35122" x="2222500" y="1263650"/>
          <p14:tracePt t="35138" x="2222500" y="1231900"/>
          <p14:tracePt t="35155" x="2235200" y="1206500"/>
          <p14:tracePt t="35171" x="2235200" y="1187450"/>
          <p14:tracePt t="35188" x="2241550" y="1174750"/>
          <p14:tracePt t="35204" x="2254250" y="1155700"/>
          <p14:tracePt t="35221" x="2254250" y="1130300"/>
          <p14:tracePt t="35238" x="2260600" y="1111250"/>
          <p14:tracePt t="35254" x="2266950" y="1104900"/>
          <p14:tracePt t="35271" x="2273300" y="1098550"/>
          <p14:tracePt t="35288" x="2292350" y="1079500"/>
          <p14:tracePt t="35304" x="2298700" y="1073150"/>
          <p14:tracePt t="35320" x="2317750" y="1047750"/>
          <p14:tracePt t="35337" x="2349500" y="1022350"/>
          <p14:tracePt t="35354" x="2362200" y="1009650"/>
          <p14:tracePt t="35370" x="2381250" y="990600"/>
          <p14:tracePt t="35387" x="2393950" y="984250"/>
          <p14:tracePt t="35403" x="2406650" y="971550"/>
          <p14:tracePt t="35422" x="2413000" y="965200"/>
          <p14:tracePt t="35454" x="2419350" y="965200"/>
          <p14:tracePt t="35505" x="2419350" y="971550"/>
          <p14:tracePt t="36156" x="2419350" y="990600"/>
          <p14:tracePt t="36163" x="2419350" y="1009650"/>
          <p14:tracePt t="36177" x="2425700" y="1035050"/>
          <p14:tracePt t="36185" x="2425700" y="1079500"/>
          <p14:tracePt t="36200" x="2425700" y="1117600"/>
          <p14:tracePt t="36217" x="2425700" y="1143000"/>
          <p14:tracePt t="36234" x="2425700" y="1212850"/>
          <p14:tracePt t="36251" x="2425700" y="1270000"/>
          <p14:tracePt t="36269" x="2419350" y="1327150"/>
          <p14:tracePt t="36284" x="2413000" y="1346200"/>
          <p14:tracePt t="36300" x="2413000" y="1358900"/>
          <p14:tracePt t="36318" x="2413000" y="1390650"/>
          <p14:tracePt t="36334" x="2413000" y="1397000"/>
          <p14:tracePt t="36351" x="2413000" y="1422400"/>
          <p14:tracePt t="36367" x="2413000" y="1435100"/>
          <p14:tracePt t="36400" x="2413000" y="1447800"/>
          <p14:tracePt t="36417" x="2413000" y="1466850"/>
          <p14:tracePt t="36433" x="2413000" y="1485900"/>
          <p14:tracePt t="36451" x="2400300" y="1517650"/>
          <p14:tracePt t="36466" x="2393950" y="1530350"/>
          <p14:tracePt t="36483" x="2393950" y="1536700"/>
          <p14:tracePt t="36938" x="2387600" y="1568450"/>
          <p14:tracePt t="36945" x="2374900" y="1625600"/>
          <p14:tracePt t="36959" x="2368550" y="1676400"/>
          <p14:tracePt t="36968" x="2355850" y="1714500"/>
          <p14:tracePt t="36982" x="2349500" y="1771650"/>
          <p14:tracePt t="36998" x="2349500" y="1822450"/>
          <p14:tracePt t="37015" x="2324100" y="1943100"/>
          <p14:tracePt t="37031" x="2305050" y="2063750"/>
          <p14:tracePt t="37048" x="2292350" y="2139950"/>
          <p14:tracePt t="37066" x="2260600" y="2298700"/>
          <p14:tracePt t="37081" x="2254250" y="2362200"/>
          <p14:tracePt t="37098" x="2241550" y="2438400"/>
          <p14:tracePt t="37101" x="2228850" y="2495550"/>
          <p14:tracePt t="37115" x="2216150" y="2559050"/>
          <p14:tracePt t="37131" x="2197100" y="2679700"/>
          <p14:tracePt t="37147" x="2190750" y="2730500"/>
          <p14:tracePt t="37164" x="2190750" y="2794000"/>
          <p14:tracePt t="37181" x="2184400" y="2813050"/>
          <p14:tracePt t="37198" x="2184400" y="2838450"/>
          <p14:tracePt t="37214" x="2184400" y="2844800"/>
          <p14:tracePt t="37250" x="2184400" y="2851150"/>
          <p14:tracePt t="37263" x="2190750" y="2857500"/>
          <p14:tracePt t="37281" x="2216150" y="2844800"/>
          <p14:tracePt t="37745" x="2216150" y="2838450"/>
          <p14:tracePt t="37759" x="2228850" y="2832100"/>
          <p14:tracePt t="37766" x="2241550" y="2819400"/>
          <p14:tracePt t="37781" x="2247900" y="2806700"/>
          <p14:tracePt t="37795" x="2266950" y="2794000"/>
          <p14:tracePt t="37812" x="2298700" y="2755900"/>
          <p14:tracePt t="37829" x="2336800" y="2730500"/>
          <p14:tracePt t="37845" x="2355850" y="2705100"/>
          <p14:tracePt t="37862" x="2368550" y="2692400"/>
          <p14:tracePt t="37879" x="2400300" y="2673350"/>
          <p14:tracePt t="37895" x="2425700" y="2654300"/>
          <p14:tracePt t="37911" x="2432050" y="2641600"/>
          <p14:tracePt t="37928" x="2457450" y="2603500"/>
          <p14:tracePt t="37945" x="2463800" y="2590800"/>
          <p14:tracePt t="37961" x="2476500" y="2578100"/>
          <p14:tracePt t="37978" x="2489200" y="2546350"/>
          <p14:tracePt t="37995" x="2508250" y="2501900"/>
          <p14:tracePt t="38013" x="2514600" y="2457450"/>
          <p14:tracePt t="38028" x="2520950" y="2444750"/>
          <p14:tracePt t="38045" x="2520950" y="2425700"/>
          <p14:tracePt t="38062" x="2527300" y="2406650"/>
          <p14:tracePt t="38078" x="2527300" y="2387600"/>
          <p14:tracePt t="38094" x="2527300" y="2381250"/>
          <p14:tracePt t="38098" x="2527300" y="2368550"/>
          <p14:tracePt t="38111" x="2527300" y="2362200"/>
          <p14:tracePt t="38128" x="2527300" y="2349500"/>
          <p14:tracePt t="38144" x="2527300" y="2336800"/>
          <p14:tracePt t="38161" x="2520950" y="2336800"/>
          <p14:tracePt t="38177" x="2520950" y="2317750"/>
          <p14:tracePt t="38195" x="2520950" y="2305050"/>
          <p14:tracePt t="38227" x="2520950" y="2298700"/>
          <p14:tracePt t="38293" x="2520950" y="2292350"/>
          <p14:tracePt t="38377" x="2520950" y="2298700"/>
          <p14:tracePt t="38399" x="2520950" y="2305050"/>
          <p14:tracePt t="38412" x="2520950" y="2311400"/>
          <p14:tracePt t="38419" x="2520950" y="2317750"/>
          <p14:tracePt t="38433" x="2520950" y="2324100"/>
          <p14:tracePt t="38443" x="2514600" y="2330450"/>
          <p14:tracePt t="38460" x="2508250" y="2330450"/>
          <p14:tracePt t="38476" x="2495550" y="2349500"/>
          <p14:tracePt t="38493" x="2482850" y="2374900"/>
          <p14:tracePt t="38509" x="2451100" y="2425700"/>
          <p14:tracePt t="38526" x="2413000" y="2476500"/>
          <p14:tracePt t="38543" x="2387600" y="2508250"/>
          <p14:tracePt t="38560" x="2349500" y="2578100"/>
          <p14:tracePt t="38576" x="2336800" y="2597150"/>
          <p14:tracePt t="38593" x="2317750" y="2616200"/>
          <p14:tracePt t="38610" x="2298700" y="2667000"/>
          <p14:tracePt t="38626" x="2279650" y="2705100"/>
          <p14:tracePt t="38642" x="2273300" y="2717800"/>
          <p14:tracePt t="38659" x="2266950" y="2736850"/>
          <p14:tracePt t="38675" x="2254250" y="2749550"/>
          <p14:tracePt t="38692" x="2241550" y="2774950"/>
          <p14:tracePt t="38709" x="2216150" y="2813050"/>
          <p14:tracePt t="38725" x="2209800" y="2838450"/>
          <p14:tracePt t="38744" x="2190750" y="2882900"/>
          <p14:tracePt t="38759" x="2171700" y="2908300"/>
          <p14:tracePt t="38775" x="2165350" y="2952750"/>
          <p14:tracePt t="38793" x="2152650" y="2984500"/>
          <p14:tracePt t="38808" x="2152650" y="3003550"/>
          <p14:tracePt t="38825" x="2152650" y="3009900"/>
          <p14:tracePt t="38841" x="2152650" y="3016250"/>
          <p14:tracePt t="38858" x="2152650" y="3022600"/>
          <p14:tracePt t="38875" x="2152650" y="3035300"/>
          <p14:tracePt t="38891" x="2152650" y="3041650"/>
          <p14:tracePt t="38908" x="2152650" y="3054350"/>
          <p14:tracePt t="38926" x="2152650" y="3060700"/>
          <p14:tracePt t="38941" x="2152650" y="3067050"/>
          <p14:tracePt t="39568" x="2152650" y="3035300"/>
          <p14:tracePt t="39583" x="2165350" y="2965450"/>
          <p14:tracePt t="39592" x="2178050" y="2889250"/>
          <p14:tracePt t="39605" x="2184400" y="2800350"/>
          <p14:tracePt t="39622" x="2197100" y="2686050"/>
          <p14:tracePt t="39639" x="2216150" y="2432050"/>
          <p14:tracePt t="39655" x="2216150" y="2216150"/>
          <p14:tracePt t="39672" x="2216150" y="2127250"/>
          <p14:tracePt t="39689" x="2203450" y="1955800"/>
          <p14:tracePt t="39705" x="2184400" y="1892300"/>
          <p14:tracePt t="39723" x="2165350" y="1771650"/>
          <p14:tracePt t="39739" x="2165350" y="1733550"/>
          <p14:tracePt t="39755" x="2165350" y="1676400"/>
          <p14:tracePt t="39773" x="2159000" y="1651000"/>
          <p14:tracePt t="39788" x="2159000" y="1644650"/>
          <p14:tracePt t="39822" x="2159000" y="1638300"/>
          <p14:tracePt t="39955" x="2159000" y="1644650"/>
          <p14:tracePt t="39990" x="2159000" y="1651000"/>
          <p14:tracePt t="39997" x="2159000" y="1657350"/>
          <p14:tracePt t="40011" x="2146300" y="1670050"/>
          <p14:tracePt t="40020" x="2133600" y="1682750"/>
          <p14:tracePt t="40038" x="2120900" y="1714500"/>
          <p14:tracePt t="40054" x="2057400" y="1790700"/>
          <p14:tracePt t="40070" x="1987550" y="1917700"/>
          <p14:tracePt t="40088" x="1962150" y="2000250"/>
          <p14:tracePt t="40104" x="1885950" y="2273300"/>
          <p14:tracePt t="40120" x="1866900" y="2362200"/>
          <p14:tracePt t="40137" x="1860550" y="2520950"/>
          <p14:tracePt t="40153" x="1847850" y="2647950"/>
          <p14:tracePt t="40171" x="1847850" y="2711450"/>
          <p14:tracePt t="40187" x="1854200" y="2825750"/>
          <p14:tracePt t="40204" x="1860550" y="2959100"/>
          <p14:tracePt t="40220" x="1860550" y="3009900"/>
          <p14:tracePt t="40237" x="1854200" y="3048000"/>
          <p14:tracePt t="42944" x="1854200" y="3054350"/>
          <p14:tracePt t="42952" x="1847850" y="3079750"/>
          <p14:tracePt t="42966" x="1847850" y="3092450"/>
          <p14:tracePt t="42977" x="1847850" y="3111500"/>
          <p14:tracePt t="42994" x="1847850" y="3136900"/>
          <p14:tracePt t="43011" x="1847850" y="3143250"/>
          <p14:tracePt t="43078" x="1847850" y="3149600"/>
          <p14:tracePt t="43191" x="1860550" y="3155950"/>
          <p14:tracePt t="43212" x="1866900" y="3155950"/>
          <p14:tracePt t="43233" x="1873250" y="3155950"/>
          <p14:tracePt t="43240" x="1885950" y="3155950"/>
          <p14:tracePt t="43254" x="1892300" y="3155950"/>
          <p14:tracePt t="43262" x="1905000" y="3155950"/>
          <p14:tracePt t="43277" x="1917700" y="3155950"/>
          <p14:tracePt t="43293" x="1930400" y="3149600"/>
          <p14:tracePt t="43310" x="1962150" y="3149600"/>
          <p14:tracePt t="43326" x="1987550" y="3149600"/>
          <p14:tracePt t="43343" x="2000250" y="3143250"/>
          <p14:tracePt t="43360" x="2012950" y="3143250"/>
          <p14:tracePt t="43396" x="2019300" y="3143250"/>
          <p14:tracePt t="44599" x="2019300" y="3155950"/>
          <p14:tracePt t="44613" x="2012950" y="3168650"/>
          <p14:tracePt t="44620" x="2006600" y="3187700"/>
          <p14:tracePt t="44634" x="2000250" y="3213100"/>
          <p14:tracePt t="44641" x="1993900" y="3232150"/>
          <p14:tracePt t="44657" x="1993900" y="3244850"/>
          <p14:tracePt t="44671" x="1987550" y="3263900"/>
          <p14:tracePt t="44688" x="1974850" y="3289300"/>
          <p14:tracePt t="44705" x="1974850" y="3302000"/>
          <p14:tracePt t="44721" x="1968500" y="3333750"/>
          <p14:tracePt t="44738" x="1962150" y="3346450"/>
          <p14:tracePt t="44754" x="1955800" y="3371850"/>
          <p14:tracePt t="44771" x="1955800" y="3378200"/>
          <p14:tracePt t="44789" x="1949450" y="3397250"/>
          <p14:tracePt t="44804" x="1943100" y="3416300"/>
          <p14:tracePt t="44838" x="1943100" y="3422650"/>
          <p14:tracePt t="44854" x="1936750" y="3429000"/>
          <p14:tracePt t="44880" x="1936750" y="3435350"/>
        </p14:tracePtLst>
      </p14:laserTraceLst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9144" y="0"/>
            <a:ext cx="901333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865" tIns="42932" rIns="85865" bIns="42932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time import time, sleep</a:t>
            </a:r>
            <a:endParaRPr lang="en-US" altLang="en-US" sz="2250" spc="-1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timer(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, *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, **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kwargs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"""Print the runtime of the wrapped function"""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wrapper_timer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(*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, **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kwargs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kern="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kern="0" spc="-100" dirty="0">
                <a:solidFill>
                  <a:srgbClr val="000000"/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2250" kern="0" spc="-10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start_time</a:t>
            </a:r>
            <a:r>
              <a:rPr lang="en-US" altLang="en-US" sz="2250" kern="0" spc="-100" dirty="0">
                <a:solidFill>
                  <a:srgbClr val="000000"/>
                </a:solidFill>
                <a:latin typeface="Lucida Console" panose="020B0609040504020204" pitchFamily="49" charset="0"/>
              </a:rPr>
              <a:t> = time() 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kern="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kern="0" spc="-100" dirty="0">
                <a:solidFill>
                  <a:srgbClr val="000000"/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value = </a:t>
            </a:r>
            <a:r>
              <a:rPr lang="en-US" altLang="en-US" sz="225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(*</a:t>
            </a:r>
            <a:r>
              <a:rPr lang="en-US" altLang="en-US" sz="225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, **</a:t>
            </a:r>
            <a:r>
              <a:rPr lang="en-US" altLang="en-US" sz="225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kwargs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kern="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225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end_time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= time()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kern="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225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run_time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= </a:t>
            </a:r>
            <a:r>
              <a:rPr lang="en-US" altLang="en-US" sz="225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end_time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- </a:t>
            </a:r>
            <a:r>
              <a:rPr lang="en-US" altLang="en-US" sz="225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start_time</a:t>
            </a:r>
            <a:endParaRPr lang="en-US" altLang="en-US" sz="225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kern="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print(</a:t>
            </a:r>
            <a:r>
              <a:rPr lang="en-US" altLang="en-US" sz="225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f"Finished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{</a:t>
            </a:r>
            <a:r>
              <a:rPr lang="en-US" altLang="en-US" sz="225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.__</a:t>
            </a:r>
            <a:r>
              <a:rPr lang="en-US" altLang="en-US" sz="225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name__!r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}",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kern="0" spc="-1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 </a:t>
            </a:r>
            <a:r>
              <a:rPr lang="en-US" altLang="en-US" sz="225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f"in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{run_time:.4f} secs")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      return value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    return </a:t>
            </a:r>
            <a:r>
              <a:rPr lang="en-US" altLang="en-US" sz="2250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wrapper_timer</a:t>
            </a:r>
            <a:r>
              <a:rPr lang="en-US" altLang="en-US" sz="225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(*</a:t>
            </a:r>
            <a:r>
              <a:rPr lang="en-US" altLang="en-US" sz="2250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en-US" sz="225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, **</a:t>
            </a:r>
            <a:r>
              <a:rPr lang="en-US" altLang="en-US" sz="2250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kwargs</a:t>
            </a:r>
            <a:r>
              <a:rPr lang="en-US" altLang="en-US" sz="225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endParaRPr lang="en-US" sz="300" kern="0" spc="-94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70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timer(); sleep(2); timer('STOP')</a:t>
            </a:r>
          </a:p>
          <a:p>
            <a:pPr marL="0" indent="0" defTabSz="858622">
              <a:lnSpc>
                <a:spcPct val="85000"/>
              </a:lnSpc>
              <a:spcBef>
                <a:spcPts val="100"/>
              </a:spcBef>
              <a:buNone/>
            </a:pPr>
            <a:r>
              <a:rPr lang="en-US" sz="2254" kern="0" spc="-94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2,000,056 </a:t>
            </a:r>
            <a:r>
              <a:rPr lang="en-US" sz="2254" kern="0" spc="-94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solidFill>
                  <a:srgbClr val="A6A6A6"/>
                </a:solidFill>
                <a:latin typeface="Lucida Console" panose="020B0609040504020204" pitchFamily="49" charset="0"/>
              </a:rPr>
              <a:t> </a:t>
            </a:r>
            <a:r>
              <a:rPr lang="en-US" sz="2254" kern="0" spc="-94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def</a:t>
            </a:r>
            <a:r>
              <a:rPr lang="en-US" sz="2254" kern="0" spc="-94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f(x): sleep(1); return x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sz="2254" kern="0" spc="-94" dirty="0">
              <a:solidFill>
                <a:srgbClr val="A6A6A6"/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timer(); f(None); timer('STOP')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1,000,107 </a:t>
            </a:r>
            <a:r>
              <a:rPr lang="en-US" sz="2254" kern="0" spc="-94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2254" kern="0" spc="-94" dirty="0">
                <a:latin typeface="Lucida Console" panose="020B0609040504020204" pitchFamily="49" charset="0"/>
              </a:rPr>
              <a:t> </a:t>
            </a:r>
            <a:r>
              <a:rPr lang="en-US" sz="2254" kern="0" spc="-94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timer(); f(None); timer('STOP')</a:t>
            </a: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 1,000,212 </a:t>
            </a:r>
            <a:r>
              <a:rPr lang="en-US" sz="2254" kern="0" spc="-94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usec</a:t>
            </a:r>
            <a:endParaRPr lang="en-US" sz="2254" kern="0" spc="-94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858622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254" kern="0" spc="-94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254" kern="0" spc="-94" dirty="0">
              <a:solidFill>
                <a:srgbClr val="A6A6A6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7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781"/>
    </mc:Choice>
    <mc:Fallback xmlns="">
      <p:transition spd="slow" advTm="41781"/>
    </mc:Fallback>
  </mc:AlternateContent>
  <p:extLst>
    <p:ext uri="{3A86A75C-4F4B-4683-9AE1-C65F6400EC91}">
      <p14:laserTraceLst xmlns:p14="http://schemas.microsoft.com/office/powerpoint/2010/main">
        <p14:tracePtLst>
          <p14:tracePt t="693" x="1924050" y="3441700"/>
          <p14:tracePt t="699" x="1905000" y="3454400"/>
          <p14:tracePt t="714" x="1892300" y="3467100"/>
          <p14:tracePt t="723" x="1866900" y="3486150"/>
          <p14:tracePt t="737" x="1847850" y="3498850"/>
          <p14:tracePt t="754" x="1828800" y="3505200"/>
          <p14:tracePt t="770" x="1778000" y="3536950"/>
          <p14:tracePt t="787" x="1733550" y="3562350"/>
          <p14:tracePt t="804" x="1720850" y="3575050"/>
          <p14:tracePt t="820" x="1682750" y="3594100"/>
          <p14:tracePt t="837" x="1676400" y="3600450"/>
          <p14:tracePt t="854" x="1670050" y="3613150"/>
          <p14:tracePt t="870" x="1663700" y="3613150"/>
          <p14:tracePt t="904" x="1657350" y="3619500"/>
          <p14:tracePt t="966" x="1663700" y="3619500"/>
          <p14:tracePt t="981" x="1670050" y="3619500"/>
          <p14:tracePt t="1002" x="1676400" y="3619500"/>
          <p14:tracePt t="1015" x="1682750" y="3619500"/>
          <p14:tracePt t="1023" x="1695450" y="3619500"/>
          <p14:tracePt t="1039" x="1714500" y="3613150"/>
          <p14:tracePt t="1052" x="1727200" y="3613150"/>
          <p14:tracePt t="1069" x="1746250" y="3606800"/>
          <p14:tracePt t="1087" x="1816100" y="3600450"/>
          <p14:tracePt t="1103" x="1847850" y="3600450"/>
          <p14:tracePt t="1119" x="1885950" y="3587750"/>
          <p14:tracePt t="1136" x="1955800" y="3581400"/>
          <p14:tracePt t="1152" x="2051050" y="3562350"/>
          <p14:tracePt t="1169" x="2089150" y="3562350"/>
          <p14:tracePt t="1185" x="2146300" y="3556000"/>
          <p14:tracePt t="1202" x="2171700" y="3549650"/>
          <p14:tracePt t="1219" x="2209800" y="3549650"/>
          <p14:tracePt t="1235" x="2222500" y="3543300"/>
          <p14:tracePt t="1304" x="2222500" y="3549650"/>
          <p14:tracePt t="1311" x="2216150" y="3556000"/>
          <p14:tracePt t="1325" x="2203450" y="3562350"/>
          <p14:tracePt t="1335" x="2184400" y="3575050"/>
          <p14:tracePt t="1352" x="2159000" y="3587750"/>
          <p14:tracePt t="1368" x="2095500" y="3625850"/>
          <p14:tracePt t="1385" x="2051050" y="3651250"/>
          <p14:tracePt t="1402" x="1949450" y="3721100"/>
          <p14:tracePt t="1418" x="1860550" y="3765550"/>
          <p14:tracePt t="1435" x="1816100" y="3790950"/>
          <p14:tracePt t="1452" x="1752600" y="3822700"/>
          <p14:tracePt t="1468" x="1733550" y="3829050"/>
          <p14:tracePt t="1485" x="1720850" y="3829050"/>
          <p14:tracePt t="1501" x="1701800" y="3841750"/>
          <p14:tracePt t="1517" x="1695450" y="3848100"/>
          <p14:tracePt t="1537" x="1689100" y="3848100"/>
          <p14:tracePt t="1571" x="1695450" y="3854450"/>
          <p14:tracePt t="1578" x="1701800" y="3854450"/>
          <p14:tracePt t="1592" x="1714500" y="3854450"/>
          <p14:tracePt t="1601" x="1727200" y="3854450"/>
          <p14:tracePt t="1617" x="1746250" y="3848100"/>
          <p14:tracePt t="1634" x="1765300" y="3848100"/>
          <p14:tracePt t="1651" x="1860550" y="3835400"/>
          <p14:tracePt t="1667" x="1917700" y="3822700"/>
          <p14:tracePt t="1684" x="2095500" y="3790950"/>
          <p14:tracePt t="1700" x="2184400" y="3771900"/>
          <p14:tracePt t="1717" x="2279650" y="3765550"/>
          <p14:tracePt t="1734" x="2457450" y="3733800"/>
          <p14:tracePt t="1750" x="2628900" y="3702050"/>
          <p14:tracePt t="1768" x="2755900" y="3683000"/>
          <p14:tracePt t="1783" x="2813050" y="3676650"/>
          <p14:tracePt t="1800" x="2851150" y="3663950"/>
          <p14:tracePt t="1817" x="2921000" y="3651250"/>
          <p14:tracePt t="1834" x="2971800" y="3644900"/>
          <p14:tracePt t="1850" x="2990850" y="3644900"/>
          <p14:tracePt t="1867" x="3028950" y="3638550"/>
          <p14:tracePt t="1883" x="3048000" y="3632200"/>
          <p14:tracePt t="1901" x="3079750" y="3625850"/>
          <p14:tracePt t="1917" x="3092450" y="3625850"/>
          <p14:tracePt t="1933" x="3124200" y="3619500"/>
          <p14:tracePt t="1950" x="3162300" y="3613150"/>
          <p14:tracePt t="1966" x="3175000" y="3606800"/>
          <p14:tracePt t="1983" x="3181350" y="3606800"/>
          <p14:tracePt t="2000" x="3200400" y="3600450"/>
          <p14:tracePt t="2016" x="3213100" y="3594100"/>
          <p14:tracePt t="2033" x="3219450" y="3587750"/>
          <p14:tracePt t="2049" x="3225800" y="3587750"/>
          <p14:tracePt t="2077" x="3232150" y="3581400"/>
          <p14:tracePt t="2098" x="3225800" y="3575050"/>
          <p14:tracePt t="2112" x="3213100" y="3568700"/>
          <p14:tracePt t="2126" x="3200400" y="3562350"/>
          <p14:tracePt t="2135" x="3155950" y="3556000"/>
          <p14:tracePt t="2149" x="3117850" y="3536950"/>
          <p14:tracePt t="2165" x="3048000" y="3517900"/>
          <p14:tracePt t="2182" x="2876550" y="3479800"/>
          <p14:tracePt t="2199" x="2711450" y="3448050"/>
          <p14:tracePt t="2215" x="2628900" y="3441700"/>
          <p14:tracePt t="2232" x="2501900" y="3422650"/>
          <p14:tracePt t="2248" x="2444750" y="3409950"/>
          <p14:tracePt t="2266" x="2387600" y="3403600"/>
          <p14:tracePt t="2282" x="2355850" y="3403600"/>
          <p14:tracePt t="2298" x="2349500" y="3403600"/>
          <p14:tracePt t="2315" x="2343150" y="3403600"/>
          <p14:tracePt t="2348" x="2343150" y="3409950"/>
          <p14:tracePt t="2365" x="2368550" y="3409950"/>
          <p14:tracePt t="2381" x="2425700" y="3409950"/>
          <p14:tracePt t="2398" x="2463800" y="3409950"/>
          <p14:tracePt t="2415" x="2597150" y="3409950"/>
          <p14:tracePt t="2431" x="2660650" y="3409950"/>
          <p14:tracePt t="2449" x="2800350" y="3403600"/>
          <p14:tracePt t="2464" x="2927350" y="3397250"/>
          <p14:tracePt t="2481" x="2984500" y="3397250"/>
          <p14:tracePt t="2498" x="3073400" y="3390900"/>
          <p14:tracePt t="2514" x="3092450" y="3390900"/>
          <p14:tracePt t="2531" x="3117850" y="3390900"/>
          <p14:tracePt t="2548" x="3124200" y="3390900"/>
          <p14:tracePt t="2564" x="3130550" y="3384550"/>
          <p14:tracePt t="2687" x="3124200" y="3378200"/>
          <p14:tracePt t="2709" x="3111500" y="3371850"/>
          <p14:tracePt t="2723" x="3086100" y="3365500"/>
          <p14:tracePt t="2731" x="3067050" y="3340100"/>
          <p14:tracePt t="2744" x="3022600" y="3314700"/>
          <p14:tracePt t="2758" x="2978150" y="3276600"/>
          <p14:tracePt t="2766" x="2908300" y="3219450"/>
          <p14:tracePt t="2781" x="2819400" y="3143250"/>
          <p14:tracePt t="2797" x="2736850" y="3060700"/>
          <p14:tracePt t="2814" x="2565400" y="2857500"/>
          <p14:tracePt t="2830" x="2387600" y="2590800"/>
          <p14:tracePt t="2847" x="2311400" y="2482850"/>
          <p14:tracePt t="2864" x="2165350" y="2254250"/>
          <p14:tracePt t="2880" x="2108200" y="2159000"/>
          <p14:tracePt t="2897" x="2051050" y="2063750"/>
          <p14:tracePt t="2913" x="2012950" y="1987550"/>
          <p14:tracePt t="2930" x="1974850" y="1917700"/>
          <p14:tracePt t="2947" x="1955800" y="1860550"/>
          <p14:tracePt t="2963" x="1930400" y="1828800"/>
          <p14:tracePt t="2979" x="1917700" y="1778000"/>
          <p14:tracePt t="2997" x="1911350" y="1752600"/>
          <p14:tracePt t="3013" x="1905000" y="1739900"/>
          <p14:tracePt t="3046" x="1905000" y="1733550"/>
          <p14:tracePt t="3062" x="1905000" y="1720850"/>
          <p14:tracePt t="3096" x="1905000" y="1695450"/>
          <p14:tracePt t="3112" x="1905000" y="1676400"/>
          <p14:tracePt t="3129" x="1898650" y="1631950"/>
          <p14:tracePt t="3145" x="1885950" y="1606550"/>
          <p14:tracePt t="3162" x="1879600" y="1536700"/>
          <p14:tracePt t="3180" x="1866900" y="1466850"/>
          <p14:tracePt t="3195" x="1866900" y="1447800"/>
          <p14:tracePt t="3229" x="1854200" y="1409700"/>
          <p14:tracePt t="3245" x="1854200" y="1403350"/>
          <p14:tracePt t="3362" x="1854200" y="1409700"/>
          <p14:tracePt t="3376" x="1854200" y="1416050"/>
          <p14:tracePt t="3383" x="1860550" y="1422400"/>
          <p14:tracePt t="3398" x="1866900" y="1435100"/>
          <p14:tracePt t="3412" x="1866900" y="1441450"/>
          <p14:tracePt t="3428" x="1879600" y="1454150"/>
          <p14:tracePt t="3444" x="1885950" y="1466850"/>
          <p14:tracePt t="3462" x="1917700" y="1517650"/>
          <p14:tracePt t="3478" x="1943100" y="1562100"/>
          <p14:tracePt t="3495" x="1987550" y="1625600"/>
          <p14:tracePt t="3511" x="2095500" y="1797050"/>
          <p14:tracePt t="3528" x="2159000" y="1905000"/>
          <p14:tracePt t="3545" x="2286000" y="2108200"/>
          <p14:tracePt t="3561" x="2336800" y="2197100"/>
          <p14:tracePt t="3577" x="2451100" y="2387600"/>
          <p14:tracePt t="3594" x="2533650" y="2559050"/>
          <p14:tracePt t="3611" x="2565400" y="2654300"/>
          <p14:tracePt t="3627" x="2590800" y="2724150"/>
          <p14:tracePt t="3644" x="2641600" y="2882900"/>
          <p14:tracePt t="3660" x="2673350" y="3016250"/>
          <p14:tracePt t="3678" x="2679700" y="3079750"/>
          <p14:tracePt t="3694" x="2698750" y="3175000"/>
          <p14:tracePt t="3710" x="2698750" y="3200400"/>
          <p14:tracePt t="3727" x="2705100" y="3251200"/>
          <p14:tracePt t="3743" x="2705100" y="3289300"/>
          <p14:tracePt t="3760" x="2705100" y="3302000"/>
          <p14:tracePt t="3777" x="2705100" y="3333750"/>
          <p14:tracePt t="3793" x="2705100" y="3340100"/>
          <p14:tracePt t="3810" x="2705100" y="3352800"/>
          <p14:tracePt t="3827" x="2705100" y="3359150"/>
          <p14:tracePt t="3843" x="2711450" y="3365500"/>
          <p14:tracePt t="3882" x="2711450" y="3371850"/>
          <p14:tracePt t="3945" x="2705100" y="3371850"/>
          <p14:tracePt t="4043" x="2698750" y="3371850"/>
          <p14:tracePt t="4058" x="2698750" y="3378200"/>
          <p14:tracePt t="4065" x="2686050" y="3384550"/>
          <p14:tracePt t="4079" x="2660650" y="3397250"/>
          <p14:tracePt t="4093" x="2641600" y="3409950"/>
          <p14:tracePt t="4109" x="2552700" y="3460750"/>
          <p14:tracePt t="4125" x="2482850" y="3498850"/>
          <p14:tracePt t="4143" x="2336800" y="3587750"/>
          <p14:tracePt t="4159" x="2254250" y="3619500"/>
          <p14:tracePt t="4175" x="2108200" y="3689350"/>
          <p14:tracePt t="4192" x="1993900" y="3746500"/>
          <p14:tracePt t="4208" x="1949450" y="3765550"/>
          <p14:tracePt t="4226" x="1885950" y="3784600"/>
          <p14:tracePt t="4242" x="1860550" y="3790950"/>
          <p14:tracePt t="4258" x="1860550" y="3797300"/>
          <p14:tracePt t="4275" x="1854200" y="3797300"/>
          <p14:tracePt t="4493" x="1873250" y="3797300"/>
          <p14:tracePt t="4509" x="1885950" y="3797300"/>
          <p14:tracePt t="4514" x="1917700" y="3797300"/>
          <p14:tracePt t="4528" x="1968500" y="3803650"/>
          <p14:tracePt t="4541" x="2032000" y="3803650"/>
          <p14:tracePt t="4558" x="2222500" y="3816350"/>
          <p14:tracePt t="4574" x="2336800" y="3816350"/>
          <p14:tracePt t="4592" x="2540000" y="3810000"/>
          <p14:tracePt t="4607" x="2628900" y="3803650"/>
          <p14:tracePt t="4624" x="2755900" y="3790950"/>
          <p14:tracePt t="4641" x="2794000" y="3790950"/>
          <p14:tracePt t="4657" x="2838450" y="3784600"/>
          <p14:tracePt t="4674" x="2851150" y="3778250"/>
          <p14:tracePt t="4690" x="2857500" y="3778250"/>
          <p14:tracePt t="4711" x="2863850" y="3771900"/>
          <p14:tracePt t="4732" x="2857500" y="3771900"/>
          <p14:tracePt t="4753" x="2844800" y="3765550"/>
          <p14:tracePt t="4760" x="2832100" y="3765550"/>
          <p14:tracePt t="4776" x="2813050" y="3765550"/>
          <p14:tracePt t="4790" x="2794000" y="3765550"/>
          <p14:tracePt t="4807" x="2711450" y="3759200"/>
          <p14:tracePt t="4824" x="2597150" y="3759200"/>
          <p14:tracePt t="4840" x="2508250" y="3752850"/>
          <p14:tracePt t="4856" x="2432050" y="3752850"/>
          <p14:tracePt t="4873" x="2279650" y="3752850"/>
          <p14:tracePt t="4890" x="2146300" y="3752850"/>
          <p14:tracePt t="4906" x="2095500" y="3752850"/>
          <p14:tracePt t="4923" x="2025650" y="3752850"/>
          <p14:tracePt t="4939" x="2006600" y="3752850"/>
          <p14:tracePt t="4956" x="1981200" y="3752850"/>
          <p14:tracePt t="4972" x="1968500" y="3752850"/>
          <p14:tracePt t="5007" x="1962150" y="3752850"/>
          <p14:tracePt t="5022" x="1974850" y="3752850"/>
          <p14:tracePt t="5040" x="1981200" y="3752850"/>
          <p14:tracePt t="5056" x="2012950" y="3759200"/>
          <p14:tracePt t="5072" x="2095500" y="3784600"/>
          <p14:tracePt t="5089" x="2146300" y="3784600"/>
          <p14:tracePt t="5105" x="2305050" y="3810000"/>
          <p14:tracePt t="5122" x="2393950" y="3822700"/>
          <p14:tracePt t="5139" x="2584450" y="3829050"/>
          <p14:tracePt t="5155" x="2736850" y="3829050"/>
          <p14:tracePt t="5172" x="2806700" y="3829050"/>
          <p14:tracePt t="5189" x="2908300" y="3822700"/>
          <p14:tracePt t="5205" x="2952750" y="3810000"/>
          <p14:tracePt t="5222" x="2984500" y="3803650"/>
          <p14:tracePt t="5238" x="3054350" y="3797300"/>
          <p14:tracePt t="5255" x="3092450" y="3797300"/>
          <p14:tracePt t="5272" x="3105150" y="3797300"/>
          <p14:tracePt t="5288" x="3130550" y="3797300"/>
          <p14:tracePt t="5305" x="3143250" y="3797300"/>
          <p14:tracePt t="5323" x="3162300" y="3797300"/>
          <p14:tracePt t="5338" x="3168650" y="3803650"/>
          <p14:tracePt t="5355" x="3181350" y="3803650"/>
          <p14:tracePt t="5372" x="3206750" y="3810000"/>
          <p14:tracePt t="5388" x="3213100" y="3810000"/>
          <p14:tracePt t="5404" x="3251200" y="3822700"/>
          <p14:tracePt t="5421" x="3321050" y="3841750"/>
          <p14:tracePt t="5438" x="3384550" y="3854450"/>
          <p14:tracePt t="5455" x="3479800" y="3860800"/>
          <p14:tracePt t="5471" x="3695700" y="3905250"/>
          <p14:tracePt t="5487" x="3810000" y="3917950"/>
          <p14:tracePt t="5505" x="3924300" y="3924300"/>
          <p14:tracePt t="5520" x="4051300" y="3924300"/>
          <p14:tracePt t="5538" x="4165600" y="3898900"/>
          <p14:tracePt t="5554" x="4457700" y="3797300"/>
          <p14:tracePt t="5570" x="4667250" y="3651250"/>
          <p14:tracePt t="5588" x="4749800" y="3581400"/>
          <p14:tracePt t="5604" x="4819650" y="3429000"/>
          <p14:tracePt t="5620" x="4832350" y="3352800"/>
          <p14:tracePt t="5638" x="4806950" y="3162300"/>
          <p14:tracePt t="5653" x="4762500" y="3009900"/>
          <p14:tracePt t="5670" x="4660900" y="2813050"/>
          <p14:tracePt t="5689" x="4235450" y="2095500"/>
          <p14:tracePt t="5703" x="3905250" y="1631950"/>
          <p14:tracePt t="5720" x="3581400" y="1212850"/>
          <p14:tracePt t="5737" x="3244850" y="844550"/>
          <p14:tracePt t="5753" x="2609850" y="330200"/>
          <p14:tracePt t="5770" x="2381250" y="190500"/>
          <p14:tracePt t="5787" x="2152650" y="95250"/>
          <p14:tracePt t="5803" x="2076450" y="63500"/>
          <p14:tracePt t="5821" x="1955800" y="50800"/>
          <p14:tracePt t="5836" x="1905000" y="57150"/>
          <p14:tracePt t="5853" x="1892300" y="57150"/>
          <p14:tracePt t="5886" x="1885950" y="76200"/>
          <p14:tracePt t="5903" x="1885950" y="82550"/>
          <p14:tracePt t="5920" x="1885950" y="88900"/>
          <p14:tracePt t="5936" x="1885950" y="101600"/>
          <p14:tracePt t="5969" x="1885950" y="114300"/>
          <p14:tracePt t="5986" x="1892300" y="120650"/>
          <p14:tracePt t="6004" x="1924050" y="165100"/>
          <p14:tracePt t="6019" x="1974850" y="215900"/>
          <p14:tracePt t="6036" x="2082800" y="311150"/>
          <p14:tracePt t="6052" x="2463800" y="774700"/>
          <p14:tracePt t="6069" x="2876550" y="1390650"/>
          <p14:tracePt t="6085" x="3041650" y="1670050"/>
          <p14:tracePt t="6102" x="3194050" y="2139950"/>
          <p14:tracePt t="6118" x="3213100" y="2286000"/>
          <p14:tracePt t="6136" x="3168650" y="2533650"/>
          <p14:tracePt t="6152" x="3117850" y="2635250"/>
          <p14:tracePt t="6169" x="2927350" y="2882900"/>
          <p14:tracePt t="6186" x="2705100" y="3117850"/>
          <p14:tracePt t="6201" x="2590800" y="3206750"/>
          <p14:tracePt t="6218" x="2482850" y="3282950"/>
          <p14:tracePt t="6235" x="2311400" y="3378200"/>
          <p14:tracePt t="6252" x="2184400" y="3441700"/>
          <p14:tracePt t="6268" x="2114550" y="3460750"/>
          <p14:tracePt t="6271" x="2070100" y="3479800"/>
          <p14:tracePt t="6286" x="2032000" y="3498850"/>
          <p14:tracePt t="6301" x="1974850" y="3505200"/>
          <p14:tracePt t="6318" x="1905000" y="3511550"/>
          <p14:tracePt t="6334" x="1816100" y="3511550"/>
          <p14:tracePt t="6351" x="1778000" y="3511550"/>
          <p14:tracePt t="6369" x="1695450" y="3505200"/>
          <p14:tracePt t="6386" x="1651000" y="3486150"/>
          <p14:tracePt t="6404" x="1612900" y="3486150"/>
          <p14:tracePt t="6418" x="1504950" y="3467100"/>
          <p14:tracePt t="6434" x="1403350" y="3460750"/>
          <p14:tracePt t="6451" x="1358900" y="3460750"/>
          <p14:tracePt t="6468" x="1276350" y="3460750"/>
          <p14:tracePt t="6484" x="1263650" y="3460750"/>
          <p14:tracePt t="6501" x="1257300" y="3460750"/>
          <p14:tracePt t="6517" x="1250950" y="3460750"/>
          <p14:tracePt t="6533" x="1244600" y="3467100"/>
          <p14:tracePt t="6551" x="1270000" y="3486150"/>
          <p14:tracePt t="6567" x="1320800" y="3505200"/>
          <p14:tracePt t="6583" x="1416050" y="3549650"/>
          <p14:tracePt t="6601" x="1568450" y="3606800"/>
          <p14:tracePt t="6617" x="2070100" y="3771900"/>
          <p14:tracePt t="6633" x="2381250" y="3873500"/>
          <p14:tracePt t="6650" x="2755900" y="3937000"/>
          <p14:tracePt t="6667" x="3136900" y="4006850"/>
          <p14:tracePt t="6683" x="3448050" y="4006850"/>
          <p14:tracePt t="6700" x="3937000" y="3975100"/>
          <p14:tracePt t="6716" x="4140200" y="3943350"/>
          <p14:tracePt t="6734" x="4216400" y="3917950"/>
          <p14:tracePt t="6750" x="4229100" y="3911600"/>
          <p14:tracePt t="6767" x="4235450" y="3911600"/>
          <p14:tracePt t="6888" x="4229100" y="3911600"/>
          <p14:tracePt t="6909" x="4229100" y="3905250"/>
          <p14:tracePt t="6917" x="4229100" y="3898900"/>
          <p14:tracePt t="6930" x="4229100" y="3892550"/>
          <p14:tracePt t="6938" x="4229100" y="3886200"/>
          <p14:tracePt t="7365" x="4235450" y="3886200"/>
          <p14:tracePt t="7379" x="4254500" y="3867150"/>
          <p14:tracePt t="7393" x="4279900" y="3848100"/>
          <p14:tracePt t="7401" x="4324350" y="3822700"/>
          <p14:tracePt t="7417" x="4349750" y="3784600"/>
          <p14:tracePt t="7431" x="4381500" y="3752850"/>
          <p14:tracePt t="7447" x="4445000" y="3663950"/>
          <p14:tracePt t="7464" x="4489450" y="3536950"/>
          <p14:tracePt t="7480" x="4514850" y="3460750"/>
          <p14:tracePt t="7497" x="4546600" y="3359150"/>
          <p14:tracePt t="7514" x="4565650" y="3162300"/>
          <p14:tracePt t="7530" x="4572000" y="2971800"/>
          <p14:tracePt t="7548" x="4540250" y="2768600"/>
          <p14:tracePt t="7563" x="4527550" y="2654300"/>
          <p14:tracePt t="7580" x="4495800" y="2533650"/>
          <p14:tracePt t="7597" x="4476750" y="2432050"/>
          <p14:tracePt t="7613" x="4438650" y="2247900"/>
          <p14:tracePt t="7630" x="4387850" y="2101850"/>
          <p14:tracePt t="7647" x="4298950" y="1949450"/>
          <p14:tracePt t="7663" x="4241800" y="1873250"/>
          <p14:tracePt t="7680" x="4184650" y="1790700"/>
          <p14:tracePt t="7696" x="4057650" y="1631950"/>
          <p14:tracePt t="7713" x="3987800" y="1574800"/>
          <p14:tracePt t="7731" x="3873500" y="1485900"/>
          <p14:tracePt t="7746" x="3829050" y="1441450"/>
          <p14:tracePt t="7763" x="3778250" y="1390650"/>
          <p14:tracePt t="7766" x="3733800" y="1346200"/>
          <p14:tracePt t="7780" x="3689350" y="1301750"/>
          <p14:tracePt t="7796" x="3581400" y="1193800"/>
          <p14:tracePt t="7812" x="3530600" y="1143000"/>
          <p14:tracePt t="7829" x="3454400" y="1028700"/>
          <p14:tracePt t="7846" x="3429000" y="996950"/>
          <p14:tracePt t="7863" x="3390900" y="933450"/>
          <p14:tracePt t="7879" x="3390900" y="914400"/>
          <p14:tracePt t="7896" x="3384550" y="869950"/>
          <p14:tracePt t="7914" x="3384550" y="831850"/>
          <p14:tracePt t="7929" x="3384550" y="800100"/>
          <p14:tracePt t="7946" x="3384550" y="774700"/>
          <p14:tracePt t="7962" x="3378200" y="692150"/>
          <p14:tracePt t="7979" x="3378200" y="641350"/>
          <p14:tracePt t="7995" x="3371850" y="622300"/>
          <p14:tracePt t="8012" x="3371850" y="609600"/>
          <p14:tracePt t="8028" x="3371850" y="603250"/>
          <p14:tracePt t="8075" x="3371850" y="609600"/>
          <p14:tracePt t="8109" x="3371850" y="615950"/>
          <p14:tracePt t="8116" x="3371850" y="622300"/>
          <p14:tracePt t="8138" x="3371850" y="628650"/>
          <p14:tracePt t="8152" x="3371850" y="635000"/>
          <p14:tracePt t="8161" x="3371850" y="641350"/>
          <p14:tracePt t="8178" x="3371850" y="647700"/>
          <p14:tracePt t="8201" x="3371850" y="654050"/>
          <p14:tracePt t="8222" x="3371850" y="660400"/>
          <p14:tracePt t="8243" x="3371850" y="666750"/>
          <p14:tracePt t="8271" x="3371850" y="673100"/>
          <p14:tracePt t="8299" x="3378200" y="673100"/>
          <p14:tracePt t="8327" x="3384550" y="679450"/>
          <p14:tracePt t="8341" x="3390900" y="679450"/>
          <p14:tracePt t="8362" x="3397250" y="685800"/>
          <p14:tracePt t="8376" x="3403600" y="685800"/>
          <p14:tracePt t="8384" x="3429000" y="692150"/>
          <p14:tracePt t="8398" x="3448050" y="704850"/>
          <p14:tracePt t="8411" x="3479800" y="704850"/>
          <p14:tracePt t="8427" x="3568700" y="717550"/>
          <p14:tracePt t="8444" x="3625850" y="730250"/>
          <p14:tracePt t="8461" x="3740150" y="742950"/>
          <p14:tracePt t="8477" x="3790950" y="742950"/>
          <p14:tracePt t="8494" x="3886200" y="755650"/>
          <p14:tracePt t="8511" x="3956050" y="762000"/>
          <p14:tracePt t="8527" x="3994150" y="768350"/>
          <p14:tracePt t="8544" x="4025900" y="781050"/>
          <p14:tracePt t="8561" x="4064000" y="781050"/>
          <p14:tracePt t="8577" x="4083050" y="781050"/>
          <p14:tracePt t="8594" x="4127500" y="781050"/>
          <p14:tracePt t="8610" x="4178300" y="781050"/>
          <p14:tracePt t="8627" x="4203700" y="781050"/>
          <p14:tracePt t="8644" x="4254500" y="781050"/>
          <p14:tracePt t="8660" x="4279900" y="781050"/>
          <p14:tracePt t="8676" x="4330700" y="781050"/>
          <p14:tracePt t="8693" x="4387850" y="787400"/>
          <p14:tracePt t="8710" x="4413250" y="787400"/>
          <p14:tracePt t="8726" x="4457700" y="793750"/>
          <p14:tracePt t="8743" x="4546600" y="800100"/>
          <p14:tracePt t="8759" x="4597400" y="800100"/>
          <p14:tracePt t="8777" x="4718050" y="800100"/>
          <p14:tracePt t="8793" x="4845050" y="800100"/>
          <p14:tracePt t="8809" x="4908550" y="800100"/>
          <p14:tracePt t="8826" x="5041900" y="781050"/>
          <p14:tracePt t="8842" x="5105400" y="768350"/>
          <p14:tracePt t="8859" x="5200650" y="755650"/>
          <p14:tracePt t="8876" x="5257800" y="749300"/>
          <p14:tracePt t="8892" x="5270500" y="749300"/>
          <p14:tracePt t="8909" x="5283200" y="742950"/>
          <p14:tracePt t="8926" x="5295900" y="742950"/>
          <p14:tracePt t="8942" x="5302250" y="736600"/>
          <p14:tracePt t="8975" x="5302250" y="730250"/>
          <p14:tracePt t="9079" x="5295900" y="736600"/>
          <p14:tracePt t="9093" x="5289550" y="749300"/>
          <p14:tracePt t="9099" x="5276850" y="768350"/>
          <p14:tracePt t="9114" x="5257800" y="819150"/>
          <p14:tracePt t="9128" x="5219700" y="901700"/>
          <p14:tracePt t="9142" x="5175250" y="1035050"/>
          <p14:tracePt t="9158" x="5099050" y="1270000"/>
          <p14:tracePt t="9174" x="4876800" y="1993900"/>
          <p14:tracePt t="9192" x="4641850" y="2819400"/>
          <p14:tracePt t="9208" x="4559300" y="3175000"/>
          <p14:tracePt t="9224" x="4476750" y="3511550"/>
          <p14:tracePt t="9241" x="4394200" y="3937000"/>
          <p14:tracePt t="9258" x="4362450" y="4140200"/>
          <p14:tracePt t="9274" x="4349750" y="4210050"/>
          <p14:tracePt t="9291" x="4343400" y="4260850"/>
          <p14:tracePt t="9308" x="4343400" y="4267200"/>
          <p14:tracePt t="9325" x="4343400" y="4286250"/>
          <p14:tracePt t="9341" x="4349750" y="4286250"/>
          <p14:tracePt t="9358" x="4356100" y="4292600"/>
          <p14:tracePt t="9375" x="4368800" y="4292600"/>
          <p14:tracePt t="9390" x="4375150" y="4292600"/>
          <p14:tracePt t="9424" x="4387850" y="4292600"/>
          <p14:tracePt t="9441" x="4406900" y="4292600"/>
          <p14:tracePt t="9457" x="4413250" y="4292600"/>
          <p14:tracePt t="9474" x="4419600" y="4292600"/>
          <p14:tracePt t="9490" x="4425950" y="4292600"/>
          <p14:tracePt t="9507" x="4445000" y="4292600"/>
          <p14:tracePt t="9523" x="4457700" y="4292600"/>
          <p14:tracePt t="9539" x="4470400" y="4292600"/>
          <p14:tracePt t="9557" x="4495800" y="4279900"/>
          <p14:tracePt t="9573" x="4514850" y="4273550"/>
          <p14:tracePt t="9590" x="4540250" y="4267200"/>
          <p14:tracePt t="9607" x="4616450" y="4241800"/>
          <p14:tracePt t="9623" x="4705350" y="4210050"/>
          <p14:tracePt t="9640" x="4749800" y="4178300"/>
          <p14:tracePt t="9656" x="4832350" y="4140200"/>
          <p14:tracePt t="9673" x="4870450" y="4114800"/>
          <p14:tracePt t="9690" x="4933950" y="4070350"/>
          <p14:tracePt t="9706" x="4972050" y="4038600"/>
          <p14:tracePt t="9723" x="4991100" y="4013200"/>
          <p14:tracePt t="9741" x="5010150" y="3987800"/>
          <p14:tracePt t="9756" x="5016500" y="3975100"/>
          <p14:tracePt t="9773" x="5016500" y="3962400"/>
          <p14:tracePt t="9789" x="5022850" y="3956050"/>
          <p14:tracePt t="9806" x="5029200" y="3943350"/>
          <p14:tracePt t="9908" x="5035550" y="3943350"/>
          <p14:tracePt t="9923" x="5041900" y="3943350"/>
          <p14:tracePt t="9950" x="5048250" y="3943350"/>
          <p14:tracePt t="9964" x="5060950" y="3943350"/>
          <p14:tracePt t="9978" x="5067300" y="3943350"/>
          <p14:tracePt t="9993" x="5086350" y="3943350"/>
          <p14:tracePt t="10006" x="5111750" y="3949700"/>
          <p14:tracePt t="10013" x="5149850" y="3949700"/>
          <p14:tracePt t="10028" x="5213350" y="3949700"/>
          <p14:tracePt t="10038" x="5295900" y="3962400"/>
          <p14:tracePt t="10056" x="5461000" y="3975100"/>
          <p14:tracePt t="10071" x="5562600" y="3975100"/>
          <p14:tracePt t="10088" x="5676900" y="3975100"/>
          <p14:tracePt t="10105" x="5905500" y="3975100"/>
          <p14:tracePt t="10121" x="6000750" y="3975100"/>
          <p14:tracePt t="10138" x="6184900" y="3968750"/>
          <p14:tracePt t="10154" x="6337300" y="3949700"/>
          <p14:tracePt t="10171" x="6400800" y="3937000"/>
          <p14:tracePt t="10189" x="6457950" y="3930650"/>
          <p14:tracePt t="10204" x="6527800" y="3905250"/>
          <p14:tracePt t="10221" x="6572250" y="3898900"/>
          <p14:tracePt t="10239" x="6591300" y="3892550"/>
          <p14:tracePt t="10254" x="6597650" y="3892550"/>
          <p14:tracePt t="10295" x="6597650" y="3886200"/>
          <p14:tracePt t="10393" x="6597650" y="3879850"/>
          <p14:tracePt t="10400" x="6591300" y="3879850"/>
          <p14:tracePt t="10435" x="6578600" y="3879850"/>
          <p14:tracePt t="10442" x="6565900" y="3873500"/>
          <p14:tracePt t="10457" x="6546850" y="3873500"/>
          <p14:tracePt t="10470" x="6515100" y="3873500"/>
          <p14:tracePt t="10487" x="6375400" y="3854450"/>
          <p14:tracePt t="10503" x="6273800" y="3854450"/>
          <p14:tracePt t="10521" x="6026150" y="3841750"/>
          <p14:tracePt t="10536" x="5886450" y="3841750"/>
          <p14:tracePt t="10553" x="5759450" y="3848100"/>
          <p14:tracePt t="10570" x="5645150" y="3848100"/>
          <p14:tracePt t="10587" x="5543550" y="3854450"/>
          <p14:tracePt t="10604" x="5403850" y="3867150"/>
          <p14:tracePt t="10619" x="5346700" y="3867150"/>
          <p14:tracePt t="10653" x="5289550" y="3867150"/>
          <p14:tracePt t="10669" x="5276850" y="3867150"/>
          <p14:tracePt t="10687" x="5264150" y="3867150"/>
          <p14:tracePt t="10703" x="5251450" y="3873500"/>
          <p14:tracePt t="10759" x="5245100" y="3873500"/>
          <p14:tracePt t="10878" x="5245100" y="3886200"/>
          <p14:tracePt t="10892" x="5245100" y="3892550"/>
          <p14:tracePt t="10899" x="5245100" y="3898900"/>
          <p14:tracePt t="11168" x="5162550" y="3829050"/>
          <p14:tracePt t="11182" x="4991100" y="3670300"/>
          <p14:tracePt t="11189" x="4806950" y="3530600"/>
          <p14:tracePt t="11204" x="4641850" y="3390900"/>
          <p14:tracePt t="11218" x="4476750" y="3251200"/>
          <p14:tracePt t="11234" x="4133850" y="3022600"/>
          <p14:tracePt t="11251" x="4006850" y="2940050"/>
          <p14:tracePt t="11268" x="3771900" y="2781300"/>
          <p14:tracePt t="11284" x="3676650" y="2711450"/>
          <p14:tracePt t="11302" x="3524250" y="2609850"/>
          <p14:tracePt t="11317" x="3397250" y="2533650"/>
          <p14:tracePt t="11334" x="3352800" y="2501900"/>
          <p14:tracePt t="11351" x="3263900" y="2457450"/>
          <p14:tracePt t="11367" x="3244850" y="2444750"/>
          <p14:tracePt t="11384" x="3225800" y="2438400"/>
          <p14:tracePt t="11400" x="3187700" y="2413000"/>
          <p14:tracePt t="11417" x="3168650" y="2400300"/>
          <p14:tracePt t="11433" x="3162300" y="2393950"/>
          <p14:tracePt t="11477" x="3155950" y="2393950"/>
          <p14:tracePt t="11576" x="3155950" y="2400300"/>
          <p14:tracePt t="11674" x="3155950" y="2393950"/>
          <p14:tracePt t="11681" x="3155950" y="2381250"/>
          <p14:tracePt t="11695" x="3155950" y="2368550"/>
          <p14:tracePt t="11702" x="3155950" y="2355850"/>
          <p14:tracePt t="11719" x="3149600" y="2330450"/>
          <p14:tracePt t="11732" x="3136900" y="2305050"/>
          <p14:tracePt t="11749" x="3117850" y="2222500"/>
          <p14:tracePt t="11766" x="3092450" y="2139950"/>
          <p14:tracePt t="11782" x="3073400" y="2108200"/>
          <p14:tracePt t="11799" x="3067050" y="2082800"/>
          <p14:tracePt t="11802" x="3054350" y="2063750"/>
          <p14:tracePt t="11817" x="3048000" y="2044700"/>
          <p14:tracePt t="11832" x="3035300" y="2032000"/>
          <p14:tracePt t="11849" x="3028950" y="2012950"/>
          <p14:tracePt t="11865" x="3016250" y="2006600"/>
          <p14:tracePt t="11901" x="3009900" y="2006600"/>
          <p14:tracePt t="11919" x="3003550" y="2000250"/>
          <p14:tracePt t="11962" x="2997200" y="1993900"/>
          <p14:tracePt t="11976" x="2997200" y="1987550"/>
          <p14:tracePt t="11984" x="2990850" y="1981200"/>
          <p14:tracePt t="11999" x="2984500" y="1968500"/>
          <p14:tracePt t="12016" x="2971800" y="1962150"/>
          <p14:tracePt t="12032" x="2940050" y="1911350"/>
          <p14:tracePt t="12049" x="2889250" y="1835150"/>
          <p14:tracePt t="12064" x="2857500" y="1778000"/>
          <p14:tracePt t="12082" x="2832100" y="1733550"/>
          <p14:tracePt t="12098" x="2787650" y="1631950"/>
          <p14:tracePt t="12115" x="2768600" y="1587500"/>
          <p14:tracePt t="12131" x="2743200" y="1536700"/>
          <p14:tracePt t="12148" x="2730500" y="1511300"/>
          <p14:tracePt t="12165" x="2724150" y="1504950"/>
          <p14:tracePt t="12201" x="2717800" y="1504950"/>
          <p14:tracePt t="12222" x="2717800" y="1511300"/>
          <p14:tracePt t="12249" x="2717800" y="1524000"/>
          <p14:tracePt t="12271" x="2717800" y="1530350"/>
          <p14:tracePt t="12390" x="2717800" y="1517650"/>
          <p14:tracePt t="12412" x="2717800" y="1511300"/>
          <p14:tracePt t="12432" x="2717800" y="1504950"/>
          <p14:tracePt t="12489" x="2717800" y="1498600"/>
          <p14:tracePt t="12503" x="2717800" y="1492250"/>
          <p14:tracePt t="12538" x="2724150" y="1492250"/>
          <p14:tracePt t="12566" x="2736850" y="1492250"/>
          <p14:tracePt t="12581" x="2768600" y="1479550"/>
          <p14:tracePt t="12594" x="2806700" y="1479550"/>
          <p14:tracePt t="12608" x="2870200" y="1479550"/>
          <p14:tracePt t="12622" x="2971800" y="1479550"/>
          <p14:tracePt t="12636" x="3086100" y="1479550"/>
          <p14:tracePt t="12650" x="3238500" y="1479550"/>
          <p14:tracePt t="12666" x="3403600" y="1473200"/>
          <p14:tracePt t="12679" x="3594100" y="1460500"/>
          <p14:tracePt t="12696" x="3803650" y="1460500"/>
          <p14:tracePt t="12712" x="4013200" y="1447800"/>
          <p14:tracePt t="12729" x="4184650" y="1422400"/>
          <p14:tracePt t="12745" x="4324350" y="1409700"/>
          <p14:tracePt t="12763" x="4540250" y="1390650"/>
          <p14:tracePt t="12779" x="4597400" y="1377950"/>
          <p14:tracePt t="12795" x="4635500" y="1371600"/>
          <p14:tracePt t="12813" x="4660900" y="1365250"/>
          <p14:tracePt t="12829" x="4673600" y="1358900"/>
          <p14:tracePt t="12845" x="4679950" y="1358900"/>
          <p14:tracePt t="12862" x="4622800" y="1365250"/>
          <p14:tracePt t="12878" x="4540250" y="1397000"/>
          <p14:tracePt t="12896" x="4330700" y="1466850"/>
          <p14:tracePt t="12912" x="4121150" y="1555750"/>
          <p14:tracePt t="12928" x="4032250" y="1593850"/>
          <p14:tracePt t="12946" x="3867150" y="1676400"/>
          <p14:tracePt t="12962" x="3810000" y="1701800"/>
          <p14:tracePt t="12978" x="3759200" y="1752600"/>
          <p14:tracePt t="12996" x="3721100" y="1778000"/>
          <p14:tracePt t="13012" x="3714750" y="1790700"/>
          <p14:tracePt t="13028" x="3708400" y="1797050"/>
          <p14:tracePt t="13045" x="3702050" y="1809750"/>
          <p14:tracePt t="13065" x="3702050" y="1816100"/>
          <p14:tracePt t="13079" x="3695700" y="1822450"/>
          <p14:tracePt t="13094" x="3689350" y="1841500"/>
          <p14:tracePt t="13111" x="3683000" y="1847850"/>
          <p14:tracePt t="13128" x="3676650" y="1860550"/>
          <p14:tracePt t="13144" x="3670300" y="1860550"/>
          <p14:tracePt t="13161" x="3663950" y="1866900"/>
          <p14:tracePt t="13212" x="3663950" y="1873250"/>
          <p14:tracePt t="13241" x="3657600" y="1879600"/>
          <p14:tracePt t="13262" x="3657600" y="1885950"/>
          <p14:tracePt t="13275" x="3644900" y="1892300"/>
          <p14:tracePt t="13289" x="3644900" y="1898650"/>
          <p14:tracePt t="13297" x="3638550" y="1898650"/>
          <p14:tracePt t="13313" x="3632200" y="1905000"/>
          <p14:tracePt t="13327" x="3625850" y="1905000"/>
          <p14:tracePt t="13344" x="3606800" y="1917700"/>
          <p14:tracePt t="13361" x="3587750" y="1930400"/>
          <p14:tracePt t="13377" x="3581400" y="1936750"/>
          <p14:tracePt t="13393" x="3562350" y="1943100"/>
          <p14:tracePt t="13410" x="3549650" y="1955800"/>
          <p14:tracePt t="13427" x="3536950" y="1968500"/>
          <p14:tracePt t="13444" x="3536950" y="1974850"/>
          <p14:tracePt t="13459" x="3530600" y="1974850"/>
          <p14:tracePt t="13480" x="3524250" y="1974850"/>
          <p14:tracePt t="13536" x="3517900" y="1974850"/>
          <p14:tracePt t="13620" x="3517900" y="1968500"/>
          <p14:tracePt t="13627" x="3505200" y="1962150"/>
          <p14:tracePt t="13641" x="3498850" y="1949450"/>
          <p14:tracePt t="13648" x="3479800" y="1917700"/>
          <p14:tracePt t="13662" x="3448050" y="1873250"/>
          <p14:tracePt t="13683" x="3403600" y="1803400"/>
          <p14:tracePt t="13692" x="3346450" y="1720850"/>
          <p14:tracePt t="13709" x="3270250" y="1612900"/>
          <p14:tracePt t="13726" x="3079750" y="1346200"/>
          <p14:tracePt t="13742" x="2965450" y="1206500"/>
          <p14:tracePt t="13759" x="2863850" y="1073150"/>
          <p14:tracePt t="13775" x="2692400" y="844550"/>
          <p14:tracePt t="13792" x="2584450" y="704850"/>
          <p14:tracePt t="13810" x="2533650" y="660400"/>
          <p14:tracePt t="13825" x="2495550" y="615950"/>
          <p14:tracePt t="13842" x="2476500" y="596900"/>
          <p14:tracePt t="13859" x="2470150" y="590550"/>
          <p14:tracePt t="13875" x="2463800" y="584200"/>
          <p14:tracePt t="13929" x="2463800" y="590550"/>
          <p14:tracePt t="14126" x="2463800" y="596900"/>
          <p14:tracePt t="14133" x="2463800" y="603250"/>
          <p14:tracePt t="14147" x="2470150" y="609600"/>
          <p14:tracePt t="14168" x="2470150" y="615950"/>
          <p14:tracePt t="14177" x="2482850" y="628650"/>
          <p14:tracePt t="14190" x="2508250" y="660400"/>
          <p14:tracePt t="14207" x="2552700" y="704850"/>
          <p14:tracePt t="14224" x="2711450" y="869950"/>
          <p14:tracePt t="14241" x="2895600" y="1066800"/>
          <p14:tracePt t="14257" x="2978150" y="1162050"/>
          <p14:tracePt t="14274" x="3149600" y="1339850"/>
          <p14:tracePt t="14290" x="3219450" y="1422400"/>
          <p14:tracePt t="14307" x="3282950" y="1485900"/>
          <p14:tracePt t="14324" x="3352800" y="1562100"/>
          <p14:tracePt t="14340" x="3390900" y="1612900"/>
          <p14:tracePt t="14358" x="3397250" y="1619250"/>
          <p14:tracePt t="14373" x="3397250" y="1625600"/>
          <p14:tracePt t="14421" x="3397250" y="1619250"/>
          <p14:tracePt t="14442" x="3397250" y="1612900"/>
          <p14:tracePt t="14470" x="3390900" y="1600200"/>
          <p14:tracePt t="14477" x="3378200" y="1587500"/>
          <p14:tracePt t="14492" x="3352800" y="1562100"/>
          <p14:tracePt t="14506" x="3327400" y="1530350"/>
          <p14:tracePt t="14523" x="3282950" y="1485900"/>
          <p14:tracePt t="14540" x="3162300" y="1327150"/>
          <p14:tracePt t="14556" x="3009900" y="1130300"/>
          <p14:tracePt t="14573" x="2921000" y="1016000"/>
          <p14:tracePt t="14590" x="2774950" y="825500"/>
          <p14:tracePt t="14606" x="2711450" y="742950"/>
          <p14:tracePt t="14622" x="2628900" y="654050"/>
          <p14:tracePt t="14640" x="2597150" y="622300"/>
          <p14:tracePt t="14655" x="2584450" y="615950"/>
          <p14:tracePt t="14672" x="2578100" y="609600"/>
          <p14:tracePt t="14689" x="2571750" y="609600"/>
          <p14:tracePt t="14705" x="2571750" y="615950"/>
          <p14:tracePt t="14723" x="2571750" y="622300"/>
          <p14:tracePt t="14739" x="2571750" y="628650"/>
          <p14:tracePt t="14756" x="2571750" y="641350"/>
          <p14:tracePt t="14773" x="2571750" y="654050"/>
          <p14:tracePt t="14789" x="2571750" y="660400"/>
          <p14:tracePt t="14805" x="2578100" y="673100"/>
          <p14:tracePt t="14822" x="2584450" y="685800"/>
          <p14:tracePt t="14838" x="2609850" y="711200"/>
          <p14:tracePt t="14855" x="2647950" y="755650"/>
          <p14:tracePt t="14872" x="2781300" y="901700"/>
          <p14:tracePt t="14888" x="2952750" y="1123950"/>
          <p14:tracePt t="14905" x="3067050" y="1257300"/>
          <p14:tracePt t="14921" x="3263900" y="1492250"/>
          <p14:tracePt t="14938" x="3340100" y="1587500"/>
          <p14:tracePt t="14955" x="3460750" y="1739900"/>
          <p14:tracePt t="14971" x="3524250" y="1841500"/>
          <p14:tracePt t="14988" x="3543300" y="1860550"/>
          <p14:tracePt t="15005" x="3556000" y="1879600"/>
          <p14:tracePt t="15021" x="3562350" y="1879600"/>
          <p14:tracePt t="15054" x="3562350" y="1873250"/>
          <p14:tracePt t="15071" x="3556000" y="1860550"/>
          <p14:tracePt t="15088" x="3549650" y="1847850"/>
          <p14:tracePt t="15104" x="3511550" y="1790700"/>
          <p14:tracePt t="15121" x="3460750" y="1733550"/>
          <p14:tracePt t="15138" x="3340100" y="1581150"/>
          <p14:tracePt t="15154" x="3257550" y="1498600"/>
          <p14:tracePt t="15170" x="3168650" y="1403350"/>
          <p14:tracePt t="15188" x="2984500" y="1193800"/>
          <p14:tracePt t="15204" x="2901950" y="1098550"/>
          <p14:tracePt t="15221" x="2743200" y="920750"/>
          <p14:tracePt t="15237" x="2635250" y="793750"/>
          <p14:tracePt t="15254" x="2609850" y="768350"/>
          <p14:tracePt t="15270" x="2590800" y="749300"/>
          <p14:tracePt t="15287" x="2578100" y="742950"/>
          <p14:tracePt t="15303" x="2571750" y="742950"/>
          <p14:tracePt t="15341" x="2571750" y="749300"/>
          <p14:tracePt t="15355" x="2571750" y="755650"/>
          <p14:tracePt t="15362" x="2571750" y="762000"/>
          <p14:tracePt t="15377" x="2571750" y="768350"/>
          <p14:tracePt t="15412" x="2571750" y="781050"/>
          <p14:tracePt t="15440" x="2578100" y="787400"/>
          <p14:tracePt t="15475" x="2584450" y="793750"/>
          <p14:tracePt t="15489" x="2584450" y="800100"/>
          <p14:tracePt t="15504" x="2597150" y="806450"/>
          <p14:tracePt t="15510" x="2603500" y="819150"/>
          <p14:tracePt t="15524" x="2622550" y="844550"/>
          <p14:tracePt t="15535" x="2673350" y="901700"/>
          <p14:tracePt t="15553" x="2825750" y="1066800"/>
          <p14:tracePt t="15569" x="2933700" y="1193800"/>
          <p14:tracePt t="15586" x="3048000" y="1333500"/>
          <p14:tracePt t="15602" x="3263900" y="1631950"/>
          <p14:tracePt t="15619" x="3340100" y="1739900"/>
          <p14:tracePt t="15637" x="3454400" y="1924050"/>
          <p14:tracePt t="15652" x="3517900" y="2019300"/>
          <p14:tracePt t="15669" x="3530600" y="2038350"/>
          <p14:tracePt t="15686" x="3543300" y="2051050"/>
          <p14:tracePt t="15896" x="3543300" y="2044700"/>
          <p14:tracePt t="15932" x="3536950" y="2038350"/>
          <p14:tracePt t="15974" x="3530600" y="2032000"/>
          <p14:tracePt t="15981" x="3524250" y="2025650"/>
          <p14:tracePt t="15995" x="3517900" y="2025650"/>
          <p14:tracePt t="16004" x="3511550" y="2019300"/>
          <p14:tracePt t="16018" x="3492500" y="2012950"/>
          <p14:tracePt t="16034" x="3473450" y="2000250"/>
          <p14:tracePt t="16051" x="3441700" y="1993900"/>
          <p14:tracePt t="16067" x="3359150" y="1955800"/>
          <p14:tracePt t="16084" x="3263900" y="1930400"/>
          <p14:tracePt t="16101" x="3162300" y="1905000"/>
          <p14:tracePt t="16117" x="3136900" y="1898650"/>
          <p14:tracePt t="16134" x="3105150" y="1898650"/>
          <p14:tracePt t="16150" x="3067050" y="1885950"/>
          <p14:tracePt t="16167" x="3048000" y="1885950"/>
          <p14:tracePt t="16184" x="3041650" y="1879600"/>
          <p14:tracePt t="16217" x="3035300" y="1879600"/>
          <p14:tracePt t="16480" x="3035300" y="1873250"/>
          <p14:tracePt t="16501" x="3035300" y="1866900"/>
          <p14:tracePt t="16508" x="3035300" y="1860550"/>
          <p14:tracePt t="16522" x="3035300" y="1847850"/>
          <p14:tracePt t="16532" x="3035300" y="1835150"/>
          <p14:tracePt t="16550" x="3028950" y="1797050"/>
          <p14:tracePt t="16566" x="3009900" y="1746250"/>
          <p14:tracePt t="16582" x="2984500" y="1689100"/>
          <p14:tracePt t="16600" x="2914650" y="1530350"/>
          <p14:tracePt t="16616" x="2800350" y="1339850"/>
          <p14:tracePt t="16632" x="2736850" y="1231900"/>
          <p14:tracePt t="16649" x="2622550" y="1066800"/>
          <p14:tracePt t="16665" x="2571750" y="996950"/>
          <p14:tracePt t="16682" x="2495550" y="895350"/>
          <p14:tracePt t="16698" x="2463800" y="863600"/>
          <p14:tracePt t="16715" x="2432050" y="825500"/>
          <p14:tracePt t="16733" x="2432050" y="819150"/>
          <p14:tracePt t="16749" x="2425700" y="819150"/>
          <p14:tracePt t="16766" x="2425700" y="812800"/>
          <p14:tracePt t="16929" x="2425700" y="819150"/>
          <p14:tracePt t="16936" x="2425700" y="825500"/>
          <p14:tracePt t="16958" x="2425700" y="831850"/>
          <p14:tracePt t="16979" x="2425700" y="838200"/>
          <p14:tracePt t="17000" x="2425700" y="844550"/>
          <p14:tracePt t="17021" x="2425700" y="857250"/>
          <p14:tracePt t="17034" x="2425700" y="863600"/>
          <p14:tracePt t="17042" x="2438400" y="882650"/>
          <p14:tracePt t="17056" x="2463800" y="927100"/>
          <p14:tracePt t="17065" x="2508250" y="996950"/>
          <p14:tracePt t="17081" x="2565400" y="1079500"/>
          <p14:tracePt t="17100" x="2724150" y="1308100"/>
          <p14:tracePt t="17114" x="2844800" y="1473200"/>
          <p14:tracePt t="17130" x="2965450" y="1631950"/>
          <p14:tracePt t="17148" x="3162300" y="1898650"/>
          <p14:tracePt t="17164" x="3282950" y="2076450"/>
          <p14:tracePt t="17180" x="3321050" y="2133600"/>
          <p14:tracePt t="17197" x="3371850" y="2203450"/>
          <p14:tracePt t="17213" x="3384550" y="2216150"/>
          <p14:tracePt t="17232" x="3390900" y="2235200"/>
          <p14:tracePt t="17247" x="3397250" y="2241550"/>
          <p14:tracePt t="17281" x="3397250" y="2216150"/>
          <p14:tracePt t="17297" x="3397250" y="2197100"/>
          <p14:tracePt t="17313" x="3384550" y="2152650"/>
          <p14:tracePt t="17331" x="3238500" y="1924050"/>
          <p14:tracePt t="17346" x="3155950" y="1778000"/>
          <p14:tracePt t="17363" x="3092450" y="1657350"/>
          <p14:tracePt t="17366" x="3003550" y="1504950"/>
          <p14:tracePt t="17382" x="2895600" y="1327150"/>
          <p14:tracePt t="17396" x="2787650" y="1168400"/>
          <p14:tracePt t="17413" x="2698750" y="1060450"/>
          <p14:tracePt t="17430" x="2514600" y="825500"/>
          <p14:tracePt t="17446" x="2406650" y="698500"/>
          <p14:tracePt t="17463" x="2336800" y="628650"/>
          <p14:tracePt t="17479" x="2324100" y="615950"/>
          <p14:tracePt t="17496" x="2317750" y="615950"/>
          <p14:tracePt t="17513" x="2311400" y="615950"/>
          <p14:tracePt t="17548" x="2311400" y="622300"/>
          <p14:tracePt t="17569" x="2305050" y="628650"/>
          <p14:tracePt t="17590" x="2298700" y="635000"/>
          <p14:tracePt t="17604" x="2292350" y="635000"/>
          <p14:tracePt t="17618" x="2286000" y="641350"/>
          <p14:tracePt t="17625" x="2273300" y="654050"/>
          <p14:tracePt t="17639" x="2260600" y="666750"/>
          <p14:tracePt t="17648" x="2247900" y="692150"/>
          <p14:tracePt t="17661" x="2216150" y="704850"/>
          <p14:tracePt t="17678" x="2190750" y="749300"/>
          <p14:tracePt t="17696" x="2108200" y="819150"/>
          <p14:tracePt t="17712" x="2006600" y="908050"/>
          <p14:tracePt t="17728" x="1949450" y="946150"/>
          <p14:tracePt t="17745" x="1835150" y="1022350"/>
          <p14:tracePt t="17762" x="1765300" y="1047750"/>
          <p14:tracePt t="17778" x="1695450" y="1079500"/>
          <p14:tracePt t="17795" x="1625600" y="1111250"/>
          <p14:tracePt t="17811" x="1581150" y="1117600"/>
          <p14:tracePt t="17829" x="1543050" y="1117600"/>
          <p14:tracePt t="17845" x="1517650" y="1117600"/>
          <p14:tracePt t="17861" x="1479550" y="1111250"/>
          <p14:tracePt t="17878" x="1428750" y="1085850"/>
          <p14:tracePt t="17894" x="1397000" y="1073150"/>
          <p14:tracePt t="17911" x="1365250" y="1060450"/>
          <p14:tracePt t="17928" x="1276350" y="1016000"/>
          <p14:tracePt t="17944" x="1193800" y="990600"/>
          <p14:tracePt t="17961" x="1162050" y="977900"/>
          <p14:tracePt t="17978" x="1104900" y="952500"/>
          <p14:tracePt t="17994" x="1079500" y="946150"/>
          <p14:tracePt t="18013" x="1054100" y="946150"/>
          <p14:tracePt t="18044" x="1047750" y="946150"/>
          <p14:tracePt t="18075" x="1047750" y="939800"/>
          <p14:tracePt t="18082" x="1066800" y="939800"/>
          <p14:tracePt t="18097" x="1098550" y="939800"/>
          <p14:tracePt t="18111" x="1136650" y="939800"/>
          <p14:tracePt t="18127" x="1289050" y="939800"/>
          <p14:tracePt t="18144" x="1390650" y="952500"/>
          <p14:tracePt t="18160" x="1606550" y="971550"/>
          <p14:tracePt t="18177" x="1695450" y="984250"/>
          <p14:tracePt t="18194" x="1854200" y="990600"/>
          <p14:tracePt t="18210" x="1905000" y="990600"/>
          <p14:tracePt t="18227" x="1943100" y="990600"/>
          <p14:tracePt t="18244" x="1955800" y="990600"/>
          <p14:tracePt t="18260" x="1962150" y="990600"/>
          <p14:tracePt t="18307" x="1955800" y="990600"/>
          <p14:tracePt t="18335" x="1949450" y="996950"/>
          <p14:tracePt t="18348" x="1936750" y="1003300"/>
          <p14:tracePt t="18356" x="1930400" y="1016000"/>
          <p14:tracePt t="18370" x="1917700" y="1028700"/>
          <p14:tracePt t="18379" x="1892300" y="1054100"/>
          <p14:tracePt t="18392" x="1866900" y="1098550"/>
          <p14:tracePt t="18409" x="1847850" y="1136650"/>
          <p14:tracePt t="18427" x="1797050" y="1250950"/>
          <p14:tracePt t="18443" x="1778000" y="1308100"/>
          <p14:tracePt t="18460" x="1746250" y="1428750"/>
          <p14:tracePt t="18476" x="1733550" y="1511300"/>
          <p14:tracePt t="18492" x="1733550" y="1536700"/>
          <p14:tracePt t="18509" x="1733550" y="1555750"/>
          <p14:tracePt t="18525" x="1733550" y="1587500"/>
          <p14:tracePt t="18542" x="1733550" y="1606550"/>
          <p14:tracePt t="18559" x="1733550" y="1612900"/>
          <p14:tracePt t="18575" x="1733550" y="1619250"/>
          <p14:tracePt t="18609" x="1758950" y="1619250"/>
          <p14:tracePt t="18625" x="1778000" y="1625600"/>
          <p14:tracePt t="18642" x="1847850" y="1631950"/>
          <p14:tracePt t="18659" x="2025650" y="1651000"/>
          <p14:tracePt t="18675" x="2146300" y="1676400"/>
          <p14:tracePt t="18692" x="2286000" y="1695450"/>
          <p14:tracePt t="18708" x="2571750" y="1727200"/>
          <p14:tracePt t="18725" x="2813050" y="1784350"/>
          <p14:tracePt t="18742" x="2914650" y="1816100"/>
          <p14:tracePt t="18758" x="2997200" y="1835150"/>
          <p14:tracePt t="18775" x="3060700" y="1854200"/>
          <p14:tracePt t="18792" x="3111500" y="1873250"/>
          <p14:tracePt t="18808" x="3117850" y="1873250"/>
          <p14:tracePt t="18825" x="3124200" y="1879600"/>
          <p14:tracePt t="18857" x="3124200" y="1885950"/>
          <p14:tracePt t="18877" x="3117850" y="1885950"/>
          <p14:tracePt t="18911" x="3117850" y="1892300"/>
          <p14:tracePt t="18953" x="3117850" y="1898650"/>
          <p14:tracePt t="18967" x="3124200" y="1911350"/>
          <p14:tracePt t="18981" x="3149600" y="1930400"/>
          <p14:tracePt t="18988" x="3162300" y="1949450"/>
          <p14:tracePt t="19002" x="3181350" y="1962150"/>
          <p14:tracePt t="19011" x="3213100" y="1993900"/>
          <p14:tracePt t="19026" x="3238500" y="2012950"/>
          <p14:tracePt t="19041" x="3251200" y="2025650"/>
          <p14:tracePt t="19059" x="3270250" y="2038350"/>
          <p14:tracePt t="19074" x="3276600" y="2038350"/>
          <p14:tracePt t="19109" x="3263900" y="2032000"/>
          <p14:tracePt t="19124" x="3251200" y="2025650"/>
          <p14:tracePt t="19140" x="3155950" y="2006600"/>
          <p14:tracePt t="19157" x="3003550" y="2000250"/>
          <p14:tracePt t="19173" x="2914650" y="2000250"/>
          <p14:tracePt t="19190" x="2838450" y="2000250"/>
          <p14:tracePt t="19207" x="2686050" y="1987550"/>
          <p14:tracePt t="19223" x="2635250" y="1987550"/>
          <p14:tracePt t="19240" x="2584450" y="1981200"/>
          <p14:tracePt t="19256" x="2559050" y="1974850"/>
          <p14:tracePt t="19273" x="2552700" y="1968500"/>
          <p14:tracePt t="19290" x="2552700" y="1943100"/>
          <p14:tracePt t="19306" x="2552700" y="1917700"/>
          <p14:tracePt t="19323" x="2546350" y="1816100"/>
          <p14:tracePt t="19340" x="2501900" y="1619250"/>
          <p14:tracePt t="19356" x="2470150" y="1492250"/>
          <p14:tracePt t="19373" x="2438400" y="1358900"/>
          <p14:tracePt t="19389" x="2393950" y="1231900"/>
          <p14:tracePt t="19406" x="2311400" y="1022350"/>
          <p14:tracePt t="19423" x="2266950" y="939800"/>
          <p14:tracePt t="19439" x="2190750" y="825500"/>
          <p14:tracePt t="19456" x="2171700" y="800100"/>
          <p14:tracePt t="19473" x="2133600" y="755650"/>
          <p14:tracePt t="19489" x="2114550" y="755650"/>
          <p14:tracePt t="19523" x="2108200" y="755650"/>
          <p14:tracePt t="19539" x="2108200" y="762000"/>
          <p14:tracePt t="19556" x="2108200" y="768350"/>
          <p14:tracePt t="19572" x="2108200" y="774700"/>
          <p14:tracePt t="19599" x="2108200" y="781050"/>
          <p14:tracePt t="19614" x="2108200" y="787400"/>
          <p14:tracePt t="19628" x="2108200" y="793750"/>
          <p14:tracePt t="19638" x="2108200" y="806450"/>
          <p14:tracePt t="19656" x="2095500" y="844550"/>
          <p14:tracePt t="19671" x="2070100" y="889000"/>
          <p14:tracePt t="19688" x="2057400" y="920750"/>
          <p14:tracePt t="19705" x="1993900" y="1009650"/>
          <p14:tracePt t="19721" x="1936750" y="1111250"/>
          <p14:tracePt t="19738" x="1905000" y="1181100"/>
          <p14:tracePt t="19755" x="1879600" y="1346200"/>
          <p14:tracePt t="19771" x="1879600" y="1435100"/>
          <p14:tracePt t="19788" x="1879600" y="1549400"/>
          <p14:tracePt t="19804" x="1943100" y="1784350"/>
          <p14:tracePt t="19821" x="2051050" y="1968500"/>
          <p14:tracePt t="19840" x="2114550" y="2063750"/>
          <p14:tracePt t="19854" x="2133600" y="2095500"/>
          <p14:tracePt t="19871" x="2152650" y="2108200"/>
          <p14:tracePt t="19874" x="2152650" y="2114550"/>
          <p14:tracePt t="19888" x="2159000" y="2114550"/>
          <p14:tracePt t="19904" x="2165350" y="2114550"/>
          <p14:tracePt t="19920" x="2165350" y="2108200"/>
          <p14:tracePt t="19938" x="2178050" y="2101850"/>
          <p14:tracePt t="19954" x="2184400" y="2089150"/>
          <p14:tracePt t="19971" x="2203450" y="2063750"/>
          <p14:tracePt t="19987" x="2228850" y="2032000"/>
          <p14:tracePt t="20004" x="2298700" y="1943100"/>
          <p14:tracePt t="20021" x="2387600" y="1816100"/>
          <p14:tracePt t="20037" x="2438400" y="1746250"/>
          <p14:tracePt t="20054" x="2482850" y="1638300"/>
          <p14:tracePt t="20071" x="2552700" y="1428750"/>
          <p14:tracePt t="20087" x="2584450" y="1238250"/>
          <p14:tracePt t="20104" x="2584450" y="1149350"/>
          <p14:tracePt t="20120" x="2584450" y="1073150"/>
          <p14:tracePt t="20137" x="2571750" y="990600"/>
          <p14:tracePt t="20154" x="2540000" y="869950"/>
          <p14:tracePt t="20169" x="2527300" y="819150"/>
          <p14:tracePt t="20187" x="2514600" y="793750"/>
          <p14:tracePt t="20204" x="2508250" y="781050"/>
          <p14:tracePt t="20220" x="2508250" y="774700"/>
          <p14:tracePt t="20274" x="2508250" y="781050"/>
          <p14:tracePt t="20302" x="2508250" y="787400"/>
          <p14:tracePt t="20344" x="2514600" y="793750"/>
          <p14:tracePt t="20373" x="2520950" y="800100"/>
          <p14:tracePt t="20415" x="2527300" y="806450"/>
          <p14:tracePt t="20429" x="2540000" y="819150"/>
          <p14:tracePt t="20443" x="2559050" y="831850"/>
          <p14:tracePt t="20450" x="2603500" y="863600"/>
          <p14:tracePt t="20464" x="2686050" y="939800"/>
          <p14:tracePt t="20478" x="2819400" y="1060450"/>
          <p14:tracePt t="20487" x="3016250" y="1257300"/>
          <p14:tracePt t="20502" x="3263900" y="1485900"/>
          <p14:tracePt t="20519" x="3492500" y="1733550"/>
          <p14:tracePt t="20535" x="3854450" y="2127250"/>
          <p14:tracePt t="20552" x="3956050" y="2241550"/>
          <p14:tracePt t="20569" x="4089400" y="2362200"/>
          <p14:tracePt t="20585" x="4133850" y="2400300"/>
          <p14:tracePt t="20602" x="4140200" y="2400300"/>
          <p14:tracePt t="20619" x="4146550" y="2400300"/>
          <p14:tracePt t="20651" x="4152900" y="2400300"/>
          <p14:tracePt t="20668" x="4159250" y="2387600"/>
          <p14:tracePt t="20701" x="4159250" y="2381250"/>
          <p14:tracePt t="20718" x="4159250" y="2374900"/>
          <p14:tracePt t="20735" x="4146550" y="2368550"/>
          <p14:tracePt t="20752" x="4146550" y="2362200"/>
          <p14:tracePt t="20768" x="4127500" y="2343150"/>
          <p14:tracePt t="20784" x="4102100" y="2324100"/>
          <p14:tracePt t="20802" x="4000500" y="2247900"/>
          <p14:tracePt t="20818" x="3905250" y="2171700"/>
          <p14:tracePt t="20834" x="3663950" y="1987550"/>
          <p14:tracePt t="20851" x="3498850" y="1835150"/>
          <p14:tracePt t="20868" x="3302000" y="1670050"/>
          <p14:tracePt t="20884" x="2908300" y="1289050"/>
          <p14:tracePt t="20901" x="2546350" y="958850"/>
          <p14:tracePt t="20917" x="2451100" y="863600"/>
          <p14:tracePt t="20935" x="2298700" y="723900"/>
          <p14:tracePt t="20950" x="2235200" y="679450"/>
          <p14:tracePt t="20967" x="2216150" y="666750"/>
          <p14:tracePt t="20984" x="2190750" y="660400"/>
          <p14:tracePt t="21000" x="2190750" y="666750"/>
          <p14:tracePt t="21017" x="2190750" y="673100"/>
          <p14:tracePt t="21034" x="2203450" y="698500"/>
          <p14:tracePt t="21051" x="2216150" y="711200"/>
          <p14:tracePt t="21067" x="2228850" y="723900"/>
          <p14:tracePt t="21083" x="2292350" y="774700"/>
          <p14:tracePt t="21100" x="2438400" y="914400"/>
          <p14:tracePt t="21118" x="2724150" y="1219200"/>
          <p14:tracePt t="21133" x="2901950" y="1390650"/>
          <p14:tracePt t="21150" x="3041650" y="1581150"/>
          <p14:tracePt t="21167" x="3238500" y="1847850"/>
          <p14:tracePt t="21183" x="3302000" y="1930400"/>
          <p14:tracePt t="21216" x="3378200" y="2044700"/>
          <p14:tracePt t="21233" x="3390900" y="2057400"/>
          <p14:tracePt t="21250" x="3397250" y="2076450"/>
          <p14:tracePt t="21266" x="3397250" y="2082800"/>
          <p14:tracePt t="21321" x="3390900" y="2082800"/>
          <p14:tracePt t="21377" x="3384550" y="2082800"/>
          <p14:tracePt t="21413" x="3384550" y="2076450"/>
          <p14:tracePt t="21419" x="3378200" y="2076450"/>
          <p14:tracePt t="21435" x="3378200" y="2070100"/>
          <p14:tracePt t="21449" x="3378200" y="2063750"/>
          <p14:tracePt t="21465" x="3378200" y="2057400"/>
          <p14:tracePt t="21497" x="3378200" y="2044700"/>
          <p14:tracePt t="21518" x="3378200" y="2038350"/>
          <p14:tracePt t="21533" x="3378200" y="2025650"/>
          <p14:tracePt t="21546" x="3378200" y="2019300"/>
          <p14:tracePt t="21560" x="3378200" y="2012950"/>
          <p14:tracePt t="21574" x="3378200" y="2006600"/>
          <p14:tracePt t="21588" x="3378200" y="2000250"/>
          <p14:tracePt t="21598" x="3371850" y="2000250"/>
          <p14:tracePt t="21615" x="3365500" y="1993900"/>
          <p14:tracePt t="21631" x="3352800" y="1981200"/>
          <p14:tracePt t="21648" x="3346450" y="1981200"/>
          <p14:tracePt t="21665" x="3321050" y="1968500"/>
          <p14:tracePt t="21681" x="3282950" y="1949450"/>
          <p14:tracePt t="21698" x="3263900" y="1943100"/>
          <p14:tracePt t="21716" x="3238500" y="1943100"/>
          <p14:tracePt t="21731" x="3225800" y="1936750"/>
          <p14:tracePt t="21748" x="3219450" y="1936750"/>
          <p14:tracePt t="21765" x="3206750" y="1936750"/>
          <p14:tracePt t="21801" x="3206750" y="1943100"/>
          <p14:tracePt t="21820" x="3206750" y="1955800"/>
          <p14:tracePt t="21849" x="3213100" y="1955800"/>
          <p14:tracePt t="21862" x="3225800" y="1962150"/>
          <p14:tracePt t="21876" x="3244850" y="1968500"/>
          <p14:tracePt t="21884" x="3276600" y="1974850"/>
          <p14:tracePt t="21900" x="3308350" y="1981200"/>
          <p14:tracePt t="21914" x="3359150" y="1993900"/>
          <p14:tracePt t="21931" x="3479800" y="2012950"/>
          <p14:tracePt t="21947" x="3606800" y="2032000"/>
          <p14:tracePt t="21964" x="3676650" y="2038350"/>
          <p14:tracePt t="21981" x="3714750" y="2038350"/>
          <p14:tracePt t="21997" x="3784600" y="2038350"/>
          <p14:tracePt t="22013" x="3810000" y="2038350"/>
          <p14:tracePt t="22031" x="3835400" y="2038350"/>
          <p14:tracePt t="22047" x="3841750" y="2038350"/>
          <p14:tracePt t="22087" x="3841750" y="2032000"/>
          <p14:tracePt t="22129" x="3835400" y="2032000"/>
          <p14:tracePt t="22164" x="3829050" y="2032000"/>
          <p14:tracePt t="22207" x="3822700" y="2032000"/>
          <p14:tracePt t="22326" x="3835400" y="2038350"/>
          <p14:tracePt t="22333" x="3841750" y="2038350"/>
          <p14:tracePt t="22349" x="3854450" y="2038350"/>
          <p14:tracePt t="22362" x="3879850" y="2038350"/>
          <p14:tracePt t="22379" x="3981450" y="2038350"/>
          <p14:tracePt t="22396" x="4159250" y="2038350"/>
          <p14:tracePt t="22412" x="4260850" y="2025650"/>
          <p14:tracePt t="22429" x="4368800" y="2000250"/>
          <p14:tracePt t="22446" x="4546600" y="1962150"/>
          <p14:tracePt t="22462" x="4616450" y="1943100"/>
          <p14:tracePt t="22479" x="4724400" y="1905000"/>
          <p14:tracePt t="22495" x="4775200" y="1892300"/>
          <p14:tracePt t="22512" x="4781550" y="1892300"/>
          <p14:tracePt t="22528" x="4794250" y="1885950"/>
          <p14:tracePt t="22545" x="4800600" y="1879600"/>
          <p14:tracePt t="22599" x="4800600" y="1873250"/>
          <p14:tracePt t="22635" x="4800600" y="1866900"/>
          <p14:tracePt t="22649" x="4800600" y="1860550"/>
          <p14:tracePt t="22656" x="4794250" y="1847850"/>
          <p14:tracePt t="22670" x="4787900" y="1828800"/>
          <p14:tracePt t="22684" x="4781550" y="1803400"/>
          <p14:tracePt t="22698" x="4743450" y="1752600"/>
          <p14:tracePt t="22714" x="4692650" y="1682750"/>
          <p14:tracePt t="22728" x="4622800" y="1587500"/>
          <p14:tracePt t="22744" x="4330700" y="1282700"/>
          <p14:tracePt t="22762" x="3962400" y="952500"/>
          <p14:tracePt t="22778" x="3822700" y="838200"/>
          <p14:tracePt t="22794" x="3689350" y="736600"/>
          <p14:tracePt t="22811" x="3536950" y="628650"/>
          <p14:tracePt t="22827" x="3460750" y="590550"/>
          <p14:tracePt t="22861" x="3454400" y="596900"/>
          <p14:tracePt t="22877" x="3467100" y="603250"/>
          <p14:tracePt t="22894" x="3498850" y="628650"/>
          <p14:tracePt t="22910" x="3632200" y="698500"/>
          <p14:tracePt t="22927" x="3771900" y="768350"/>
          <p14:tracePt t="22944" x="4019550" y="889000"/>
          <p14:tracePt t="22960" x="4667250" y="1200150"/>
          <p14:tracePt t="22977" x="5041900" y="1358900"/>
          <p14:tracePt t="22994" x="5568950" y="1562100"/>
          <p14:tracePt t="23010" x="5753100" y="1612900"/>
          <p14:tracePt t="23027" x="5880100" y="1625600"/>
          <p14:tracePt t="23043" x="6000750" y="1631950"/>
          <p14:tracePt t="23060" x="6038850" y="1631950"/>
          <p14:tracePt t="23077" x="6045200" y="1631950"/>
          <p14:tracePt t="23093" x="6045200" y="1625600"/>
          <p14:tracePt t="23113" x="6038850" y="1625600"/>
          <p14:tracePt t="23127" x="6032500" y="1619250"/>
          <p14:tracePt t="23142" x="6007100" y="1619250"/>
          <p14:tracePt t="23159" x="5962650" y="1651000"/>
          <p14:tracePt t="23177" x="5784850" y="1708150"/>
          <p14:tracePt t="23193" x="5683250" y="1758950"/>
          <p14:tracePt t="23210" x="5372100" y="1854200"/>
          <p14:tracePt t="23226" x="4978400" y="1981200"/>
          <p14:tracePt t="23243" x="4826000" y="2012950"/>
          <p14:tracePt t="23259" x="4692650" y="2057400"/>
          <p14:tracePt t="23276" x="4457700" y="2120900"/>
          <p14:tracePt t="23292" x="4368800" y="2139950"/>
          <p14:tracePt t="23310" x="4210050" y="2190750"/>
          <p14:tracePt t="23326" x="4095750" y="2247900"/>
          <p14:tracePt t="23342" x="4038600" y="2279650"/>
          <p14:tracePt t="23360" x="3949700" y="2343150"/>
          <p14:tracePt t="23375" x="3917950" y="2374900"/>
          <p14:tracePt t="23392" x="3854450" y="2444750"/>
          <p14:tracePt t="23409" x="3810000" y="2508250"/>
          <p14:tracePt t="23425" x="3803650" y="2540000"/>
          <p14:tracePt t="23442" x="3790950" y="2565400"/>
          <p14:tracePt t="23445" x="3790950" y="2590800"/>
          <p14:tracePt t="23458" x="3790950" y="2609850"/>
          <p14:tracePt t="23475" x="3810000" y="2628900"/>
          <p14:tracePt t="23492" x="3873500" y="2667000"/>
          <p14:tracePt t="23508" x="3975100" y="2711450"/>
          <p14:tracePt t="23525" x="4051300" y="2736850"/>
          <p14:tracePt t="23542" x="4248150" y="2774950"/>
          <p14:tracePt t="23558" x="4337050" y="2774950"/>
          <p14:tracePt t="23575" x="4457700" y="2755900"/>
          <p14:tracePt t="23592" x="4489450" y="2717800"/>
          <p14:tracePt t="23608" x="4495800" y="2698750"/>
          <p14:tracePt t="23626" x="4489450" y="2654300"/>
          <p14:tracePt t="23642" x="4464050" y="2622550"/>
          <p14:tracePt t="23658" x="4324350" y="2501900"/>
          <p14:tracePt t="23675" x="4216400" y="2413000"/>
          <p14:tracePt t="23691" x="3867150" y="2228850"/>
          <p14:tracePt t="23708" x="3695700" y="2152650"/>
          <p14:tracePt t="23725" x="3416300" y="2032000"/>
          <p14:tracePt t="23741" x="3308350" y="2000250"/>
          <p14:tracePt t="23758" x="3130550" y="1993900"/>
          <p14:tracePt t="23774" x="3016250" y="1993900"/>
          <p14:tracePt t="23791" x="2984500" y="2012950"/>
          <p14:tracePt t="23808" x="2952750" y="2019300"/>
          <p14:tracePt t="23824" x="2921000" y="2038350"/>
          <p14:tracePt t="23841" x="2901950" y="2063750"/>
          <p14:tracePt t="23858" x="2876550" y="2089150"/>
          <p14:tracePt t="23874" x="2863850" y="2101850"/>
          <p14:tracePt t="23890" x="2851150" y="2120900"/>
          <p14:tracePt t="23908" x="2825750" y="2152650"/>
          <p14:tracePt t="23923" x="2800350" y="2178050"/>
          <p14:tracePt t="23940" x="2774950" y="2216150"/>
          <p14:tracePt t="23957" x="2717800" y="2273300"/>
          <p14:tracePt t="23974" x="2692400" y="2298700"/>
          <p14:tracePt t="23992" x="2679700" y="2330450"/>
          <p14:tracePt t="24007" x="2628900" y="2406650"/>
          <p14:tracePt t="24023" x="2603500" y="2489200"/>
          <p14:tracePt t="24041" x="2578100" y="2584450"/>
          <p14:tracePt t="24057" x="2559050" y="2641600"/>
          <p14:tracePt t="24073" x="2559050" y="2692400"/>
          <p14:tracePt t="24090" x="2540000" y="2813050"/>
          <p14:tracePt t="24107" x="2533650" y="2863850"/>
          <p14:tracePt t="24123" x="2520950" y="2971800"/>
          <p14:tracePt t="24140" x="2508250" y="3054350"/>
          <p14:tracePt t="24156" x="2508250" y="3092450"/>
          <p14:tracePt t="24173" x="2508250" y="3111500"/>
          <p14:tracePt t="24189" x="2489200" y="3155950"/>
          <p14:tracePt t="24206" x="2489200" y="3181350"/>
          <p14:tracePt t="24239" x="2489200" y="3187700"/>
          <p14:tracePt t="24259" x="2501900" y="3187700"/>
          <p14:tracePt t="24273" x="2514600" y="3187700"/>
          <p14:tracePt t="24289" x="2533650" y="3187700"/>
          <p14:tracePt t="24306" x="2609850" y="3187700"/>
          <p14:tracePt t="24322" x="2717800" y="3187700"/>
          <p14:tracePt t="24339" x="2794000" y="3175000"/>
          <p14:tracePt t="24356" x="2844800" y="3168650"/>
          <p14:tracePt t="24372" x="2978150" y="3143250"/>
          <p14:tracePt t="24389" x="3092450" y="3105150"/>
          <p14:tracePt t="24406" x="3155950" y="3073400"/>
          <p14:tracePt t="24422" x="3225800" y="3054350"/>
          <p14:tracePt t="24438" x="3384550" y="2997200"/>
          <p14:tracePt t="24456" x="3556000" y="2946400"/>
          <p14:tracePt t="24472" x="3625850" y="2927350"/>
          <p14:tracePt t="24488" x="3663950" y="2927350"/>
          <p14:tracePt t="24505" x="3702050" y="2927350"/>
          <p14:tracePt t="24553" x="3695700" y="2927350"/>
          <p14:tracePt t="24574" x="3695700" y="2921000"/>
          <p14:tracePt t="24589" x="3689350" y="2921000"/>
          <p14:tracePt t="24596" x="3683000" y="2921000"/>
          <p14:tracePt t="24609" x="3676650" y="2921000"/>
          <p14:tracePt t="24624" x="3663950" y="2921000"/>
          <p14:tracePt t="24638" x="3644900" y="2921000"/>
          <p14:tracePt t="24654" x="3568700" y="2921000"/>
          <p14:tracePt t="24671" x="3505200" y="2921000"/>
          <p14:tracePt t="24688" x="3340100" y="2921000"/>
          <p14:tracePt t="24704" x="3263900" y="2921000"/>
          <p14:tracePt t="24722" x="3073400" y="2927350"/>
          <p14:tracePt t="24737" x="2876550" y="2959100"/>
          <p14:tracePt t="24754" x="2774950" y="2984500"/>
          <p14:tracePt t="24772" x="2603500" y="3041650"/>
          <p14:tracePt t="24788" x="2520950" y="3073400"/>
          <p14:tracePt t="24804" x="2451100" y="3098800"/>
          <p14:tracePt t="24821" x="2343150" y="3149600"/>
          <p14:tracePt t="24837" x="2266950" y="3187700"/>
          <p14:tracePt t="24853" x="2247900" y="3206750"/>
          <p14:tracePt t="24870" x="2235200" y="3219450"/>
          <p14:tracePt t="24887" x="2228850" y="3225800"/>
          <p14:tracePt t="24904" x="2228850" y="3232150"/>
          <p14:tracePt t="24920" x="2228850" y="3238500"/>
          <p14:tracePt t="24954" x="2254250" y="3244850"/>
          <p14:tracePt t="24970" x="2273300" y="3251200"/>
          <p14:tracePt t="24987" x="2298700" y="3257550"/>
          <p14:tracePt t="25004" x="2425700" y="3314700"/>
          <p14:tracePt t="25020" x="2622550" y="3397250"/>
          <p14:tracePt t="25036" x="2717800" y="3441700"/>
          <p14:tracePt t="25053" x="2851150" y="3511550"/>
          <p14:tracePt t="25070" x="2882900" y="3524250"/>
          <p14:tracePt t="25087" x="2914650" y="3549650"/>
          <p14:tracePt t="25103" x="2914650" y="3556000"/>
          <p14:tracePt t="25137" x="2901950" y="3562350"/>
          <p14:tracePt t="25153" x="2870200" y="3568700"/>
          <p14:tracePt t="25169" x="2838450" y="3581400"/>
          <p14:tracePt t="25186" x="2787650" y="3594100"/>
          <p14:tracePt t="25202" x="2641600" y="3613150"/>
          <p14:tracePt t="25219" x="2540000" y="3625850"/>
          <p14:tracePt t="25236" x="2343150" y="3663950"/>
          <p14:tracePt t="25252" x="2266950" y="3676650"/>
          <p14:tracePt t="25269" x="2133600" y="3702050"/>
          <p14:tracePt t="25286" x="2051050" y="3740150"/>
          <p14:tracePt t="25302" x="2006600" y="3746500"/>
          <p14:tracePt t="25319" x="1955800" y="3765550"/>
          <p14:tracePt t="25335" x="1943100" y="3771900"/>
          <p14:tracePt t="25352" x="1898650" y="3784600"/>
          <p14:tracePt t="25369" x="1885950" y="3784600"/>
          <p14:tracePt t="25385" x="1854200" y="3784600"/>
          <p14:tracePt t="25402" x="1835150" y="3784600"/>
          <p14:tracePt t="25418" x="1784350" y="3771900"/>
          <p14:tracePt t="25435" x="1765300" y="3771900"/>
          <p14:tracePt t="25453" x="1701800" y="3746500"/>
          <p14:tracePt t="25468" x="1631950" y="3721100"/>
          <p14:tracePt t="25485" x="1600200" y="3714750"/>
          <p14:tracePt t="25502" x="1543050" y="3689350"/>
          <p14:tracePt t="25518" x="1504950" y="3676650"/>
          <p14:tracePt t="25535" x="1492250" y="3670300"/>
          <p14:tracePt t="25551" x="1485900" y="3663950"/>
          <p14:tracePt t="25568" x="1479550" y="3663950"/>
          <p14:tracePt t="25642" x="1479550" y="3670300"/>
          <p14:tracePt t="25656" x="1485900" y="3670300"/>
          <p14:tracePt t="25663" x="1485900" y="3676650"/>
          <p14:tracePt t="25678" x="1492250" y="3676650"/>
          <p14:tracePt t="25687" x="1504950" y="3689350"/>
          <p14:tracePt t="25701" x="1517650" y="3695700"/>
          <p14:tracePt t="25718" x="1543050" y="3708400"/>
          <p14:tracePt t="25734" x="1593850" y="3752850"/>
          <p14:tracePt t="25751" x="1695450" y="3841750"/>
          <p14:tracePt t="25767" x="1778000" y="3905250"/>
          <p14:tracePt t="25784" x="1949450" y="4038600"/>
          <p14:tracePt t="25800" x="2051050" y="4114800"/>
          <p14:tracePt t="25818" x="2305050" y="4273550"/>
          <p14:tracePt t="25834" x="2559050" y="4425950"/>
          <p14:tracePt t="25851" x="2654300" y="4476750"/>
          <p14:tracePt t="25868" x="2800350" y="4552950"/>
          <p14:tracePt t="25883" x="2857500" y="4584700"/>
          <p14:tracePt t="25900" x="2876550" y="4584700"/>
          <p14:tracePt t="25917" x="2914650" y="4591050"/>
          <p14:tracePt t="26919" x="2870200" y="4603750"/>
          <p14:tracePt t="26926" x="2800350" y="4610100"/>
          <p14:tracePt t="26940" x="2724150" y="4622800"/>
          <p14:tracePt t="26949" x="2654300" y="4641850"/>
          <p14:tracePt t="26962" x="2590800" y="4660900"/>
          <p14:tracePt t="26980" x="2520950" y="4692650"/>
          <p14:tracePt t="26997" x="2400300" y="4737100"/>
          <p14:tracePt t="27013" x="2298700" y="4775200"/>
          <p14:tracePt t="27030" x="2260600" y="4787900"/>
          <p14:tracePt t="27046" x="2159000" y="4826000"/>
          <p14:tracePt t="27063" x="2114550" y="4845050"/>
          <p14:tracePt t="27080" x="2032000" y="4870450"/>
          <p14:tracePt t="27096" x="1962150" y="4883150"/>
          <p14:tracePt t="27113" x="1936750" y="4883150"/>
          <p14:tracePt t="27130" x="1866900" y="4889500"/>
          <p14:tracePt t="27146" x="1835150" y="4889500"/>
          <p14:tracePt t="27162" x="1809750" y="4889500"/>
          <p14:tracePt t="27179" x="1765300" y="4876800"/>
          <p14:tracePt t="27195" x="1733550" y="4864100"/>
          <p14:tracePt t="27212" x="1708150" y="4851400"/>
          <p14:tracePt t="27229" x="1670050" y="4819650"/>
          <p14:tracePt t="27245" x="1644650" y="4806950"/>
          <p14:tracePt t="27262" x="1593850" y="4768850"/>
          <p14:tracePt t="27278" x="1536700" y="4724400"/>
          <p14:tracePt t="27295" x="1504950" y="4699000"/>
          <p14:tracePt t="27313" x="1441450" y="4654550"/>
          <p14:tracePt t="27329" x="1409700" y="4641850"/>
          <p14:tracePt t="27346" x="1371600" y="4641850"/>
          <p14:tracePt t="27362" x="1295400" y="4610100"/>
          <p14:tracePt t="27378" x="1219200" y="4578350"/>
          <p14:tracePt t="27395" x="1187450" y="4559300"/>
          <p14:tracePt t="27412" x="1143000" y="4540250"/>
          <p14:tracePt t="27428" x="1123950" y="4527550"/>
          <p14:tracePt t="27445" x="1104900" y="4521200"/>
          <p14:tracePt t="27461" x="1092200" y="4521200"/>
          <p14:tracePt t="27551" x="1092200" y="4527550"/>
          <p14:tracePt t="27594" x="1092200" y="4533900"/>
          <p14:tracePt t="27664" x="1098550" y="4533900"/>
          <p14:tracePt t="27699" x="1104900" y="4533900"/>
          <p14:tracePt t="27705" x="1111250" y="4527550"/>
          <p14:tracePt t="27720" x="1117600" y="4527550"/>
          <p14:tracePt t="27729" x="1123950" y="4527550"/>
          <p14:tracePt t="27743" x="1130300" y="4521200"/>
          <p14:tracePt t="27760" x="1143000" y="4521200"/>
          <p14:tracePt t="27777" x="1187450" y="4508500"/>
          <p14:tracePt t="27794" x="1231900" y="4502150"/>
          <p14:tracePt t="27811" x="1339850" y="4476750"/>
          <p14:tracePt t="27827" x="1492250" y="4432300"/>
          <p14:tracePt t="27843" x="1600200" y="4413250"/>
          <p14:tracePt t="27861" x="1803400" y="4362450"/>
          <p14:tracePt t="27877" x="1911350" y="4330700"/>
          <p14:tracePt t="27893" x="2139950" y="4286250"/>
          <p14:tracePt t="27910" x="2343150" y="4267200"/>
          <p14:tracePt t="27926" x="2438400" y="4260850"/>
          <p14:tracePt t="27943" x="2527300" y="4248150"/>
          <p14:tracePt t="27960" x="2717800" y="4254500"/>
          <p14:tracePt t="27976" x="2819400" y="4260850"/>
          <p14:tracePt t="27993" x="3048000" y="4292600"/>
          <p14:tracePt t="28010" x="3162300" y="4305300"/>
          <p14:tracePt t="28026" x="3276600" y="4324350"/>
          <p14:tracePt t="28044" x="3568700" y="4419600"/>
          <p14:tracePt t="28059" x="3746500" y="4514850"/>
          <p14:tracePt t="28076" x="3911600" y="4591050"/>
          <p14:tracePt t="28092" x="4076700" y="4692650"/>
          <p14:tracePt t="28109" x="4146550" y="4775200"/>
          <p14:tracePt t="28126" x="4165600" y="4813300"/>
          <p14:tracePt t="28142" x="4165600" y="4921250"/>
          <p14:tracePt t="28159" x="4152900" y="4997450"/>
          <p14:tracePt t="28176" x="4102100" y="5168900"/>
          <p14:tracePt t="28192" x="4064000" y="5251450"/>
          <p14:tracePt t="28209" x="3987800" y="5359400"/>
          <p14:tracePt t="28226" x="3841750" y="5537200"/>
          <p14:tracePt t="28242" x="3727450" y="5651500"/>
          <p14:tracePt t="28258" x="3467100" y="5873750"/>
          <p14:tracePt t="28275" x="3378200" y="5937250"/>
          <p14:tracePt t="28292" x="3302000" y="5994400"/>
          <p14:tracePt t="28310" x="3200400" y="6057900"/>
          <p14:tracePt t="28325" x="3079750" y="6102350"/>
          <p14:tracePt t="28342" x="2965450" y="6121400"/>
          <p14:tracePt t="28359" x="2749550" y="6140450"/>
          <p14:tracePt t="28375" x="2647950" y="6127750"/>
          <p14:tracePt t="28391" x="2552700" y="6108700"/>
          <p14:tracePt t="28409" x="2406650" y="6026150"/>
          <p14:tracePt t="28424" x="2286000" y="5930900"/>
          <p14:tracePt t="28441" x="2228850" y="5873750"/>
          <p14:tracePt t="28458" x="2139950" y="5759450"/>
          <p14:tracePt t="28474" x="2089150" y="5676900"/>
          <p14:tracePt t="28491" x="2051050" y="5594350"/>
          <p14:tracePt t="28495" x="2006600" y="5486400"/>
          <p14:tracePt t="28508" x="1987550" y="5372100"/>
          <p14:tracePt t="28524" x="1955800" y="5181600"/>
          <p14:tracePt t="28542" x="1943100" y="5092700"/>
          <p14:tracePt t="28558" x="1968500" y="4933950"/>
          <p14:tracePt t="28574" x="2000250" y="4864100"/>
          <p14:tracePt t="28591" x="2108200" y="4724400"/>
          <p14:tracePt t="28608" x="2247900" y="4635500"/>
          <p14:tracePt t="28624" x="2317750" y="4597400"/>
          <p14:tracePt t="28641" x="2489200" y="4546600"/>
          <p14:tracePt t="28657" x="2590800" y="4533900"/>
          <p14:tracePt t="28674" x="2819400" y="4514850"/>
          <p14:tracePt t="28690" x="2933700" y="4514850"/>
          <p14:tracePt t="28707" x="3143250" y="4552950"/>
          <p14:tracePt t="28724" x="3302000" y="4597400"/>
          <p14:tracePt t="28740" x="3346450" y="4635500"/>
          <p14:tracePt t="28757" x="3390900" y="4673600"/>
          <p14:tracePt t="28774" x="3448050" y="4730750"/>
          <p14:tracePt t="28790" x="3473450" y="4749800"/>
          <p14:tracePt t="28807" x="3486150" y="4775200"/>
          <p14:tracePt t="28824" x="3492500" y="4813300"/>
          <p14:tracePt t="28840" x="3492500" y="4940300"/>
          <p14:tracePt t="28857" x="3473450" y="5060950"/>
          <p14:tracePt t="28873" x="3390900" y="5327650"/>
          <p14:tracePt t="28890" x="3327400" y="5486400"/>
          <p14:tracePt t="28907" x="3194050" y="5727700"/>
          <p14:tracePt t="28923" x="3035300" y="5905500"/>
          <p14:tracePt t="28940" x="2940050" y="5969000"/>
          <p14:tracePt t="28957" x="2851150" y="6000750"/>
          <p14:tracePt t="28973" x="2654300" y="6051550"/>
          <p14:tracePt t="28989" x="2578100" y="6064250"/>
          <p14:tracePt t="29006" x="2400300" y="6057900"/>
          <p14:tracePt t="29023" x="2235200" y="5988050"/>
          <p14:tracePt t="29039" x="2146300" y="5949950"/>
          <p14:tracePt t="29056" x="1993900" y="5880100"/>
          <p14:tracePt t="29072" x="1911350" y="5829300"/>
          <p14:tracePt t="29090" x="1758950" y="5727700"/>
          <p14:tracePt t="29105" x="1631950" y="5619750"/>
          <p14:tracePt t="29122" x="1574800" y="5556250"/>
          <p14:tracePt t="29140" x="1460500" y="5403850"/>
          <p14:tracePt t="29156" x="1397000" y="5334000"/>
          <p14:tracePt t="29172" x="1320800" y="5175250"/>
          <p14:tracePt t="29189" x="1263650" y="5080000"/>
          <p14:tracePt t="29205" x="1212850" y="4908550"/>
          <p14:tracePt t="29222" x="1187450" y="4826000"/>
          <p14:tracePt t="29239" x="1174750" y="4686300"/>
          <p14:tracePt t="29255" x="1174750" y="4635500"/>
          <p14:tracePt t="29273" x="1174750" y="4552950"/>
          <p14:tracePt t="29288" x="1174750" y="4521200"/>
          <p14:tracePt t="29305" x="1181100" y="4508500"/>
          <p14:tracePt t="29322" x="1187450" y="4502150"/>
          <p14:tracePt t="29338" x="1193800" y="4495800"/>
          <p14:tracePt t="29355" x="1193800" y="4489450"/>
          <p14:tracePt t="29374" x="1200150" y="4489450"/>
          <p14:tracePt t="29392" x="1206500" y="4483100"/>
          <p14:tracePt t="29407" x="1212850" y="4483100"/>
          <p14:tracePt t="29422" x="1219200" y="4476750"/>
          <p14:tracePt t="29438" x="1225550" y="4476750"/>
          <p14:tracePt t="29456" x="1244600" y="4464050"/>
          <p14:tracePt t="29471" x="1270000" y="4457700"/>
          <p14:tracePt t="29487" x="1289050" y="4445000"/>
          <p14:tracePt t="29505" x="1371600" y="4425950"/>
          <p14:tracePt t="29521" x="1428750" y="4419600"/>
          <p14:tracePt t="29537" x="1581150" y="4400550"/>
          <p14:tracePt t="29554" x="1809750" y="4387850"/>
          <p14:tracePt t="29570" x="1949450" y="4375150"/>
          <p14:tracePt t="29588" x="2101850" y="4375150"/>
          <p14:tracePt t="29605" x="2476500" y="4362450"/>
          <p14:tracePt t="29620" x="2686050" y="4362450"/>
          <p14:tracePt t="29638" x="3130550" y="4375150"/>
          <p14:tracePt t="29654" x="3340100" y="4375150"/>
          <p14:tracePt t="29670" x="3505200" y="4381500"/>
          <p14:tracePt t="29688" x="3905250" y="4413250"/>
          <p14:tracePt t="29703" x="4070350" y="4419600"/>
          <p14:tracePt t="29720" x="4267200" y="4470400"/>
          <p14:tracePt t="29737" x="4356100" y="4508500"/>
          <p14:tracePt t="29753" x="4375150" y="4527550"/>
          <p14:tracePt t="29770" x="4387850" y="4540250"/>
          <p14:tracePt t="29787" x="4394200" y="4559300"/>
          <p14:tracePt t="29803" x="4387850" y="4591050"/>
          <p14:tracePt t="29821" x="4362450" y="4679950"/>
          <p14:tracePt t="29837" x="4324350" y="4756150"/>
          <p14:tracePt t="29853" x="4267200" y="4864100"/>
          <p14:tracePt t="29870" x="4108450" y="5130800"/>
          <p14:tracePt t="29887" x="3949700" y="5321300"/>
          <p14:tracePt t="29904" x="3740150" y="5543550"/>
          <p14:tracePt t="29920" x="3282950" y="5924550"/>
          <p14:tracePt t="29936" x="3079750" y="6051550"/>
          <p14:tracePt t="29953" x="2667000" y="6223000"/>
          <p14:tracePt t="29969" x="2343150" y="6299200"/>
          <p14:tracePt t="29986" x="2216150" y="6305550"/>
          <p14:tracePt t="30004" x="1993900" y="6273800"/>
          <p14:tracePt t="30019" x="1892300" y="6242050"/>
          <p14:tracePt t="30036" x="1727200" y="6140450"/>
          <p14:tracePt t="30054" x="1606550" y="5994400"/>
          <p14:tracePt t="30069" x="1555750" y="5918200"/>
          <p14:tracePt t="30086" x="1511300" y="5810250"/>
          <p14:tracePt t="30103" x="1473200" y="5594350"/>
          <p14:tracePt t="30119" x="1473200" y="5511800"/>
          <p14:tracePt t="30136" x="1536700" y="5340350"/>
          <p14:tracePt t="30152" x="1676400" y="5207000"/>
          <p14:tracePt t="30168" x="1771650" y="5137150"/>
          <p14:tracePt t="30188" x="2063750" y="4991100"/>
          <p14:tracePt t="30202" x="2222500" y="4940300"/>
          <p14:tracePt t="30219" x="2660650" y="4826000"/>
          <p14:tracePt t="30236" x="3111500" y="4743450"/>
          <p14:tracePt t="30252" x="3270250" y="4730750"/>
          <p14:tracePt t="30268" x="3397250" y="4730750"/>
          <p14:tracePt t="30285" x="3524250" y="4743450"/>
          <p14:tracePt t="30302" x="3771900" y="4819650"/>
          <p14:tracePt t="30318" x="3867150" y="4864100"/>
          <p14:tracePt t="30335" x="3975100" y="4914900"/>
          <p14:tracePt t="30351" x="4000500" y="4933950"/>
          <p14:tracePt t="30369" x="4019550" y="4940300"/>
          <p14:tracePt t="30385" x="4019550" y="4946650"/>
          <p14:tracePt t="30401" x="4013200" y="4946650"/>
          <p14:tracePt t="30418" x="4000500" y="4972050"/>
          <p14:tracePt t="30434" x="3994150" y="5016500"/>
          <p14:tracePt t="30451" x="3994150" y="5003800"/>
          <p14:tracePt t="31549" x="3987800" y="4978400"/>
          <p14:tracePt t="31556" x="3968750" y="4940300"/>
          <p14:tracePt t="31570" x="3962400" y="4902200"/>
          <p14:tracePt t="31580" x="3943350" y="4857750"/>
          <p14:tracePt t="31598" x="3930650" y="4813300"/>
          <p14:tracePt t="31614" x="3873500" y="4699000"/>
          <p14:tracePt t="31630" x="3841750" y="4635500"/>
          <p14:tracePt t="31648" x="3765550" y="4508500"/>
          <p14:tracePt t="31663" x="3727450" y="4438650"/>
          <p14:tracePt t="31680" x="3670300" y="4324350"/>
          <p14:tracePt t="31697" x="3625850" y="4248150"/>
          <p14:tracePt t="31713" x="3613150" y="4229100"/>
          <p14:tracePt t="31730" x="3613150" y="4222750"/>
          <p14:tracePt t="31747" x="3600450" y="4203700"/>
          <p14:tracePt t="31763" x="3594100" y="4191000"/>
          <p14:tracePt t="31780" x="3594100" y="4184650"/>
          <p14:tracePt t="31813" x="3587750" y="4184650"/>
          <p14:tracePt t="31844" x="3587750" y="4178300"/>
          <p14:tracePt t="31865" x="3581400" y="4178300"/>
          <p14:tracePt t="31894" x="3575050" y="4178300"/>
          <p14:tracePt t="31900" x="3568700" y="4171950"/>
          <p14:tracePt t="31916" x="3568700" y="4165600"/>
          <p14:tracePt t="31929" x="3562350" y="4165600"/>
          <p14:tracePt t="31946" x="3543300" y="4146550"/>
          <p14:tracePt t="31962" x="3543300" y="4140200"/>
          <p14:tracePt t="31979" x="3524250" y="4127500"/>
          <p14:tracePt t="31996" x="3517900" y="4114800"/>
          <p14:tracePt t="32013" x="3479800" y="4089400"/>
          <p14:tracePt t="32029" x="3448050" y="4064000"/>
          <p14:tracePt t="32045" x="3429000" y="4057650"/>
          <p14:tracePt t="32063" x="3390900" y="4032250"/>
          <p14:tracePt t="32079" x="3378200" y="4013200"/>
          <p14:tracePt t="32096" x="3359150" y="4000500"/>
          <p14:tracePt t="32113" x="3327400" y="3987800"/>
          <p14:tracePt t="32129" x="3295650" y="3975100"/>
          <p14:tracePt t="32146" x="3289300" y="3968750"/>
          <p14:tracePt t="32161" x="3270250" y="3962400"/>
          <p14:tracePt t="32178" x="3270250" y="3956050"/>
          <p14:tracePt t="32195" x="3251200" y="3949700"/>
          <p14:tracePt t="32212" x="3238500" y="3949700"/>
          <p14:tracePt t="32228" x="3232150" y="3949700"/>
          <p14:tracePt t="32245" x="3225800" y="3949700"/>
          <p14:tracePt t="32261" x="3219450" y="3949700"/>
          <p14:tracePt t="32278" x="3206750" y="3943350"/>
          <p14:tracePt t="32295" x="3200400" y="3943350"/>
          <p14:tracePt t="32311" x="3194050" y="3943350"/>
          <p14:tracePt t="32329" x="3175000" y="3937000"/>
          <p14:tracePt t="32344" x="3162300" y="3937000"/>
          <p14:tracePt t="32361" x="3149600" y="3937000"/>
          <p14:tracePt t="32378" x="3111500" y="3937000"/>
          <p14:tracePt t="32394" x="3048000" y="3937000"/>
          <p14:tracePt t="32411" x="3009900" y="3943350"/>
          <p14:tracePt t="32428" x="2895600" y="3962400"/>
          <p14:tracePt t="32444" x="2825750" y="3968750"/>
          <p14:tracePt t="32461" x="2679700" y="4000500"/>
          <p14:tracePt t="32478" x="2546350" y="4038600"/>
          <p14:tracePt t="32494" x="2470150" y="4057650"/>
          <p14:tracePt t="32513" x="2324100" y="4089400"/>
          <p14:tracePt t="32527" x="2235200" y="4108450"/>
          <p14:tracePt t="32544" x="2076450" y="4146550"/>
          <p14:tracePt t="32561" x="1955800" y="4184650"/>
          <p14:tracePt t="32577" x="1873250" y="4210050"/>
          <p14:tracePt t="32594" x="1841500" y="4229100"/>
          <p14:tracePt t="32597" x="1809750" y="4241800"/>
          <p14:tracePt t="32611" x="1778000" y="4267200"/>
          <p14:tracePt t="32627" x="1765300" y="4273550"/>
          <p14:tracePt t="32660" x="1758950" y="4279900"/>
          <p14:tracePt t="32680" x="1752600" y="4279900"/>
          <p14:tracePt t="32737" x="1752600" y="4286250"/>
          <p14:tracePt t="32786" x="1752600" y="4292600"/>
          <p14:tracePt t="32794" x="1752600" y="4298950"/>
          <p14:tracePt t="32863" x="1746250" y="4298950"/>
          <p14:tracePt t="32891" x="1739900" y="4305300"/>
          <p14:tracePt t="32947" x="1733550" y="4305300"/>
          <p14:tracePt t="32967" x="1739900" y="4311650"/>
          <p14:tracePt t="32975" x="1752600" y="4311650"/>
          <p14:tracePt t="32989" x="1771650" y="4311650"/>
          <p14:tracePt t="32996" x="1809750" y="4318000"/>
          <p14:tracePt t="33011" x="1879600" y="4324350"/>
          <p14:tracePt t="33025" x="1968500" y="4324350"/>
          <p14:tracePt t="33042" x="2070100" y="4337050"/>
          <p14:tracePt t="33059" x="2336800" y="4356100"/>
          <p14:tracePt t="33075" x="2609850" y="4368800"/>
          <p14:tracePt t="33092" x="2736850" y="4368800"/>
          <p14:tracePt t="33095" x="2851150" y="4381500"/>
          <p14:tracePt t="33111" x="2952750" y="4387850"/>
          <p14:tracePt t="33125" x="3041650" y="4387850"/>
          <p14:tracePt t="33142" x="3175000" y="4387850"/>
          <p14:tracePt t="33159" x="3276600" y="4387850"/>
          <p14:tracePt t="33175" x="3308350" y="4387850"/>
          <p14:tracePt t="33192" x="3346450" y="4387850"/>
          <p14:tracePt t="33208" x="3435350" y="4387850"/>
          <p14:tracePt t="33225" x="3562350" y="4387850"/>
          <p14:tracePt t="33242" x="3638550" y="4387850"/>
          <p14:tracePt t="33258" x="3816350" y="4387850"/>
          <p14:tracePt t="33274" x="3911600" y="4375150"/>
          <p14:tracePt t="33292" x="4127500" y="4330700"/>
          <p14:tracePt t="33308" x="4229100" y="4330700"/>
          <p14:tracePt t="33324" x="4330700" y="4311650"/>
          <p14:tracePt t="33341" x="4502150" y="4286250"/>
          <p14:tracePt t="33357" x="4603750" y="4260850"/>
          <p14:tracePt t="33375" x="4679950" y="4254500"/>
          <p14:tracePt t="33391" x="4737100" y="4241800"/>
          <p14:tracePt t="33407" x="4775200" y="4241800"/>
          <p14:tracePt t="33425" x="4794250" y="4241800"/>
          <p14:tracePt t="33481" x="4787900" y="4235450"/>
          <p14:tracePt t="33495" x="4768850" y="4235450"/>
          <p14:tracePt t="33509" x="4730750" y="4235450"/>
          <p14:tracePt t="33516" x="4629150" y="4241800"/>
          <p14:tracePt t="33530" x="4502150" y="4241800"/>
          <p14:tracePt t="33540" x="4375150" y="4254500"/>
          <p14:tracePt t="33557" x="4184650" y="4248150"/>
          <p14:tracePt t="33573" x="3765550" y="4248150"/>
          <p14:tracePt t="33590" x="3556000" y="4248150"/>
          <p14:tracePt t="33594" x="3365500" y="4254500"/>
          <p14:tracePt t="33607" x="3175000" y="4248150"/>
          <p14:tracePt t="33623" x="2997200" y="4248150"/>
          <p14:tracePt t="33640" x="2717800" y="4254500"/>
          <p14:tracePt t="33657" x="2476500" y="4273550"/>
          <p14:tracePt t="33673" x="2387600" y="4273550"/>
          <p14:tracePt t="33690" x="2298700" y="4279900"/>
          <p14:tracePt t="33707" x="2178050" y="4298950"/>
          <p14:tracePt t="33723" x="2057400" y="4318000"/>
          <p14:tracePt t="33740" x="2019300" y="4318000"/>
          <p14:tracePt t="33756" x="1936750" y="4324350"/>
          <p14:tracePt t="33773" x="1917700" y="4324350"/>
          <p14:tracePt t="33790" x="1885950" y="4324350"/>
          <p14:tracePt t="33806" x="1866900" y="4324350"/>
          <p14:tracePt t="33896" x="1860550" y="4324350"/>
          <p14:tracePt t="33937" x="1860550" y="4318000"/>
          <p14:tracePt t="34029" x="1860550" y="4311650"/>
          <p14:tracePt t="34050" x="1854200" y="4311650"/>
          <p14:tracePt t="34057" x="1841500" y="4305300"/>
          <p14:tracePt t="34072" x="1828800" y="4305300"/>
          <p14:tracePt t="34078" x="1816100" y="4298950"/>
          <p14:tracePt t="34088" x="1809750" y="4298950"/>
          <p14:tracePt t="34106" x="1784350" y="4292600"/>
          <p14:tracePt t="34122" x="1778000" y="4286250"/>
          <p14:tracePt t="34155" x="1771650" y="4286250"/>
          <p14:tracePt t="34171" x="1765300" y="4286250"/>
          <p14:tracePt t="34188" x="1758950" y="4286250"/>
          <p14:tracePt t="34232" x="1752600" y="4286250"/>
          <p14:tracePt t="34240" x="1746250" y="4286250"/>
          <p14:tracePt t="34268" x="1739900" y="4286250"/>
          <p14:tracePt t="34303" x="1739900" y="4292600"/>
          <p14:tracePt t="34387" x="1739900" y="4298950"/>
          <p14:tracePt t="34443" x="1733550" y="4305300"/>
          <p14:tracePt t="34450" x="1733550" y="4311650"/>
          <p14:tracePt t="34493" x="1727200" y="4311650"/>
          <p14:tracePt t="34520" x="1727200" y="4318000"/>
          <p14:tracePt t="34563" x="1720850" y="4324350"/>
          <p14:tracePt t="34598" x="1714500" y="4324350"/>
          <p14:tracePt t="34640" x="1714500" y="4330700"/>
          <p14:tracePt t="34682" x="1708150" y="4337050"/>
          <p14:tracePt t="34710" x="1701800" y="4343400"/>
          <p14:tracePt t="34872" x="1708150" y="4343400"/>
          <p14:tracePt t="34942" x="1714500" y="4343400"/>
          <p14:tracePt t="34984" x="1720850" y="4337050"/>
          <p14:tracePt t="35033" x="1720850" y="4330700"/>
          <p14:tracePt t="35111" x="1720850" y="4337050"/>
          <p14:tracePt t="35145" x="1727200" y="4343400"/>
          <p14:tracePt t="35371" x="1733550" y="4349750"/>
          <p14:tracePt t="35399" x="1746250" y="4349750"/>
          <p14:tracePt t="35413" x="1752600" y="4349750"/>
          <p14:tracePt t="35426" x="1778000" y="4356100"/>
          <p14:tracePt t="35436" x="1816100" y="4356100"/>
          <p14:tracePt t="35450" x="1898650" y="4362450"/>
          <p14:tracePt t="35467" x="1993900" y="4362450"/>
          <p14:tracePt t="35484" x="2349500" y="4387850"/>
          <p14:tracePt t="35500" x="2895600" y="4387850"/>
          <p14:tracePt t="35517" x="3206750" y="4387850"/>
          <p14:tracePt t="35533" x="3835400" y="4362450"/>
          <p14:tracePt t="35550" x="4121150" y="4362450"/>
          <p14:tracePt t="35567" x="4552950" y="4337050"/>
          <p14:tracePt t="35583" x="4686300" y="4337050"/>
          <p14:tracePt t="35600" x="4806950" y="4324350"/>
          <p14:tracePt t="35603" x="4902200" y="4324350"/>
          <p14:tracePt t="35619" x="4984750" y="4324350"/>
          <p14:tracePt t="35633" x="5048250" y="4324350"/>
          <p14:tracePt t="35650" x="5111750" y="4337050"/>
          <p14:tracePt t="35666" x="5162550" y="4337050"/>
          <p14:tracePt t="35683" x="5213350" y="4337050"/>
          <p14:tracePt t="35700" x="5308600" y="4343400"/>
          <p14:tracePt t="35716" x="5365750" y="4343400"/>
          <p14:tracePt t="35733" x="5397500" y="4349750"/>
          <p14:tracePt t="35750" x="5429250" y="4356100"/>
          <p14:tracePt t="35766" x="5435600" y="4356100"/>
          <p14:tracePt t="35783" x="5448300" y="4362450"/>
          <p14:tracePt t="35800" x="5467350" y="4362450"/>
          <p14:tracePt t="35815" x="5492750" y="4362450"/>
          <p14:tracePt t="35833" x="5499100" y="4362450"/>
          <p14:tracePt t="35850" x="5518150" y="4362450"/>
          <p14:tracePt t="35865" x="5524500" y="4362450"/>
          <p14:tracePt t="35883" x="5530850" y="4362450"/>
          <p14:tracePt t="35898" x="5537200" y="4362450"/>
          <p14:tracePt t="35935" x="5543550" y="4356100"/>
          <p14:tracePt t="36058" x="5543550" y="4349750"/>
          <p14:tracePt t="36080" x="5543550" y="4343400"/>
          <p14:tracePt t="36101" x="5543550" y="4337050"/>
          <p14:tracePt t="36143" x="5543550" y="4330700"/>
          <p14:tracePt t="36179" x="5537200" y="4330700"/>
          <p14:tracePt t="36221" x="5530850" y="4330700"/>
          <p14:tracePt t="36242" x="5530850" y="4318000"/>
          <p14:tracePt t="36256" x="5530850" y="4311650"/>
          <p14:tracePt t="36277" x="5524500" y="4305300"/>
          <p14:tracePt t="36284" x="5524500" y="4298950"/>
          <p14:tracePt t="36300" x="5518150" y="4292600"/>
          <p14:tracePt t="36314" x="5505450" y="4279900"/>
          <p14:tracePt t="36331" x="5480050" y="4260850"/>
          <p14:tracePt t="36347" x="5454650" y="4216400"/>
          <p14:tracePt t="36363" x="5403850" y="4146550"/>
          <p14:tracePt t="36381" x="5251450" y="3924300"/>
          <p14:tracePt t="36397" x="5149850" y="3765550"/>
          <p14:tracePt t="36414" x="5010150" y="3536950"/>
          <p14:tracePt t="36430" x="4660900" y="2978150"/>
          <p14:tracePt t="36447" x="4279900" y="2336800"/>
          <p14:tracePt t="36465" x="3886200" y="1720850"/>
          <p14:tracePt t="36480" x="3727450" y="1441450"/>
          <p14:tracePt t="36497" x="3575050" y="1231900"/>
          <p14:tracePt t="36514" x="3352800" y="914400"/>
          <p14:tracePt t="36530" x="3276600" y="819150"/>
          <p14:tracePt t="36547" x="3162300" y="666750"/>
          <p14:tracePt t="36564" x="3079750" y="565150"/>
          <p14:tracePt t="36580" x="3048000" y="539750"/>
          <p14:tracePt t="36597" x="3022600" y="514350"/>
          <p14:tracePt t="36613" x="2990850" y="488950"/>
          <p14:tracePt t="36630" x="2946400" y="457200"/>
          <p14:tracePt t="36647" x="2901950" y="431800"/>
          <p14:tracePt t="36663" x="2863850" y="425450"/>
          <p14:tracePt t="36680" x="2832100" y="406400"/>
          <p14:tracePt t="36697" x="2749550" y="374650"/>
          <p14:tracePt t="36713" x="2692400" y="355600"/>
          <p14:tracePt t="36729" x="2578100" y="311150"/>
          <p14:tracePt t="36746" x="2457450" y="273050"/>
          <p14:tracePt t="36763" x="2406650" y="254000"/>
          <p14:tracePt t="36779" x="2362200" y="234950"/>
          <p14:tracePt t="36796" x="2311400" y="228600"/>
          <p14:tracePt t="36812" x="2292350" y="228600"/>
          <p14:tracePt t="36829" x="2286000" y="228600"/>
          <p14:tracePt t="36866" x="2286000" y="234950"/>
          <p14:tracePt t="36879" x="2286000" y="241300"/>
          <p14:tracePt t="36895" x="2286000" y="247650"/>
          <p14:tracePt t="36921" x="2286000" y="260350"/>
          <p14:tracePt t="36931" x="2292350" y="266700"/>
          <p14:tracePt t="36945" x="2292350" y="273050"/>
          <p14:tracePt t="36962" x="2298700" y="279400"/>
          <p14:tracePt t="36979" x="2305050" y="292100"/>
          <p14:tracePt t="36995" x="2317750" y="304800"/>
          <p14:tracePt t="37014" x="2343150" y="355600"/>
          <p14:tracePt t="37028" x="2362200" y="400050"/>
          <p14:tracePt t="37045" x="2387600" y="444500"/>
          <p14:tracePt t="37062" x="2419350" y="539750"/>
          <p14:tracePt t="37078" x="2444750" y="628650"/>
          <p14:tracePt t="37095" x="2457450" y="654050"/>
          <p14:tracePt t="37112" x="2470150" y="698500"/>
          <p14:tracePt t="37128" x="2470150" y="711200"/>
          <p14:tracePt t="37145" x="2476500" y="723900"/>
          <p14:tracePt t="37161" x="2476500" y="730250"/>
          <p14:tracePt t="37196" x="2463800" y="730250"/>
          <p14:tracePt t="37209" x="2457450" y="730250"/>
          <p14:tracePt t="37216" x="2444750" y="730250"/>
          <p14:tracePt t="37231" x="2432050" y="730250"/>
          <p14:tracePt t="37252" x="2413000" y="723900"/>
          <p14:tracePt t="37260" x="2400300" y="723900"/>
          <p14:tracePt t="37277" x="2381250" y="723900"/>
          <p14:tracePt t="37294" x="2330450" y="723900"/>
          <p14:tracePt t="37310" x="2298700" y="717550"/>
          <p14:tracePt t="37328" x="2273300" y="717550"/>
          <p14:tracePt t="37344" x="2216150" y="717550"/>
          <p14:tracePt t="37360" x="2165350" y="717550"/>
          <p14:tracePt t="37378" x="2133600" y="723900"/>
          <p14:tracePt t="37393" x="2120900" y="723900"/>
          <p14:tracePt t="37410" x="2114550" y="730250"/>
          <p14:tracePt t="37428" x="2101850" y="736600"/>
          <p14:tracePt t="37444" x="2095500" y="736600"/>
          <p14:tracePt t="37497" x="2095500" y="742950"/>
          <p14:tracePt t="37504" x="2095500" y="749300"/>
          <p14:tracePt t="37533" x="2101850" y="749300"/>
          <p14:tracePt t="37540" x="2108200" y="749300"/>
          <p14:tracePt t="37561" x="2114550" y="749300"/>
          <p14:tracePt t="37575" x="2120900" y="749300"/>
          <p14:tracePt t="37582" x="2127250" y="749300"/>
          <p14:tracePt t="37624" x="2133600" y="749300"/>
          <p14:tracePt t="37638" x="2146300" y="749300"/>
          <p14:tracePt t="37646" x="2152650" y="749300"/>
          <p14:tracePt t="37660" x="2165350" y="749300"/>
          <p14:tracePt t="37676" x="2190750" y="749300"/>
          <p14:tracePt t="37693" x="2260600" y="749300"/>
          <p14:tracePt t="37709" x="2400300" y="749300"/>
          <p14:tracePt t="37726" x="2476500" y="749300"/>
          <p14:tracePt t="37743" x="2679700" y="736600"/>
          <p14:tracePt t="37759" x="2794000" y="723900"/>
          <p14:tracePt t="37776" x="2908300" y="723900"/>
          <p14:tracePt t="37793" x="3162300" y="704850"/>
          <p14:tracePt t="37809" x="3378200" y="692150"/>
          <p14:tracePt t="37826" x="3454400" y="685800"/>
          <p14:tracePt t="37842" x="3587750" y="673100"/>
          <p14:tracePt t="37859" x="3638550" y="666750"/>
          <p14:tracePt t="37875" x="3689350" y="660400"/>
          <p14:tracePt t="37891" x="3727450" y="654050"/>
          <p14:tracePt t="37908" x="3733800" y="654050"/>
          <p14:tracePt t="37927" x="3759200" y="654050"/>
          <p14:tracePt t="37942" x="3765550" y="654050"/>
          <p14:tracePt t="37958" x="3778250" y="647700"/>
          <p14:tracePt t="37976" x="3797300" y="647700"/>
          <p14:tracePt t="37992" x="3835400" y="647700"/>
          <p14:tracePt t="38008" x="3860800" y="647700"/>
          <p14:tracePt t="38025" x="3930650" y="647700"/>
          <p14:tracePt t="38042" x="3981450" y="654050"/>
          <p14:tracePt t="38058" x="4044950" y="666750"/>
          <p14:tracePt t="38075" x="4216400" y="673100"/>
          <p14:tracePt t="38091" x="4305300" y="698500"/>
          <p14:tracePt t="38110" x="4546600" y="717550"/>
          <p14:tracePt t="38124" x="4686300" y="730250"/>
          <p14:tracePt t="38141" x="4800600" y="736600"/>
          <p14:tracePt t="38158" x="5003800" y="749300"/>
          <p14:tracePt t="38174" x="5143500" y="755650"/>
          <p14:tracePt t="38191" x="5194300" y="755650"/>
          <p14:tracePt t="38208" x="5264150" y="768350"/>
          <p14:tracePt t="38224" x="5289550" y="774700"/>
          <p14:tracePt t="38241" x="5308600" y="774700"/>
          <p14:tracePt t="38257" x="5327650" y="774700"/>
          <p14:tracePt t="38274" x="5334000" y="774700"/>
          <p14:tracePt t="38474" x="5327650" y="774700"/>
          <p14:tracePt t="38530" x="5327650" y="768350"/>
          <p14:tracePt t="38601" x="5321300" y="768350"/>
          <p14:tracePt t="38657" x="5314950" y="768350"/>
          <p14:tracePt t="38678" x="5308600" y="768350"/>
          <p14:tracePt t="38692" x="5302250" y="774700"/>
          <p14:tracePt t="38699" x="5295900" y="781050"/>
          <p14:tracePt t="38713" x="5289550" y="793750"/>
          <p14:tracePt t="38722" x="5264150" y="806450"/>
          <p14:tracePt t="38739" x="5238750" y="838200"/>
          <p14:tracePt t="38755" x="5137150" y="920750"/>
          <p14:tracePt t="38772" x="5067300" y="1003300"/>
          <p14:tracePt t="38789" x="4972050" y="1079500"/>
          <p14:tracePt t="38805" x="4743450" y="1282700"/>
          <p14:tracePt t="38822" x="4597400" y="1428750"/>
          <p14:tracePt t="38839" x="4248150" y="1778000"/>
          <p14:tracePt t="38855" x="4064000" y="1974850"/>
          <p14:tracePt t="38872" x="3752850" y="2374900"/>
          <p14:tracePt t="38890" x="3492500" y="2787650"/>
          <p14:tracePt t="38905" x="3390900" y="2984500"/>
          <p14:tracePt t="38922" x="3295650" y="3162300"/>
          <p14:tracePt t="38938" x="3136900" y="3524250"/>
          <p14:tracePt t="38955" x="2997200" y="3854450"/>
          <p14:tracePt t="38972" x="2933700" y="4019550"/>
          <p14:tracePt t="38989" x="2819400" y="4260850"/>
          <p14:tracePt t="39005" x="2768600" y="4375150"/>
          <p14:tracePt t="39022" x="2673350" y="4552950"/>
          <p14:tracePt t="39038" x="2647950" y="4610100"/>
          <p14:tracePt t="39054" x="2584450" y="4699000"/>
          <p14:tracePt t="39072" x="2546350" y="4743450"/>
          <p14:tracePt t="39088" x="2533650" y="4762500"/>
          <p14:tracePt t="39104" x="2520950" y="4781550"/>
          <p14:tracePt t="39121" x="2463800" y="4813300"/>
          <p14:tracePt t="39807" x="2463800" y="4806950"/>
          <p14:tracePt t="39849" x="2470150" y="4806950"/>
          <p14:tracePt t="39969" x="2470150" y="4813300"/>
          <p14:tracePt t="40046" x="2470150" y="4819650"/>
        </p14:tracePtLst>
      </p14:laserTraceLst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time import time, sleep</a:t>
            </a:r>
            <a:endParaRPr lang="en-US" altLang="en-US" sz="2250" spc="-1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timer(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, *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, **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kwargs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"""Print the runtime of the wrapped function"""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wrapper_timer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(*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, **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kwargs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start_time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= time() 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value =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(*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, **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kwargs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end_time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= time()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run_time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=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end_time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-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start_time</a:t>
            </a:r>
            <a:endParaRPr lang="en-US" altLang="en-US" sz="225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print(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f"Finished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{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.__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name__!r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}",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f"in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{run_time:.4f} secs")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return value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return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wrapper_timer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(*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, **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kwargs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timer(sleep,2)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Finished 'sleep' in 2.0065 secs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f(x): sleep(1); return x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rgbClr val="BFBFBF"/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timer(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f,None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Finished 'f' in 1.0122 secs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timer(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f,None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Finished 'f' in 1.0148 secs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3642424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35"/>
    </mc:Choice>
    <mc:Fallback xmlns="">
      <p:transition spd="slow" advTm="7335"/>
    </mc:Fallback>
  </mc:AlternateContent>
  <p:extLst>
    <p:ext uri="{3A86A75C-4F4B-4683-9AE1-C65F6400EC91}">
      <p14:laserTraceLst xmlns:p14="http://schemas.microsoft.com/office/powerpoint/2010/main">
        <p14:tracePtLst>
          <p14:tracePt t="1145" x="3581400" y="3403600"/>
          <p14:tracePt t="1153" x="3543300" y="3486150"/>
          <p14:tracePt t="1167" x="3498850" y="3594100"/>
          <p14:tracePt t="1182" x="3403600" y="3841750"/>
          <p14:tracePt t="1197" x="3346450" y="3981450"/>
          <p14:tracePt t="1214" x="3302000" y="4083050"/>
          <p14:tracePt t="1230" x="3225800" y="4260850"/>
          <p14:tracePt t="1247" x="3143250" y="4394200"/>
          <p14:tracePt t="1263" x="3117850" y="4451350"/>
          <p14:tracePt t="1280" x="3048000" y="4591050"/>
          <p14:tracePt t="1297" x="2978150" y="4705350"/>
          <p14:tracePt t="1314" x="2914650" y="4806950"/>
          <p14:tracePt t="1330" x="2889250" y="4838700"/>
          <p14:tracePt t="1347" x="2863850" y="4870450"/>
          <p14:tracePt t="1364" x="2851150" y="4895850"/>
          <p14:tracePt t="1380" x="2838450" y="4914900"/>
          <p14:tracePt t="1397" x="2825750" y="4940300"/>
          <p14:tracePt t="1414" x="2806700" y="4953000"/>
          <p14:tracePt t="1430" x="2800350" y="4959350"/>
          <p14:tracePt t="1446" x="2794000" y="4959350"/>
          <p14:tracePt t="1463" x="2794000" y="4972050"/>
          <p14:tracePt t="1503" x="2794000" y="4978400"/>
          <p14:tracePt t="1518" x="2794000" y="4984750"/>
          <p14:tracePt t="1529" x="2806700" y="4991100"/>
          <p14:tracePt t="1547" x="2832100" y="4997450"/>
          <p14:tracePt t="1562" x="2870200" y="5003800"/>
          <p14:tracePt t="1579" x="2952750" y="5029200"/>
          <p14:tracePt t="1596" x="3086100" y="5067300"/>
          <p14:tracePt t="1612" x="3155950" y="5086350"/>
          <p14:tracePt t="1629" x="3225800" y="5105400"/>
          <p14:tracePt t="1645" x="3365500" y="5124450"/>
          <p14:tracePt t="1662" x="3536950" y="5092700"/>
          <p14:tracePt t="1679" x="3600450" y="5073650"/>
          <p14:tracePt t="1696" x="3810000" y="4965700"/>
          <p14:tracePt t="1712" x="3854450" y="4933950"/>
          <p14:tracePt t="1729" x="3911600" y="4876800"/>
          <p14:tracePt t="1745" x="3937000" y="4845050"/>
          <p14:tracePt t="1762" x="3943350" y="4826000"/>
          <p14:tracePt t="1779" x="3943350" y="4806950"/>
          <p14:tracePt t="1795" x="3943350" y="4794250"/>
          <p14:tracePt t="1812" x="3898900" y="4756150"/>
          <p14:tracePt t="1828" x="3790950" y="4711700"/>
          <p14:tracePt t="1845" x="3721100" y="4679950"/>
          <p14:tracePt t="1862" x="3530600" y="4648200"/>
          <p14:tracePt t="1878" x="3302000" y="4648200"/>
          <p14:tracePt t="1895" x="3200400" y="4667250"/>
          <p14:tracePt t="1912" x="3016250" y="4724400"/>
          <p14:tracePt t="1928" x="2863850" y="4819650"/>
          <p14:tracePt t="1945" x="2794000" y="4864100"/>
          <p14:tracePt t="1961" x="2705100" y="4972050"/>
          <p14:tracePt t="1978" x="2667000" y="5105400"/>
          <p14:tracePt t="1995" x="2660650" y="5194300"/>
          <p14:tracePt t="2011" x="2673350" y="5359400"/>
          <p14:tracePt t="2028" x="2768600" y="5588000"/>
          <p14:tracePt t="2045" x="2921000" y="5803900"/>
          <p14:tracePt t="2061" x="3003550" y="5886450"/>
          <p14:tracePt t="2077" x="3092450" y="5969000"/>
          <p14:tracePt t="2094" x="3270250" y="6096000"/>
          <p14:tracePt t="2111" x="3454400" y="6159500"/>
          <p14:tracePt t="2127" x="3581400" y="6178550"/>
          <p14:tracePt t="2144" x="3797300" y="6197600"/>
          <p14:tracePt t="2160" x="3987800" y="6178550"/>
          <p14:tracePt t="2177" x="4083050" y="6146800"/>
          <p14:tracePt t="2193" x="4229100" y="6064250"/>
          <p14:tracePt t="2210" x="4375150" y="5918200"/>
          <p14:tracePt t="2227" x="4438650" y="5835650"/>
          <p14:tracePt t="2244" x="4508500" y="5651500"/>
          <p14:tracePt t="2260" x="4527550" y="5537200"/>
          <p14:tracePt t="2277" x="4552950" y="5308600"/>
          <p14:tracePt t="2295" x="4514850" y="5105400"/>
          <p14:tracePt t="2310" x="4483100" y="5010150"/>
          <p14:tracePt t="2326" x="4387850" y="4800600"/>
          <p14:tracePt t="2343" x="4235450" y="4622800"/>
          <p14:tracePt t="2360" x="4140200" y="4546600"/>
          <p14:tracePt t="2376" x="3822700" y="4419600"/>
          <p14:tracePt t="2392" x="3721100" y="4387850"/>
          <p14:tracePt t="2411" x="3530600" y="4387850"/>
          <p14:tracePt t="2426" x="3441700" y="4394200"/>
          <p14:tracePt t="2443" x="3289300" y="4445000"/>
          <p14:tracePt t="2460" x="3149600" y="4533900"/>
          <p14:tracePt t="2476" x="3105150" y="4578350"/>
          <p14:tracePt t="2493" x="2997200" y="4692650"/>
          <p14:tracePt t="2509" x="2921000" y="4832350"/>
          <p14:tracePt t="2526" x="2889250" y="4902200"/>
          <p14:tracePt t="2543" x="2851150" y="5048250"/>
          <p14:tracePt t="2559" x="2838450" y="5187950"/>
          <p14:tracePt t="2576" x="2844800" y="5245100"/>
          <p14:tracePt t="2593" x="2870200" y="5353050"/>
          <p14:tracePt t="2609" x="2965450" y="5448300"/>
          <p14:tracePt t="2625" x="3009900" y="5480050"/>
          <p14:tracePt t="2643" x="3149600" y="5549900"/>
          <p14:tracePt t="2658" x="3238500" y="5581650"/>
          <p14:tracePt t="2675" x="3460750" y="5657850"/>
          <p14:tracePt t="2692" x="3702050" y="5676900"/>
          <p14:tracePt t="2708" x="3829050" y="5676900"/>
          <p14:tracePt t="2726" x="4025900" y="5632450"/>
          <p14:tracePt t="2742" x="4114800" y="5588000"/>
          <p14:tracePt t="2758" x="4210050" y="5537200"/>
          <p14:tracePt t="2776" x="4432300" y="5295900"/>
          <p14:tracePt t="2792" x="4457700" y="5219700"/>
          <p14:tracePt t="2809" x="4489450" y="5086350"/>
          <p14:tracePt t="2826" x="4476750" y="4965700"/>
          <p14:tracePt t="2841" x="4445000" y="4908550"/>
          <p14:tracePt t="2858" x="4368800" y="4781550"/>
          <p14:tracePt t="2875" x="4267200" y="4699000"/>
          <p14:tracePt t="2891" x="4171950" y="4660900"/>
          <p14:tracePt t="2908" x="4114800" y="4654550"/>
          <p14:tracePt t="2924" x="4006850" y="4667250"/>
          <p14:tracePt t="2941" x="3898900" y="4692650"/>
          <p14:tracePt t="2958" x="3848100" y="4699000"/>
          <p14:tracePt t="2975" x="3835400" y="4699000"/>
          <p14:tracePt t="3740" x="3822700" y="4699000"/>
          <p14:tracePt t="3755" x="3790950" y="4692650"/>
          <p14:tracePt t="3761" x="3759200" y="4679950"/>
          <p14:tracePt t="3775" x="3727450" y="4673600"/>
          <p14:tracePt t="3789" x="3702050" y="4660900"/>
          <p14:tracePt t="3805" x="3632200" y="4654550"/>
          <p14:tracePt t="3821" x="3587750" y="4648200"/>
          <p14:tracePt t="3839" x="3517900" y="4635500"/>
          <p14:tracePt t="3854" x="3429000" y="4635500"/>
          <p14:tracePt t="3871" x="3390900" y="4635500"/>
          <p14:tracePt t="3888" x="3295650" y="4641850"/>
          <p14:tracePt t="3904" x="3200400" y="4667250"/>
          <p14:tracePt t="3921" x="3155950" y="4686300"/>
          <p14:tracePt t="3938" x="3067050" y="4730750"/>
          <p14:tracePt t="3954" x="3009900" y="4800600"/>
          <p14:tracePt t="3972" x="2959100" y="4908550"/>
          <p14:tracePt t="3988" x="2940050" y="4978400"/>
          <p14:tracePt t="4005" x="2933700" y="5054600"/>
          <p14:tracePt t="4022" x="2946400" y="5283200"/>
          <p14:tracePt t="4037" x="2978150" y="5353050"/>
          <p14:tracePt t="4054" x="3003550" y="5435600"/>
          <p14:tracePt t="4071" x="3092450" y="5549900"/>
          <p14:tracePt t="4087" x="3194050" y="5626100"/>
          <p14:tracePt t="4104" x="3276600" y="5651500"/>
          <p14:tracePt t="4120" x="3409950" y="5683250"/>
          <p14:tracePt t="4137" x="3486150" y="5683250"/>
          <p14:tracePt t="4154" x="3714750" y="5670550"/>
          <p14:tracePt t="4170" x="3810000" y="5651500"/>
          <p14:tracePt t="4187" x="3943350" y="5581650"/>
          <p14:tracePt t="4204" x="4064000" y="5486400"/>
          <p14:tracePt t="4220" x="4108450" y="5435600"/>
          <p14:tracePt t="4237" x="4159250" y="5378450"/>
          <p14:tracePt t="4253" x="4267200" y="5175250"/>
          <p14:tracePt t="4270" x="4286250" y="5092700"/>
          <p14:tracePt t="4286" x="4292600" y="5041900"/>
          <p14:tracePt t="4304" x="4305300" y="4921250"/>
          <p14:tracePt t="4319" x="4305300" y="4883150"/>
          <p14:tracePt t="4337" x="4305300" y="4838700"/>
          <p14:tracePt t="4353" x="4298950" y="4737100"/>
          <p14:tracePt t="4369" x="4279900" y="4679950"/>
          <p14:tracePt t="4387" x="4203700" y="4546600"/>
          <p14:tracePt t="4403" x="4178300" y="4514850"/>
          <p14:tracePt t="4419" x="4140200" y="4495800"/>
          <p14:tracePt t="4436" x="4102100" y="4489450"/>
          <p14:tracePt t="4452" x="4070350" y="4476750"/>
          <p14:tracePt t="4469" x="4038600" y="4476750"/>
          <p14:tracePt t="4485" x="4019550" y="4457700"/>
          <p14:tracePt t="5256" x="4019550" y="4445000"/>
          <p14:tracePt t="5270" x="4019550" y="4432300"/>
          <p14:tracePt t="5277" x="4019550" y="4425950"/>
          <p14:tracePt t="5291" x="4025900" y="4400550"/>
          <p14:tracePt t="5300" x="4025900" y="4387850"/>
          <p14:tracePt t="5316" x="4032250" y="4368800"/>
          <p14:tracePt t="5333" x="4032250" y="4337050"/>
          <p14:tracePt t="5349" x="4032250" y="4311650"/>
          <p14:tracePt t="5366" x="4032250" y="4305300"/>
          <p14:tracePt t="5383" x="4032250" y="4292600"/>
          <p14:tracePt t="5419" x="4032250" y="4286250"/>
          <p14:tracePt t="5460" x="4032250" y="4279900"/>
        </p14:tracePtLst>
      </p14:laserTraceLst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time import time, sleep</a:t>
            </a:r>
            <a:endParaRPr lang="en-US" altLang="en-US" sz="2250" spc="-1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b="1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timer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250" b="1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250" b="1" spc="-100" dirty="0">
                <a:solidFill>
                  <a:srgbClr val="F8B300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sz="2250" b="1" spc="-100" dirty="0" err="1">
                <a:solidFill>
                  <a:srgbClr val="F8B300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en-US" sz="2250" spc="-1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**</a:t>
            </a:r>
            <a:r>
              <a:rPr lang="en-US" altLang="en-US" sz="2250" spc="-100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kwargs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"""Print the runtime of the wrapped function"""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b="1" spc="-100" dirty="0" err="1">
                <a:solidFill>
                  <a:srgbClr val="C40C94"/>
                </a:solidFill>
                <a:latin typeface="Lucida Console" panose="020B0609040504020204" pitchFamily="49" charset="0"/>
              </a:rPr>
              <a:t>wrapper_timer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250" b="1" spc="-100" dirty="0">
                <a:solidFill>
                  <a:srgbClr val="F8B300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sz="2250" b="1" spc="-100" dirty="0" err="1">
                <a:solidFill>
                  <a:srgbClr val="F8B300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en-US" sz="2250" spc="-100" dirty="0">
                <a:solidFill>
                  <a:srgbClr val="BFBFBF"/>
                </a:solidFill>
                <a:latin typeface="Lucida Console" panose="020B0609040504020204" pitchFamily="49" charset="0"/>
              </a:rPr>
              <a:t>, **</a:t>
            </a:r>
            <a:r>
              <a:rPr lang="en-US" altLang="en-US" sz="2250" spc="-1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kwargs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start_time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= time() 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value = </a:t>
            </a:r>
            <a:r>
              <a:rPr lang="en-US" altLang="en-US" sz="2250" b="1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250" b="1" spc="-100" dirty="0">
                <a:solidFill>
                  <a:srgbClr val="F8B300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sz="2250" b="1" spc="-100" dirty="0" err="1">
                <a:solidFill>
                  <a:srgbClr val="F8B300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en-US" sz="2250" spc="-100" dirty="0">
                <a:solidFill>
                  <a:srgbClr val="BFBFBF"/>
                </a:solidFill>
                <a:latin typeface="Lucida Console" panose="020B0609040504020204" pitchFamily="49" charset="0"/>
              </a:rPr>
              <a:t>, **</a:t>
            </a:r>
            <a:r>
              <a:rPr lang="en-US" altLang="en-US" sz="2250" spc="-1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kwargs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end_time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= time()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run_time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=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end_time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-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start_time</a:t>
            </a:r>
            <a:endParaRPr lang="en-US" altLang="en-US" sz="225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print(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f"Finished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{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.__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name__!r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}",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f"in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{run_time:.4f} secs")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return </a:t>
            </a:r>
            <a:r>
              <a:rPr lang="en-US" altLang="en-US" sz="225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value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return </a:t>
            </a:r>
            <a:r>
              <a:rPr lang="en-US" altLang="en-US" sz="2250" b="1" spc="-100" dirty="0" err="1">
                <a:solidFill>
                  <a:srgbClr val="C40C94"/>
                </a:solidFill>
                <a:latin typeface="Lucida Console" panose="020B0609040504020204" pitchFamily="49" charset="0"/>
              </a:rPr>
              <a:t>wrapper_timer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250" b="1" spc="-100" dirty="0">
                <a:solidFill>
                  <a:srgbClr val="F8B300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sz="2250" b="1" spc="-100" dirty="0" err="1">
                <a:solidFill>
                  <a:srgbClr val="F8B300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en-US" sz="2250" spc="-1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250" b="1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b="1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**</a:t>
            </a:r>
            <a:r>
              <a:rPr lang="en-US" altLang="en-US" sz="2250" b="1" spc="-100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kwargs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b="1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timer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25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sleep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250" b="1" spc="-100" dirty="0">
                <a:solidFill>
                  <a:srgbClr val="F8B30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Finished 'sleep' in 2.0065 secs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f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250" b="1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): sleep(1); return x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rgbClr val="BFBFBF"/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b="1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timer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250" b="1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250" b="1" spc="-100" dirty="0" err="1">
                <a:solidFill>
                  <a:srgbClr val="F8B300"/>
                </a:solidFill>
                <a:latin typeface="Lucida Console" panose="020B0609040504020204" pitchFamily="49" charset="0"/>
              </a:rPr>
              <a:t>None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Finished 'f' in 1.0122 secs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b="1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timer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250" b="1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250" b="1" spc="-100" dirty="0" err="1">
                <a:solidFill>
                  <a:srgbClr val="F8B300"/>
                </a:solidFill>
                <a:latin typeface="Lucida Console" panose="020B0609040504020204" pitchFamily="49" charset="0"/>
              </a:rPr>
              <a:t>None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Finished 'f' in 1.0148 secs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3974096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5416"/>
    </mc:Choice>
    <mc:Fallback xmlns="">
      <p:transition spd="slow" advTm="245416"/>
    </mc:Fallback>
  </mc:AlternateContent>
  <p:extLst>
    <p:ext uri="{3A86A75C-4F4B-4683-9AE1-C65F6400EC91}">
      <p14:laserTraceLst xmlns:p14="http://schemas.microsoft.com/office/powerpoint/2010/main">
        <p14:tracePtLst>
          <p14:tracePt t="932" x="2882900" y="2286000"/>
          <p14:tracePt t="939" x="2768600" y="2387600"/>
          <p14:tracePt t="955" x="2673350" y="2482850"/>
          <p14:tracePt t="969" x="2476500" y="2679700"/>
          <p14:tracePt t="985" x="2374900" y="2762250"/>
          <p14:tracePt t="1002" x="2235200" y="2921000"/>
          <p14:tracePt t="1020" x="2184400" y="2990850"/>
          <p14:tracePt t="1035" x="2082800" y="3130550"/>
          <p14:tracePt t="1052" x="1993900" y="3270250"/>
          <p14:tracePt t="1068" x="1955800" y="3352800"/>
          <p14:tracePt t="1086" x="1860550" y="3524250"/>
          <p14:tracePt t="1102" x="1778000" y="3689350"/>
          <p14:tracePt t="1118" x="1739900" y="3778250"/>
          <p14:tracePt t="1135" x="1689100" y="3937000"/>
          <p14:tracePt t="1152" x="1638300" y="4083050"/>
          <p14:tracePt t="1168" x="1612900" y="4152900"/>
          <p14:tracePt t="1185" x="1562100" y="4267200"/>
          <p14:tracePt t="1201" x="1549400" y="4362450"/>
          <p14:tracePt t="1219" x="1536700" y="4419600"/>
          <p14:tracePt t="1234" x="1536700" y="4438650"/>
          <p14:tracePt t="1251" x="1530350" y="4514850"/>
          <p14:tracePt t="1269" x="1530350" y="4610100"/>
          <p14:tracePt t="1284" x="1530350" y="4648200"/>
          <p14:tracePt t="1301" x="1530350" y="4686300"/>
          <p14:tracePt t="1318" x="1530350" y="4711700"/>
          <p14:tracePt t="1351" x="1530350" y="4718050"/>
          <p14:tracePt t="1380" x="1530350" y="4724400"/>
          <p14:tracePt t="1429" x="1536700" y="4724400"/>
          <p14:tracePt t="1457" x="1543050" y="4718050"/>
          <p14:tracePt t="1472" x="1543050" y="4711700"/>
          <p14:tracePt t="1479" x="1555750" y="4699000"/>
          <p14:tracePt t="1493" x="1562100" y="4686300"/>
          <p14:tracePt t="1501" x="1574800" y="4667250"/>
          <p14:tracePt t="1517" x="1587500" y="4654550"/>
          <p14:tracePt t="1534" x="1644650" y="4584700"/>
          <p14:tracePt t="1550" x="1727200" y="4495800"/>
          <p14:tracePt t="1567" x="1778000" y="4438650"/>
          <p14:tracePt t="1585" x="1885950" y="4298950"/>
          <p14:tracePt t="1600" x="1987550" y="4165600"/>
          <p14:tracePt t="1616" x="2038350" y="4095750"/>
          <p14:tracePt t="1634" x="2120900" y="3981450"/>
          <p14:tracePt t="1650" x="2171700" y="3924300"/>
          <p14:tracePt t="1666" x="2254250" y="3816350"/>
          <p14:tracePt t="1683" x="2317750" y="3727450"/>
          <p14:tracePt t="1700" x="2343150" y="3695700"/>
          <p14:tracePt t="1717" x="2381250" y="3638550"/>
          <p14:tracePt t="1733" x="2400300" y="3619500"/>
          <p14:tracePt t="1900" x="2393950" y="3619500"/>
          <p14:tracePt t="2295" x="2362200" y="3625850"/>
          <p14:tracePt t="2302" x="2305050" y="3632200"/>
          <p14:tracePt t="2317" x="2260600" y="3651250"/>
          <p14:tracePt t="2331" x="2209800" y="3657600"/>
          <p14:tracePt t="2347" x="2101850" y="3683000"/>
          <p14:tracePt t="2364" x="1955800" y="3714750"/>
          <p14:tracePt t="2381" x="1892300" y="3733800"/>
          <p14:tracePt t="2397" x="1720850" y="3784600"/>
          <p14:tracePt t="2415" x="1587500" y="3810000"/>
          <p14:tracePt t="2430" x="1517650" y="3822700"/>
          <p14:tracePt t="2447" x="1371600" y="3873500"/>
          <p14:tracePt t="2464" x="1250950" y="3917950"/>
          <p14:tracePt t="2480" x="1219200" y="3930650"/>
          <p14:tracePt t="2497" x="1200150" y="3949700"/>
          <p14:tracePt t="2513" x="1149350" y="3981450"/>
          <p14:tracePt t="2530" x="1136650" y="3994150"/>
          <p14:tracePt t="2548" x="1123950" y="4006850"/>
          <p14:tracePt t="2564" x="1123950" y="4013200"/>
          <p14:tracePt t="2580" x="1117600" y="4019550"/>
          <p14:tracePt t="2597" x="1111250" y="4019550"/>
          <p14:tracePt t="2618" x="1111250" y="4025900"/>
          <p14:tracePt t="2639" x="1104900" y="4032250"/>
          <p14:tracePt t="2647" x="1104900" y="4038600"/>
          <p14:tracePt t="2663" x="1098550" y="4044950"/>
          <p14:tracePt t="2679" x="1079500" y="4070350"/>
          <p14:tracePt t="2696" x="1060450" y="4095750"/>
          <p14:tracePt t="2713" x="1054100" y="4108450"/>
          <p14:tracePt t="2730" x="1041400" y="4133850"/>
          <p14:tracePt t="2746" x="1035050" y="4146550"/>
          <p14:tracePt t="2762" x="1028700" y="4146550"/>
          <p14:tracePt t="2780" x="1028700" y="4152900"/>
          <p14:tracePt t="2795" x="1022350" y="4159250"/>
          <p14:tracePt t="2829" x="1035050" y="4165600"/>
          <p14:tracePt t="2846" x="1041400" y="4165600"/>
          <p14:tracePt t="2862" x="1066800" y="4178300"/>
          <p14:tracePt t="2879" x="1149350" y="4210050"/>
          <p14:tracePt t="2896" x="1206500" y="4229100"/>
          <p14:tracePt t="2913" x="1352550" y="4286250"/>
          <p14:tracePt t="2929" x="1511300" y="4337050"/>
          <p14:tracePt t="2945" x="1593850" y="4356100"/>
          <p14:tracePt t="2949" x="1657350" y="4368800"/>
          <p14:tracePt t="2962" x="1714500" y="4387850"/>
          <p14:tracePt t="2978" x="1784350" y="4400550"/>
          <p14:tracePt t="2995" x="1809750" y="4406900"/>
          <p14:tracePt t="3012" x="1835150" y="4406900"/>
          <p14:tracePt t="3029" x="1847850" y="4406900"/>
          <p14:tracePt t="3045" x="1854200" y="4406900"/>
          <p14:tracePt t="3369" x="1873250" y="4406900"/>
          <p14:tracePt t="3377" x="1898650" y="4406900"/>
          <p14:tracePt t="3390" x="1930400" y="4400550"/>
          <p14:tracePt t="3397" x="1955800" y="4394200"/>
          <p14:tracePt t="3413" x="1987550" y="4387850"/>
          <p14:tracePt t="3427" x="2038350" y="4368800"/>
          <p14:tracePt t="3443" x="2070100" y="4368800"/>
          <p14:tracePt t="3461" x="2108200" y="4349750"/>
          <p14:tracePt t="3476" x="2120900" y="4343400"/>
          <p14:tracePt t="3493" x="2146300" y="4330700"/>
          <p14:tracePt t="3510" x="2152650" y="4324350"/>
          <p14:tracePt t="3527" x="2159000" y="4324350"/>
          <p14:tracePt t="3566" x="2165350" y="4324350"/>
          <p14:tracePt t="3819" x="2171700" y="4324350"/>
          <p14:tracePt t="3833" x="2184400" y="4324350"/>
          <p14:tracePt t="3840" x="2190750" y="4324350"/>
          <p14:tracePt t="3847" x="2216150" y="4324350"/>
          <p14:tracePt t="3862" x="2228850" y="4318000"/>
          <p14:tracePt t="3876" x="2247900" y="4318000"/>
          <p14:tracePt t="3892" x="2279650" y="4318000"/>
          <p14:tracePt t="3909" x="2298700" y="4318000"/>
          <p14:tracePt t="3925" x="2317750" y="4318000"/>
          <p14:tracePt t="3942" x="2324100" y="4318000"/>
          <p14:tracePt t="3959" x="2330450" y="4318000"/>
          <p14:tracePt t="4163" x="2336800" y="4324350"/>
          <p14:tracePt t="4402" x="2343150" y="4324350"/>
          <p14:tracePt t="4409" x="2349500" y="4324350"/>
          <p14:tracePt t="4424" x="2362200" y="4324350"/>
          <p14:tracePt t="4430" x="2368550" y="4330700"/>
          <p14:tracePt t="4444" x="2381250" y="4330700"/>
          <p14:tracePt t="4457" x="2400300" y="4337050"/>
          <p14:tracePt t="4473" x="2425700" y="4343400"/>
          <p14:tracePt t="4490" x="2438400" y="4343400"/>
          <p14:tracePt t="4507" x="2451100" y="4349750"/>
          <p14:tracePt t="4523" x="2470150" y="4349750"/>
          <p14:tracePt t="4540" x="2476500" y="4349750"/>
          <p14:tracePt t="4557" x="2489200" y="4349750"/>
          <p14:tracePt t="4574" x="2495550" y="4349750"/>
          <p14:tracePt t="4612" x="2508250" y="4349750"/>
          <p14:tracePt t="4634" x="2514600" y="4349750"/>
          <p14:tracePt t="4642" x="2520950" y="4349750"/>
          <p14:tracePt t="4657" x="2527300" y="4349750"/>
          <p14:tracePt t="4673" x="2533650" y="4349750"/>
          <p14:tracePt t="4690" x="2540000" y="4343400"/>
          <p14:tracePt t="4706" x="2552700" y="4343400"/>
          <p14:tracePt t="4722" x="2559050" y="4343400"/>
          <p14:tracePt t="4739" x="2590800" y="4343400"/>
          <p14:tracePt t="4756" x="2616200" y="4343400"/>
          <p14:tracePt t="4772" x="2628900" y="4343400"/>
          <p14:tracePt t="4789" x="2641600" y="4343400"/>
          <p14:tracePt t="4806" x="2660650" y="4343400"/>
          <p14:tracePt t="4823" x="2673350" y="4343400"/>
          <p14:tracePt t="4838" x="2686050" y="4343400"/>
          <p14:tracePt t="4855" x="2692400" y="4343400"/>
          <p14:tracePt t="4873" x="2705100" y="4343400"/>
          <p14:tracePt t="4888" x="2711450" y="4343400"/>
          <p14:tracePt t="4905" x="2717800" y="4343400"/>
          <p14:tracePt t="4922" x="2724150" y="4343400"/>
          <p14:tracePt t="4958" x="2724150" y="4349750"/>
          <p14:tracePt t="4972" x="2730500" y="4349750"/>
          <p14:tracePt t="4992" x="2736850" y="4349750"/>
          <p14:tracePt t="5055" x="2743200" y="4349750"/>
          <p14:tracePt t="5202" x="2736850" y="4349750"/>
          <p14:tracePt t="5217" x="2730500" y="4349750"/>
          <p14:tracePt t="5224" x="2730500" y="4343400"/>
          <p14:tracePt t="5241" x="2717800" y="4343400"/>
          <p14:tracePt t="5254" x="2692400" y="4337050"/>
          <p14:tracePt t="5271" x="2667000" y="4330700"/>
          <p14:tracePt t="5288" x="2641600" y="4330700"/>
          <p14:tracePt t="5304" x="2571750" y="4311650"/>
          <p14:tracePt t="5320" x="2476500" y="4298950"/>
          <p14:tracePt t="5337" x="2381250" y="4286250"/>
          <p14:tracePt t="5354" x="2343150" y="4279900"/>
          <p14:tracePt t="5371" x="2260600" y="4273550"/>
          <p14:tracePt t="5387" x="2190750" y="4254500"/>
          <p14:tracePt t="5404" x="2171700" y="4254500"/>
          <p14:tracePt t="5421" x="2127250" y="4254500"/>
          <p14:tracePt t="5437" x="2120900" y="4254500"/>
          <p14:tracePt t="5453" x="2114550" y="4254500"/>
          <p14:tracePt t="5470" x="2108200" y="4254500"/>
          <p14:tracePt t="5603" x="2101850" y="4254500"/>
          <p14:tracePt t="5660" x="2095500" y="4254500"/>
          <p14:tracePt t="5666" x="2095500" y="4260850"/>
          <p14:tracePt t="6166" x="2095500" y="4248150"/>
          <p14:tracePt t="6180" x="2101850" y="4235450"/>
          <p14:tracePt t="6187" x="2108200" y="4222750"/>
          <p14:tracePt t="6203" x="2108200" y="4210050"/>
          <p14:tracePt t="6218" x="2120900" y="4184650"/>
          <p14:tracePt t="6234" x="2120900" y="4165600"/>
          <p14:tracePt t="6251" x="2120900" y="4152900"/>
          <p14:tracePt t="6267" x="2127250" y="4127500"/>
          <p14:tracePt t="6284" x="2133600" y="4095750"/>
          <p14:tracePt t="6301" x="2152650" y="4051300"/>
          <p14:tracePt t="6317" x="2159000" y="4032250"/>
          <p14:tracePt t="6334" x="2171700" y="3975100"/>
          <p14:tracePt t="6350" x="2184400" y="3905250"/>
          <p14:tracePt t="6367" x="2203450" y="3860800"/>
          <p14:tracePt t="6384" x="2228850" y="3765550"/>
          <p14:tracePt t="6400" x="2260600" y="3657600"/>
          <p14:tracePt t="6416" x="2266950" y="3575050"/>
          <p14:tracePt t="6434" x="2305050" y="3397250"/>
          <p14:tracePt t="6450" x="2330450" y="3302000"/>
          <p14:tracePt t="6467" x="2349500" y="3175000"/>
          <p14:tracePt t="6483" x="2413000" y="2762250"/>
          <p14:tracePt t="6499" x="2425700" y="2647950"/>
          <p14:tracePt t="6516" x="2457450" y="2457450"/>
          <p14:tracePt t="6533" x="2476500" y="2286000"/>
          <p14:tracePt t="6549" x="2482850" y="2209800"/>
          <p14:tracePt t="6567" x="2501900" y="2114550"/>
          <p14:tracePt t="6583" x="2501900" y="2025650"/>
          <p14:tracePt t="6599" x="2501900" y="1974850"/>
          <p14:tracePt t="6616" x="2501900" y="1879600"/>
          <p14:tracePt t="6633" x="2514600" y="1778000"/>
          <p14:tracePt t="6649" x="2520950" y="1720850"/>
          <p14:tracePt t="6666" x="2527300" y="1644650"/>
          <p14:tracePt t="6682" x="2533650" y="1587500"/>
          <p14:tracePt t="6700" x="2533650" y="1574800"/>
          <p14:tracePt t="6716" x="2546350" y="1530350"/>
          <p14:tracePt t="6733" x="2552700" y="1492250"/>
          <p14:tracePt t="6750" x="2565400" y="1447800"/>
          <p14:tracePt t="6765" x="2565400" y="1428750"/>
          <p14:tracePt t="6782" x="2571750" y="1397000"/>
          <p14:tracePt t="6799" x="2590800" y="1320800"/>
          <p14:tracePt t="6815" x="2590800" y="1289050"/>
          <p14:tracePt t="6832" x="2603500" y="1263650"/>
          <p14:tracePt t="6849" x="2616200" y="1212850"/>
          <p14:tracePt t="6865" x="2628900" y="1162050"/>
          <p14:tracePt t="6883" x="2635250" y="1111250"/>
          <p14:tracePt t="6899" x="2635250" y="1092200"/>
          <p14:tracePt t="6915" x="2647950" y="1047750"/>
          <p14:tracePt t="6932" x="2647950" y="1022350"/>
          <p14:tracePt t="6948" x="2667000" y="977900"/>
          <p14:tracePt t="6965" x="2667000" y="939800"/>
          <p14:tracePt t="6982" x="2673350" y="882650"/>
          <p14:tracePt t="6998" x="2679700" y="857250"/>
          <p14:tracePt t="7015" x="2679700" y="838200"/>
          <p14:tracePt t="7031" x="2679700" y="812800"/>
          <p14:tracePt t="7047" x="2679700" y="800100"/>
          <p14:tracePt t="7276" x="2686050" y="800100"/>
          <p14:tracePt t="7325" x="2692400" y="800100"/>
          <p14:tracePt t="7347" x="2698750" y="800100"/>
          <p14:tracePt t="7368" x="2705100" y="800100"/>
          <p14:tracePt t="7382" x="2711450" y="806450"/>
          <p14:tracePt t="7410" x="2717800" y="806450"/>
          <p14:tracePt t="7417" x="2730500" y="806450"/>
          <p14:tracePt t="7445" x="2743200" y="806450"/>
          <p14:tracePt t="7459" x="2762250" y="806450"/>
          <p14:tracePt t="7466" x="2781300" y="806450"/>
          <p14:tracePt t="7482" x="2813050" y="800100"/>
          <p14:tracePt t="7496" x="2851150" y="793750"/>
          <p14:tracePt t="7513" x="2889250" y="793750"/>
          <p14:tracePt t="7530" x="3009900" y="774700"/>
          <p14:tracePt t="7546" x="3086100" y="762000"/>
          <p14:tracePt t="7563" x="3155950" y="755650"/>
          <p14:tracePt t="7579" x="3282950" y="742950"/>
          <p14:tracePt t="7596" x="3346450" y="736600"/>
          <p14:tracePt t="7614" x="3479800" y="723900"/>
          <p14:tracePt t="7630" x="3517900" y="717550"/>
          <p14:tracePt t="7646" x="3575050" y="711200"/>
          <p14:tracePt t="7663" x="3625850" y="711200"/>
          <p14:tracePt t="7679" x="3663950" y="711200"/>
          <p14:tracePt t="7695" x="3702050" y="711200"/>
          <p14:tracePt t="7713" x="3733800" y="698500"/>
          <p14:tracePt t="7730" x="3771900" y="692150"/>
          <p14:tracePt t="7746" x="3797300" y="692150"/>
          <p14:tracePt t="7762" x="3816350" y="692150"/>
          <p14:tracePt t="7779" x="3829050" y="685800"/>
          <p14:tracePt t="7796" x="3841750" y="685800"/>
          <p14:tracePt t="7812" x="3854450" y="685800"/>
          <p14:tracePt t="7866" x="3860800" y="685800"/>
          <p14:tracePt t="8140" x="3860800" y="679450"/>
          <p14:tracePt t="8604" x="3860800" y="673100"/>
          <p14:tracePt t="8689" x="3854450" y="673100"/>
          <p14:tracePt t="8738" x="3848100" y="666750"/>
          <p14:tracePt t="8766" x="3841750" y="666750"/>
          <p14:tracePt t="8794" x="3835400" y="666750"/>
          <p14:tracePt t="8815" x="3829050" y="666750"/>
          <p14:tracePt t="8829" x="3822700" y="666750"/>
          <p14:tracePt t="8850" x="3810000" y="666750"/>
          <p14:tracePt t="8865" x="3797300" y="666750"/>
          <p14:tracePt t="8878" x="3765550" y="666750"/>
          <p14:tracePt t="8885" x="3740150" y="666750"/>
          <p14:tracePt t="8899" x="3702050" y="666750"/>
          <p14:tracePt t="8913" x="3651250" y="666750"/>
          <p14:tracePt t="8928" x="3600450" y="666750"/>
          <p14:tracePt t="8942" x="3536950" y="666750"/>
          <p14:tracePt t="8958" x="3403600" y="666750"/>
          <p14:tracePt t="8974" x="3340100" y="666750"/>
          <p14:tracePt t="8991" x="3194050" y="647700"/>
          <p14:tracePt t="9008" x="3155950" y="647700"/>
          <p14:tracePt t="9024" x="3098800" y="641350"/>
          <p14:tracePt t="9041" x="3048000" y="635000"/>
          <p14:tracePt t="9057" x="3028950" y="635000"/>
          <p14:tracePt t="9075" x="2978150" y="635000"/>
          <p14:tracePt t="9091" x="2933700" y="635000"/>
          <p14:tracePt t="9107" x="2908300" y="635000"/>
          <p14:tracePt t="9125" x="2863850" y="635000"/>
          <p14:tracePt t="9141" x="2800350" y="641350"/>
          <p14:tracePt t="9157" x="2774950" y="647700"/>
          <p14:tracePt t="9175" x="2724150" y="647700"/>
          <p14:tracePt t="9190" x="2673350" y="654050"/>
          <p14:tracePt t="9207" x="2660650" y="654050"/>
          <p14:tracePt t="9223" x="2641600" y="666750"/>
          <p14:tracePt t="9240" x="2609850" y="673100"/>
          <p14:tracePt t="9257" x="2597150" y="673100"/>
          <p14:tracePt t="9273" x="2571750" y="673100"/>
          <p14:tracePt t="9290" x="2559050" y="679450"/>
          <p14:tracePt t="9307" x="2552700" y="679450"/>
          <p14:tracePt t="9323" x="2540000" y="679450"/>
          <p14:tracePt t="9340" x="2533650" y="679450"/>
          <p14:tracePt t="9356" x="2533650" y="685800"/>
          <p14:tracePt t="9390" x="2527300" y="685800"/>
          <p14:tracePt t="9455" x="2527300" y="692150"/>
          <p14:tracePt t="9532" x="2520950" y="692150"/>
          <p14:tracePt t="9540" x="2514600" y="698500"/>
          <p14:tracePt t="9567" x="2514600" y="704850"/>
          <p14:tracePt t="9574" x="2508250" y="704850"/>
          <p14:tracePt t="9588" x="2501900" y="704850"/>
          <p14:tracePt t="9595" x="2495550" y="711200"/>
          <p14:tracePt t="9616" x="2482850" y="717550"/>
          <p14:tracePt t="9625" x="2470150" y="723900"/>
          <p14:tracePt t="9639" x="2457450" y="742950"/>
          <p14:tracePt t="9655" x="2413000" y="762000"/>
          <p14:tracePt t="9673" x="2374900" y="781050"/>
          <p14:tracePt t="9689" x="2355850" y="793750"/>
          <p14:tracePt t="9705" x="2324100" y="812800"/>
          <p14:tracePt t="9722" x="2298700" y="825500"/>
          <p14:tracePt t="9739" x="2273300" y="831850"/>
          <p14:tracePt t="9755" x="2247900" y="838200"/>
          <p14:tracePt t="9772" x="2216150" y="844550"/>
          <p14:tracePt t="9788" x="2203450" y="850900"/>
          <p14:tracePt t="9806" x="2171700" y="850900"/>
          <p14:tracePt t="9822" x="2146300" y="850900"/>
          <p14:tracePt t="9838" x="2127250" y="850900"/>
          <p14:tracePt t="9855" x="2089150" y="850900"/>
          <p14:tracePt t="9871" x="2038350" y="857250"/>
          <p14:tracePt t="9888" x="2012950" y="863600"/>
          <p14:tracePt t="9905" x="1968500" y="863600"/>
          <p14:tracePt t="9921" x="1936750" y="869950"/>
          <p14:tracePt t="9938" x="1898650" y="876300"/>
          <p14:tracePt t="9955" x="1847850" y="882650"/>
          <p14:tracePt t="9971" x="1828800" y="889000"/>
          <p14:tracePt t="9988" x="1778000" y="908050"/>
          <p14:tracePt t="10004" x="1733550" y="914400"/>
          <p14:tracePt t="10021" x="1714500" y="927100"/>
          <p14:tracePt t="10038" x="1676400" y="939800"/>
          <p14:tracePt t="10054" x="1651000" y="952500"/>
          <p14:tracePt t="10071" x="1638300" y="958850"/>
          <p14:tracePt t="10088" x="1612900" y="977900"/>
          <p14:tracePt t="10104" x="1600200" y="990600"/>
          <p14:tracePt t="10120" x="1593850" y="996950"/>
          <p14:tracePt t="10137" x="1587500" y="1009650"/>
          <p14:tracePt t="10154" x="1574800" y="1016000"/>
          <p14:tracePt t="10171" x="1568450" y="1028700"/>
          <p14:tracePt t="10187" x="1562100" y="1028700"/>
          <p14:tracePt t="10203" x="1555750" y="1035050"/>
          <p14:tracePt t="10221" x="1543050" y="1054100"/>
          <p14:tracePt t="10236" x="1536700" y="1060450"/>
          <p14:tracePt t="10253" x="1530350" y="1073150"/>
          <p14:tracePt t="10270" x="1517650" y="1092200"/>
          <p14:tracePt t="10287" x="1498600" y="1123950"/>
          <p14:tracePt t="10304" x="1485900" y="1143000"/>
          <p14:tracePt t="10320" x="1466850" y="1168400"/>
          <p14:tracePt t="10336" x="1454150" y="1193800"/>
          <p14:tracePt t="10354" x="1441450" y="1219200"/>
          <p14:tracePt t="10370" x="1435100" y="1225550"/>
          <p14:tracePt t="10386" x="1422400" y="1238250"/>
          <p14:tracePt t="10403" x="1422400" y="1244600"/>
          <p14:tracePt t="10420" x="1416050" y="1250950"/>
          <p14:tracePt t="10436" x="1416050" y="1257300"/>
          <p14:tracePt t="10452" x="1409700" y="1263650"/>
          <p14:tracePt t="10469" x="1409700" y="1270000"/>
          <p14:tracePt t="10502" x="1403350" y="1276350"/>
          <p14:tracePt t="10523" x="1403350" y="1282700"/>
          <p14:tracePt t="10571" x="1403350" y="1289050"/>
          <p14:tracePt t="10593" x="1403350" y="1295400"/>
          <p14:tracePt t="10614" x="1403350" y="1301750"/>
          <p14:tracePt t="10635" x="1403350" y="1308100"/>
          <p14:tracePt t="10641" x="1403350" y="1314450"/>
          <p14:tracePt t="10656" x="1403350" y="1320800"/>
          <p14:tracePt t="10677" x="1403350" y="1327150"/>
          <p14:tracePt t="10685" x="1403350" y="1333500"/>
          <p14:tracePt t="10702" x="1403350" y="1346200"/>
          <p14:tracePt t="10719" x="1397000" y="1377950"/>
          <p14:tracePt t="10735" x="1397000" y="1422400"/>
          <p14:tracePt t="10752" x="1390650" y="1447800"/>
          <p14:tracePt t="10769" x="1390650" y="1498600"/>
          <p14:tracePt t="10785" x="1390650" y="1555750"/>
          <p14:tracePt t="10801" x="1390650" y="1581150"/>
          <p14:tracePt t="10818" x="1390650" y="1631950"/>
          <p14:tracePt t="10835" x="1390650" y="1663700"/>
          <p14:tracePt t="10852" x="1397000" y="1746250"/>
          <p14:tracePt t="10867" x="1397000" y="1778000"/>
          <p14:tracePt t="10885" x="1397000" y="1797050"/>
          <p14:tracePt t="10902" x="1397000" y="1854200"/>
          <p14:tracePt t="10917" x="1397000" y="1905000"/>
          <p14:tracePt t="10934" x="1397000" y="1930400"/>
          <p14:tracePt t="10951" x="1397000" y="1987550"/>
          <p14:tracePt t="10968" x="1390650" y="2038350"/>
          <p14:tracePt t="10985" x="1390650" y="2070100"/>
          <p14:tracePt t="11002" x="1384300" y="2108200"/>
          <p14:tracePt t="11017" x="1377950" y="2159000"/>
          <p14:tracePt t="11035" x="1377950" y="2209800"/>
          <p14:tracePt t="11050" x="1371600" y="2235200"/>
          <p14:tracePt t="11067" x="1371600" y="2292350"/>
          <p14:tracePt t="11084" x="1371600" y="2324100"/>
          <p14:tracePt t="11100" x="1371600" y="2387600"/>
          <p14:tracePt t="11117" x="1371600" y="2457450"/>
          <p14:tracePt t="11134" x="1371600" y="2514600"/>
          <p14:tracePt t="11150" x="1371600" y="2552700"/>
          <p14:tracePt t="11167" x="1371600" y="2578100"/>
          <p14:tracePt t="11184" x="1371600" y="2628900"/>
          <p14:tracePt t="11200" x="1377950" y="2686050"/>
          <p14:tracePt t="11218" x="1377950" y="2755900"/>
          <p14:tracePt t="11233" x="1377950" y="2781300"/>
          <p14:tracePt t="11250" x="1384300" y="2857500"/>
          <p14:tracePt t="11267" x="1384300" y="2952750"/>
          <p14:tracePt t="11283" x="1384300" y="2990850"/>
          <p14:tracePt t="11300" x="1384300" y="3067050"/>
          <p14:tracePt t="11317" x="1390650" y="3136900"/>
          <p14:tracePt t="11333" x="1390650" y="3175000"/>
          <p14:tracePt t="11349" x="1403350" y="3270250"/>
          <p14:tracePt t="11366" x="1409700" y="3378200"/>
          <p14:tracePt t="11383" x="1409700" y="3429000"/>
          <p14:tracePt t="11400" x="1409700" y="3505200"/>
          <p14:tracePt t="11416" x="1409700" y="3556000"/>
          <p14:tracePt t="11433" x="1409700" y="3568700"/>
          <p14:tracePt t="11450" x="1409700" y="3581400"/>
          <p14:tracePt t="11483" x="1409700" y="3594100"/>
          <p14:tracePt t="11808" x="1409700" y="3600450"/>
          <p14:tracePt t="11829" x="1409700" y="3606800"/>
          <p14:tracePt t="11835" x="1409700" y="3613150"/>
          <p14:tracePt t="11851" x="1409700" y="3619500"/>
          <p14:tracePt t="11878" x="1409700" y="3625850"/>
          <p14:tracePt t="11892" x="1409700" y="3632200"/>
          <p14:tracePt t="11900" x="1403350" y="3638550"/>
          <p14:tracePt t="11914" x="1403350" y="3644900"/>
          <p14:tracePt t="11932" x="1403350" y="3657600"/>
          <p14:tracePt t="11948" x="1403350" y="3663950"/>
          <p14:tracePt t="11964" x="1403350" y="3670300"/>
          <p14:tracePt t="11981" x="1397000" y="3676650"/>
          <p14:tracePt t="11998" x="1397000" y="3689350"/>
          <p14:tracePt t="12030" x="1397000" y="3695700"/>
          <p14:tracePt t="12060" x="1397000" y="3702050"/>
          <p14:tracePt t="12082" x="1403350" y="3708400"/>
          <p14:tracePt t="12088" x="1416050" y="3714750"/>
          <p14:tracePt t="12103" x="1428750" y="3727450"/>
          <p14:tracePt t="12113" x="1454150" y="3733800"/>
          <p14:tracePt t="12131" x="1524000" y="3759200"/>
          <p14:tracePt t="12147" x="1574800" y="3771900"/>
          <p14:tracePt t="12164" x="1670050" y="3778250"/>
          <p14:tracePt t="12181" x="1765300" y="3797300"/>
          <p14:tracePt t="12197" x="1803400" y="3803650"/>
          <p14:tracePt t="12213" x="1854200" y="3810000"/>
          <p14:tracePt t="12230" x="1879600" y="3810000"/>
          <p14:tracePt t="12246" x="1885950" y="3810000"/>
          <p14:tracePt t="12263" x="1898650" y="3816350"/>
          <p14:tracePt t="12279" x="1898650" y="3822700"/>
          <p14:tracePt t="12349" x="1898650" y="3829050"/>
          <p14:tracePt t="12468" x="1905000" y="3829050"/>
          <p14:tracePt t="12482" x="1911350" y="3829050"/>
          <p14:tracePt t="12489" x="1917700" y="3829050"/>
          <p14:tracePt t="12502" x="1930400" y="3822700"/>
          <p14:tracePt t="12512" x="1936750" y="3822700"/>
          <p14:tracePt t="12529" x="1949450" y="3822700"/>
          <p14:tracePt t="12546" x="1993900" y="3822700"/>
          <p14:tracePt t="12562" x="2063750" y="3822700"/>
          <p14:tracePt t="12580" x="2101850" y="3822700"/>
          <p14:tracePt t="12595" x="2197100" y="3816350"/>
          <p14:tracePt t="12612" x="2260600" y="3816350"/>
          <p14:tracePt t="12631" x="2330450" y="3803650"/>
          <p14:tracePt t="12645" x="2349500" y="3803650"/>
          <p14:tracePt t="12662" x="2368550" y="3803650"/>
          <p14:tracePt t="12679" x="2400300" y="3803650"/>
          <p14:tracePt t="12695" x="2406650" y="3803650"/>
          <p14:tracePt t="12763" x="2413000" y="3803650"/>
          <p14:tracePt t="12812" x="2419350" y="3803650"/>
          <p14:tracePt t="12840" x="2425700" y="3803650"/>
          <p14:tracePt t="12854" x="2432050" y="3803650"/>
          <p14:tracePt t="12863" x="2438400" y="3803650"/>
          <p14:tracePt t="12877" x="2451100" y="3803650"/>
          <p14:tracePt t="12894" x="2489200" y="3803650"/>
          <p14:tracePt t="12911" x="2540000" y="3803650"/>
          <p14:tracePt t="12927" x="2565400" y="3797300"/>
          <p14:tracePt t="12944" x="2590800" y="3797300"/>
          <p14:tracePt t="12961" x="2660650" y="3790950"/>
          <p14:tracePt t="12977" x="2673350" y="3790950"/>
          <p14:tracePt t="12995" x="2698750" y="3784600"/>
          <p14:tracePt t="13027" x="2711450" y="3784600"/>
          <p14:tracePt t="13045" x="2717800" y="3784600"/>
          <p14:tracePt t="13060" x="2724150" y="3784600"/>
          <p14:tracePt t="13077" x="2736850" y="3784600"/>
          <p14:tracePt t="13094" x="2762250" y="3784600"/>
          <p14:tracePt t="13111" x="2787650" y="3784600"/>
          <p14:tracePt t="13114" x="2806700" y="3784600"/>
          <p14:tracePt t="13127" x="2832100" y="3784600"/>
          <p14:tracePt t="13144" x="2914650" y="3790950"/>
          <p14:tracePt t="13160" x="2978150" y="3790950"/>
          <p14:tracePt t="13177" x="3092450" y="3790950"/>
          <p14:tracePt t="13194" x="3232150" y="3790950"/>
          <p14:tracePt t="13209" x="3295650" y="3790950"/>
          <p14:tracePt t="13227" x="3416300" y="3790950"/>
          <p14:tracePt t="13243" x="3467100" y="3790950"/>
          <p14:tracePt t="13260" x="3568700" y="3790950"/>
          <p14:tracePt t="13277" x="3663950" y="3803650"/>
          <p14:tracePt t="13293" x="3714750" y="3810000"/>
          <p14:tracePt t="13309" x="3784600" y="3810000"/>
          <p14:tracePt t="13326" x="3835400" y="3803650"/>
          <p14:tracePt t="13343" x="3860800" y="3803650"/>
          <p14:tracePt t="13360" x="3905250" y="3803650"/>
          <p14:tracePt t="13376" x="3924300" y="3790950"/>
          <p14:tracePt t="13392" x="3956050" y="3784600"/>
          <p14:tracePt t="13409" x="3981450" y="3784600"/>
          <p14:tracePt t="13425" x="3994150" y="3784600"/>
          <p14:tracePt t="13442" x="4006850" y="3784600"/>
          <p14:tracePt t="13459" x="4013200" y="3784600"/>
          <p14:tracePt t="13476" x="4025900" y="3784600"/>
          <p14:tracePt t="13509" x="4032250" y="3790950"/>
          <p14:tracePt t="13556" x="4038600" y="3790950"/>
          <p14:tracePt t="14016" x="4070350" y="3790950"/>
          <p14:tracePt t="14025" x="4121150" y="3790950"/>
          <p14:tracePt t="14037" x="4159250" y="3790950"/>
          <p14:tracePt t="14045" x="4210050" y="3790950"/>
          <p14:tracePt t="14060" x="4260850" y="3790950"/>
          <p14:tracePt t="14073" x="4305300" y="3790950"/>
          <p14:tracePt t="14090" x="4362450" y="3790950"/>
          <p14:tracePt t="14108" x="4419600" y="3784600"/>
          <p14:tracePt t="14123" x="4451350" y="3784600"/>
          <p14:tracePt t="14140" x="4508500" y="3771900"/>
          <p14:tracePt t="14157" x="4540250" y="3759200"/>
          <p14:tracePt t="14173" x="4591050" y="3752850"/>
          <p14:tracePt t="14190" x="4635500" y="3746500"/>
          <p14:tracePt t="14207" x="4660900" y="3733800"/>
          <p14:tracePt t="14223" x="4679950" y="3727450"/>
          <p14:tracePt t="14241" x="4699000" y="3727450"/>
          <p14:tracePt t="14256" x="4718050" y="3727450"/>
          <p14:tracePt t="14272" x="4724400" y="3727450"/>
          <p14:tracePt t="14290" x="4737100" y="3721100"/>
          <p14:tracePt t="14326" x="4743450" y="3714750"/>
          <p14:tracePt t="14347" x="4749800" y="3708400"/>
          <p14:tracePt t="14396" x="4756150" y="3708400"/>
          <p14:tracePt t="14772" x="4749800" y="3708400"/>
          <p14:tracePt t="14807" x="4749800" y="3714750"/>
          <p14:tracePt t="14863" x="4749800" y="3721100"/>
          <p14:tracePt t="14933" x="4743450" y="3721100"/>
          <p14:tracePt t="15285" x="4749800" y="3721100"/>
          <p14:tracePt t="15320" x="4756150" y="3721100"/>
          <p14:tracePt t="15334" x="4762500" y="3721100"/>
          <p14:tracePt t="15390" x="4768850" y="3721100"/>
          <p14:tracePt t="15397" x="4775200" y="3721100"/>
          <p14:tracePt t="15426" x="4775200" y="3714750"/>
          <p14:tracePt t="15495" x="4781550" y="3714750"/>
          <p14:tracePt t="15545" x="4787900" y="3714750"/>
          <p14:tracePt t="15607" x="4794250" y="3714750"/>
          <p14:tracePt t="15657" x="4800600" y="3714750"/>
          <p14:tracePt t="15727" x="4806950" y="3714750"/>
          <p14:tracePt t="15826" x="4806950" y="3708400"/>
          <p14:tracePt t="15910" x="4813300" y="3708400"/>
          <p14:tracePt t="16388" x="4819650" y="3708400"/>
          <p14:tracePt t="16395" x="4826000" y="3708400"/>
          <p14:tracePt t="16408" x="4832350" y="3708400"/>
          <p14:tracePt t="16423" x="4838700" y="3708400"/>
          <p14:tracePt t="16431" x="4845050" y="3702050"/>
          <p14:tracePt t="16458" x="4845050" y="3695700"/>
          <p14:tracePt t="16466" x="4857750" y="3695700"/>
          <p14:tracePt t="16481" x="4864100" y="3695700"/>
          <p14:tracePt t="16498" x="4864100" y="3689350"/>
          <p14:tracePt t="16515" x="4876800" y="3683000"/>
          <p14:tracePt t="16532" x="4883150" y="3683000"/>
          <p14:tracePt t="16549" x="4883150" y="3676650"/>
          <p14:tracePt t="16565" x="4889500" y="3676650"/>
          <p14:tracePt t="16581" x="4889500" y="3670300"/>
          <p14:tracePt t="16615" x="4895850" y="3657600"/>
          <p14:tracePt t="16632" x="4895850" y="3651250"/>
          <p14:tracePt t="16648" x="4902200" y="3644900"/>
          <p14:tracePt t="16665" x="4902200" y="3638550"/>
          <p14:tracePt t="16682" x="4908550" y="3632200"/>
          <p14:tracePt t="16739" x="4914900" y="3625850"/>
          <p14:tracePt t="16788" x="4921250" y="3619500"/>
          <p14:tracePt t="16795" x="4921250" y="3613150"/>
          <p14:tracePt t="16824" x="4921250" y="3606800"/>
          <p14:tracePt t="16831" x="4927600" y="3606800"/>
          <p14:tracePt t="16845" x="4927600" y="3600450"/>
          <p14:tracePt t="16865" x="4927600" y="3594100"/>
          <p14:tracePt t="16929" x="4927600" y="3587750"/>
          <p14:tracePt t="16936" x="4927600" y="3581400"/>
          <p14:tracePt t="16950" x="4927600" y="3575050"/>
          <p14:tracePt t="16966" x="4927600" y="3562350"/>
          <p14:tracePt t="16980" x="4927600" y="3549650"/>
          <p14:tracePt t="16997" x="4927600" y="3530600"/>
          <p14:tracePt t="17014" x="4927600" y="3473450"/>
          <p14:tracePt t="17030" x="4914900" y="3403600"/>
          <p14:tracePt t="17046" x="4908550" y="3340100"/>
          <p14:tracePt t="17063" x="4864100" y="3136900"/>
          <p14:tracePt t="17080" x="4845050" y="3016250"/>
          <p14:tracePt t="17098" x="4724400" y="2540000"/>
          <p14:tracePt t="17113" x="4679950" y="2336800"/>
          <p14:tracePt t="17129" x="4591050" y="1974850"/>
          <p14:tracePt t="17147" x="4521200" y="1733550"/>
          <p14:tracePt t="17163" x="4489450" y="1625600"/>
          <p14:tracePt t="17179" x="4438650" y="1492250"/>
          <p14:tracePt t="17196" x="4413250" y="1409700"/>
          <p14:tracePt t="17212" x="4413250" y="1390650"/>
          <p14:tracePt t="17229" x="4400550" y="1346200"/>
          <p14:tracePt t="17246" x="4394200" y="1314450"/>
          <p14:tracePt t="17262" x="4394200" y="1301750"/>
          <p14:tracePt t="17280" x="4381500" y="1263650"/>
          <p14:tracePt t="17295" x="4368800" y="1250950"/>
          <p14:tracePt t="17312" x="4368800" y="1238250"/>
          <p14:tracePt t="17329" x="4362450" y="1219200"/>
          <p14:tracePt t="17345" x="4356100" y="1212850"/>
          <p14:tracePt t="17362" x="4356100" y="1206500"/>
          <p14:tracePt t="17379" x="4349750" y="1206500"/>
          <p14:tracePt t="17396" x="4349750" y="1193800"/>
          <p14:tracePt t="17428" x="4343400" y="1187450"/>
          <p14:tracePt t="17568" x="4343400" y="1193800"/>
          <p14:tracePt t="17596" x="4343400" y="1200150"/>
          <p14:tracePt t="17673" x="4343400" y="1206500"/>
          <p14:tracePt t="17708" x="4343400" y="1212850"/>
          <p14:tracePt t="17722" x="4343400" y="1219200"/>
          <p14:tracePt t="17758" x="4343400" y="1225550"/>
          <p14:tracePt t="17786" x="4337050" y="1231900"/>
          <p14:tracePt t="17793" x="4337050" y="1238250"/>
          <p14:tracePt t="17815" x="4330700" y="1238250"/>
          <p14:tracePt t="17856" x="4324350" y="1250950"/>
          <p14:tracePt t="17863" x="4318000" y="1250950"/>
          <p14:tracePt t="17878" x="4318000" y="1257300"/>
          <p14:tracePt t="17884" x="4311650" y="1257300"/>
          <p14:tracePt t="18380" x="4324350" y="1257300"/>
          <p14:tracePt t="18387" x="4337050" y="1257300"/>
          <p14:tracePt t="18401" x="4349750" y="1257300"/>
          <p14:tracePt t="18410" x="4356100" y="1257300"/>
          <p14:tracePt t="18425" x="4362450" y="1257300"/>
          <p14:tracePt t="18443" x="4381500" y="1257300"/>
          <p14:tracePt t="18458" x="4394200" y="1257300"/>
          <p14:tracePt t="18475" x="4400550" y="1257300"/>
          <p14:tracePt t="18577" x="4400550" y="1250950"/>
          <p14:tracePt t="18837" x="4394200" y="1250950"/>
          <p14:tracePt t="18879" x="4387850" y="1250950"/>
          <p14:tracePt t="18921" x="4381500" y="1250950"/>
          <p14:tracePt t="18963" x="4375150" y="1250950"/>
          <p14:tracePt t="18970" x="4368800" y="1250950"/>
          <p14:tracePt t="19062" x="4362450" y="1250950"/>
          <p14:tracePt t="19111" x="4356100" y="1250950"/>
          <p14:tracePt t="19118" x="4349750" y="1250950"/>
          <p14:tracePt t="19181" x="4343400" y="1250950"/>
          <p14:tracePt t="19279" x="4337050" y="1257300"/>
          <p14:tracePt t="19385" x="4337050" y="1263650"/>
          <p14:tracePt t="19441" x="4330700" y="1270000"/>
          <p14:tracePt t="19560" x="4330700" y="1276350"/>
          <p14:tracePt t="19595" x="4330700" y="1282700"/>
          <p14:tracePt t="19680" x="4337050" y="1282700"/>
          <p14:tracePt t="19743" x="4343400" y="1282700"/>
          <p14:tracePt t="19750" x="4349750" y="1282700"/>
          <p14:tracePt t="19792" x="4356100" y="1282700"/>
          <p14:tracePt t="19877" x="4362450" y="1276350"/>
          <p14:tracePt t="19961" x="4368800" y="1276350"/>
          <p14:tracePt t="19982" x="4375150" y="1276350"/>
          <p14:tracePt t="20017" x="4381500" y="1276350"/>
          <p14:tracePt t="20052" x="4387850" y="1270000"/>
          <p14:tracePt t="20073" x="4394200" y="1270000"/>
          <p14:tracePt t="20095" x="4400550" y="1263650"/>
          <p14:tracePt t="20122" x="4406900" y="1263650"/>
          <p14:tracePt t="20157" x="4413250" y="1263650"/>
          <p14:tracePt t="20165" x="4413250" y="1257300"/>
          <p14:tracePt t="20172" x="4419600" y="1257300"/>
          <p14:tracePt t="20207" x="4425950" y="1250950"/>
          <p14:tracePt t="20235" x="4432300" y="1250950"/>
          <p14:tracePt t="20446" x="4419600" y="1314450"/>
          <p14:tracePt t="20453" x="4413250" y="1428750"/>
          <p14:tracePt t="20467" x="4387850" y="1568450"/>
          <p14:tracePt t="20481" x="4375150" y="1733550"/>
          <p14:tracePt t="20488" x="4375150" y="1943100"/>
          <p14:tracePt t="20504" x="4375150" y="2152650"/>
          <p14:tracePt t="20518" x="4413250" y="2609850"/>
          <p14:tracePt t="20535" x="4425950" y="2800350"/>
          <p14:tracePt t="20552" x="4470400" y="3086100"/>
          <p14:tracePt t="20568" x="4514850" y="3276600"/>
          <p14:tracePt t="20584" x="4527550" y="3333750"/>
          <p14:tracePt t="20601" x="4552950" y="3409950"/>
          <p14:tracePt t="20617" x="4565650" y="3441700"/>
          <p14:tracePt t="20635" x="4572000" y="3460750"/>
          <p14:tracePt t="20650" x="4578350" y="3467100"/>
          <p14:tracePt t="20667" x="4584700" y="3473450"/>
          <p14:tracePt t="20685" x="4597400" y="3473450"/>
          <p14:tracePt t="20717" x="4603750" y="3479800"/>
          <p14:tracePt t="20735" x="4610100" y="3486150"/>
          <p14:tracePt t="20751" x="4616450" y="3486150"/>
          <p14:tracePt t="20767" x="4622800" y="3486150"/>
          <p14:tracePt t="20784" x="4641850" y="3492500"/>
          <p14:tracePt t="20800" x="4660900" y="3511550"/>
          <p14:tracePt t="20817" x="4673600" y="3524250"/>
          <p14:tracePt t="20834" x="4699000" y="3549650"/>
          <p14:tracePt t="20850" x="4730750" y="3581400"/>
          <p14:tracePt t="20868" x="4756150" y="3619500"/>
          <p14:tracePt t="20883" x="4768850" y="3638550"/>
          <p14:tracePt t="20900" x="4787900" y="3657600"/>
          <p14:tracePt t="20917" x="4800600" y="3670300"/>
          <p14:tracePt t="20950" x="4806950" y="3676650"/>
          <p14:tracePt t="21141" x="4813300" y="3676650"/>
          <p14:tracePt t="21176" x="4813300" y="3670300"/>
          <p14:tracePt t="21191" x="4819650" y="3670300"/>
          <p14:tracePt t="21197" x="4826000" y="3663950"/>
          <p14:tracePt t="21212" x="4832350" y="3663950"/>
          <p14:tracePt t="21219" x="4838700" y="3663950"/>
          <p14:tracePt t="21235" x="4845050" y="3657600"/>
          <p14:tracePt t="21249" x="4857750" y="3657600"/>
          <p14:tracePt t="21269" x="4876800" y="3651250"/>
          <p14:tracePt t="21282" x="4902200" y="3644900"/>
          <p14:tracePt t="21298" x="4921250" y="3638550"/>
          <p14:tracePt t="21315" x="4946650" y="3638550"/>
          <p14:tracePt t="21332" x="4997450" y="3632200"/>
          <p14:tracePt t="21348" x="5029200" y="3632200"/>
          <p14:tracePt t="21366" x="5067300" y="3625850"/>
          <p14:tracePt t="21381" x="5086350" y="3625850"/>
          <p14:tracePt t="21398" x="5124450" y="3613150"/>
          <p14:tracePt t="21415" x="5130800" y="3606800"/>
          <p14:tracePt t="21431" x="5130800" y="3594100"/>
          <p14:tracePt t="21448" x="5137150" y="3587750"/>
          <p14:tracePt t="21466" x="5137150" y="3581400"/>
          <p14:tracePt t="21498" x="5137150" y="3575050"/>
          <p14:tracePt t="21528" x="5130800" y="3568700"/>
          <p14:tracePt t="21535" x="5124450" y="3568700"/>
          <p14:tracePt t="21547" x="5118100" y="3568700"/>
          <p14:tracePt t="21564" x="5099050" y="3568700"/>
          <p14:tracePt t="21581" x="5086350" y="3568700"/>
          <p14:tracePt t="21598" x="5010150" y="3568700"/>
          <p14:tracePt t="21614" x="4978400" y="3568700"/>
          <p14:tracePt t="21631" x="4940300" y="3575050"/>
          <p14:tracePt t="21647" x="4838700" y="3613150"/>
          <p14:tracePt t="21664" x="4813300" y="3632200"/>
          <p14:tracePt t="21680" x="4787900" y="3644900"/>
          <p14:tracePt t="21697" x="4756150" y="3670300"/>
          <p14:tracePt t="21714" x="4737100" y="3702050"/>
          <p14:tracePt t="21717" x="4730750" y="3714750"/>
          <p14:tracePt t="21733" x="4730750" y="3727450"/>
          <p14:tracePt t="21747" x="4730750" y="3733800"/>
          <p14:tracePt t="21763" x="4730750" y="3740150"/>
          <p14:tracePt t="21781" x="4743450" y="3752850"/>
          <p14:tracePt t="21797" x="4749800" y="3752850"/>
          <p14:tracePt t="21814" x="4762500" y="3759200"/>
          <p14:tracePt t="21830" x="4787900" y="3759200"/>
          <p14:tracePt t="21847" x="4800600" y="3759200"/>
          <p14:tracePt t="21863" x="4832350" y="3759200"/>
          <p14:tracePt t="21880" x="4851400" y="3752850"/>
          <p14:tracePt t="21896" x="4876800" y="3733800"/>
          <p14:tracePt t="21914" x="4914900" y="3721100"/>
          <p14:tracePt t="21930" x="4940300" y="3708400"/>
          <p14:tracePt t="21946" x="4972050" y="3683000"/>
          <p14:tracePt t="21963" x="4984750" y="3663950"/>
          <p14:tracePt t="21979" x="4997450" y="3638550"/>
          <p14:tracePt t="21996" x="5003800" y="3625850"/>
          <p14:tracePt t="22013" x="5010150" y="3613150"/>
          <p14:tracePt t="22029" x="5010150" y="3600450"/>
          <p14:tracePt t="22046" x="5010150" y="3587750"/>
          <p14:tracePt t="22063" x="4997450" y="3556000"/>
          <p14:tracePt t="22079" x="4984750" y="3543300"/>
          <p14:tracePt t="22097" x="4953000" y="3530600"/>
          <p14:tracePt t="22112" x="4908550" y="3517900"/>
          <p14:tracePt t="22129" x="4889500" y="3517900"/>
          <p14:tracePt t="22146" x="4851400" y="3517900"/>
          <p14:tracePt t="22162" x="4806950" y="3536950"/>
          <p14:tracePt t="22179" x="4794250" y="3536950"/>
          <p14:tracePt t="22195" x="4775200" y="3543300"/>
          <p14:tracePt t="22212" x="4768850" y="3543300"/>
          <p14:tracePt t="22229" x="4768850" y="3549650"/>
          <p14:tracePt t="22231" x="4762500" y="3556000"/>
          <p14:tracePt t="22245" x="4762500" y="3562350"/>
          <p14:tracePt t="22262" x="4756150" y="3568700"/>
          <p14:tracePt t="22278" x="4756150" y="3581400"/>
          <p14:tracePt t="22295" x="4756150" y="3587750"/>
          <p14:tracePt t="22312" x="4756150" y="3594100"/>
          <p14:tracePt t="22329" x="4762500" y="3606800"/>
          <p14:tracePt t="22345" x="4762500" y="3613150"/>
          <p14:tracePt t="22362" x="4768850" y="3619500"/>
          <p14:tracePt t="22379" x="4775200" y="3619500"/>
          <p14:tracePt t="22395" x="4787900" y="3625850"/>
          <p14:tracePt t="22411" x="4794250" y="3632200"/>
          <p14:tracePt t="22428" x="4806950" y="3632200"/>
          <p14:tracePt t="22445" x="4813300" y="3638550"/>
          <p14:tracePt t="22462" x="4819650" y="3638550"/>
          <p14:tracePt t="22494" x="4826000" y="3638550"/>
          <p14:tracePt t="22513" x="4832350" y="3638550"/>
          <p14:tracePt t="22547" x="4838700" y="3638550"/>
          <p14:tracePt t="22553" x="4845050" y="3638550"/>
          <p14:tracePt t="22563" x="4845050" y="3632200"/>
          <p14:tracePt t="22624" x="4845050" y="3625850"/>
          <p14:tracePt t="22652" x="4845050" y="3619500"/>
          <p14:tracePt t="22715" x="4838700" y="3619500"/>
          <p14:tracePt t="22722" x="4832350" y="3619500"/>
          <p14:tracePt t="22736" x="4826000" y="3619500"/>
          <p14:tracePt t="22746" x="4819650" y="3619500"/>
          <p14:tracePt t="22760" x="4819650" y="3625850"/>
          <p14:tracePt t="22777" x="4813300" y="3625850"/>
          <p14:tracePt t="22794" x="4800600" y="3625850"/>
          <p14:tracePt t="22827" x="4794250" y="3625850"/>
          <p14:tracePt t="22843" x="4781550" y="3625850"/>
          <p14:tracePt t="22879" x="4775200" y="3625850"/>
          <p14:tracePt t="22905" x="4775200" y="3619500"/>
          <p14:tracePt t="22933" x="4775200" y="3613150"/>
          <p14:tracePt t="22954" x="4775200" y="3606800"/>
          <p14:tracePt t="22968" x="4775200" y="3600450"/>
          <p14:tracePt t="22989" x="4781550" y="3600450"/>
          <p14:tracePt t="22996" x="4787900" y="3594100"/>
          <p14:tracePt t="23017" x="4794250" y="3587750"/>
          <p14:tracePt t="23026" x="4806950" y="3587750"/>
          <p14:tracePt t="23042" x="4813300" y="3587750"/>
          <p14:tracePt t="23060" x="4832350" y="3575050"/>
          <p14:tracePt t="23075" x="4851400" y="3568700"/>
          <p14:tracePt t="23092" x="4870450" y="3568700"/>
          <p14:tracePt t="23109" x="4902200" y="3556000"/>
          <p14:tracePt t="23125" x="4914900" y="3556000"/>
          <p14:tracePt t="23142" x="4927600" y="3556000"/>
          <p14:tracePt t="23159" x="4940300" y="3556000"/>
          <p14:tracePt t="23178" x="4940300" y="3562350"/>
          <p14:tracePt t="23200" x="4940300" y="3568700"/>
          <p14:tracePt t="23208" x="4940300" y="3575050"/>
          <p14:tracePt t="23229" x="4940300" y="3581400"/>
          <p14:tracePt t="23242" x="4940300" y="3587750"/>
          <p14:tracePt t="23258" x="4921250" y="3587750"/>
          <p14:tracePt t="23275" x="4908550" y="3606800"/>
          <p14:tracePt t="23292" x="4883150" y="3625850"/>
          <p14:tracePt t="23308" x="4845050" y="3632200"/>
          <p14:tracePt t="23325" x="4832350" y="3638550"/>
          <p14:tracePt t="23341" x="4813300" y="3638550"/>
          <p14:tracePt t="23358" x="4800600" y="3638550"/>
          <p14:tracePt t="23375" x="4800600" y="3632200"/>
          <p14:tracePt t="23407" x="4806950" y="3625850"/>
          <p14:tracePt t="23426" x="4813300" y="3625850"/>
          <p14:tracePt t="23457" x="4826000" y="3625850"/>
          <p14:tracePt t="23474" x="4845050" y="3625850"/>
          <p14:tracePt t="23491" x="4857750" y="3625850"/>
          <p14:tracePt t="23508" x="4876800" y="3625850"/>
          <p14:tracePt t="23524" x="4908550" y="3625850"/>
          <p14:tracePt t="23541" x="4933950" y="3625850"/>
          <p14:tracePt t="23558" x="4965700" y="3632200"/>
          <p14:tracePt t="23574" x="4984750" y="3644900"/>
          <p14:tracePt t="23590" x="4997450" y="3644900"/>
          <p14:tracePt t="23608" x="5016500" y="3644900"/>
          <p14:tracePt t="23624" x="5022850" y="3644900"/>
          <p14:tracePt t="24482" x="5022850" y="3632200"/>
          <p14:tracePt t="24489" x="5016500" y="3619500"/>
          <p14:tracePt t="24503" x="5003800" y="3606800"/>
          <p14:tracePt t="24510" x="4991100" y="3594100"/>
          <p14:tracePt t="24524" x="4984750" y="3568700"/>
          <p14:tracePt t="24538" x="4965700" y="3536950"/>
          <p14:tracePt t="24554" x="4953000" y="3511550"/>
          <p14:tracePt t="24570" x="4940300" y="3498850"/>
          <p14:tracePt t="24588" x="4927600" y="3448050"/>
          <p14:tracePt t="24604" x="4902200" y="3397250"/>
          <p14:tracePt t="24621" x="4889500" y="3365500"/>
          <p14:tracePt t="24637" x="4870450" y="3327400"/>
          <p14:tracePt t="24654" x="4857750" y="3282950"/>
          <p14:tracePt t="24670" x="4851400" y="3263900"/>
          <p14:tracePt t="24687" x="4838700" y="3238500"/>
          <p14:tracePt t="24704" x="4832350" y="3219450"/>
          <p14:tracePt t="24721" x="4826000" y="3194050"/>
          <p14:tracePt t="24736" x="4819650" y="3187700"/>
          <p14:tracePt t="24753" x="4806950" y="3168650"/>
          <p14:tracePt t="24770" x="4787900" y="3143250"/>
          <p14:tracePt t="24786" x="4775200" y="3117850"/>
          <p14:tracePt t="24803" x="4768850" y="3105150"/>
          <p14:tracePt t="24820" x="4718050" y="3022600"/>
          <p14:tracePt t="24836" x="4692650" y="2997200"/>
          <p14:tracePt t="24853" x="4667250" y="2965450"/>
          <p14:tracePt t="24869" x="4629150" y="2889250"/>
          <p14:tracePt t="24886" x="4597400" y="2825750"/>
          <p14:tracePt t="24903" x="4578350" y="2794000"/>
          <p14:tracePt t="24919" x="4540250" y="2743200"/>
          <p14:tracePt t="24936" x="4495800" y="2686050"/>
          <p14:tracePt t="24953" x="4470400" y="2654300"/>
          <p14:tracePt t="24969" x="4432300" y="2609850"/>
          <p14:tracePt t="24990" x="4406900" y="2559050"/>
          <p14:tracePt t="25003" x="4387850" y="2546350"/>
          <p14:tracePt t="25019" x="4362450" y="2501900"/>
          <p14:tracePt t="25035" x="4349750" y="2489200"/>
          <p14:tracePt t="25052" x="4311650" y="2444750"/>
          <p14:tracePt t="25069" x="4298950" y="2425700"/>
          <p14:tracePt t="25086" x="4279900" y="2387600"/>
          <p14:tracePt t="25102" x="4254500" y="2349500"/>
          <p14:tracePt t="25118" x="4235450" y="2330450"/>
          <p14:tracePt t="25136" x="4210050" y="2292350"/>
          <p14:tracePt t="25152" x="4197350" y="2266950"/>
          <p14:tracePt t="25169" x="4165600" y="2222500"/>
          <p14:tracePt t="25185" x="4140200" y="2178050"/>
          <p14:tracePt t="25202" x="4121150" y="2146300"/>
          <p14:tracePt t="25219" x="4102100" y="2108200"/>
          <p14:tracePt t="25235" x="4070350" y="2063750"/>
          <p14:tracePt t="25252" x="4057650" y="2051050"/>
          <p14:tracePt t="25254" x="4051300" y="2038350"/>
          <p14:tracePt t="25269" x="4044950" y="2019300"/>
          <p14:tracePt t="25285" x="4025900" y="1987550"/>
          <p14:tracePt t="25301" x="4019550" y="1974850"/>
          <p14:tracePt t="25318" x="4013200" y="1962150"/>
          <p14:tracePt t="25335" x="4006850" y="1949450"/>
          <p14:tracePt t="25351" x="4006850" y="1936750"/>
          <p14:tracePt t="25368" x="4006850" y="1930400"/>
          <p14:tracePt t="25384" x="4006850" y="1924050"/>
          <p14:tracePt t="25417" x="4006850" y="1917700"/>
          <p14:tracePt t="25444" x="4006850" y="1911350"/>
          <p14:tracePt t="25486" x="4006850" y="1905000"/>
          <p14:tracePt t="25514" x="4006850" y="1898650"/>
          <p14:tracePt t="25535" x="4006850" y="1892300"/>
          <p14:tracePt t="25542" x="4006850" y="1879600"/>
          <p14:tracePt t="25563" x="4006850" y="1866900"/>
          <p14:tracePt t="25578" x="4006850" y="1854200"/>
          <p14:tracePt t="25586" x="4013200" y="1841500"/>
          <p14:tracePt t="25600" x="4013200" y="1822450"/>
          <p14:tracePt t="25617" x="4019550" y="1771650"/>
          <p14:tracePt t="25634" x="4038600" y="1701800"/>
          <p14:tracePt t="25650" x="4038600" y="1663700"/>
          <p14:tracePt t="25666" x="4051300" y="1606550"/>
          <p14:tracePt t="25684" x="4057650" y="1555750"/>
          <p14:tracePt t="25700" x="4064000" y="1524000"/>
          <p14:tracePt t="25717" x="4070350" y="1504950"/>
          <p14:tracePt t="25734" x="4083050" y="1473200"/>
          <p14:tracePt t="25750" x="4083050" y="1466850"/>
          <p14:tracePt t="25753" x="4089400" y="1466850"/>
          <p14:tracePt t="25774" x="4095750" y="1466850"/>
          <p14:tracePt t="25795" x="4102100" y="1466850"/>
          <p14:tracePt t="25803" x="4108450" y="1466850"/>
          <p14:tracePt t="25838" x="4114800" y="1466850"/>
          <p14:tracePt t="25845" x="4121150" y="1466850"/>
          <p14:tracePt t="25859" x="4127500" y="1466850"/>
          <p14:tracePt t="25867" x="4133850" y="1466850"/>
          <p14:tracePt t="25882" x="4140200" y="1466850"/>
          <p14:tracePt t="25899" x="4146550" y="1466850"/>
          <p14:tracePt t="25917" x="4152900" y="1466850"/>
          <p14:tracePt t="25936" x="4159250" y="1466850"/>
          <p14:tracePt t="25950" x="4171950" y="1460500"/>
          <p14:tracePt t="25966" x="4197350" y="1441450"/>
          <p14:tracePt t="25982" x="4216400" y="1435100"/>
          <p14:tracePt t="26001" x="4254500" y="1422400"/>
          <p14:tracePt t="26016" x="4286250" y="1403350"/>
          <p14:tracePt t="26032" x="4305300" y="1397000"/>
          <p14:tracePt t="26049" x="4337050" y="1384300"/>
          <p14:tracePt t="26065" x="4349750" y="1377950"/>
          <p14:tracePt t="26082" x="4362450" y="1377950"/>
          <p14:tracePt t="26098" x="4368800" y="1371600"/>
          <p14:tracePt t="26140" x="4375150" y="1371600"/>
          <p14:tracePt t="27173" x="4375150" y="1377950"/>
          <p14:tracePt t="27180" x="4375150" y="1384300"/>
          <p14:tracePt t="27222" x="4368800" y="1384300"/>
          <p14:tracePt t="27271" x="4368800" y="1390650"/>
          <p14:tracePt t="27279" x="4362450" y="1397000"/>
          <p14:tracePt t="27299" x="4356100" y="1403350"/>
          <p14:tracePt t="27313" x="4356100" y="1409700"/>
          <p14:tracePt t="27320" x="4349750" y="1409700"/>
          <p14:tracePt t="27334" x="4349750" y="1416050"/>
          <p14:tracePt t="27344" x="4343400" y="1416050"/>
          <p14:tracePt t="27361" x="4337050" y="1422400"/>
          <p14:tracePt t="27377" x="4324350" y="1441450"/>
          <p14:tracePt t="27394" x="4298950" y="1466850"/>
          <p14:tracePt t="27412" x="4279900" y="1504950"/>
          <p14:tracePt t="27427" x="4267200" y="1524000"/>
          <p14:tracePt t="27444" x="4229100" y="1562100"/>
          <p14:tracePt t="27461" x="4216400" y="1574800"/>
          <p14:tracePt t="27477" x="4197350" y="1600200"/>
          <p14:tracePt t="27494" x="4178300" y="1619250"/>
          <p14:tracePt t="27511" x="4171950" y="1631950"/>
          <p14:tracePt t="27546" x="4165600" y="1638300"/>
          <p14:tracePt t="27560" x="4159250" y="1638300"/>
          <p14:tracePt t="27580" x="4152900" y="1638300"/>
          <p14:tracePt t="27601" x="4146550" y="1644650"/>
          <p14:tracePt t="27651" x="4140200" y="1644650"/>
          <p14:tracePt t="27672" x="4133850" y="1644650"/>
          <p14:tracePt t="27686" x="4127500" y="1644650"/>
          <p14:tracePt t="27694" x="4121150" y="1644650"/>
          <p14:tracePt t="27714" x="4114800" y="1644650"/>
          <p14:tracePt t="27742" x="4108450" y="1651000"/>
          <p14:tracePt t="27770" x="4102100" y="1651000"/>
          <p14:tracePt t="27791" x="4095750" y="1657350"/>
          <p14:tracePt t="27812" x="4089400" y="1657350"/>
          <p14:tracePt t="27833" x="4083050" y="1663700"/>
          <p14:tracePt t="27840" x="4076700" y="1663700"/>
          <p14:tracePt t="27861" x="4076700" y="1670050"/>
          <p14:tracePt t="27876" x="4070350" y="1670050"/>
          <p14:tracePt t="27883" x="4070350" y="1676400"/>
          <p14:tracePt t="27896" x="4064000" y="1676400"/>
          <p14:tracePt t="27909" x="4057650" y="1676400"/>
          <p14:tracePt t="27928" x="4051300" y="1682750"/>
          <p14:tracePt t="27953" x="4038600" y="1682750"/>
          <p14:tracePt t="27974" x="4032250" y="1689100"/>
          <p14:tracePt t="27981" x="4032250" y="1695450"/>
          <p14:tracePt t="28002" x="4032250" y="1701800"/>
          <p14:tracePt t="28015" x="4025900" y="1708150"/>
          <p14:tracePt t="28036" x="4019550" y="1714500"/>
          <p14:tracePt t="28051" x="4013200" y="1720850"/>
          <p14:tracePt t="28072" x="4000500" y="1727200"/>
          <p14:tracePt t="28093" x="3994150" y="1727200"/>
          <p14:tracePt t="28108" x="3987800" y="1727200"/>
          <p14:tracePt t="28121" x="3987800" y="1733550"/>
          <p14:tracePt t="28135" x="3975100" y="1733550"/>
          <p14:tracePt t="28144" x="3962400" y="1733550"/>
          <p14:tracePt t="28158" x="3949700" y="1739900"/>
          <p14:tracePt t="28175" x="3930650" y="1739900"/>
          <p14:tracePt t="28192" x="3841750" y="1739900"/>
          <p14:tracePt t="28208" x="3816350" y="1739900"/>
          <p14:tracePt t="28225" x="3778250" y="1739900"/>
          <p14:tracePt t="28241" x="3721100" y="1739900"/>
          <p14:tracePt t="28258" x="3663950" y="1746250"/>
          <p14:tracePt t="28275" x="3638550" y="1746250"/>
          <p14:tracePt t="28277" x="3619500" y="1746250"/>
          <p14:tracePt t="28291" x="3606800" y="1752600"/>
          <p14:tracePt t="28308" x="3581400" y="1752600"/>
          <p14:tracePt t="28325" x="3562350" y="1758950"/>
          <p14:tracePt t="28341" x="3556000" y="1758950"/>
          <p14:tracePt t="28357" x="3549650" y="1765300"/>
          <p14:tracePt t="28375" x="3543300" y="1765300"/>
          <p14:tracePt t="28445" x="3536950" y="1771650"/>
          <p14:tracePt t="28508" x="3530600" y="1771650"/>
          <p14:tracePt t="28578" x="3530600" y="1778000"/>
          <p14:tracePt t="28796" x="3530600" y="1784350"/>
          <p14:tracePt t="28817" x="3530600" y="1790700"/>
          <p14:tracePt t="28824" x="3524250" y="1790700"/>
          <p14:tracePt t="28839" x="3524250" y="1797050"/>
          <p14:tracePt t="28845" x="3524250" y="1803400"/>
          <p14:tracePt t="28859" x="3524250" y="1809750"/>
          <p14:tracePt t="28873" x="3517900" y="1816100"/>
          <p14:tracePt t="28889" x="3505200" y="1835150"/>
          <p14:tracePt t="28905" x="3498850" y="1847850"/>
          <p14:tracePt t="28923" x="3486150" y="1873250"/>
          <p14:tracePt t="28939" x="3467100" y="1892300"/>
          <p14:tracePt t="28955" x="3467100" y="1905000"/>
          <p14:tracePt t="28972" x="3454400" y="1917700"/>
          <p14:tracePt t="28988" x="3448050" y="1924050"/>
          <p14:tracePt t="29021" x="3448050" y="1930400"/>
          <p14:tracePt t="29038" x="3441700" y="1936750"/>
          <p14:tracePt t="29126" x="3435350" y="1943100"/>
          <p14:tracePt t="29590" x="3435350" y="1949450"/>
          <p14:tracePt t="29639" x="3448050" y="1955800"/>
          <p14:tracePt t="29654" x="3454400" y="1955800"/>
          <p14:tracePt t="29667" x="3460750" y="1955800"/>
          <p14:tracePt t="29681" x="3467100" y="1955800"/>
          <p14:tracePt t="29690" x="3486150" y="1955800"/>
          <p14:tracePt t="29704" x="3498850" y="1962150"/>
          <p14:tracePt t="29720" x="3517900" y="1962150"/>
          <p14:tracePt t="29737" x="3556000" y="1974850"/>
          <p14:tracePt t="29752" x="3606800" y="1981200"/>
          <p14:tracePt t="29770" x="3625850" y="1981200"/>
          <p14:tracePt t="29786" x="3683000" y="1987550"/>
          <p14:tracePt t="29802" x="3740150" y="1993900"/>
          <p14:tracePt t="29819" x="3771900" y="2000250"/>
          <p14:tracePt t="29836" x="3822700" y="2000250"/>
          <p14:tracePt t="29852" x="3854450" y="2000250"/>
          <p14:tracePt t="29868" x="3867150" y="2000250"/>
          <p14:tracePt t="29885" x="3879850" y="2000250"/>
          <p14:tracePt t="29902" x="3886200" y="2000250"/>
          <p14:tracePt t="29990" x="3879850" y="1993900"/>
          <p14:tracePt t="30061" x="3873500" y="1993900"/>
          <p14:tracePt t="30102" x="3873500" y="1987550"/>
          <p14:tracePt t="30110" x="3867150" y="1987550"/>
          <p14:tracePt t="30131" x="3860800" y="1987550"/>
          <p14:tracePt t="30145" x="3854450" y="1987550"/>
          <p14:tracePt t="30154" x="3848100" y="1987550"/>
          <p14:tracePt t="30168" x="3829050" y="1987550"/>
          <p14:tracePt t="30184" x="3778250" y="1981200"/>
          <p14:tracePt t="30202" x="3695700" y="1974850"/>
          <p14:tracePt t="30217" x="3644900" y="1962150"/>
          <p14:tracePt t="30234" x="3530600" y="1955800"/>
          <p14:tracePt t="30251" x="3422650" y="1949450"/>
          <p14:tracePt t="30267" x="3384550" y="1949450"/>
          <p14:tracePt t="30284" x="3346450" y="1949450"/>
          <p14:tracePt t="30301" x="3276600" y="1949450"/>
          <p14:tracePt t="30317" x="3263900" y="1949450"/>
          <p14:tracePt t="30335" x="3238500" y="1949450"/>
          <p14:tracePt t="30351" x="3232150" y="1949450"/>
          <p14:tracePt t="30368" x="3225800" y="1949450"/>
          <p14:tracePt t="30384" x="3219450" y="1943100"/>
          <p14:tracePt t="30401" x="3219450" y="1936750"/>
          <p14:tracePt t="30418" x="3219450" y="1930400"/>
          <p14:tracePt t="30434" x="3219450" y="1905000"/>
          <p14:tracePt t="30450" x="3219450" y="1892300"/>
          <p14:tracePt t="30467" x="3206750" y="1854200"/>
          <p14:tracePt t="30483" x="3175000" y="1758950"/>
          <p14:tracePt t="30500" x="3143250" y="1701800"/>
          <p14:tracePt t="30517" x="3067050" y="1536700"/>
          <p14:tracePt t="30533" x="2959100" y="1365250"/>
          <p14:tracePt t="30550" x="2908300" y="1270000"/>
          <p14:tracePt t="30567" x="2794000" y="1073150"/>
          <p14:tracePt t="30583" x="2698750" y="908050"/>
          <p14:tracePt t="30600" x="2660650" y="838200"/>
          <p14:tracePt t="30616" x="2603500" y="762000"/>
          <p14:tracePt t="30633" x="2571750" y="717550"/>
          <p14:tracePt t="30650" x="2552700" y="673100"/>
          <p14:tracePt t="30666" x="2540000" y="647700"/>
          <p14:tracePt t="30683" x="2533650" y="641350"/>
          <p14:tracePt t="30700" x="2520950" y="628650"/>
          <p14:tracePt t="30716" x="2520950" y="615950"/>
          <p14:tracePt t="30791" x="2520950" y="622300"/>
          <p14:tracePt t="30805" x="2520950" y="628650"/>
          <p14:tracePt t="30812" x="2520950" y="635000"/>
          <p14:tracePt t="30827" x="2520950" y="641350"/>
          <p14:tracePt t="30849" x="2520950" y="647700"/>
          <p14:tracePt t="30883" x="2520950" y="654050"/>
          <p14:tracePt t="30904" x="2520950" y="660400"/>
          <p14:tracePt t="30932" x="2520950" y="666750"/>
          <p14:tracePt t="30953" x="2527300" y="673100"/>
          <p14:tracePt t="30967" x="2533650" y="679450"/>
          <p14:tracePt t="30973" x="2540000" y="692150"/>
          <p14:tracePt t="30988" x="2552700" y="711200"/>
          <p14:tracePt t="30998" x="2578100" y="742950"/>
          <p14:tracePt t="31017" x="2660650" y="831850"/>
          <p14:tracePt t="31031" x="2711450" y="908050"/>
          <p14:tracePt t="31048" x="2844800" y="1060450"/>
          <p14:tracePt t="31066" x="2990850" y="1238250"/>
          <p14:tracePt t="31082" x="3067050" y="1320800"/>
          <p14:tracePt t="31098" x="3200400" y="1498600"/>
          <p14:tracePt t="31115" x="3321050" y="1651000"/>
          <p14:tracePt t="31131" x="3359150" y="1720850"/>
          <p14:tracePt t="31148" x="3429000" y="1822450"/>
          <p14:tracePt t="31164" x="3460750" y="1911350"/>
          <p14:tracePt t="31181" x="3479800" y="1943100"/>
          <p14:tracePt t="31198" x="3486150" y="1955800"/>
          <p14:tracePt t="31214" x="3492500" y="1974850"/>
          <p14:tracePt t="31230" x="3492500" y="1981200"/>
          <p14:tracePt t="31466" x="3492500" y="1974850"/>
          <p14:tracePt t="31890" x="3498850" y="1955800"/>
          <p14:tracePt t="31897" x="3524250" y="1911350"/>
          <p14:tracePt t="31912" x="3549650" y="1866900"/>
          <p14:tracePt t="31918" x="3575050" y="1835150"/>
          <p14:tracePt t="31928" x="3613150" y="1790700"/>
          <p14:tracePt t="31945" x="3638550" y="1746250"/>
          <p14:tracePt t="31962" x="3670300" y="1682750"/>
          <p14:tracePt t="31978" x="3683000" y="1663700"/>
          <p14:tracePt t="31995" x="3714750" y="1581150"/>
          <p14:tracePt t="32011" x="3721100" y="1562100"/>
          <p14:tracePt t="32028" x="3727450" y="1530350"/>
          <p14:tracePt t="32045" x="3733800" y="1460500"/>
          <p14:tracePt t="32061" x="3746500" y="1390650"/>
          <p14:tracePt t="32078" x="3759200" y="1358900"/>
          <p14:tracePt t="32095" x="3771900" y="1314450"/>
          <p14:tracePt t="32111" x="3784600" y="1295400"/>
          <p14:tracePt t="32129" x="3797300" y="1289050"/>
          <p14:tracePt t="32144" x="3803650" y="1276350"/>
          <p14:tracePt t="32161" x="3816350" y="1276350"/>
          <p14:tracePt t="32178" x="3829050" y="1276350"/>
          <p14:tracePt t="32194" x="3841750" y="1276350"/>
          <p14:tracePt t="32211" x="3860800" y="1276350"/>
          <p14:tracePt t="32228" x="3879850" y="1276350"/>
          <p14:tracePt t="32244" x="3886200" y="1282700"/>
          <p14:tracePt t="32261" x="3905250" y="1282700"/>
          <p14:tracePt t="32277" x="3968750" y="1295400"/>
          <p14:tracePt t="32294" x="4000500" y="1301750"/>
          <p14:tracePt t="32310" x="4025900" y="1301750"/>
          <p14:tracePt t="32327" x="4108450" y="1320800"/>
          <p14:tracePt t="32343" x="4191000" y="1333500"/>
          <p14:tracePt t="32362" x="4279900" y="1333500"/>
          <p14:tracePt t="32377" x="4324350" y="1333500"/>
          <p14:tracePt t="32393" x="4387850" y="1333500"/>
          <p14:tracePt t="32410" x="4432300" y="1333500"/>
          <p14:tracePt t="32426" x="4451350" y="1333500"/>
          <p14:tracePt t="32443" x="4476750" y="1333500"/>
          <p14:tracePt t="32460" x="4483100" y="1333500"/>
          <p14:tracePt t="32494" x="4483100" y="1327150"/>
          <p14:tracePt t="32529" x="4483100" y="1320800"/>
          <p14:tracePt t="32544" x="4476750" y="1320800"/>
          <p14:tracePt t="32550" x="4464050" y="1320800"/>
          <p14:tracePt t="32559" x="4451350" y="1320800"/>
          <p14:tracePt t="32576" x="4432300" y="1320800"/>
          <p14:tracePt t="32593" x="4343400" y="1320800"/>
          <p14:tracePt t="32609" x="4267200" y="1320800"/>
          <p14:tracePt t="32626" x="4076700" y="1320800"/>
          <p14:tracePt t="32643" x="3835400" y="1320800"/>
          <p14:tracePt t="32659" x="3721100" y="1320800"/>
          <p14:tracePt t="32676" x="3517900" y="1320800"/>
          <p14:tracePt t="32693" x="3378200" y="1333500"/>
          <p14:tracePt t="32709" x="3327400" y="1333500"/>
          <p14:tracePt t="32726" x="3276600" y="1339850"/>
          <p14:tracePt t="32742" x="3251200" y="1339850"/>
          <p14:tracePt t="32759" x="3244850" y="1339850"/>
          <p14:tracePt t="32775" x="3238500" y="1346200"/>
          <p14:tracePt t="33225" x="3238500" y="1416050"/>
          <p14:tracePt t="33232" x="3232150" y="1530350"/>
          <p14:tracePt t="33246" x="3232150" y="1631950"/>
          <p14:tracePt t="33257" x="3219450" y="1708150"/>
          <p14:tracePt t="33274" x="3219450" y="1822450"/>
          <p14:tracePt t="33291" x="3219450" y="1854200"/>
          <p14:tracePt t="33307" x="3213100" y="1911350"/>
          <p14:tracePt t="33324" x="3206750" y="1936750"/>
          <p14:tracePt t="33340" x="3206750" y="1949450"/>
          <p14:tracePt t="33357" x="3206750" y="1955800"/>
          <p14:tracePt t="33373" x="3200400" y="1962150"/>
          <p14:tracePt t="33393" x="3200400" y="1968500"/>
          <p14:tracePt t="34239" x="3200400" y="1955800"/>
          <p14:tracePt t="34246" x="3200400" y="1936750"/>
          <p14:tracePt t="34256" x="3200400" y="1917700"/>
          <p14:tracePt t="34270" x="3187700" y="1885950"/>
          <p14:tracePt t="34287" x="3181350" y="1847850"/>
          <p14:tracePt t="34304" x="3111500" y="1720850"/>
          <p14:tracePt t="34320" x="3016250" y="1536700"/>
          <p14:tracePt t="34337" x="2952750" y="1441450"/>
          <p14:tracePt t="34353" x="2838450" y="1250950"/>
          <p14:tracePt t="34370" x="2736850" y="1079500"/>
          <p14:tracePt t="34387" x="2667000" y="939800"/>
          <p14:tracePt t="34403" x="2641600" y="882650"/>
          <p14:tracePt t="34421" x="2609850" y="819150"/>
          <p14:tracePt t="34437" x="2584450" y="762000"/>
          <p14:tracePt t="34453" x="2571750" y="730250"/>
          <p14:tracePt t="34470" x="2540000" y="685800"/>
          <p14:tracePt t="34486" x="2520950" y="647700"/>
          <p14:tracePt t="34503" x="2514600" y="635000"/>
          <p14:tracePt t="34520" x="2508250" y="635000"/>
          <p14:tracePt t="34536" x="2489200" y="615950"/>
          <p14:tracePt t="34553" x="2489200" y="609600"/>
          <p14:tracePt t="34577" x="2482850" y="603250"/>
          <p14:tracePt t="34689" x="2482850" y="609600"/>
          <p14:tracePt t="34718" x="2482850" y="615950"/>
          <p14:tracePt t="34746" x="2482850" y="622300"/>
          <p14:tracePt t="34781" x="2482850" y="628650"/>
          <p14:tracePt t="34788" x="2482850" y="635000"/>
          <p14:tracePt t="34803" x="2482850" y="641350"/>
          <p14:tracePt t="34809" x="2489200" y="654050"/>
          <p14:tracePt t="34819" x="2501900" y="673100"/>
          <p14:tracePt t="34835" x="2520950" y="704850"/>
          <p14:tracePt t="34852" x="2590800" y="831850"/>
          <p14:tracePt t="34868" x="2628900" y="908050"/>
          <p14:tracePt t="34886" x="2730500" y="1111250"/>
          <p14:tracePt t="34889" x="2787650" y="1219200"/>
          <p14:tracePt t="34902" x="2838450" y="1320800"/>
          <p14:tracePt t="34918" x="2889250" y="1428750"/>
          <p14:tracePt t="34935" x="2997200" y="1600200"/>
          <p14:tracePt t="34951" x="3060700" y="1739900"/>
          <p14:tracePt t="34968" x="3092450" y="1784350"/>
          <p14:tracePt t="34985" x="3117850" y="1835150"/>
          <p14:tracePt t="35001" x="3136900" y="1879600"/>
          <p14:tracePt t="35018" x="3136900" y="1885950"/>
          <p14:tracePt t="35035" x="3143250" y="1905000"/>
          <p14:tracePt t="35051" x="3149600" y="1905000"/>
          <p14:tracePt t="35111" x="3149600" y="1911350"/>
          <p14:tracePt t="35139" x="3149600" y="1917700"/>
          <p14:tracePt t="35160" x="3149600" y="1924050"/>
          <p14:tracePt t="35168" x="3155950" y="1930400"/>
          <p14:tracePt t="35181" x="3155950" y="1943100"/>
          <p14:tracePt t="35188" x="3162300" y="1955800"/>
          <p14:tracePt t="35203" x="3168650" y="1968500"/>
          <p14:tracePt t="35217" x="3181350" y="1974850"/>
          <p14:tracePt t="35234" x="3200400" y="2025650"/>
          <p14:tracePt t="35251" x="3206750" y="2057400"/>
          <p14:tracePt t="35267" x="3213100" y="2076450"/>
          <p14:tracePt t="35284" x="3219450" y="2089150"/>
          <p14:tracePt t="35301" x="3225800" y="2095500"/>
          <p14:tracePt t="35846" x="3219450" y="2076450"/>
          <p14:tracePt t="35852" x="3213100" y="2057400"/>
          <p14:tracePt t="35865" x="3200400" y="2032000"/>
          <p14:tracePt t="35882" x="3155950" y="1949450"/>
          <p14:tracePt t="35898" x="3130550" y="1917700"/>
          <p14:tracePt t="35901" x="3105150" y="1873250"/>
          <p14:tracePt t="35931" x="2990850" y="1689100"/>
          <p14:tracePt t="35948" x="2952750" y="1619250"/>
          <p14:tracePt t="35965" x="2863850" y="1479550"/>
          <p14:tracePt t="35981" x="2825750" y="1409700"/>
          <p14:tracePt t="35998" x="2774950" y="1301750"/>
          <p14:tracePt t="36015" x="2736850" y="1225550"/>
          <p14:tracePt t="36031" x="2724150" y="1200150"/>
          <p14:tracePt t="36047" x="2705100" y="1162050"/>
          <p14:tracePt t="36064" x="2692400" y="1117600"/>
          <p14:tracePt t="36081" x="2686050" y="1098550"/>
          <p14:tracePt t="36097" x="2660650" y="1047750"/>
          <p14:tracePt t="36114" x="2641600" y="996950"/>
          <p14:tracePt t="36130" x="2635250" y="965200"/>
          <p14:tracePt t="36148" x="2603500" y="914400"/>
          <p14:tracePt t="36164" x="2571750" y="869950"/>
          <p14:tracePt t="36180" x="2565400" y="850900"/>
          <p14:tracePt t="36197" x="2552700" y="831850"/>
          <p14:tracePt t="36214" x="2533650" y="774700"/>
          <p14:tracePt t="36230" x="2533650" y="762000"/>
          <p14:tracePt t="36247" x="2527300" y="742950"/>
          <p14:tracePt t="36263" x="2527300" y="736600"/>
          <p14:tracePt t="36280" x="2520950" y="723900"/>
          <p14:tracePt t="36296" x="2520950" y="717550"/>
          <p14:tracePt t="36352" x="2514600" y="717550"/>
          <p14:tracePt t="36394" x="2514600" y="723900"/>
          <p14:tracePt t="36408" x="2514600" y="730250"/>
          <p14:tracePt t="36416" x="2514600" y="736600"/>
          <p14:tracePt t="36436" x="2514600" y="749300"/>
          <p14:tracePt t="36446" x="2514600" y="755650"/>
          <p14:tracePt t="36463" x="2520950" y="774700"/>
          <p14:tracePt t="36479" x="2546350" y="857250"/>
          <p14:tracePt t="36496" x="2584450" y="1016000"/>
          <p14:tracePt t="36514" x="2660650" y="1238250"/>
          <p14:tracePt t="36529" x="2692400" y="1352550"/>
          <p14:tracePt t="36546" x="2724150" y="1466850"/>
          <p14:tracePt t="36564" x="2806700" y="1746250"/>
          <p14:tracePt t="36579" x="2813050" y="1797050"/>
          <p14:tracePt t="36596" x="2819400" y="1841500"/>
          <p14:tracePt t="36612" x="2825750" y="1885950"/>
          <p14:tracePt t="36629" x="2832100" y="1898650"/>
          <p14:tracePt t="36645" x="2832100" y="1905000"/>
          <p14:tracePt t="36662" x="2832100" y="1911350"/>
          <p14:tracePt t="36678" x="2819400" y="1917700"/>
          <p14:tracePt t="36697" x="2787650" y="1917700"/>
          <p14:tracePt t="36712" x="2762250" y="1917700"/>
          <p14:tracePt t="36728" x="2724150" y="1917700"/>
          <p14:tracePt t="36746" x="2667000" y="1917700"/>
          <p14:tracePt t="36762" x="2641600" y="1917700"/>
          <p14:tracePt t="36779" x="2578100" y="1917700"/>
          <p14:tracePt t="36795" x="2520950" y="1905000"/>
          <p14:tracePt t="36811" x="2495550" y="1905000"/>
          <p14:tracePt t="36828" x="2476500" y="1905000"/>
          <p14:tracePt t="36845" x="2425700" y="1898650"/>
          <p14:tracePt t="36865" x="2419350" y="1898650"/>
          <p14:tracePt t="36881" x="2413000" y="1898650"/>
          <p14:tracePt t="36900" x="2413000" y="1892300"/>
          <p14:tracePt t="36915" x="2413000" y="1885950"/>
          <p14:tracePt t="36930" x="2419350" y="1879600"/>
          <p14:tracePt t="36944" x="2419350" y="1873250"/>
          <p14:tracePt t="36961" x="2438400" y="1854200"/>
          <p14:tracePt t="36978" x="2470150" y="1809750"/>
          <p14:tracePt t="36994" x="2482850" y="1790700"/>
          <p14:tracePt t="37012" x="2540000" y="1701800"/>
          <p14:tracePt t="37027" x="2597150" y="1638300"/>
          <p14:tracePt t="37044" x="2609850" y="1606550"/>
          <p14:tracePt t="37061" x="2647950" y="1568450"/>
          <p14:tracePt t="37077" x="2667000" y="1543050"/>
          <p14:tracePt t="37094" x="2679700" y="1543050"/>
          <p14:tracePt t="37111" x="2686050" y="1536700"/>
          <p14:tracePt t="37127" x="2705100" y="1543050"/>
          <p14:tracePt t="37144" x="2711450" y="1549400"/>
          <p14:tracePt t="37160" x="2736850" y="1562100"/>
          <p14:tracePt t="37177" x="2749550" y="1574800"/>
          <p14:tracePt t="37194" x="2794000" y="1600200"/>
          <p14:tracePt t="37210" x="2844800" y="1638300"/>
          <p14:tracePt t="37227" x="2876550" y="1663700"/>
          <p14:tracePt t="37244" x="2933700" y="1714500"/>
          <p14:tracePt t="37260" x="2984500" y="1758950"/>
          <p14:tracePt t="37277" x="2997200" y="1778000"/>
          <p14:tracePt t="37294" x="3009900" y="1816100"/>
          <p14:tracePt t="37310" x="3009900" y="1841500"/>
          <p14:tracePt t="37326" x="3003550" y="1892300"/>
          <p14:tracePt t="37343" x="2971800" y="1955800"/>
          <p14:tracePt t="37359" x="2927350" y="2019300"/>
          <p14:tracePt t="37378" x="2863850" y="2076450"/>
          <p14:tracePt t="37393" x="2825750" y="2114550"/>
          <p14:tracePt t="37409" x="2724150" y="2165350"/>
          <p14:tracePt t="37427" x="2628900" y="2203450"/>
          <p14:tracePt t="37443" x="2590800" y="2209800"/>
          <p14:tracePt t="37459" x="2559050" y="2216150"/>
          <p14:tracePt t="37476" x="2476500" y="2203450"/>
          <p14:tracePt t="37492" x="2463800" y="2190750"/>
          <p14:tracePt t="37509" x="2438400" y="2178050"/>
          <p14:tracePt t="37526" x="2419350" y="2139950"/>
          <p14:tracePt t="37542" x="2413000" y="2101850"/>
          <p14:tracePt t="37559" x="2413000" y="2063750"/>
          <p14:tracePt t="37575" x="2432050" y="2000250"/>
          <p14:tracePt t="37592" x="2482850" y="1924050"/>
          <p14:tracePt t="37610" x="2552700" y="1841500"/>
          <p14:tracePt t="37625" x="2590800" y="1797050"/>
          <p14:tracePt t="37642" x="2679700" y="1739900"/>
          <p14:tracePt t="37659" x="2736850" y="1714500"/>
          <p14:tracePt t="37675" x="2844800" y="1676400"/>
          <p14:tracePt t="37692" x="2965450" y="1651000"/>
          <p14:tracePt t="37709" x="3086100" y="1631950"/>
          <p14:tracePt t="37725" x="3149600" y="1631950"/>
          <p14:tracePt t="37742" x="3213100" y="1625600"/>
          <p14:tracePt t="37758" x="3314700" y="1625600"/>
          <p14:tracePt t="37775" x="3397250" y="1625600"/>
          <p14:tracePt t="37793" x="3467100" y="1625600"/>
          <p14:tracePt t="37808" x="3486150" y="1625600"/>
          <p14:tracePt t="37825" x="3511550" y="1638300"/>
          <p14:tracePt t="37841" x="3530600" y="1638300"/>
          <p14:tracePt t="37858" x="3536950" y="1644650"/>
          <p14:tracePt t="37875" x="3536950" y="1651000"/>
          <p14:tracePt t="37891" x="3536950" y="1663700"/>
          <p14:tracePt t="37924" x="3536950" y="1670050"/>
          <p14:tracePt t="37941" x="3524250" y="1682750"/>
          <p14:tracePt t="37958" x="3511550" y="1708150"/>
          <p14:tracePt t="37975" x="3454400" y="1765300"/>
          <p14:tracePt t="37991" x="3409950" y="1797050"/>
          <p14:tracePt t="38007" x="3302000" y="1898650"/>
          <p14:tracePt t="38024" x="3149600" y="1974850"/>
          <p14:tracePt t="38041" x="3028950" y="2032000"/>
          <p14:tracePt t="38057" x="2984500" y="2051050"/>
          <p14:tracePt t="38074" x="2927350" y="2057400"/>
          <p14:tracePt t="38090" x="2908300" y="2057400"/>
          <p14:tracePt t="38108" x="2882900" y="2057400"/>
          <p14:tracePt t="38123" x="2857500" y="2051050"/>
          <p14:tracePt t="38140" x="2844800" y="2044700"/>
          <p14:tracePt t="38157" x="2825750" y="2032000"/>
          <p14:tracePt t="38173" x="2819400" y="2025650"/>
          <p14:tracePt t="38190" x="2813050" y="2012950"/>
          <p14:tracePt t="38207" x="2806700" y="2000250"/>
          <p14:tracePt t="38223" x="2806700" y="1981200"/>
          <p14:tracePt t="38240" x="2806700" y="1974850"/>
          <p14:tracePt t="38256" x="2813050" y="1955800"/>
          <p14:tracePt t="38273" x="2838450" y="1936750"/>
          <p14:tracePt t="38292" x="2882900" y="1911350"/>
          <p14:tracePt t="38306" x="2901950" y="1905000"/>
          <p14:tracePt t="38323" x="2952750" y="1892300"/>
          <p14:tracePt t="38341" x="2990850" y="1873250"/>
          <p14:tracePt t="38356" x="3016250" y="1873250"/>
          <p14:tracePt t="38373" x="3035300" y="1873250"/>
          <p14:tracePt t="38390" x="3067050" y="1873250"/>
          <p14:tracePt t="38406" x="3067050" y="1879600"/>
          <p14:tracePt t="38423" x="3067050" y="1885950"/>
          <p14:tracePt t="38426" x="3073400" y="1892300"/>
          <p14:tracePt t="38439" x="3079750" y="1898650"/>
          <p14:tracePt t="38459" x="3086100" y="1898650"/>
          <p14:tracePt t="38472" x="3086100" y="1905000"/>
          <p14:tracePt t="38488" x="3092450" y="1911350"/>
          <p14:tracePt t="38505" x="3098800" y="1917700"/>
          <p14:tracePt t="38524" x="3111500" y="1930400"/>
          <p14:tracePt t="38539" x="3124200" y="1936750"/>
          <p14:tracePt t="38556" x="3162300" y="1949450"/>
          <p14:tracePt t="38573" x="3187700" y="1955800"/>
          <p14:tracePt t="38589" x="3213100" y="1962150"/>
          <p14:tracePt t="38605" x="3270250" y="1974850"/>
          <p14:tracePt t="38622" x="3308350" y="1987550"/>
          <p14:tracePt t="38639" x="3384550" y="2000250"/>
          <p14:tracePt t="38656" x="3409950" y="2006600"/>
          <p14:tracePt t="38672" x="3429000" y="2006600"/>
          <p14:tracePt t="38688" x="3454400" y="2012950"/>
          <p14:tracePt t="38706" x="3460750" y="2012950"/>
          <p14:tracePt t="38783" x="3441700" y="2012950"/>
          <p14:tracePt t="38797" x="3435350" y="2012950"/>
          <p14:tracePt t="38803" x="3403600" y="2012950"/>
          <p14:tracePt t="38818" x="3365500" y="2012950"/>
          <p14:tracePt t="38825" x="3314700" y="2012950"/>
          <p14:tracePt t="38838" x="3257550" y="2019300"/>
          <p14:tracePt t="38854" x="3168650" y="2032000"/>
          <p14:tracePt t="38871" x="3136900" y="2038350"/>
          <p14:tracePt t="38888" x="3105150" y="2044700"/>
          <p14:tracePt t="38905" x="3060700" y="2044700"/>
          <p14:tracePt t="38921" x="3048000" y="2051050"/>
          <p14:tracePt t="38938" x="3028950" y="2051050"/>
          <p14:tracePt t="38970" x="3035300" y="2051050"/>
          <p14:tracePt t="38987" x="3067050" y="2051050"/>
          <p14:tracePt t="39004" x="3086100" y="2051050"/>
          <p14:tracePt t="39021" x="3162300" y="2051050"/>
          <p14:tracePt t="39037" x="3213100" y="2051050"/>
          <p14:tracePt t="39054" x="3302000" y="2051050"/>
          <p14:tracePt t="39072" x="3441700" y="2051050"/>
          <p14:tracePt t="39087" x="3511550" y="2051050"/>
          <p14:tracePt t="39104" x="3549650" y="2051050"/>
          <p14:tracePt t="39120" x="3606800" y="2051050"/>
          <p14:tracePt t="39137" x="3613150" y="2051050"/>
          <p14:tracePt t="39153" x="3619500" y="2051050"/>
          <p14:tracePt t="39170" x="3625850" y="2044700"/>
          <p14:tracePt t="39206" x="3625850" y="2038350"/>
          <p14:tracePt t="39220" x="3619500" y="2038350"/>
          <p14:tracePt t="39236" x="3619500" y="2032000"/>
          <p14:tracePt t="39254" x="3594100" y="2032000"/>
          <p14:tracePt t="39270" x="3568700" y="2025650"/>
          <p14:tracePt t="39286" x="3536950" y="2025650"/>
          <p14:tracePt t="39303" x="3448050" y="2006600"/>
          <p14:tracePt t="39319" x="3403600" y="2000250"/>
          <p14:tracePt t="39336" x="3327400" y="2000250"/>
          <p14:tracePt t="39353" x="3302000" y="1993900"/>
          <p14:tracePt t="39369" x="3276600" y="1993900"/>
          <p14:tracePt t="39386" x="3263900" y="1993900"/>
          <p14:tracePt t="39403" x="3257550" y="1993900"/>
          <p14:tracePt t="39420" x="3251200" y="1993900"/>
          <p14:tracePt t="39745" x="3251200" y="1981200"/>
          <p14:tracePt t="39759" x="3244850" y="1962150"/>
          <p14:tracePt t="39766" x="3238500" y="1930400"/>
          <p14:tracePt t="39780" x="3232150" y="1885950"/>
          <p14:tracePt t="39788" x="3213100" y="1835150"/>
          <p14:tracePt t="39802" x="3181350" y="1752600"/>
          <p14:tracePt t="39818" x="3098800" y="1581150"/>
          <p14:tracePt t="39834" x="3060700" y="1485900"/>
          <p14:tracePt t="39851" x="2940050" y="1289050"/>
          <p14:tracePt t="39868" x="2838450" y="1111250"/>
          <p14:tracePt t="39884" x="2774950" y="1028700"/>
          <p14:tracePt t="39901" x="2679700" y="889000"/>
          <p14:tracePt t="39917" x="2641600" y="831850"/>
          <p14:tracePt t="39935" x="2559050" y="742950"/>
          <p14:tracePt t="39951" x="2546350" y="717550"/>
          <p14:tracePt t="39967" x="2533650" y="704850"/>
          <p14:tracePt t="39985" x="2501900" y="685800"/>
          <p14:tracePt t="40000" x="2495550" y="679450"/>
          <p14:tracePt t="40017" x="2489200" y="679450"/>
          <p14:tracePt t="40034" x="2482850" y="673100"/>
          <p14:tracePt t="40066" x="2476500" y="673100"/>
          <p14:tracePt t="40145" x="2470150" y="679450"/>
          <p14:tracePt t="40188" x="2463800" y="679450"/>
          <p14:tracePt t="40216" x="2457450" y="679450"/>
          <p14:tracePt t="40230" x="2451100" y="685800"/>
          <p14:tracePt t="40237" x="2444750" y="685800"/>
          <p14:tracePt t="40252" x="2432050" y="692150"/>
          <p14:tracePt t="40266" x="2393950" y="704850"/>
          <p14:tracePt t="40283" x="2362200" y="704850"/>
          <p14:tracePt t="40301" x="2279650" y="723900"/>
          <p14:tracePt t="40316" x="2241550" y="730250"/>
          <p14:tracePt t="40332" x="2133600" y="749300"/>
          <p14:tracePt t="40350" x="2089150" y="768350"/>
          <p14:tracePt t="40366" x="2006600" y="781050"/>
          <p14:tracePt t="40382" x="1943100" y="787400"/>
          <p14:tracePt t="40399" x="1905000" y="806450"/>
          <p14:tracePt t="40416" x="1892300" y="806450"/>
          <p14:tracePt t="40433" x="1879600" y="806450"/>
          <p14:tracePt t="40449" x="1873250" y="806450"/>
          <p14:tracePt t="40483" x="1866900" y="806450"/>
          <p14:tracePt t="40499" x="1866900" y="812800"/>
          <p14:tracePt t="40519" x="1873250" y="819150"/>
          <p14:tracePt t="40535" x="1879600" y="819150"/>
          <p14:tracePt t="40549" x="1885950" y="825500"/>
          <p14:tracePt t="40565" x="1911350" y="831850"/>
          <p14:tracePt t="40582" x="1955800" y="838200"/>
          <p14:tracePt t="40598" x="2000250" y="844550"/>
          <p14:tracePt t="40615" x="2114550" y="857250"/>
          <p14:tracePt t="40632" x="2286000" y="869950"/>
          <p14:tracePt t="40648" x="2381250" y="869950"/>
          <p14:tracePt t="40665" x="2578100" y="863600"/>
          <p14:tracePt t="40681" x="2730500" y="863600"/>
          <p14:tracePt t="40698" x="2781300" y="857250"/>
          <p14:tracePt t="40715" x="2838450" y="857250"/>
          <p14:tracePt t="40731" x="2844800" y="857250"/>
          <p14:tracePt t="40748" x="2851150" y="857250"/>
          <p14:tracePt t="40792" x="2838450" y="857250"/>
          <p14:tracePt t="40801" x="2832100" y="857250"/>
          <p14:tracePt t="40815" x="2819400" y="857250"/>
          <p14:tracePt t="40831" x="2794000" y="857250"/>
          <p14:tracePt t="40848" x="2686050" y="869950"/>
          <p14:tracePt t="40864" x="2616200" y="882650"/>
          <p14:tracePt t="40880" x="2552700" y="889000"/>
          <p14:tracePt t="40898" x="2374900" y="908050"/>
          <p14:tracePt t="40914" x="2190750" y="933450"/>
          <p14:tracePt t="40931" x="2089150" y="939800"/>
          <p14:tracePt t="40947" x="1911350" y="952500"/>
          <p14:tracePt t="40964" x="1733550" y="952500"/>
          <p14:tracePt t="40981" x="1670050" y="952500"/>
          <p14:tracePt t="40997" x="1568450" y="952500"/>
          <p14:tracePt t="41013" x="1524000" y="952500"/>
          <p14:tracePt t="41031" x="1504950" y="952500"/>
          <p14:tracePt t="41047" x="1498600" y="952500"/>
          <p14:tracePt t="41094" x="1504950" y="952500"/>
          <p14:tracePt t="41101" x="1517650" y="952500"/>
          <p14:tracePt t="41116" x="1530350" y="952500"/>
          <p14:tracePt t="41130" x="1568450" y="958850"/>
          <p14:tracePt t="41146" x="1593850" y="958850"/>
          <p14:tracePt t="41164" x="1619250" y="958850"/>
          <p14:tracePt t="41180" x="1695450" y="965200"/>
          <p14:tracePt t="41196" x="1790700" y="984250"/>
          <p14:tracePt t="41214" x="1885950" y="990600"/>
          <p14:tracePt t="41230" x="1936750" y="996950"/>
          <p14:tracePt t="41246" x="2057400" y="1016000"/>
          <p14:tracePt t="41263" x="2203450" y="1028700"/>
          <p14:tracePt t="41279" x="2266950" y="1028700"/>
          <p14:tracePt t="41296" x="2393950" y="1047750"/>
          <p14:tracePt t="41313" x="2501900" y="1047750"/>
          <p14:tracePt t="41329" x="2527300" y="1047750"/>
          <p14:tracePt t="41346" x="2565400" y="1047750"/>
          <p14:tracePt t="41362" x="2584450" y="1047750"/>
          <p14:tracePt t="41379" x="2597150" y="1041400"/>
          <p14:tracePt t="41397" x="2603500" y="1035050"/>
          <p14:tracePt t="41516" x="2603500" y="1028700"/>
          <p14:tracePt t="41600" x="2597150" y="1022350"/>
          <p14:tracePt t="41895" x="2578100" y="1009650"/>
          <p14:tracePt t="41902" x="2552700" y="996950"/>
          <p14:tracePt t="41917" x="2520950" y="977900"/>
          <p14:tracePt t="41927" x="2489200" y="965200"/>
          <p14:tracePt t="41946" x="2432050" y="965200"/>
          <p14:tracePt t="41961" x="2393950" y="965200"/>
          <p14:tracePt t="41977" x="2330450" y="971550"/>
          <p14:tracePt t="41995" x="2254250" y="1016000"/>
          <p14:tracePt t="42010" x="2209800" y="1041400"/>
          <p14:tracePt t="42027" x="2165350" y="1098550"/>
          <p14:tracePt t="42044" x="1981200" y="1346200"/>
          <p14:tracePt t="42060" x="1911350" y="1466850"/>
          <p14:tracePt t="42077" x="1866900" y="1600200"/>
          <p14:tracePt t="42093" x="1701800" y="2133600"/>
          <p14:tracePt t="42109" x="1676400" y="2330450"/>
          <p14:tracePt t="42128" x="1651000" y="2730500"/>
          <p14:tracePt t="42143" x="1638300" y="2921000"/>
          <p14:tracePt t="42160" x="1638300" y="3213100"/>
          <p14:tracePt t="42177" x="1638300" y="3479800"/>
          <p14:tracePt t="42193" x="1651000" y="3606800"/>
          <p14:tracePt t="42209" x="1651000" y="3829050"/>
          <p14:tracePt t="42226" x="1682750" y="4000500"/>
          <p14:tracePt t="42243" x="1689100" y="4064000"/>
          <p14:tracePt t="42259" x="1714500" y="4165600"/>
          <p14:tracePt t="42275" x="1739900" y="4248150"/>
          <p14:tracePt t="42292" x="1746250" y="4267200"/>
          <p14:tracePt t="42310" x="1771650" y="4311650"/>
          <p14:tracePt t="42326" x="1784350" y="4337050"/>
          <p14:tracePt t="42342" x="1784350" y="4343400"/>
          <p14:tracePt t="42359" x="1790700" y="4349750"/>
          <p14:tracePt t="42375" x="1790700" y="4356100"/>
          <p14:tracePt t="42392" x="1797050" y="4356100"/>
          <p14:tracePt t="42409" x="1809750" y="4368800"/>
          <p14:tracePt t="42425" x="1809750" y="4375150"/>
          <p14:tracePt t="42442" x="1822450" y="4381500"/>
          <p14:tracePt t="42458" x="1828800" y="4381500"/>
          <p14:tracePt t="42475" x="1828800" y="4387850"/>
          <p14:tracePt t="42492" x="1835150" y="4387850"/>
          <p14:tracePt t="42508" x="1841500" y="4387850"/>
          <p14:tracePt t="42534" x="1847850" y="4387850"/>
          <p14:tracePt t="42570" x="1854200" y="4387850"/>
          <p14:tracePt t="42626" x="1860550" y="4381500"/>
          <p14:tracePt t="42802" x="1854200" y="4381500"/>
          <p14:tracePt t="42851" x="1854200" y="4375150"/>
          <p14:tracePt t="42900" x="1854200" y="4368800"/>
          <p14:tracePt t="43350" x="1860550" y="4324350"/>
          <p14:tracePt t="43364" x="1879600" y="4273550"/>
          <p14:tracePt t="43371" x="1892300" y="4191000"/>
          <p14:tracePt t="43378" x="1911350" y="4114800"/>
          <p14:tracePt t="43392" x="1930400" y="4025900"/>
          <p14:tracePt t="43406" x="1943100" y="3917950"/>
          <p14:tracePt t="43422" x="1968500" y="3714750"/>
          <p14:tracePt t="43439" x="1981200" y="3613150"/>
          <p14:tracePt t="43456" x="1993900" y="3371850"/>
          <p14:tracePt t="43472" x="2000250" y="3213100"/>
          <p14:tracePt t="43488" x="2025650" y="2863850"/>
          <p14:tracePt t="43505" x="2038350" y="2463800"/>
          <p14:tracePt t="43522" x="2051050" y="2139950"/>
          <p14:tracePt t="43539" x="2063750" y="2000250"/>
          <p14:tracePt t="43555" x="2082800" y="1758950"/>
          <p14:tracePt t="43572" x="2095500" y="1657350"/>
          <p14:tracePt t="43589" x="2133600" y="1422400"/>
          <p14:tracePt t="43605" x="2139950" y="1371600"/>
          <p14:tracePt t="43621" x="2146300" y="1327150"/>
          <p14:tracePt t="43638" x="2165350" y="1231900"/>
          <p14:tracePt t="43655" x="2184400" y="1162050"/>
          <p14:tracePt t="43671" x="2190750" y="1123950"/>
          <p14:tracePt t="43688" x="2203450" y="1054100"/>
          <p14:tracePt t="43704" x="2222500" y="1009650"/>
          <p14:tracePt t="43721" x="2228850" y="990600"/>
          <p14:tracePt t="43737" x="2235200" y="946150"/>
          <p14:tracePt t="43754" x="2247900" y="889000"/>
          <p14:tracePt t="43771" x="2273300" y="812800"/>
          <p14:tracePt t="43787" x="2292350" y="774700"/>
          <p14:tracePt t="43804" x="2317750" y="685800"/>
          <p14:tracePt t="43821" x="2336800" y="615950"/>
          <p14:tracePt t="43837" x="2355850" y="584200"/>
          <p14:tracePt t="43854" x="2362200" y="571500"/>
          <p14:tracePt t="43871" x="2374900" y="539750"/>
          <p14:tracePt t="43926" x="2381250" y="539750"/>
          <p14:tracePt t="43954" x="2381250" y="546100"/>
          <p14:tracePt t="43975" x="2381250" y="552450"/>
          <p14:tracePt t="43982" x="2381250" y="558800"/>
          <p14:tracePt t="43996" x="2387600" y="565150"/>
          <p14:tracePt t="44006" x="2387600" y="577850"/>
          <p14:tracePt t="44020" x="2393950" y="590550"/>
          <p14:tracePt t="44037" x="2413000" y="622300"/>
          <p14:tracePt t="44054" x="2444750" y="711200"/>
          <p14:tracePt t="44070" x="2489200" y="793750"/>
          <p14:tracePt t="44087" x="2603500" y="1028700"/>
          <p14:tracePt t="44103" x="2787650" y="1352550"/>
          <p14:tracePt t="44119" x="2882900" y="1485900"/>
          <p14:tracePt t="44137" x="3035300" y="1746250"/>
          <p14:tracePt t="44152" x="3136900" y="1911350"/>
          <p14:tracePt t="44169" x="3175000" y="1955800"/>
          <p14:tracePt t="44186" x="3225800" y="2019300"/>
          <p14:tracePt t="44203" x="3232150" y="2038350"/>
          <p14:tracePt t="44219" x="3244850" y="2051050"/>
          <p14:tracePt t="44236" x="3251200" y="2057400"/>
          <p14:tracePt t="44404" x="3244850" y="2051050"/>
          <p14:tracePt t="44419" x="3244850" y="2044700"/>
          <p14:tracePt t="44424" x="3238500" y="2038350"/>
          <p14:tracePt t="44435" x="3232150" y="2038350"/>
          <p14:tracePt t="44454" x="3225800" y="2038350"/>
          <p14:tracePt t="44468" x="3219450" y="2038350"/>
          <p14:tracePt t="44485" x="3206750" y="2038350"/>
          <p14:tracePt t="44502" x="3117850" y="2038350"/>
          <p14:tracePt t="44518" x="3067050" y="2038350"/>
          <p14:tracePt t="44535" x="3003550" y="2038350"/>
          <p14:tracePt t="44552" x="2863850" y="2038350"/>
          <p14:tracePt t="44568" x="2711450" y="2025650"/>
          <p14:tracePt t="44586" x="2578100" y="2012950"/>
          <p14:tracePt t="44601" x="2514600" y="2012950"/>
          <p14:tracePt t="44618" x="2406650" y="2000250"/>
          <p14:tracePt t="44636" x="2349500" y="2000250"/>
          <p14:tracePt t="44651" x="2324100" y="2000250"/>
          <p14:tracePt t="44668" x="2298700" y="2000250"/>
          <p14:tracePt t="44686" x="2286000" y="2000250"/>
          <p14:tracePt t="44701" x="2279650" y="2000250"/>
          <p14:tracePt t="44717" x="2273300" y="2000250"/>
          <p14:tracePt t="44734" x="2266950" y="2000250"/>
          <p14:tracePt t="44797" x="2273300" y="2000250"/>
          <p14:tracePt t="44818" x="2279650" y="2000250"/>
          <p14:tracePt t="44825" x="2292350" y="2000250"/>
          <p14:tracePt t="44839" x="2298700" y="2000250"/>
          <p14:tracePt t="44850" x="2311400" y="2000250"/>
          <p14:tracePt t="44868" x="2349500" y="2000250"/>
          <p14:tracePt t="44883" x="2387600" y="2000250"/>
          <p14:tracePt t="44900" x="2470150" y="2000250"/>
          <p14:tracePt t="44917" x="2571750" y="2000250"/>
          <p14:tracePt t="44933" x="2647950" y="2000250"/>
          <p14:tracePt t="44950" x="2800350" y="2000250"/>
          <p14:tracePt t="44967" x="2959100" y="2012950"/>
          <p14:tracePt t="44984" x="3035300" y="2012950"/>
          <p14:tracePt t="45001" x="3175000" y="2006600"/>
          <p14:tracePt t="45016" x="3270250" y="1993900"/>
          <p14:tracePt t="45033" x="3295650" y="1987550"/>
          <p14:tracePt t="45050" x="3340100" y="1981200"/>
          <p14:tracePt t="45066" x="3352800" y="1974850"/>
          <p14:tracePt t="45083" x="3359150" y="1974850"/>
          <p14:tracePt t="45352" x="3365500" y="1974850"/>
          <p14:tracePt t="45387" x="3378200" y="1974850"/>
          <p14:tracePt t="45408" x="3390900" y="1974850"/>
          <p14:tracePt t="45422" x="3397250" y="1974850"/>
          <p14:tracePt t="45430" x="3403600" y="1974850"/>
          <p14:tracePt t="45436" x="3416300" y="1974850"/>
          <p14:tracePt t="45451" x="3429000" y="1974850"/>
          <p14:tracePt t="45465" x="3441700" y="1981200"/>
          <p14:tracePt t="45482" x="3479800" y="1981200"/>
          <p14:tracePt t="45498" x="3498850" y="1981200"/>
          <p14:tracePt t="45515" x="3530600" y="1987550"/>
          <p14:tracePt t="45531" x="3556000" y="1987550"/>
          <p14:tracePt t="45549" x="3575050" y="1987550"/>
          <p14:tracePt t="45612" x="3581400" y="1987550"/>
          <p14:tracePt t="45760" x="3581400" y="1981200"/>
          <p14:tracePt t="45816" x="3575050" y="1981200"/>
          <p14:tracePt t="45837" x="3568700" y="1981200"/>
          <p14:tracePt t="46130" x="3600450" y="1981200"/>
          <p14:tracePt t="46144" x="3651250" y="1981200"/>
          <p14:tracePt t="46151" x="3727450" y="1981200"/>
          <p14:tracePt t="46162" x="3790950" y="1981200"/>
          <p14:tracePt t="46180" x="3930650" y="1981200"/>
          <p14:tracePt t="46196" x="4006850" y="1981200"/>
          <p14:tracePt t="46212" x="4070350" y="1981200"/>
          <p14:tracePt t="46229" x="4279900" y="1968500"/>
          <p14:tracePt t="46245" x="4343400" y="1962150"/>
          <p14:tracePt t="46263" x="4394200" y="1962150"/>
          <p14:tracePt t="46279" x="4451350" y="1955800"/>
          <p14:tracePt t="46295" x="4483100" y="1955800"/>
          <p14:tracePt t="46313" x="4502150" y="1955800"/>
          <p14:tracePt t="46328" x="4508500" y="1955800"/>
          <p14:tracePt t="46509" x="4502150" y="1949450"/>
          <p14:tracePt t="46600" x="4495800" y="1943100"/>
          <p14:tracePt t="46862" x="4495800" y="1930400"/>
          <p14:tracePt t="46876" x="4495800" y="1917700"/>
          <p14:tracePt t="46883" x="4495800" y="1905000"/>
          <p14:tracePt t="46893" x="4502150" y="1879600"/>
          <p14:tracePt t="46910" x="4514850" y="1854200"/>
          <p14:tracePt t="46926" x="4527550" y="1797050"/>
          <p14:tracePt t="46943" x="4533900" y="1771650"/>
          <p14:tracePt t="46960" x="4533900" y="1701800"/>
          <p14:tracePt t="46976" x="4533900" y="1670050"/>
          <p14:tracePt t="46993" x="4533900" y="1651000"/>
          <p14:tracePt t="47010" x="4540250" y="1593850"/>
          <p14:tracePt t="47026" x="4540250" y="1549400"/>
          <p14:tracePt t="47043" x="4540250" y="1530350"/>
          <p14:tracePt t="47046" x="4540250" y="1511300"/>
          <p14:tracePt t="47059" x="4540250" y="1498600"/>
          <p14:tracePt t="47076" x="4540250" y="1466850"/>
          <p14:tracePt t="47093" x="4540250" y="1454150"/>
          <p14:tracePt t="47109" x="4540250" y="1435100"/>
          <p14:tracePt t="47126" x="4540250" y="1428750"/>
          <p14:tracePt t="47143" x="4540250" y="1422400"/>
          <p14:tracePt t="47175" x="4540250" y="1409700"/>
          <p14:tracePt t="47283" x="4533900" y="1409700"/>
          <p14:tracePt t="47332" x="4527550" y="1409700"/>
          <p14:tracePt t="47374" x="4521200" y="1409700"/>
          <p14:tracePt t="47403" x="4514850" y="1403350"/>
          <p14:tracePt t="47416" x="4508500" y="1403350"/>
          <p14:tracePt t="47445" x="4502150" y="1403350"/>
          <p14:tracePt t="47451" x="4495800" y="1403350"/>
          <p14:tracePt t="47466" x="4483100" y="1403350"/>
          <p14:tracePt t="47487" x="4464050" y="1403350"/>
          <p14:tracePt t="47494" x="4451350" y="1403350"/>
          <p14:tracePt t="47511" x="4432300" y="1403350"/>
          <p14:tracePt t="47525" x="4394200" y="1403350"/>
          <p14:tracePt t="47541" x="4375150" y="1403350"/>
          <p14:tracePt t="47558" x="4343400" y="1397000"/>
          <p14:tracePt t="47575" x="4330700" y="1397000"/>
          <p14:tracePt t="47591" x="4305300" y="1390650"/>
          <p14:tracePt t="47607" x="4279900" y="1384300"/>
          <p14:tracePt t="47624" x="4273550" y="1377950"/>
          <p14:tracePt t="47641" x="4267200" y="1365250"/>
          <p14:tracePt t="47657" x="4260850" y="1358900"/>
          <p14:tracePt t="47674" x="4254500" y="1358900"/>
          <p14:tracePt t="47691" x="4241800" y="1346200"/>
          <p14:tracePt t="47707" x="4235450" y="1339850"/>
          <p14:tracePt t="47724" x="4229100" y="1339850"/>
          <p14:tracePt t="47741" x="4222750" y="1333500"/>
          <p14:tracePt t="47757" x="4216400" y="1327150"/>
          <p14:tracePt t="47776" x="4210050" y="1327150"/>
          <p14:tracePt t="47838" x="4203700" y="1327150"/>
          <p14:tracePt t="47845" x="4197350" y="1327150"/>
          <p14:tracePt t="47866" x="4191000" y="1327150"/>
          <p14:tracePt t="47915" x="4191000" y="1333500"/>
          <p14:tracePt t="47943" x="4197350" y="1333500"/>
          <p14:tracePt t="47958" x="4203700" y="1339850"/>
          <p14:tracePt t="47978" x="4210050" y="1339850"/>
          <p14:tracePt t="47985" x="4210050" y="1346200"/>
          <p14:tracePt t="48007" x="4216400" y="1346200"/>
          <p14:tracePt t="48027" x="4222750" y="1346200"/>
          <p14:tracePt t="48055" x="4235450" y="1346200"/>
          <p14:tracePt t="48070" x="4241800" y="1346200"/>
          <p14:tracePt t="48076" x="4248150" y="1346200"/>
          <p14:tracePt t="48092" x="4267200" y="1346200"/>
          <p14:tracePt t="48106" x="4298950" y="1346200"/>
          <p14:tracePt t="48123" x="4330700" y="1346200"/>
          <p14:tracePt t="48140" x="4387850" y="1333500"/>
          <p14:tracePt t="48156" x="4445000" y="1333500"/>
          <p14:tracePt t="48172" x="4470400" y="1333500"/>
          <p14:tracePt t="48189" x="4502150" y="1333500"/>
          <p14:tracePt t="48205" x="4533900" y="1333500"/>
          <p14:tracePt t="48222" x="4559300" y="1333500"/>
          <p14:tracePt t="48239" x="4565650" y="1333500"/>
          <p14:tracePt t="48255" x="4572000" y="1333500"/>
          <p14:tracePt t="48421" x="4565650" y="1333500"/>
          <p14:tracePt t="48477" x="4559300" y="1333500"/>
          <p14:tracePt t="48540" x="4552950" y="1327150"/>
          <p14:tracePt t="48575" x="4546600" y="1327150"/>
          <p14:tracePt t="48617" x="4540250" y="1327150"/>
          <p14:tracePt t="49832" x="4533900" y="1327150"/>
          <p14:tracePt t="49880" x="4527550" y="1327150"/>
          <p14:tracePt t="49894" x="4521200" y="1327150"/>
          <p14:tracePt t="49902" x="4514850" y="1327150"/>
          <p14:tracePt t="49917" x="4508500" y="1327150"/>
          <p14:tracePt t="49933" x="4502150" y="1327150"/>
          <p14:tracePt t="49952" x="4495800" y="1327150"/>
          <p14:tracePt t="49979" x="4489450" y="1327150"/>
          <p14:tracePt t="50000" x="4483100" y="1327150"/>
          <p14:tracePt t="50014" x="4476750" y="1327150"/>
          <p14:tracePt t="50043" x="4470400" y="1327150"/>
          <p14:tracePt t="50050" x="4464050" y="1327150"/>
          <p14:tracePt t="50071" x="4464050" y="1333500"/>
          <p14:tracePt t="50120" x="4457700" y="1333500"/>
          <p14:tracePt t="50141" x="4451350" y="1333500"/>
          <p14:tracePt t="50176" x="4445000" y="1333500"/>
          <p14:tracePt t="50183" x="4438650" y="1333500"/>
          <p14:tracePt t="50205" x="4432300" y="1333500"/>
          <p14:tracePt t="50246" x="4425950" y="1333500"/>
          <p14:tracePt t="50260" x="4425950" y="1339850"/>
          <p14:tracePt t="50295" x="4419600" y="1339850"/>
          <p14:tracePt t="50366" x="4413250" y="1339850"/>
          <p14:tracePt t="50443" x="4406900" y="1346200"/>
          <p14:tracePt t="50786" x="4406900" y="1352550"/>
          <p14:tracePt t="50892" x="4406900" y="1358900"/>
          <p14:tracePt t="51145" x="4406900" y="1365250"/>
          <p14:tracePt t="51159" x="4406900" y="1371600"/>
          <p14:tracePt t="51166" x="4400550" y="1377950"/>
          <p14:tracePt t="51178" x="4394200" y="1397000"/>
          <p14:tracePt t="51195" x="4375150" y="1435100"/>
          <p14:tracePt t="51212" x="4368800" y="1454150"/>
          <p14:tracePt t="51229" x="4330700" y="1517650"/>
          <p14:tracePt t="51245" x="4305300" y="1568450"/>
          <p14:tracePt t="51261" x="4292600" y="1587500"/>
          <p14:tracePt t="51279" x="4273550" y="1625600"/>
          <p14:tracePt t="51295" x="4267200" y="1638300"/>
          <p14:tracePt t="51311" x="4248150" y="1663700"/>
          <p14:tracePt t="51328" x="4235450" y="1689100"/>
          <p14:tracePt t="51344" x="4235450" y="1695450"/>
          <p14:tracePt t="51361" x="4222750" y="1720850"/>
          <p14:tracePt t="51378" x="4210050" y="1746250"/>
          <p14:tracePt t="51394" x="4203700" y="1758950"/>
          <p14:tracePt t="51412" x="4197350" y="1778000"/>
          <p14:tracePt t="51428" x="4191000" y="1797050"/>
          <p14:tracePt t="51444" x="4184650" y="1803400"/>
          <p14:tracePt t="51461" x="4184650" y="1816100"/>
          <p14:tracePt t="51477" x="4178300" y="1822450"/>
          <p14:tracePt t="51511" x="4178300" y="1828800"/>
          <p14:tracePt t="51559" x="4171950" y="1835150"/>
          <p14:tracePt t="51595" x="4165600" y="1841500"/>
          <p14:tracePt t="51615" x="4165600" y="1847850"/>
          <p14:tracePt t="51637" x="4159250" y="1854200"/>
          <p14:tracePt t="51650" x="4159250" y="1860550"/>
          <p14:tracePt t="51665" x="4152900" y="1866900"/>
          <p14:tracePt t="51707" x="4152900" y="1873250"/>
          <p14:tracePt t="51728" x="4152900" y="1879600"/>
          <p14:tracePt t="51735" x="4146550" y="1879600"/>
          <p14:tracePt t="51805" x="4146550" y="1885950"/>
          <p14:tracePt t="51825" x="4146550" y="1892300"/>
          <p14:tracePt t="51847" x="4152900" y="1892300"/>
          <p14:tracePt t="51868" x="4159250" y="1892300"/>
          <p14:tracePt t="51875" x="4159250" y="1898650"/>
          <p14:tracePt t="51896" x="4165600" y="1905000"/>
          <p14:tracePt t="51917" x="4171950" y="1905000"/>
          <p14:tracePt t="51938" x="4178300" y="1911350"/>
          <p14:tracePt t="51945" x="4178300" y="1917700"/>
          <p14:tracePt t="51961" x="4178300" y="1924050"/>
          <p14:tracePt t="51975" x="4184650" y="1930400"/>
          <p14:tracePt t="51992" x="4191000" y="1949450"/>
          <p14:tracePt t="52009" x="4191000" y="1968500"/>
          <p14:tracePt t="52026" x="4191000" y="1993900"/>
          <p14:tracePt t="52042" x="4191000" y="2032000"/>
          <p14:tracePt t="52059" x="4191000" y="2063750"/>
          <p14:tracePt t="52075" x="4184650" y="2070100"/>
          <p14:tracePt t="52093" x="4178300" y="2089150"/>
          <p14:tracePt t="52109" x="4171950" y="2095500"/>
          <p14:tracePt t="52125" x="4165600" y="2095500"/>
          <p14:tracePt t="52149" x="4159250" y="2089150"/>
          <p14:tracePt t="52158" x="4152900" y="2082800"/>
          <p14:tracePt t="52175" x="4152900" y="2076450"/>
          <p14:tracePt t="52192" x="4146550" y="2070100"/>
          <p14:tracePt t="52208" x="4140200" y="2057400"/>
          <p14:tracePt t="52225" x="4102100" y="2032000"/>
          <p14:tracePt t="52242" x="4051300" y="1993900"/>
          <p14:tracePt t="52258" x="4025900" y="1974850"/>
          <p14:tracePt t="52275" x="3962400" y="1936750"/>
          <p14:tracePt t="52292" x="3905250" y="1911350"/>
          <p14:tracePt t="52308" x="3879850" y="1898650"/>
          <p14:tracePt t="52325" x="3854450" y="1892300"/>
          <p14:tracePt t="52341" x="3829050" y="1885950"/>
          <p14:tracePt t="52374" x="3822700" y="1885950"/>
          <p14:tracePt t="52409" x="3816350" y="1885950"/>
          <p14:tracePt t="52430" x="3810000" y="1885950"/>
          <p14:tracePt t="52451" x="3803650" y="1885950"/>
          <p14:tracePt t="52479" x="3797300" y="1892300"/>
          <p14:tracePt t="52507" x="3797300" y="1898650"/>
          <p14:tracePt t="52528" x="3790950" y="1898650"/>
          <p14:tracePt t="52563" x="3790950" y="1905000"/>
          <p14:tracePt t="52577" x="3790950" y="1911350"/>
          <p14:tracePt t="52592" x="3797300" y="1911350"/>
          <p14:tracePt t="52598" x="3803650" y="1911350"/>
          <p14:tracePt t="52612" x="3816350" y="1917700"/>
          <p14:tracePt t="52633" x="3829050" y="1917700"/>
          <p14:tracePt t="52643" x="3841750" y="1917700"/>
          <p14:tracePt t="52657" x="3848100" y="1917700"/>
          <p14:tracePt t="52674" x="3898900" y="1924050"/>
          <p14:tracePt t="52690" x="3968750" y="1936750"/>
          <p14:tracePt t="52706" x="4006850" y="1936750"/>
          <p14:tracePt t="52723" x="4089400" y="1949450"/>
          <p14:tracePt t="52740" x="4146550" y="1949450"/>
          <p14:tracePt t="52756" x="4165600" y="1955800"/>
          <p14:tracePt t="52774" x="4197350" y="1955800"/>
          <p14:tracePt t="52789" x="4216400" y="1955800"/>
          <p14:tracePt t="52823" x="4222750" y="1955800"/>
          <p14:tracePt t="52942" x="4216400" y="1955800"/>
          <p14:tracePt t="52991" x="4210050" y="1955800"/>
          <p14:tracePt t="53020" x="4210050" y="1949450"/>
          <p14:tracePt t="53062" x="4203700" y="1949450"/>
          <p14:tracePt t="53710" x="4210050" y="1943100"/>
          <p14:tracePt t="53723" x="4222750" y="1936750"/>
          <p14:tracePt t="53731" x="4235450" y="1924050"/>
          <p14:tracePt t="53739" x="4248150" y="1911350"/>
          <p14:tracePt t="53753" x="4273550" y="1885950"/>
          <p14:tracePt t="53769" x="4305300" y="1854200"/>
          <p14:tracePt t="53787" x="4356100" y="1797050"/>
          <p14:tracePt t="53803" x="4387850" y="1765300"/>
          <p14:tracePt t="53819" x="4438650" y="1682750"/>
          <p14:tracePt t="53836" x="4489450" y="1606550"/>
          <p14:tracePt t="53853" x="4514850" y="1574800"/>
          <p14:tracePt t="53869" x="4565650" y="1511300"/>
          <p14:tracePt t="53886" x="4610100" y="1409700"/>
          <p14:tracePt t="53902" x="4641850" y="1352550"/>
          <p14:tracePt t="53919" x="4699000" y="1231900"/>
          <p14:tracePt t="53935" x="4775200" y="1066800"/>
          <p14:tracePt t="53952" x="4819650" y="984250"/>
          <p14:tracePt t="53969" x="4876800" y="838200"/>
          <p14:tracePt t="53985" x="4914900" y="730250"/>
          <p14:tracePt t="54002" x="4933950" y="685800"/>
          <p14:tracePt t="54019" x="4946650" y="635000"/>
          <p14:tracePt t="54035" x="4965700" y="615950"/>
          <p14:tracePt t="54052" x="4965700" y="609600"/>
          <p14:tracePt t="54069" x="4972050" y="603250"/>
          <p14:tracePt t="54085" x="4978400" y="603250"/>
          <p14:tracePt t="54124" x="4984750" y="603250"/>
          <p14:tracePt t="54145" x="4984750" y="609600"/>
          <p14:tracePt t="54159" x="4984750" y="615950"/>
          <p14:tracePt t="54166" x="4984750" y="622300"/>
          <p14:tracePt t="54187" x="4984750" y="628650"/>
          <p14:tracePt t="54215" x="4984750" y="635000"/>
          <p14:tracePt t="54243" x="4984750" y="641350"/>
          <p14:tracePt t="54257" x="4984750" y="647700"/>
          <p14:tracePt t="54299" x="4984750" y="654050"/>
          <p14:tracePt t="54327" x="4984750" y="660400"/>
          <p14:tracePt t="54370" x="4984750" y="666750"/>
          <p14:tracePt t="54805" x="4991100" y="666750"/>
          <p14:tracePt t="54839" x="4991100" y="673100"/>
          <p14:tracePt t="54889" x="4991100" y="679450"/>
          <p14:tracePt t="54966" x="4997450" y="679450"/>
          <p14:tracePt t="55015" x="4997450" y="685800"/>
          <p14:tracePt t="55037" x="4997450" y="692150"/>
          <p14:tracePt t="55051" x="4997450" y="698500"/>
          <p14:tracePt t="55066" x="4997450" y="711200"/>
          <p14:tracePt t="55079" x="4997450" y="730250"/>
          <p14:tracePt t="55086" x="5003800" y="774700"/>
          <p14:tracePt t="55101" x="5022850" y="825500"/>
          <p14:tracePt t="55115" x="5035550" y="895350"/>
          <p14:tracePt t="55131" x="5073650" y="1073150"/>
          <p14:tracePt t="55149" x="5105400" y="1193800"/>
          <p14:tracePt t="55165" x="5156200" y="1422400"/>
          <p14:tracePt t="55181" x="5213350" y="1644650"/>
          <p14:tracePt t="55199" x="5251450" y="1809750"/>
          <p14:tracePt t="55215" x="5270500" y="1879600"/>
          <p14:tracePt t="55231" x="5276850" y="1962150"/>
          <p14:tracePt t="55248" x="5289550" y="1987550"/>
          <p14:tracePt t="55264" x="5295900" y="1993900"/>
          <p14:tracePt t="55311" x="5295900" y="2000250"/>
          <p14:tracePt t="55360" x="5302250" y="2000250"/>
          <p14:tracePt t="55584" x="5308600" y="2000250"/>
          <p14:tracePt t="55612" x="5314950" y="1993900"/>
          <p14:tracePt t="55627" x="5321300" y="1993900"/>
          <p14:tracePt t="55648" x="5334000" y="1993900"/>
          <p14:tracePt t="55662" x="5340350" y="1993900"/>
          <p14:tracePt t="55669" x="5353050" y="1993900"/>
          <p14:tracePt t="55683" x="5365750" y="1993900"/>
          <p14:tracePt t="55699" x="5391150" y="1993900"/>
          <p14:tracePt t="55712" x="5416550" y="1987550"/>
          <p14:tracePt t="55729" x="5454650" y="1987550"/>
          <p14:tracePt t="55747" x="5518150" y="1987550"/>
          <p14:tracePt t="55763" x="5556250" y="1974850"/>
          <p14:tracePt t="55779" x="5588000" y="1974850"/>
          <p14:tracePt t="55796" x="5638800" y="1968500"/>
          <p14:tracePt t="55812" x="5657850" y="1968500"/>
          <p14:tracePt t="55830" x="5664200" y="1968500"/>
          <p14:tracePt t="55845" x="5676900" y="1962150"/>
          <p14:tracePt t="55862" x="5683250" y="1962150"/>
          <p14:tracePt t="55985" x="5683250" y="1955800"/>
          <p14:tracePt t="56146" x="5683250" y="1949450"/>
          <p14:tracePt t="56230" x="5683250" y="1943100"/>
          <p14:tracePt t="56596" x="5632450" y="1943100"/>
          <p14:tracePt t="56603" x="5556250" y="1943100"/>
          <p14:tracePt t="56612" x="5454650" y="1943100"/>
          <p14:tracePt t="56626" x="5334000" y="1943100"/>
          <p14:tracePt t="56643" x="5194300" y="1943100"/>
          <p14:tracePt t="56660" x="4908550" y="1962150"/>
          <p14:tracePt t="56676" x="4641850" y="1981200"/>
          <p14:tracePt t="56693" x="4514850" y="2000250"/>
          <p14:tracePt t="56709" x="4298950" y="2019300"/>
          <p14:tracePt t="56726" x="4114800" y="2051050"/>
          <p14:tracePt t="56744" x="3981450" y="2082800"/>
          <p14:tracePt t="56759" x="3930650" y="2082800"/>
          <p14:tracePt t="56776" x="3867150" y="2082800"/>
          <p14:tracePt t="56793" x="3816350" y="2101850"/>
          <p14:tracePt t="56810" x="3790950" y="2101850"/>
          <p14:tracePt t="56826" x="3778250" y="2108200"/>
          <p14:tracePt t="56842" x="3765550" y="2108200"/>
          <p14:tracePt t="56859" x="3759200" y="2108200"/>
          <p14:tracePt t="56876" x="3752850" y="2108200"/>
          <p14:tracePt t="56892" x="3721100" y="2108200"/>
          <p14:tracePt t="56908" x="3714750" y="2108200"/>
          <p14:tracePt t="56926" x="3663950" y="2114550"/>
          <p14:tracePt t="56942" x="3632200" y="2114550"/>
          <p14:tracePt t="56958" x="3568700" y="2108200"/>
          <p14:tracePt t="56975" x="3492500" y="2095500"/>
          <p14:tracePt t="56992" x="3467100" y="2082800"/>
          <p14:tracePt t="57008" x="3403600" y="2063750"/>
          <p14:tracePt t="57025" x="3346450" y="2038350"/>
          <p14:tracePt t="57041" x="3302000" y="2019300"/>
          <p14:tracePt t="57059" x="3238500" y="1993900"/>
          <p14:tracePt t="57075" x="3194050" y="1974850"/>
          <p14:tracePt t="57091" x="3175000" y="1962150"/>
          <p14:tracePt t="57108" x="3130550" y="1943100"/>
          <p14:tracePt t="57124" x="3098800" y="1936750"/>
          <p14:tracePt t="57141" x="3092450" y="1936750"/>
          <p14:tracePt t="57158" x="3079750" y="1930400"/>
          <p14:tracePt t="57174" x="3073400" y="1930400"/>
          <p14:tracePt t="57194" x="3067050" y="1930400"/>
          <p14:tracePt t="57208" x="3060700" y="1930400"/>
          <p14:tracePt t="57235" x="3054350" y="1930400"/>
          <p14:tracePt t="57368" x="3048000" y="1930400"/>
          <p14:tracePt t="57375" x="3048000" y="1936750"/>
          <p14:tracePt t="57382" x="3041650" y="1936750"/>
          <p14:tracePt t="57452" x="3041650" y="1943100"/>
          <p14:tracePt t="57494" x="3035300" y="1943100"/>
          <p14:tracePt t="57515" x="3035300" y="1949450"/>
          <p14:tracePt t="57565" x="3035300" y="1955800"/>
          <p14:tracePt t="57586" x="3041650" y="1955800"/>
          <p14:tracePt t="57593" x="3048000" y="1962150"/>
          <p14:tracePt t="57635" x="3054350" y="1962150"/>
          <p14:tracePt t="57663" x="3060700" y="1962150"/>
          <p14:tracePt t="57719" x="3067050" y="1962150"/>
          <p14:tracePt t="57754" x="3073400" y="1962150"/>
          <p14:tracePt t="57768" x="3079750" y="1962150"/>
          <p14:tracePt t="57775" x="3086100" y="1962150"/>
          <p14:tracePt t="57792" x="3092450" y="1962150"/>
          <p14:tracePt t="57805" x="3098800" y="1962150"/>
          <p14:tracePt t="57822" x="3105150" y="1962150"/>
          <p14:tracePt t="57845" x="3111500" y="1962150"/>
          <p14:tracePt t="57867" x="3124200" y="1962150"/>
          <p14:tracePt t="57888" x="3130550" y="1962150"/>
          <p14:tracePt t="57909" x="3136900" y="1962150"/>
          <p14:tracePt t="57916" x="3143250" y="1962150"/>
          <p14:tracePt t="57965" x="3149600" y="1962150"/>
          <p14:tracePt t="58007" x="3149600" y="1955800"/>
          <p14:tracePt t="58014" x="3155950" y="1955800"/>
          <p14:tracePt t="58027" x="3162300" y="1955800"/>
          <p14:tracePt t="58070" x="3168650" y="1955800"/>
          <p14:tracePt t="58098" x="3175000" y="1955800"/>
          <p14:tracePt t="58119" x="3181350" y="1955800"/>
          <p14:tracePt t="58126" x="3187700" y="1955800"/>
          <p14:tracePt t="58175" x="3194050" y="1955800"/>
          <p14:tracePt t="58190" x="3200400" y="1955800"/>
          <p14:tracePt t="58196" x="3206750" y="1955800"/>
          <p14:tracePt t="58218" x="3213100" y="1955800"/>
          <p14:tracePt t="58225" x="3219450" y="1955800"/>
          <p14:tracePt t="58240" x="3225800" y="1955800"/>
          <p14:tracePt t="58254" x="3244850" y="1955800"/>
          <p14:tracePt t="58271" x="3282950" y="1962150"/>
          <p14:tracePt t="58288" x="3340100" y="1962150"/>
          <p14:tracePt t="58304" x="3371850" y="1962150"/>
          <p14:tracePt t="58320" x="3448050" y="1968500"/>
          <p14:tracePt t="58337" x="3530600" y="1981200"/>
          <p14:tracePt t="58354" x="3568700" y="1981200"/>
          <p14:tracePt t="58370" x="3606800" y="1981200"/>
          <p14:tracePt t="58387" x="3663950" y="1987550"/>
          <p14:tracePt t="58404" x="3714750" y="1987550"/>
          <p14:tracePt t="58421" x="3746500" y="1987550"/>
          <p14:tracePt t="58437" x="3759200" y="1987550"/>
          <p14:tracePt t="58454" x="3778250" y="1987550"/>
          <p14:tracePt t="58471" x="3784600" y="1987550"/>
          <p14:tracePt t="58503" x="3790950" y="1987550"/>
          <p14:tracePt t="58632" x="3784600" y="1987550"/>
          <p14:tracePt t="58639" x="3778250" y="1987550"/>
          <p14:tracePt t="58660" x="3771900" y="1987550"/>
          <p14:tracePt t="58669" x="3765550" y="1987550"/>
          <p14:tracePt t="58689" x="3759200" y="1987550"/>
          <p14:tracePt t="58704" x="3746500" y="1987550"/>
          <p14:tracePt t="58719" x="3733800" y="1993900"/>
          <p14:tracePt t="58737" x="3702050" y="2000250"/>
          <p14:tracePt t="58752" x="3619500" y="2032000"/>
          <p14:tracePt t="58769" x="3562350" y="2063750"/>
          <p14:tracePt t="58787" x="3314700" y="2190750"/>
          <p14:tracePt t="58802" x="3219450" y="2254250"/>
          <p14:tracePt t="58819" x="3124200" y="2330450"/>
          <p14:tracePt t="58836" x="2933700" y="2501900"/>
          <p14:tracePt t="58852" x="2762250" y="2692400"/>
          <p14:tracePt t="58868" x="2698750" y="2800350"/>
          <p14:tracePt t="58885" x="2565400" y="3009900"/>
          <p14:tracePt t="58902" x="2470150" y="3225800"/>
          <p14:tracePt t="58918" x="2413000" y="3340100"/>
          <p14:tracePt t="58935" x="2343150" y="3536950"/>
          <p14:tracePt t="58952" x="2279650" y="3708400"/>
          <p14:tracePt t="58969" x="2228850" y="3867150"/>
          <p14:tracePt t="58984" x="2209800" y="3949700"/>
          <p14:tracePt t="59001" x="2171700" y="4108450"/>
          <p14:tracePt t="59019" x="2152650" y="4197350"/>
          <p14:tracePt t="59035" x="2146300" y="4222750"/>
          <p14:tracePt t="59051" x="2146300" y="4235450"/>
          <p14:tracePt t="59068" x="2139950" y="4254500"/>
          <p14:tracePt t="59404" x="2146300" y="4254500"/>
          <p14:tracePt t="59439" x="2152650" y="4254500"/>
          <p14:tracePt t="59453" x="2159000" y="4254500"/>
          <p14:tracePt t="59460" x="2165350" y="4248150"/>
          <p14:tracePt t="59474" x="2165350" y="4241800"/>
          <p14:tracePt t="59483" x="2171700" y="4235450"/>
          <p14:tracePt t="59500" x="2184400" y="4222750"/>
          <p14:tracePt t="59517" x="2216150" y="4191000"/>
          <p14:tracePt t="59533" x="2260600" y="4146550"/>
          <p14:tracePt t="59550" x="2279650" y="4114800"/>
          <p14:tracePt t="59566" x="2343150" y="4044950"/>
          <p14:tracePt t="59583" x="2432050" y="3917950"/>
          <p14:tracePt t="59599" x="2482850" y="3848100"/>
          <p14:tracePt t="59616" x="2603500" y="3683000"/>
          <p14:tracePt t="59633" x="2717800" y="3530600"/>
          <p14:tracePt t="59651" x="2813050" y="3403600"/>
          <p14:tracePt t="59666" x="2851150" y="3346450"/>
          <p14:tracePt t="59683" x="2889250" y="3289300"/>
          <p14:tracePt t="59700" x="3009900" y="3105150"/>
          <p14:tracePt t="59716" x="3048000" y="3035300"/>
          <p14:tracePt t="59732" x="3086100" y="2965450"/>
          <p14:tracePt t="59749" x="3143250" y="2819400"/>
          <p14:tracePt t="59765" x="3200400" y="2679700"/>
          <p14:tracePt t="59782" x="3232150" y="2622550"/>
          <p14:tracePt t="59799" x="3270250" y="2501900"/>
          <p14:tracePt t="59815" x="3308350" y="2393950"/>
          <p14:tracePt t="59833" x="3321050" y="2311400"/>
          <p14:tracePt t="59848" x="3327400" y="2279650"/>
          <p14:tracePt t="59865" x="3346450" y="2222500"/>
          <p14:tracePt t="59882" x="3352800" y="2171700"/>
          <p14:tracePt t="59898" x="3352800" y="2165350"/>
          <p14:tracePt t="59915" x="3359150" y="2133600"/>
          <p14:tracePt t="59932" x="3359150" y="2114550"/>
          <p14:tracePt t="59967" x="3359150" y="2108200"/>
          <p14:tracePt t="59982" x="3352800" y="2101850"/>
          <p14:tracePt t="60022" x="3352800" y="2095500"/>
          <p14:tracePt t="60050" x="3346450" y="2089150"/>
          <p14:tracePt t="60183" x="3352800" y="2089150"/>
          <p14:tracePt t="60205" x="3359150" y="2089150"/>
          <p14:tracePt t="60226" x="3365500" y="2089150"/>
          <p14:tracePt t="60240" x="3371850" y="2089150"/>
          <p14:tracePt t="60254" x="3384550" y="2089150"/>
          <p14:tracePt t="60268" x="3409950" y="2089150"/>
          <p14:tracePt t="60275" x="3429000" y="2089150"/>
          <p14:tracePt t="60283" x="3467100" y="2082800"/>
          <p14:tracePt t="60298" x="3517900" y="2082800"/>
          <p14:tracePt t="60313" x="3568700" y="2070100"/>
          <p14:tracePt t="60332" x="3784600" y="2032000"/>
          <p14:tracePt t="60347" x="3860800" y="2025650"/>
          <p14:tracePt t="60363" x="3924300" y="2006600"/>
          <p14:tracePt t="60381" x="4044950" y="1987550"/>
          <p14:tracePt t="60396" x="4114800" y="1974850"/>
          <p14:tracePt t="60413" x="4133850" y="1962150"/>
          <p14:tracePt t="60430" x="4165600" y="1955800"/>
          <p14:tracePt t="60446" x="4178300" y="1949450"/>
          <p14:tracePt t="60654" x="4184650" y="1949450"/>
          <p14:tracePt t="60668" x="4191000" y="1949450"/>
          <p14:tracePt t="60675" x="4197350" y="1949450"/>
          <p14:tracePt t="60682" x="4203700" y="1949450"/>
          <p14:tracePt t="60698" x="4210050" y="1949450"/>
          <p14:tracePt t="60717" x="4216400" y="1949450"/>
          <p14:tracePt t="60729" x="4229100" y="1949450"/>
          <p14:tracePt t="60746" x="4260850" y="1949450"/>
          <p14:tracePt t="60762" x="4279900" y="1949450"/>
          <p14:tracePt t="60779" x="4324350" y="1949450"/>
          <p14:tracePt t="60795" x="4356100" y="1949450"/>
          <p14:tracePt t="60812" x="4368800" y="1949450"/>
          <p14:tracePt t="60828" x="4387850" y="1949450"/>
          <p14:tracePt t="60935" x="4381500" y="1949450"/>
          <p14:tracePt t="60956" x="4375150" y="1949450"/>
          <p14:tracePt t="60977" x="4362450" y="1949450"/>
          <p14:tracePt t="60984" x="4356100" y="1949450"/>
          <p14:tracePt t="61005" x="4349750" y="1949450"/>
          <p14:tracePt t="61019" x="4337050" y="1949450"/>
          <p14:tracePt t="61028" x="4318000" y="1949450"/>
          <p14:tracePt t="61044" x="4292600" y="1949450"/>
          <p14:tracePt t="61061" x="4235450" y="1949450"/>
          <p14:tracePt t="61078" x="4159250" y="1955800"/>
          <p14:tracePt t="61094" x="4133850" y="1955800"/>
          <p14:tracePt t="61111" x="4064000" y="1955800"/>
          <p14:tracePt t="61127" x="4000500" y="1955800"/>
          <p14:tracePt t="61144" x="3968750" y="1955800"/>
          <p14:tracePt t="61161" x="3911600" y="1955800"/>
          <p14:tracePt t="61177" x="3879850" y="1962150"/>
          <p14:tracePt t="61195" x="3854450" y="1962150"/>
          <p14:tracePt t="61210" x="3848100" y="1968500"/>
          <p14:tracePt t="61227" x="3841750" y="1968500"/>
          <p14:tracePt t="61286" x="3841750" y="1962150"/>
          <p14:tracePt t="61300" x="3848100" y="1962150"/>
          <p14:tracePt t="61307" x="3848100" y="1955800"/>
          <p14:tracePt t="61314" x="3854450" y="1955800"/>
          <p14:tracePt t="61335" x="3860800" y="1949450"/>
          <p14:tracePt t="61356" x="3860800" y="1943100"/>
          <p14:tracePt t="61378" x="3867150" y="1936750"/>
          <p14:tracePt t="61475" x="3867150" y="1930400"/>
          <p14:tracePt t="61524" x="3860800" y="1930400"/>
          <p14:tracePt t="61546" x="3860800" y="1936750"/>
          <p14:tracePt t="61567" x="3854450" y="1943100"/>
          <p14:tracePt t="61581" x="3854450" y="1949450"/>
          <p14:tracePt t="61588" x="3848100" y="1955800"/>
          <p14:tracePt t="61610" x="3848100" y="1962150"/>
          <p14:tracePt t="61616" x="3848100" y="1974850"/>
          <p14:tracePt t="61630" x="3848100" y="1981200"/>
          <p14:tracePt t="61643" x="3848100" y="1993900"/>
          <p14:tracePt t="61659" x="3848100" y="2025650"/>
          <p14:tracePt t="61675" x="3848100" y="2051050"/>
          <p14:tracePt t="61693" x="3867150" y="2089150"/>
          <p14:tracePt t="61709" x="3886200" y="2127250"/>
          <p14:tracePt t="61725" x="3898900" y="2139950"/>
          <p14:tracePt t="61743" x="3930650" y="2152650"/>
          <p14:tracePt t="61758" x="3968750" y="2165350"/>
          <p14:tracePt t="61775" x="3987800" y="2165350"/>
          <p14:tracePt t="61792" x="4019550" y="2165350"/>
          <p14:tracePt t="61808" x="4038600" y="2165350"/>
          <p14:tracePt t="61825" x="4076700" y="2159000"/>
          <p14:tracePt t="61842" x="4108450" y="2152650"/>
          <p14:tracePt t="61858" x="4121150" y="2146300"/>
          <p14:tracePt t="61875" x="4140200" y="2139950"/>
          <p14:tracePt t="61891" x="4152900" y="2133600"/>
          <p14:tracePt t="61908" x="4159250" y="2127250"/>
          <p14:tracePt t="61941" x="4165600" y="2120900"/>
          <p14:tracePt t="61967" x="4165600" y="2114550"/>
          <p14:tracePt t="62023" x="4165600" y="2108200"/>
          <p14:tracePt t="62086" x="4165600" y="2101850"/>
          <p14:tracePt t="62129" x="4165600" y="2095500"/>
          <p14:tracePt t="62156" x="4171950" y="2089150"/>
          <p14:tracePt t="62192" x="4178300" y="2082800"/>
          <p14:tracePt t="62199" x="4184650" y="2076450"/>
          <p14:tracePt t="62219" x="4191000" y="2063750"/>
          <p14:tracePt t="62234" x="4203700" y="2057400"/>
          <p14:tracePt t="62243" x="4216400" y="2044700"/>
          <p14:tracePt t="62257" x="4229100" y="2038350"/>
          <p14:tracePt t="62273" x="4279900" y="2006600"/>
          <p14:tracePt t="62291" x="4330700" y="1987550"/>
          <p14:tracePt t="62307" x="4368800" y="1974850"/>
          <p14:tracePt t="62323" x="4438650" y="1968500"/>
          <p14:tracePt t="62340" x="4508500" y="1968500"/>
          <p14:tracePt t="62357" x="4533900" y="1968500"/>
          <p14:tracePt t="62374" x="4552950" y="1968500"/>
          <p14:tracePt t="62390" x="4610100" y="1987550"/>
          <p14:tracePt t="62406" x="4622800" y="1987550"/>
          <p14:tracePt t="62424" x="4635500" y="1987550"/>
          <p14:tracePt t="62474" x="4635500" y="1993900"/>
          <p14:tracePt t="62662" x="4635500" y="1987550"/>
          <p14:tracePt t="62690" x="4635500" y="1981200"/>
          <p14:tracePt t="63252" x="4629150" y="1981200"/>
          <p14:tracePt t="63266" x="4616450" y="1981200"/>
          <p14:tracePt t="63273" x="4603750" y="1981200"/>
          <p14:tracePt t="63287" x="4591050" y="1987550"/>
          <p14:tracePt t="63303" x="4578350" y="1987550"/>
          <p14:tracePt t="63320" x="4572000" y="1993900"/>
          <p14:tracePt t="63337" x="4559300" y="1993900"/>
          <p14:tracePt t="63353" x="4533900" y="1993900"/>
          <p14:tracePt t="63370" x="4508500" y="1993900"/>
          <p14:tracePt t="63386" x="4470400" y="2006600"/>
          <p14:tracePt t="63403" x="4451350" y="2006600"/>
          <p14:tracePt t="63420" x="4387850" y="2012950"/>
          <p14:tracePt t="63436" x="4286250" y="2019300"/>
          <p14:tracePt t="63453" x="4229100" y="2032000"/>
          <p14:tracePt t="63470" x="4114800" y="2032000"/>
          <p14:tracePt t="63486" x="3975100" y="2051050"/>
          <p14:tracePt t="63502" x="3905250" y="2057400"/>
          <p14:tracePt t="63519" x="3790950" y="2070100"/>
          <p14:tracePt t="63536" x="3695700" y="2076450"/>
          <p14:tracePt t="63552" x="3676650" y="2082800"/>
          <p14:tracePt t="63569" x="3644900" y="2082800"/>
          <p14:tracePt t="63585" x="3632200" y="2082800"/>
          <p14:tracePt t="63603" x="3625850" y="2082800"/>
          <p14:tracePt t="63635" x="3619500" y="2082800"/>
          <p14:tracePt t="64018" x="3613150" y="2082800"/>
          <p14:tracePt t="64039" x="3606800" y="2089150"/>
          <p14:tracePt t="64045" x="3600450" y="2089150"/>
          <p14:tracePt t="64054" x="3587750" y="2095500"/>
          <p14:tracePt t="64068" x="3581400" y="2108200"/>
          <p14:tracePt t="64084" x="3568700" y="2114550"/>
          <p14:tracePt t="64101" x="3536950" y="2139950"/>
          <p14:tracePt t="64117" x="3492500" y="2178050"/>
          <p14:tracePt t="64133" x="3460750" y="2203450"/>
          <p14:tracePt t="64151" x="3390900" y="2273300"/>
          <p14:tracePt t="64167" x="3327400" y="2343150"/>
          <p14:tracePt t="64184" x="3302000" y="2374900"/>
          <p14:tracePt t="64201" x="3263900" y="2425700"/>
          <p14:tracePt t="64217" x="3238500" y="2470150"/>
          <p14:tracePt t="64233" x="3238500" y="2482850"/>
          <p14:tracePt t="64250" x="3219450" y="2508250"/>
          <p14:tracePt t="64266" x="3219450" y="2514600"/>
          <p14:tracePt t="64576" x="3213100" y="2571750"/>
          <p14:tracePt t="64590" x="3200400" y="2660650"/>
          <p14:tracePt t="64597" x="3194050" y="2755900"/>
          <p14:tracePt t="64611" x="3181350" y="2832100"/>
          <p14:tracePt t="64619" x="3181350" y="2908300"/>
          <p14:tracePt t="64633" x="3175000" y="2959100"/>
          <p14:tracePt t="64648" x="3162300" y="3054350"/>
          <p14:tracePt t="64665" x="3155950" y="3086100"/>
          <p14:tracePt t="64682" x="3143250" y="3155950"/>
          <p14:tracePt t="64698" x="3124200" y="3206750"/>
          <p14:tracePt t="64715" x="3124200" y="3225800"/>
          <p14:tracePt t="64732" x="3117850" y="3251200"/>
          <p14:tracePt t="64748" x="3117850" y="3270250"/>
          <p14:tracePt t="64767" x="3117850" y="3276600"/>
          <p14:tracePt t="64781" x="3111500" y="3289300"/>
          <p14:tracePt t="64798" x="3111500" y="3295650"/>
          <p14:tracePt t="64802" x="3111500" y="3302000"/>
          <p14:tracePt t="64815" x="3105150" y="3308350"/>
          <p14:tracePt t="64831" x="3105150" y="3314700"/>
          <p14:tracePt t="64848" x="3105150" y="3321050"/>
          <p14:tracePt t="64976" x="3105150" y="3314700"/>
          <p14:tracePt t="65012" x="3098800" y="3308350"/>
          <p14:tracePt t="65018" x="3098800" y="3302000"/>
          <p14:tracePt t="65033" x="3086100" y="3289300"/>
          <p14:tracePt t="65047" x="3054350" y="3244850"/>
          <p14:tracePt t="65064" x="3016250" y="3187700"/>
          <p14:tracePt t="65081" x="2965450" y="3105150"/>
          <p14:tracePt t="65097" x="2832100" y="2863850"/>
          <p14:tracePt t="65114" x="2667000" y="2540000"/>
          <p14:tracePt t="65131" x="2559050" y="2311400"/>
          <p14:tracePt t="65147" x="2501900" y="2228850"/>
          <p14:tracePt t="65163" x="2438400" y="2082800"/>
          <p14:tracePt t="65180" x="2400300" y="1993900"/>
          <p14:tracePt t="65196" x="2374900" y="1962150"/>
          <p14:tracePt t="65213" x="2349500" y="1911350"/>
          <p14:tracePt t="65230" x="2324100" y="1885950"/>
          <p14:tracePt t="65246" x="2311400" y="1879600"/>
          <p14:tracePt t="65263" x="2305050" y="1873250"/>
          <p14:tracePt t="65279" x="2298700" y="1866900"/>
          <p14:tracePt t="65316" x="2292350" y="1866900"/>
          <p14:tracePt t="65330" x="2286000" y="1866900"/>
          <p14:tracePt t="65384" x="2286000" y="1873250"/>
          <p14:tracePt t="65397" x="2292350" y="1873250"/>
          <p14:tracePt t="65413" x="2298700" y="1873250"/>
          <p14:tracePt t="65419" x="2305050" y="1873250"/>
          <p14:tracePt t="65440" x="2317750" y="1873250"/>
          <p14:tracePt t="65453" x="2330450" y="1873250"/>
          <p14:tracePt t="65462" x="2349500" y="1873250"/>
          <p14:tracePt t="65479" x="2387600" y="1873250"/>
          <p14:tracePt t="65497" x="2501900" y="1873250"/>
          <p14:tracePt t="65512" x="2660650" y="1873250"/>
          <p14:tracePt t="65529" x="2749550" y="1873250"/>
          <p14:tracePt t="65546" x="2940050" y="1860550"/>
          <p14:tracePt t="65562" x="3092450" y="1854200"/>
          <p14:tracePt t="65579" x="3155950" y="1854200"/>
          <p14:tracePt t="65595" x="3238500" y="1854200"/>
          <p14:tracePt t="65612" x="3282950" y="1854200"/>
          <p14:tracePt t="65630" x="3302000" y="1854200"/>
          <p14:tracePt t="65645" x="3308350" y="1854200"/>
          <p14:tracePt t="65700" x="3302000" y="1847850"/>
          <p14:tracePt t="65721" x="3295650" y="1847850"/>
          <p14:tracePt t="65735" x="3295650" y="1841500"/>
          <p14:tracePt t="65742" x="3276600" y="1841500"/>
          <p14:tracePt t="65749" x="3251200" y="1841500"/>
          <p14:tracePt t="65765" x="3232150" y="1841500"/>
          <p14:tracePt t="65778" x="3194050" y="1847850"/>
          <p14:tracePt t="65795" x="3098800" y="1866900"/>
          <p14:tracePt t="65812" x="2952750" y="1898650"/>
          <p14:tracePt t="65828" x="2876550" y="1905000"/>
          <p14:tracePt t="65844" x="2724150" y="1924050"/>
          <p14:tracePt t="65862" x="2603500" y="1936750"/>
          <p14:tracePt t="65878" x="2552700" y="1943100"/>
          <p14:tracePt t="65894" x="2482850" y="1949450"/>
          <p14:tracePt t="65911" x="2438400" y="1955800"/>
          <p14:tracePt t="65927" x="2419350" y="1955800"/>
          <p14:tracePt t="65945" x="2413000" y="1962150"/>
          <p14:tracePt t="65961" x="2393950" y="1968500"/>
          <p14:tracePt t="65997" x="2387600" y="1968500"/>
          <p14:tracePt t="66023" x="2381250" y="1968500"/>
          <p14:tracePt t="66030" x="2374900" y="1968500"/>
          <p14:tracePt t="66303" x="2374900" y="1974850"/>
          <p14:tracePt t="66395" x="2374900" y="1981200"/>
          <p14:tracePt t="66402" x="2374900" y="1987550"/>
          <p14:tracePt t="66423" x="2374900" y="2000250"/>
          <p14:tracePt t="66437" x="2374900" y="2025650"/>
          <p14:tracePt t="66445" x="2368550" y="2044700"/>
          <p14:tracePt t="66459" x="2362200" y="2070100"/>
          <p14:tracePt t="66475" x="2343150" y="2190750"/>
          <p14:tracePt t="66494" x="2330450" y="2368550"/>
          <p14:tracePt t="66509" x="2330450" y="2470150"/>
          <p14:tracePt t="66525" x="2343150" y="2686050"/>
          <p14:tracePt t="66543" x="2387600" y="2895600"/>
          <p14:tracePt t="66559" x="2406650" y="2984500"/>
          <p14:tracePt t="66575" x="2425700" y="3079750"/>
          <p14:tracePt t="66592" x="2508250" y="3282950"/>
          <p14:tracePt t="66608" x="2520950" y="3321050"/>
          <p14:tracePt t="66625" x="2540000" y="3365500"/>
          <p14:tracePt t="66642" x="2565400" y="3409950"/>
          <p14:tracePt t="66658" x="2590800" y="3454400"/>
          <p14:tracePt t="66675" x="2603500" y="3467100"/>
          <p14:tracePt t="66691" x="2616200" y="3479800"/>
          <p14:tracePt t="66708" x="2635250" y="3492500"/>
          <p14:tracePt t="66725" x="2641600" y="3492500"/>
          <p14:tracePt t="66741" x="2654300" y="3505200"/>
          <p14:tracePt t="66758" x="2667000" y="3511550"/>
          <p14:tracePt t="66775" x="2705100" y="3524250"/>
          <p14:tracePt t="66791" x="2717800" y="3524250"/>
          <p14:tracePt t="66808" x="2743200" y="3530600"/>
          <p14:tracePt t="66824" x="2768600" y="3543300"/>
          <p14:tracePt t="66841" x="2781300" y="3543300"/>
          <p14:tracePt t="66858" x="2813050" y="3549650"/>
          <p14:tracePt t="66874" x="2838450" y="3562350"/>
          <p14:tracePt t="66891" x="2857500" y="3562350"/>
          <p14:tracePt t="66908" x="2908300" y="3562350"/>
          <p14:tracePt t="66924" x="2927350" y="3556000"/>
          <p14:tracePt t="66941" x="2952750" y="3556000"/>
          <p14:tracePt t="66957" x="2997200" y="3543300"/>
          <p14:tracePt t="66974" x="3003550" y="3536950"/>
          <p14:tracePt t="66990" x="3016250" y="3536950"/>
          <p14:tracePt t="67055" x="3009900" y="3536950"/>
          <p14:tracePt t="67069" x="3003550" y="3536950"/>
          <p14:tracePt t="67077" x="2990850" y="3536950"/>
          <p14:tracePt t="67090" x="2978150" y="3536950"/>
          <p14:tracePt t="67107" x="2940050" y="3536950"/>
          <p14:tracePt t="67123" x="2921000" y="3536950"/>
          <p14:tracePt t="67140" x="2832100" y="3530600"/>
          <p14:tracePt t="67156" x="2787650" y="3524250"/>
          <p14:tracePt t="67173" x="2736850" y="3524250"/>
          <p14:tracePt t="67190" x="2622550" y="3511550"/>
          <p14:tracePt t="67206" x="2571750" y="3511550"/>
          <p14:tracePt t="67224" x="2444750" y="3492500"/>
          <p14:tracePt t="67240" x="2413000" y="3479800"/>
          <p14:tracePt t="67256" x="2400300" y="3479800"/>
          <p14:tracePt t="67273" x="2374900" y="3473450"/>
          <p14:tracePt t="67290" x="2374900" y="3467100"/>
          <p14:tracePt t="67336" x="2368550" y="3467100"/>
          <p14:tracePt t="67371" x="2362200" y="3473450"/>
          <p14:tracePt t="67589" x="2362200" y="3479800"/>
          <p14:tracePt t="67596" x="2362200" y="3486150"/>
          <p14:tracePt t="67617" x="2368550" y="3492500"/>
          <p14:tracePt t="67631" x="2368550" y="3498850"/>
          <p14:tracePt t="67645" x="2381250" y="3511550"/>
          <p14:tracePt t="67659" x="2387600" y="3524250"/>
          <p14:tracePt t="67671" x="2406650" y="3536950"/>
          <p14:tracePt t="67688" x="2463800" y="3581400"/>
          <p14:tracePt t="67705" x="2508250" y="3619500"/>
          <p14:tracePt t="67723" x="2609850" y="3683000"/>
          <p14:tracePt t="67738" x="2736850" y="3752850"/>
          <p14:tracePt t="67754" x="2813050" y="3771900"/>
          <p14:tracePt t="67772" x="2933700" y="3810000"/>
          <p14:tracePt t="67788" x="3028950" y="3835400"/>
          <p14:tracePt t="67804" x="3073400" y="3841750"/>
          <p14:tracePt t="67821" x="3124200" y="3848100"/>
          <p14:tracePt t="67838" x="3136900" y="3848100"/>
          <p14:tracePt t="67854" x="3143250" y="3854450"/>
          <p14:tracePt t="67919" x="3143250" y="3860800"/>
          <p14:tracePt t="67989" x="3143250" y="3854450"/>
          <p14:tracePt t="67996" x="3136900" y="3854450"/>
          <p14:tracePt t="68017" x="3130550" y="3854450"/>
          <p14:tracePt t="68059" x="3124200" y="3854450"/>
          <p14:tracePt t="68066" x="3117850" y="3854450"/>
          <p14:tracePt t="68080" x="3111500" y="3854450"/>
          <p14:tracePt t="68101" x="3098800" y="3854450"/>
          <p14:tracePt t="68108" x="3086100" y="3854450"/>
          <p14:tracePt t="68123" x="3067050" y="3841750"/>
          <p14:tracePt t="68137" x="2997200" y="3835400"/>
          <p14:tracePt t="68153" x="2933700" y="3835400"/>
          <p14:tracePt t="68170" x="2863850" y="3829050"/>
          <p14:tracePt t="68186" x="2698750" y="3797300"/>
          <p14:tracePt t="68203" x="2501900" y="3765550"/>
          <p14:tracePt t="68220" x="2400300" y="3759200"/>
          <p14:tracePt t="68236" x="2197100" y="3727450"/>
          <p14:tracePt t="68253" x="2032000" y="3708400"/>
          <p14:tracePt t="68270" x="1873250" y="3695700"/>
          <p14:tracePt t="68286" x="1822450" y="3695700"/>
          <p14:tracePt t="68303" x="1758950" y="3689350"/>
          <p14:tracePt t="68319" x="1727200" y="3689350"/>
          <p14:tracePt t="68336" x="1720850" y="3689350"/>
          <p14:tracePt t="68353" x="1714500" y="3689350"/>
          <p14:tracePt t="68989" x="1708150" y="3702050"/>
          <p14:tracePt t="69003" x="1689100" y="3740150"/>
          <p14:tracePt t="69010" x="1663700" y="3771900"/>
          <p14:tracePt t="69024" x="1651000" y="3816350"/>
          <p14:tracePt t="69033" x="1619250" y="3873500"/>
          <p14:tracePt t="69049" x="1593850" y="3917950"/>
          <p14:tracePt t="69067" x="1562100" y="3987800"/>
          <p14:tracePt t="69083" x="1530350" y="4064000"/>
          <p14:tracePt t="69100" x="1517650" y="4108450"/>
          <p14:tracePt t="69117" x="1485900" y="4178300"/>
          <p14:tracePt t="69133" x="1454150" y="4267200"/>
          <p14:tracePt t="69151" x="1416050" y="4343400"/>
          <p14:tracePt t="69166" x="1409700" y="4381500"/>
          <p14:tracePt t="69183" x="1390650" y="4432300"/>
          <p14:tracePt t="69200" x="1377950" y="4476750"/>
          <p14:tracePt t="69216" x="1371600" y="4495800"/>
          <p14:tracePt t="69233" x="1358900" y="4514850"/>
          <p14:tracePt t="69249" x="1346200" y="4546600"/>
          <p14:tracePt t="69282" x="1346200" y="4552950"/>
          <p14:tracePt t="69382" x="1352550" y="4552950"/>
          <p14:tracePt t="69411" x="1358900" y="4546600"/>
          <p14:tracePt t="69431" x="1365250" y="4540250"/>
          <p14:tracePt t="69453" x="1371600" y="4540250"/>
          <p14:tracePt t="69474" x="1377950" y="4540250"/>
          <p14:tracePt t="69482" x="1377950" y="4533900"/>
          <p14:tracePt t="69502" x="1377950" y="4527550"/>
          <p14:tracePt t="69537" x="1384300" y="4527550"/>
          <p14:tracePt t="69544" x="1390650" y="4527550"/>
          <p14:tracePt t="69572" x="1397000" y="4521200"/>
          <p14:tracePt t="69593" x="1403350" y="4514850"/>
          <p14:tracePt t="69614" x="1409700" y="4514850"/>
          <p14:tracePt t="69621" x="1409700" y="4508500"/>
          <p14:tracePt t="69635" x="1416050" y="4508500"/>
          <p14:tracePt t="69656" x="1422400" y="4502150"/>
          <p14:tracePt t="69677" x="1428750" y="4495800"/>
          <p14:tracePt t="69684" x="1435100" y="4489450"/>
          <p14:tracePt t="69698" x="1447800" y="4483100"/>
          <p14:tracePt t="69714" x="1473200" y="4464050"/>
          <p14:tracePt t="69731" x="1485900" y="4451350"/>
          <p14:tracePt t="69748" x="1511300" y="4438650"/>
          <p14:tracePt t="69764" x="1524000" y="4425950"/>
          <p14:tracePt t="69781" x="1530350" y="4425950"/>
          <p14:tracePt t="69895" x="1530350" y="4432300"/>
          <p14:tracePt t="69902" x="1524000" y="4438650"/>
          <p14:tracePt t="69917" x="1517650" y="4438650"/>
          <p14:tracePt t="69931" x="1511300" y="4438650"/>
          <p14:tracePt t="69947" x="1504950" y="4451350"/>
          <p14:tracePt t="69964" x="1498600" y="4451350"/>
          <p14:tracePt t="69980" x="1466850" y="4470400"/>
          <p14:tracePt t="69997" x="1422400" y="4502150"/>
          <p14:tracePt t="70016" x="1371600" y="4527550"/>
          <p14:tracePt t="70030" x="1327150" y="4552950"/>
          <p14:tracePt t="70047" x="1276350" y="4584700"/>
          <p14:tracePt t="70064" x="1225550" y="4610100"/>
          <p14:tracePt t="70080" x="1206500" y="4622800"/>
          <p14:tracePt t="70096" x="1181100" y="4629150"/>
          <p14:tracePt t="70113" x="1155700" y="4641850"/>
          <p14:tracePt t="70130" x="1136650" y="4641850"/>
          <p14:tracePt t="70146" x="1123950" y="4648200"/>
          <p14:tracePt t="70163" x="1092200" y="4660900"/>
          <p14:tracePt t="70179" x="1041400" y="4673600"/>
          <p14:tracePt t="70198" x="977900" y="4686300"/>
          <p14:tracePt t="70213" x="939800" y="4699000"/>
          <p14:tracePt t="70229" x="869950" y="4711700"/>
          <p14:tracePt t="70246" x="800100" y="4718050"/>
          <p14:tracePt t="70262" x="768350" y="4730750"/>
          <p14:tracePt t="70279" x="692150" y="4737100"/>
          <p14:tracePt t="70296" x="609600" y="4737100"/>
          <p14:tracePt t="70312" x="571500" y="4737100"/>
          <p14:tracePt t="70329" x="501650" y="4737100"/>
          <p14:tracePt t="70346" x="438150" y="4737100"/>
          <p14:tracePt t="70362" x="419100" y="4737100"/>
          <p14:tracePt t="70380" x="387350" y="4737100"/>
          <p14:tracePt t="70395" x="374650" y="4730750"/>
          <p14:tracePt t="70412" x="361950" y="4724400"/>
          <p14:tracePt t="70429" x="355600" y="4718050"/>
          <p14:tracePt t="70445" x="342900" y="4711700"/>
          <p14:tracePt t="70462" x="336550" y="4705350"/>
          <p14:tracePt t="70479" x="323850" y="4699000"/>
          <p14:tracePt t="70495" x="317500" y="4692650"/>
          <p14:tracePt t="70818" x="304800" y="4692650"/>
          <p14:tracePt t="70825" x="285750" y="4705350"/>
          <p14:tracePt t="70839" x="273050" y="4705350"/>
          <p14:tracePt t="70847" x="260350" y="4705350"/>
          <p14:tracePt t="70863" x="247650" y="4711700"/>
          <p14:tracePt t="70877" x="234950" y="4711700"/>
          <p14:tracePt t="70894" x="222250" y="4711700"/>
          <p14:tracePt t="70897" x="215900" y="4718050"/>
          <p14:tracePt t="70965" x="222250" y="4718050"/>
          <p14:tracePt t="70979" x="228600" y="4718050"/>
          <p14:tracePt t="70986" x="241300" y="4711700"/>
          <p14:tracePt t="71000" x="254000" y="4711700"/>
          <p14:tracePt t="71009" x="260350" y="4711700"/>
          <p14:tracePt t="71027" x="266700" y="4711700"/>
          <p14:tracePt t="71043" x="304800" y="4711700"/>
          <p14:tracePt t="71076" x="355600" y="4705350"/>
          <p14:tracePt t="71093" x="412750" y="4705350"/>
          <p14:tracePt t="71109" x="438150" y="4705350"/>
          <p14:tracePt t="71127" x="482600" y="4699000"/>
          <p14:tracePt t="71143" x="520700" y="4699000"/>
          <p14:tracePt t="71159" x="533400" y="4692650"/>
          <p14:tracePt t="71177" x="565150" y="4692650"/>
          <p14:tracePt t="71209" x="571500" y="4692650"/>
          <p14:tracePt t="71289" x="571500" y="4699000"/>
          <p14:tracePt t="71317" x="565150" y="4699000"/>
          <p14:tracePt t="71373" x="558800" y="4699000"/>
          <p14:tracePt t="71478" x="565150" y="4699000"/>
          <p14:tracePt t="71513" x="565150" y="4692650"/>
          <p14:tracePt t="71520" x="571500" y="4692650"/>
          <p14:tracePt t="71543" x="577850" y="4692650"/>
          <p14:tracePt t="71570" x="584200" y="4692650"/>
          <p14:tracePt t="71583" x="590550" y="4692650"/>
          <p14:tracePt t="71590" x="596900" y="4692650"/>
          <p14:tracePt t="71598" x="603250" y="4692650"/>
          <p14:tracePt t="71612" x="609600" y="4692650"/>
          <p14:tracePt t="71625" x="628650" y="4692650"/>
          <p14:tracePt t="71641" x="660400" y="4692650"/>
          <p14:tracePt t="71658" x="679450" y="4686300"/>
          <p14:tracePt t="71675" x="730250" y="4686300"/>
          <p14:tracePt t="71691" x="768350" y="4679950"/>
          <p14:tracePt t="71708" x="787400" y="4679950"/>
          <p14:tracePt t="71725" x="812800" y="4679950"/>
          <p14:tracePt t="71741" x="831850" y="4679950"/>
          <p14:tracePt t="71757" x="838200" y="4679950"/>
          <p14:tracePt t="71878" x="831850" y="4673600"/>
          <p14:tracePt t="71900" x="831850" y="4667250"/>
          <p14:tracePt t="71907" x="831850" y="4660900"/>
          <p14:tracePt t="71928" x="825500" y="4660900"/>
          <p14:tracePt t="72442" x="838200" y="4660900"/>
          <p14:tracePt t="72456" x="850900" y="4654550"/>
          <p14:tracePt t="72463" x="869950" y="4654550"/>
          <p14:tracePt t="72471" x="882650" y="4654550"/>
          <p14:tracePt t="72488" x="901700" y="4654550"/>
          <p14:tracePt t="72505" x="946150" y="4648200"/>
          <p14:tracePt t="72521" x="965200" y="4648200"/>
          <p14:tracePt t="72538" x="1009650" y="4641850"/>
          <p14:tracePt t="72555" x="1054100" y="4635500"/>
          <p14:tracePt t="72571" x="1085850" y="4635500"/>
          <p14:tracePt t="72588" x="1143000" y="4629150"/>
          <p14:tracePt t="72605" x="1193800" y="4616450"/>
          <p14:tracePt t="72621" x="1212850" y="4610100"/>
          <p14:tracePt t="72639" x="1244600" y="4610100"/>
          <p14:tracePt t="72654" x="1257300" y="4610100"/>
          <p14:tracePt t="72671" x="1263650" y="4610100"/>
          <p14:tracePt t="72688" x="1270000" y="4610100"/>
          <p14:tracePt t="72744" x="1270000" y="4616450"/>
          <p14:tracePt t="72821" x="1263650" y="4616450"/>
          <p14:tracePt t="72870" x="1257300" y="4603750"/>
          <p14:tracePt t="73435" x="1250950" y="4603750"/>
          <p14:tracePt t="73463" x="1244600" y="4622800"/>
          <p14:tracePt t="73526" x="1238250" y="4635500"/>
          <p14:tracePt t="73569" x="1238250" y="4641850"/>
          <p14:tracePt t="73597" x="1244600" y="4648200"/>
          <p14:tracePt t="73639" x="1250950" y="4648200"/>
          <p14:tracePt t="73695" x="1257300" y="4648200"/>
          <p14:tracePt t="73716" x="1263650" y="4654550"/>
          <p14:tracePt t="73730" x="1270000" y="4654550"/>
          <p14:tracePt t="73744" x="1276350" y="4654550"/>
          <p14:tracePt t="73758" x="1282700" y="4654550"/>
          <p14:tracePt t="73779" x="1289050" y="4654550"/>
          <p14:tracePt t="73807" x="1295400" y="4654550"/>
          <p14:tracePt t="73814" x="1301750" y="4660900"/>
          <p14:tracePt t="73836" x="1308100" y="4660900"/>
          <p14:tracePt t="73851" x="1320800" y="4660900"/>
          <p14:tracePt t="73857" x="1333500" y="4667250"/>
          <p14:tracePt t="73870" x="1346200" y="4673600"/>
          <p14:tracePt t="73883" x="1365250" y="4679950"/>
          <p14:tracePt t="73900" x="1416050" y="4705350"/>
          <p14:tracePt t="73916" x="1447800" y="4718050"/>
          <p14:tracePt t="73934" x="1511300" y="4743450"/>
          <p14:tracePt t="73950" x="1574800" y="4775200"/>
          <p14:tracePt t="73966" x="1593850" y="4787900"/>
          <p14:tracePt t="73983" x="1638300" y="4819650"/>
          <p14:tracePt t="73999" x="1663700" y="4838700"/>
          <p14:tracePt t="74016" x="1663700" y="4845050"/>
          <p14:tracePt t="74033" x="1676400" y="4845050"/>
          <p14:tracePt t="74200" x="1676400" y="4851400"/>
          <p14:tracePt t="74306" x="1682750" y="4851400"/>
          <p14:tracePt t="74348" x="1689100" y="4851400"/>
          <p14:tracePt t="74411" x="1695450" y="4851400"/>
          <p14:tracePt t="74481" x="1701800" y="4851400"/>
          <p14:tracePt t="74517" x="1708150" y="4851400"/>
          <p14:tracePt t="74538" x="1714500" y="4851400"/>
          <p14:tracePt t="74558" x="1720850" y="4851400"/>
          <p14:tracePt t="74579" x="1727200" y="4851400"/>
          <p14:tracePt t="74587" x="1733550" y="4851400"/>
          <p14:tracePt t="74601" x="1739900" y="4851400"/>
          <p14:tracePt t="74615" x="1746250" y="4851400"/>
          <p14:tracePt t="74631" x="1771650" y="4851400"/>
          <p14:tracePt t="74647" x="1790700" y="4857750"/>
          <p14:tracePt t="74664" x="1828800" y="4870450"/>
          <p14:tracePt t="74680" x="1892300" y="4883150"/>
          <p14:tracePt t="74697" x="1917700" y="4883150"/>
          <p14:tracePt t="74714" x="1974850" y="4895850"/>
          <p14:tracePt t="74730" x="2025650" y="4902200"/>
          <p14:tracePt t="74747" x="2044700" y="4908550"/>
          <p14:tracePt t="74764" x="2063750" y="4914900"/>
          <p14:tracePt t="74780" x="2070100" y="4914900"/>
          <p14:tracePt t="74797" x="2082800" y="4914900"/>
          <p14:tracePt t="75352" x="2082800" y="4927600"/>
          <p14:tracePt t="75359" x="2082800" y="4940300"/>
          <p14:tracePt t="75373" x="2082800" y="4953000"/>
          <p14:tracePt t="75381" x="2082800" y="4984750"/>
          <p14:tracePt t="75396" x="2076450" y="5010150"/>
          <p14:tracePt t="75411" x="2057400" y="5054600"/>
          <p14:tracePt t="75428" x="2038350" y="5149850"/>
          <p14:tracePt t="75444" x="2025650" y="5232400"/>
          <p14:tracePt t="75461" x="2012950" y="5270500"/>
          <p14:tracePt t="75478" x="2000250" y="5346700"/>
          <p14:tracePt t="75494" x="1993900" y="5384800"/>
          <p14:tracePt t="75511" x="1987550" y="5397500"/>
          <p14:tracePt t="75528" x="1981200" y="5422900"/>
          <p14:tracePt t="75544" x="1974850" y="5429250"/>
          <p14:tracePt t="75561" x="1974850" y="5435600"/>
          <p14:tracePt t="75578" x="1974850" y="5441950"/>
          <p14:tracePt t="75594" x="1968500" y="5441950"/>
          <p14:tracePt t="75613" x="1968500" y="5448300"/>
          <p14:tracePt t="75640" x="1962150" y="5454650"/>
          <p14:tracePt t="75766" x="1955800" y="5454650"/>
          <p14:tracePt t="75851" x="1949450" y="5454650"/>
          <p14:tracePt t="75872" x="1943100" y="5454650"/>
          <p14:tracePt t="75921" x="1936750" y="5454650"/>
          <p14:tracePt t="75942" x="1930400" y="5454650"/>
          <p14:tracePt t="75963" x="1924050" y="5454650"/>
          <p14:tracePt t="75985" x="1917700" y="5454650"/>
          <p14:tracePt t="75991" x="1911350" y="5454650"/>
          <p14:tracePt t="76012" x="1898650" y="5454650"/>
          <p14:tracePt t="76027" x="1892300" y="5454650"/>
          <p14:tracePt t="76033" x="1879600" y="5454650"/>
          <p14:tracePt t="76048" x="1866900" y="5454650"/>
          <p14:tracePt t="76059" x="1854200" y="5454650"/>
          <p14:tracePt t="76076" x="1828800" y="5454650"/>
          <p14:tracePt t="76092" x="1816100" y="5454650"/>
          <p14:tracePt t="76109" x="1797050" y="5454650"/>
          <p14:tracePt t="76126" x="1784350" y="5454650"/>
          <p14:tracePt t="76160" x="1778000" y="5454650"/>
          <p14:tracePt t="76175" x="1771650" y="5454650"/>
          <p14:tracePt t="76272" x="1765300" y="5461000"/>
          <p14:tracePt t="76307" x="1765300" y="5467350"/>
          <p14:tracePt t="76314" x="1771650" y="5467350"/>
          <p14:tracePt t="76335" x="1778000" y="5467350"/>
          <p14:tracePt t="76363" x="1790700" y="5473700"/>
          <p14:tracePt t="76385" x="1797050" y="5473700"/>
          <p14:tracePt t="76399" x="1803400" y="5473700"/>
          <p14:tracePt t="76406" x="1816100" y="5473700"/>
          <p14:tracePt t="76413" x="1847850" y="5473700"/>
          <p14:tracePt t="76428" x="1873250" y="5473700"/>
          <p14:tracePt t="76441" x="1911350" y="5473700"/>
          <p14:tracePt t="76458" x="2006600" y="5473700"/>
          <p14:tracePt t="76474" x="2070100" y="5473700"/>
          <p14:tracePt t="76491" x="2171700" y="5473700"/>
          <p14:tracePt t="76507" x="2254250" y="5480050"/>
          <p14:tracePt t="76525" x="2298700" y="5480050"/>
          <p14:tracePt t="76541" x="2324100" y="5480050"/>
          <p14:tracePt t="76557" x="2336800" y="5486400"/>
          <p14:tracePt t="76574" x="2343150" y="5486400"/>
          <p14:tracePt t="76694" x="2343150" y="5480050"/>
          <p14:tracePt t="76714" x="2336800" y="5480050"/>
          <p14:tracePt t="76749" x="2324100" y="5480050"/>
          <p14:tracePt t="76764" x="2317750" y="5480050"/>
          <p14:tracePt t="76778" x="2311400" y="5480050"/>
          <p14:tracePt t="76785" x="2305050" y="5480050"/>
          <p14:tracePt t="76807" x="2292350" y="5480050"/>
          <p14:tracePt t="76820" x="2266950" y="5480050"/>
          <p14:tracePt t="76827" x="2241550" y="5480050"/>
          <p14:tracePt t="76840" x="2209800" y="5486400"/>
          <p14:tracePt t="76856" x="2152650" y="5486400"/>
          <p14:tracePt t="76873" x="2114550" y="5499100"/>
          <p14:tracePt t="76891" x="2038350" y="5505450"/>
          <p14:tracePt t="76906" x="1981200" y="5505450"/>
          <p14:tracePt t="76923" x="1955800" y="5511800"/>
          <p14:tracePt t="76940" x="1936750" y="5511800"/>
          <p14:tracePt t="76956" x="1911350" y="5511800"/>
          <p14:tracePt t="76973" x="1905000" y="5511800"/>
          <p14:tracePt t="76990" x="1898650" y="5511800"/>
          <p14:tracePt t="77006" x="1892300" y="5511800"/>
          <p14:tracePt t="77023" x="1885950" y="5511800"/>
          <p14:tracePt t="77039" x="1879600" y="5511800"/>
          <p14:tracePt t="77055" x="1873250" y="5511800"/>
          <p14:tracePt t="77073" x="1866900" y="5511800"/>
          <p14:tracePt t="77089" x="1866900" y="5505450"/>
          <p14:tracePt t="77136" x="1860550" y="5505450"/>
          <p14:tracePt t="77157" x="1860550" y="5499100"/>
          <p14:tracePt t="77178" x="1860550" y="5492750"/>
          <p14:tracePt t="77199" x="1860550" y="5486400"/>
          <p14:tracePt t="77207" x="1860550" y="5480050"/>
          <p14:tracePt t="77220" x="1866900" y="5473700"/>
          <p14:tracePt t="77227" x="1873250" y="5467350"/>
          <p14:tracePt t="77242" x="1879600" y="5461000"/>
          <p14:tracePt t="77256" x="1898650" y="5416550"/>
          <p14:tracePt t="77271" x="1917700" y="5384800"/>
          <p14:tracePt t="77288" x="1943100" y="5340350"/>
          <p14:tracePt t="77305" x="2019300" y="5213350"/>
          <p14:tracePt t="77321" x="2120900" y="5048250"/>
          <p14:tracePt t="77338" x="2178050" y="4959350"/>
          <p14:tracePt t="77355" x="2279650" y="4724400"/>
          <p14:tracePt t="77371" x="2336800" y="4603750"/>
          <p14:tracePt t="77388" x="2444750" y="4286250"/>
          <p14:tracePt t="77404" x="2552700" y="3962400"/>
          <p14:tracePt t="77421" x="2609850" y="3778250"/>
          <p14:tracePt t="77438" x="2711450" y="3302000"/>
          <p14:tracePt t="77454" x="2781300" y="2781300"/>
          <p14:tracePt t="77471" x="2813050" y="2559050"/>
          <p14:tracePt t="77488" x="2844800" y="2235200"/>
          <p14:tracePt t="77505" x="2876550" y="2019300"/>
          <p14:tracePt t="77521" x="2889250" y="1930400"/>
          <p14:tracePt t="77537" x="2908300" y="1797050"/>
          <p14:tracePt t="77554" x="2914650" y="1720850"/>
          <p14:tracePt t="77572" x="2933700" y="1555750"/>
          <p14:tracePt t="77587" x="2959100" y="1397000"/>
          <p14:tracePt t="77603" x="2959100" y="1346200"/>
          <p14:tracePt t="77621" x="2959100" y="1276350"/>
          <p14:tracePt t="77637" x="2959100" y="1231900"/>
          <p14:tracePt t="77654" x="2965450" y="1219200"/>
          <p14:tracePt t="77670" x="2971800" y="1187450"/>
          <p14:tracePt t="77687" x="2978150" y="1155700"/>
          <p14:tracePt t="77703" x="2978150" y="1130300"/>
          <p14:tracePt t="77720" x="2978150" y="1060450"/>
          <p14:tracePt t="77736" x="2978150" y="1035050"/>
          <p14:tracePt t="77754" x="2978150" y="1003300"/>
          <p14:tracePt t="77770" x="2978150" y="990600"/>
          <p14:tracePt t="77804" x="2978150" y="984250"/>
          <p14:tracePt t="78189" x="2978150" y="977900"/>
          <p14:tracePt t="78203" x="2984500" y="977900"/>
          <p14:tracePt t="78211" x="2990850" y="977900"/>
          <p14:tracePt t="78225" x="3003550" y="977900"/>
          <p14:tracePt t="78238" x="3022600" y="971550"/>
          <p14:tracePt t="78252" x="3054350" y="971550"/>
          <p14:tracePt t="78268" x="3162300" y="933450"/>
          <p14:tracePt t="78285" x="3213100" y="914400"/>
          <p14:tracePt t="78302" x="3359150" y="869950"/>
          <p14:tracePt t="78318" x="3498850" y="819150"/>
          <p14:tracePt t="78335" x="3549650" y="800100"/>
          <p14:tracePt t="78351" x="3638550" y="768350"/>
          <p14:tracePt t="78368" x="3695700" y="742950"/>
          <p14:tracePt t="78384" x="3721100" y="736600"/>
          <p14:tracePt t="78401" x="3752850" y="723900"/>
          <p14:tracePt t="78417" x="3778250" y="723900"/>
          <p14:tracePt t="78435" x="3797300" y="711200"/>
          <p14:tracePt t="78485" x="3803650" y="711200"/>
          <p14:tracePt t="78491" x="3810000" y="711200"/>
          <p14:tracePt t="78674" x="3803650" y="711200"/>
          <p14:tracePt t="78843" x="3797300" y="711200"/>
          <p14:tracePt t="78892" x="3790950" y="711200"/>
          <p14:tracePt t="79407" x="3784600" y="717550"/>
          <p14:tracePt t="79415" x="3771900" y="730250"/>
          <p14:tracePt t="79429" x="3759200" y="749300"/>
          <p14:tracePt t="79435" x="3746500" y="774700"/>
          <p14:tracePt t="79447" x="3721100" y="793750"/>
          <p14:tracePt t="79464" x="3657600" y="850900"/>
          <p14:tracePt t="79480" x="3619500" y="889000"/>
          <p14:tracePt t="79497" x="3575050" y="933450"/>
          <p14:tracePt t="79514" x="3467100" y="1022350"/>
          <p14:tracePt t="79531" x="3352800" y="1136650"/>
          <p14:tracePt t="79548" x="3289300" y="1206500"/>
          <p14:tracePt t="79564" x="3181350" y="1352550"/>
          <p14:tracePt t="79580" x="3086100" y="1498600"/>
          <p14:tracePt t="79598" x="3028950" y="1651000"/>
          <p14:tracePt t="79613" x="3003550" y="1714500"/>
          <p14:tracePt t="79630" x="2971800" y="1822450"/>
          <p14:tracePt t="79647" x="2959100" y="1905000"/>
          <p14:tracePt t="79663" x="2959100" y="1936750"/>
          <p14:tracePt t="79680" x="2952750" y="2019300"/>
          <p14:tracePt t="79696" x="2959100" y="2108200"/>
          <p14:tracePt t="79713" x="2965450" y="2165350"/>
          <p14:tracePt t="79730" x="2984500" y="2305050"/>
          <p14:tracePt t="79746" x="3016250" y="2451100"/>
          <p14:tracePt t="79763" x="3035300" y="2527300"/>
          <p14:tracePt t="79780" x="3067050" y="2686050"/>
          <p14:tracePt t="79796" x="3105150" y="2832100"/>
          <p14:tracePt t="79813" x="3130550" y="2889250"/>
          <p14:tracePt t="79829" x="3168650" y="2971800"/>
          <p14:tracePt t="79846" x="3181350" y="3003550"/>
          <p14:tracePt t="79863" x="3194050" y="3041650"/>
          <p14:tracePt t="79879" x="3219450" y="3073400"/>
          <p14:tracePt t="79896" x="3225800" y="3086100"/>
          <p14:tracePt t="79913" x="3251200" y="3111500"/>
          <p14:tracePt t="79929" x="3276600" y="3136900"/>
          <p14:tracePt t="79946" x="3289300" y="3143250"/>
          <p14:tracePt t="79963" x="3308350" y="3168650"/>
          <p14:tracePt t="79979" x="3340100" y="3187700"/>
          <p14:tracePt t="79995" x="3352800" y="3194050"/>
          <p14:tracePt t="80012" x="3359150" y="3206750"/>
          <p14:tracePt t="80029" x="3365500" y="3213100"/>
          <p14:tracePt t="80046" x="3371850" y="3213100"/>
          <p14:tracePt t="80089" x="3378200" y="3206750"/>
          <p14:tracePt t="80138" x="3378200" y="3200400"/>
          <p14:tracePt t="80201" x="3378200" y="3194050"/>
          <p14:tracePt t="80257" x="3371850" y="3194050"/>
          <p14:tracePt t="80306" x="3371850" y="3200400"/>
          <p14:tracePt t="80328" x="3365500" y="3200400"/>
          <p14:tracePt t="80355" x="3365500" y="3206750"/>
          <p14:tracePt t="80370" x="3365500" y="3213100"/>
          <p14:tracePt t="80378" x="3359150" y="3213100"/>
          <p14:tracePt t="80390" x="3359150" y="3225800"/>
          <p14:tracePt t="80398" x="3352800" y="3232150"/>
          <p14:tracePt t="80414" x="3352800" y="3244850"/>
          <p14:tracePt t="80427" x="3327400" y="3295650"/>
          <p14:tracePt t="80444" x="3321050" y="3314700"/>
          <p14:tracePt t="80461" x="3308350" y="3352800"/>
          <p14:tracePt t="80477" x="3276600" y="3429000"/>
          <p14:tracePt t="80494" x="3238500" y="3505200"/>
          <p14:tracePt t="80511" x="3219450" y="3575050"/>
          <p14:tracePt t="80527" x="3200400" y="3606800"/>
          <p14:tracePt t="80544" x="3175000" y="3657600"/>
          <p14:tracePt t="80560" x="3155950" y="3695700"/>
          <p14:tracePt t="80577" x="3143250" y="3708400"/>
          <p14:tracePt t="80594" x="3136900" y="3721100"/>
          <p14:tracePt t="80610" x="3136900" y="3727450"/>
          <p14:tracePt t="80644" x="3130550" y="3733800"/>
          <p14:tracePt t="80660" x="3130550" y="3746500"/>
          <p14:tracePt t="80693" x="3130550" y="3759200"/>
          <p14:tracePt t="80726" x="3136900" y="3759200"/>
          <p14:tracePt t="80743" x="3149600" y="3765550"/>
          <p14:tracePt t="80760" x="3168650" y="3765550"/>
          <p14:tracePt t="80777" x="3206750" y="3765550"/>
          <p14:tracePt t="80793" x="3244850" y="3771900"/>
          <p14:tracePt t="80809" x="3352800" y="3778250"/>
          <p14:tracePt t="80827" x="3505200" y="3778250"/>
          <p14:tracePt t="80843" x="3581400" y="3778250"/>
          <p14:tracePt t="80859" x="3733800" y="3790950"/>
          <p14:tracePt t="80876" x="3886200" y="3790950"/>
          <p14:tracePt t="80892" x="3968750" y="3784600"/>
          <p14:tracePt t="80909" x="4108450" y="3778250"/>
          <p14:tracePt t="80925" x="4222750" y="3765550"/>
          <p14:tracePt t="80942" x="4279900" y="3759200"/>
          <p14:tracePt t="80960" x="4349750" y="3740150"/>
          <p14:tracePt t="80975" x="4381500" y="3727450"/>
          <p14:tracePt t="81009" x="4387850" y="3727450"/>
          <p14:tracePt t="81025" x="4387850" y="3721100"/>
          <p14:tracePt t="81041" x="4387850" y="3714750"/>
          <p14:tracePt t="81065" x="4381500" y="3714750"/>
          <p14:tracePt t="81086" x="4375150" y="3714750"/>
          <p14:tracePt t="81114" x="4368800" y="3714750"/>
          <p14:tracePt t="81135" x="4362450" y="3714750"/>
          <p14:tracePt t="81156" x="4356100" y="3714750"/>
          <p14:tracePt t="81170" x="4343400" y="3714750"/>
          <p14:tracePt t="81178" x="4337050" y="3714750"/>
          <p14:tracePt t="81191" x="4311650" y="3714750"/>
          <p14:tracePt t="81208" x="4248150" y="3714750"/>
          <p14:tracePt t="81224" x="4197350" y="3714750"/>
          <p14:tracePt t="81242" x="4070350" y="3714750"/>
          <p14:tracePt t="81258" x="3937000" y="3714750"/>
          <p14:tracePt t="81277" x="3822700" y="3727450"/>
          <p14:tracePt t="81291" x="3790950" y="3727450"/>
          <p14:tracePt t="81307" x="3765550" y="3733800"/>
          <p14:tracePt t="81325" x="3702050" y="3740150"/>
          <p14:tracePt t="81340" x="3689350" y="3746500"/>
          <p14:tracePt t="81374" x="3695700" y="3746500"/>
          <p14:tracePt t="81391" x="3714750" y="3746500"/>
          <p14:tracePt t="81407" x="3740150" y="3746500"/>
          <p14:tracePt t="81424" x="3784600" y="3746500"/>
          <p14:tracePt t="81440" x="3848100" y="3746500"/>
          <p14:tracePt t="81458" x="3937000" y="3733800"/>
          <p14:tracePt t="81474" x="3987800" y="3733800"/>
          <p14:tracePt t="81490" x="4095750" y="3727450"/>
          <p14:tracePt t="81508" x="4197350" y="3727450"/>
          <p14:tracePt t="81524" x="4254500" y="3714750"/>
          <p14:tracePt t="81540" x="4330700" y="3714750"/>
          <p14:tracePt t="81557" x="4387850" y="3714750"/>
          <p14:tracePt t="81573" x="4413250" y="3714750"/>
          <p14:tracePt t="81590" x="4445000" y="3714750"/>
          <p14:tracePt t="81607" x="4514850" y="3708400"/>
          <p14:tracePt t="81623" x="4533900" y="3695700"/>
          <p14:tracePt t="81642" x="4572000" y="3683000"/>
          <p14:tracePt t="81656" x="4591050" y="3676650"/>
          <p14:tracePt t="81673" x="4610100" y="3676650"/>
          <p14:tracePt t="81690" x="4622800" y="3670300"/>
          <p14:tracePt t="81732" x="4629150" y="3670300"/>
          <p14:tracePt t="82281" x="4635500" y="3670300"/>
          <p14:tracePt t="82309" x="4641850" y="3670300"/>
          <p14:tracePt t="82323" x="4648200" y="3657600"/>
          <p14:tracePt t="82329" x="4654550" y="3651250"/>
          <p14:tracePt t="82344" x="4660900" y="3644900"/>
          <p14:tracePt t="82354" x="4660900" y="3638550"/>
          <p14:tracePt t="82370" x="4667250" y="3619500"/>
          <p14:tracePt t="82387" x="4673600" y="3587750"/>
          <p14:tracePt t="82404" x="4679950" y="3562350"/>
          <p14:tracePt t="82421" x="4679950" y="3479800"/>
          <p14:tracePt t="82437" x="4679950" y="3340100"/>
          <p14:tracePt t="82454" x="4673600" y="3263900"/>
          <p14:tracePt t="82471" x="4667250" y="3111500"/>
          <p14:tracePt t="82488" x="4648200" y="2927350"/>
          <p14:tracePt t="82503" x="4622800" y="2838450"/>
          <p14:tracePt t="82520" x="4597400" y="2565400"/>
          <p14:tracePt t="82537" x="4572000" y="2463800"/>
          <p14:tracePt t="82540" x="4552950" y="2374900"/>
          <p14:tracePt t="82556" x="4521200" y="2279650"/>
          <p14:tracePt t="82570" x="4495800" y="2127250"/>
          <p14:tracePt t="82586" x="4476750" y="2070100"/>
          <p14:tracePt t="82604" x="4451350" y="1987550"/>
          <p14:tracePt t="82620" x="4451350" y="1962150"/>
          <p14:tracePt t="82636" x="4425950" y="1892300"/>
          <p14:tracePt t="82654" x="4406900" y="1822450"/>
          <p14:tracePt t="82669" x="4387850" y="1803400"/>
          <p14:tracePt t="82686" x="4368800" y="1733550"/>
          <p14:tracePt t="82703" x="4343400" y="1644650"/>
          <p14:tracePt t="82719" x="4324350" y="1612900"/>
          <p14:tracePt t="82737" x="4292600" y="1530350"/>
          <p14:tracePt t="82752" x="4267200" y="1479550"/>
          <p14:tracePt t="82769" x="4260850" y="1466850"/>
          <p14:tracePt t="82786" x="4254500" y="1428750"/>
          <p14:tracePt t="82802" x="4241800" y="1416050"/>
          <p14:tracePt t="82819" x="4241800" y="1403350"/>
          <p14:tracePt t="82836" x="4235450" y="1397000"/>
          <p14:tracePt t="82853" x="4235450" y="1384300"/>
          <p14:tracePt t="82885" x="4235450" y="1377950"/>
          <p14:tracePt t="82941" x="4235450" y="1371600"/>
          <p14:tracePt t="82975" x="4235450" y="1365250"/>
          <p14:tracePt t="83032" x="4235450" y="1358900"/>
          <p14:tracePt t="83081" x="4241800" y="1352550"/>
          <p14:tracePt t="83151" x="4248150" y="1358900"/>
          <p14:tracePt t="83215" x="4248150" y="1365250"/>
          <p14:tracePt t="83243" x="4254500" y="1365250"/>
          <p14:tracePt t="84106" x="4248150" y="1365250"/>
          <p14:tracePt t="84115" x="4241800" y="1365250"/>
          <p14:tracePt t="84127" x="4222750" y="1371600"/>
          <p14:tracePt t="84135" x="4210050" y="1371600"/>
          <p14:tracePt t="84150" x="4191000" y="1377950"/>
          <p14:tracePt t="84164" x="4165600" y="1377950"/>
          <p14:tracePt t="84181" x="4083050" y="1403350"/>
          <p14:tracePt t="84198" x="3975100" y="1409700"/>
          <p14:tracePt t="84214" x="3911600" y="1416050"/>
          <p14:tracePt t="84231" x="3778250" y="1428750"/>
          <p14:tracePt t="84248" x="3651250" y="1447800"/>
          <p14:tracePt t="84264" x="3587750" y="1447800"/>
          <p14:tracePt t="84282" x="3454400" y="1454150"/>
          <p14:tracePt t="84297" x="3352800" y="1466850"/>
          <p14:tracePt t="84314" x="3295650" y="1473200"/>
          <p14:tracePt t="84331" x="3194050" y="1473200"/>
          <p14:tracePt t="84347" x="3092450" y="1485900"/>
          <p14:tracePt t="84364" x="3048000" y="1492250"/>
          <p14:tracePt t="84380" x="2946400" y="1498600"/>
          <p14:tracePt t="84397" x="2876550" y="1504950"/>
          <p14:tracePt t="84414" x="2838450" y="1504950"/>
          <p14:tracePt t="84430" x="2787650" y="1504950"/>
          <p14:tracePt t="84447" x="2755900" y="1504950"/>
          <p14:tracePt t="84464" x="2717800" y="1504950"/>
          <p14:tracePt t="84480" x="2686050" y="1504950"/>
          <p14:tracePt t="84496" x="2673350" y="1504950"/>
          <p14:tracePt t="84514" x="2641600" y="1504950"/>
          <p14:tracePt t="84530" x="2622550" y="1504950"/>
          <p14:tracePt t="84546" x="2616200" y="1504950"/>
          <p14:tracePt t="84550" x="2603500" y="1504950"/>
          <p14:tracePt t="84563" x="2597150" y="1498600"/>
          <p14:tracePt t="84580" x="2590800" y="1498600"/>
          <p14:tracePt t="84596" x="2584450" y="1498600"/>
          <p14:tracePt t="84613" x="2571750" y="1498600"/>
          <p14:tracePt t="84661" x="2565400" y="1498600"/>
          <p14:tracePt t="84767" x="2559050" y="1504950"/>
          <p14:tracePt t="84788" x="2559050" y="1517650"/>
          <p14:tracePt t="84809" x="2559050" y="1524000"/>
          <p14:tracePt t="84815" x="2559050" y="1530350"/>
          <p14:tracePt t="84837" x="2559050" y="1536700"/>
          <p14:tracePt t="84857" x="2559050" y="1549400"/>
          <p14:tracePt t="84872" x="2559050" y="1562100"/>
          <p14:tracePt t="84881" x="2559050" y="1581150"/>
          <p14:tracePt t="84895" x="2559050" y="1619250"/>
          <p14:tracePt t="84912" x="2559050" y="1689100"/>
          <p14:tracePt t="84929" x="2559050" y="1790700"/>
          <p14:tracePt t="84945" x="2559050" y="1841500"/>
          <p14:tracePt t="84962" x="2559050" y="1924050"/>
          <p14:tracePt t="84978" x="2559050" y="1981200"/>
          <p14:tracePt t="84995" x="2559050" y="2000250"/>
          <p14:tracePt t="85012" x="2559050" y="2019300"/>
          <p14:tracePt t="85028" x="2559050" y="2051050"/>
          <p14:tracePt t="85062" x="2559050" y="2057400"/>
          <p14:tracePt t="85078" x="2559050" y="2063750"/>
          <p14:tracePt t="85131" x="2559050" y="2070100"/>
          <p14:tracePt t="85363" x="2571750" y="2070100"/>
          <p14:tracePt t="85370" x="2597150" y="2070100"/>
          <p14:tracePt t="85379" x="2635250" y="2070100"/>
          <p14:tracePt t="85393" x="2673350" y="2070100"/>
          <p14:tracePt t="85410" x="2724150" y="2070100"/>
          <p14:tracePt t="85427" x="2851150" y="2070100"/>
          <p14:tracePt t="85444" x="2978150" y="2070100"/>
          <p14:tracePt t="85460" x="3035300" y="2063750"/>
          <p14:tracePt t="85476" x="3124200" y="2057400"/>
          <p14:tracePt t="85493" x="3175000" y="2051050"/>
          <p14:tracePt t="85511" x="3200400" y="2051050"/>
          <p14:tracePt t="85526" x="3213100" y="2044700"/>
          <p14:tracePt t="85543" x="3213100" y="2038350"/>
          <p14:tracePt t="85581" x="3219450" y="2032000"/>
          <p14:tracePt t="85883" x="3219450" y="2025650"/>
          <p14:tracePt t="85889" x="3219450" y="2019300"/>
          <p14:tracePt t="85911" x="3213100" y="2012950"/>
          <p14:tracePt t="85926" x="3213100" y="2006600"/>
          <p14:tracePt t="85932" x="3213100" y="1987550"/>
          <p14:tracePt t="85941" x="3206750" y="1968500"/>
          <p14:tracePt t="85958" x="3200400" y="1943100"/>
          <p14:tracePt t="85975" x="3175000" y="1860550"/>
          <p14:tracePt t="85991" x="3149600" y="1809750"/>
          <p14:tracePt t="86008" x="3105150" y="1708150"/>
          <p14:tracePt t="86025" x="3067050" y="1600200"/>
          <p14:tracePt t="86041" x="3041650" y="1555750"/>
          <p14:tracePt t="86058" x="3016250" y="1492250"/>
          <p14:tracePt t="86074" x="2997200" y="1460500"/>
          <p14:tracePt t="86091" x="2997200" y="1454150"/>
          <p14:tracePt t="86124" x="2990850" y="1460500"/>
          <p14:tracePt t="86157" x="2990850" y="1485900"/>
          <p14:tracePt t="86174" x="3003550" y="1524000"/>
          <p14:tracePt t="86191" x="3009900" y="1549400"/>
          <p14:tracePt t="86207" x="3035300" y="1657350"/>
          <p14:tracePt t="86224" x="3079750" y="1803400"/>
          <p14:tracePt t="86241" x="3124200" y="1930400"/>
          <p14:tracePt t="86257" x="3130550" y="1981200"/>
          <p14:tracePt t="86274" x="3149600" y="2025650"/>
          <p14:tracePt t="86292" x="3175000" y="2082800"/>
          <p14:tracePt t="86307" x="3181350" y="2082800"/>
          <p14:tracePt t="86324" x="3181350" y="2089150"/>
          <p14:tracePt t="86340" x="3187700" y="2089150"/>
          <p14:tracePt t="86356" x="3194050" y="2089150"/>
          <p14:tracePt t="86396" x="3200400" y="2089150"/>
          <p14:tracePt t="86473" x="3200400" y="2082800"/>
          <p14:tracePt t="86501" x="3200400" y="2076450"/>
          <p14:tracePt t="86522" x="3200400" y="2070100"/>
          <p14:tracePt t="86543" x="3200400" y="2063750"/>
          <p14:tracePt t="86565" x="3200400" y="2057400"/>
          <p14:tracePt t="86571" x="3200400" y="2051050"/>
          <p14:tracePt t="86613" x="3200400" y="2044700"/>
          <p14:tracePt t="86628" x="3194050" y="2038350"/>
          <p14:tracePt t="86635" x="3194050" y="2025650"/>
          <p14:tracePt t="86642" x="3187700" y="2012950"/>
          <p14:tracePt t="86658" x="3175000" y="1981200"/>
          <p14:tracePt t="86672" x="3149600" y="1936750"/>
          <p14:tracePt t="86689" x="3067050" y="1797050"/>
          <p14:tracePt t="86705" x="2959100" y="1587500"/>
          <p14:tracePt t="86722" x="2895600" y="1466850"/>
          <p14:tracePt t="86740" x="2762250" y="1238250"/>
          <p14:tracePt t="86755" x="2698750" y="1143000"/>
          <p14:tracePt t="86772" x="2647950" y="1035050"/>
          <p14:tracePt t="86789" x="2546350" y="863600"/>
          <p14:tracePt t="86805" x="2470150" y="736600"/>
          <p14:tracePt t="86822" x="2425700" y="660400"/>
          <p14:tracePt t="86839" x="2393950" y="615950"/>
          <p14:tracePt t="86855" x="2393950" y="609600"/>
          <p14:tracePt t="86872" x="2393950" y="603250"/>
          <p14:tracePt t="87021" x="2400300" y="609600"/>
          <p14:tracePt t="87034" x="2400300" y="615950"/>
          <p14:tracePt t="87056" x="2406650" y="622300"/>
          <p14:tracePt t="87084" x="2413000" y="628650"/>
          <p14:tracePt t="87091" x="2419350" y="641350"/>
          <p14:tracePt t="87107" x="2432050" y="647700"/>
          <p14:tracePt t="87121" x="2489200" y="711200"/>
          <p14:tracePt t="87137" x="2540000" y="768350"/>
          <p14:tracePt t="87155" x="2673350" y="933450"/>
          <p14:tracePt t="87171" x="2838450" y="1149350"/>
          <p14:tracePt t="87187" x="2921000" y="1238250"/>
          <p14:tracePt t="87204" x="3155950" y="1536700"/>
          <p14:tracePt t="87220" x="3206750" y="1619250"/>
          <p14:tracePt t="87238" x="3270250" y="1689100"/>
          <p14:tracePt t="87254" x="3340100" y="1778000"/>
          <p14:tracePt t="87271" x="3384550" y="1828800"/>
          <p14:tracePt t="87289" x="3397250" y="1847850"/>
          <p14:tracePt t="87304" x="3403600" y="1847850"/>
          <p14:tracePt t="87320" x="3409950" y="1847850"/>
          <p14:tracePt t="87358" x="3403600" y="1841500"/>
          <p14:tracePt t="87370" x="3403600" y="1835150"/>
          <p14:tracePt t="87387" x="3397250" y="1822450"/>
          <p14:tracePt t="87420" x="3390900" y="1803400"/>
          <p14:tracePt t="87436" x="3371850" y="1771650"/>
          <p14:tracePt t="87453" x="3352800" y="1746250"/>
          <p14:tracePt t="87470" x="3302000" y="1663700"/>
          <p14:tracePt t="87486" x="3175000" y="1485900"/>
          <p14:tracePt t="87503" x="3111500" y="1377950"/>
          <p14:tracePt t="87519" x="3022600" y="1270000"/>
          <p14:tracePt t="87536" x="2952750" y="1162050"/>
          <p14:tracePt t="87553" x="2787650" y="946150"/>
          <p14:tracePt t="87570" x="2711450" y="850900"/>
          <p14:tracePt t="87586" x="2667000" y="787400"/>
          <p14:tracePt t="87603" x="2584450" y="717550"/>
          <p14:tracePt t="87619" x="2571750" y="704850"/>
          <p14:tracePt t="87635" x="2552700" y="704850"/>
          <p14:tracePt t="87653" x="2552700" y="711200"/>
          <p14:tracePt t="87669" x="2546350" y="736600"/>
          <p14:tracePt t="87686" x="2546350" y="787400"/>
          <p14:tracePt t="87702" x="2546350" y="952500"/>
          <p14:tracePt t="87718" x="2571750" y="1270000"/>
          <p14:tracePt t="87736" x="2590800" y="1536700"/>
          <p14:tracePt t="87752" x="2590800" y="2184400"/>
          <p14:tracePt t="87768" x="2559050" y="2863850"/>
          <p14:tracePt t="87786" x="2520950" y="3378200"/>
          <p14:tracePt t="87802" x="2476500" y="3600450"/>
          <p14:tracePt t="87818" x="2438400" y="3778250"/>
          <p14:tracePt t="87836" x="2311400" y="4197350"/>
          <p14:tracePt t="87852" x="2286000" y="4298950"/>
          <p14:tracePt t="87868" x="2241550" y="4406900"/>
          <p14:tracePt t="87885" x="2178050" y="4565650"/>
          <p14:tracePt t="87902" x="2120900" y="4692650"/>
          <p14:tracePt t="87919" x="2095500" y="4737100"/>
          <p14:tracePt t="87935" x="2070100" y="4806950"/>
          <p14:tracePt t="87951" x="2051050" y="4851400"/>
          <p14:tracePt t="87969" x="2038350" y="4876800"/>
          <p14:tracePt t="87985" x="2032000" y="4889500"/>
          <p14:tracePt t="88001" x="2019300" y="4908550"/>
          <p14:tracePt t="88018" x="2012950" y="4921250"/>
          <p14:tracePt t="88035" x="2006600" y="4921250"/>
          <p14:tracePt t="88051" x="2000250" y="4933950"/>
          <p14:tracePt t="88068" x="1993900" y="4940300"/>
          <p14:tracePt t="88084" x="1993900" y="4953000"/>
          <p14:tracePt t="88087" x="1987550" y="4959350"/>
          <p14:tracePt t="88117" x="1968500" y="4984750"/>
          <p14:tracePt t="88134" x="1955800" y="4997450"/>
          <p14:tracePt t="88152" x="1943100" y="5035550"/>
          <p14:tracePt t="88168" x="1943100" y="5054600"/>
          <p14:tracePt t="88184" x="1936750" y="5111750"/>
          <p14:tracePt t="88201" x="1936750" y="5213350"/>
          <p14:tracePt t="88217" x="1936750" y="5276850"/>
          <p14:tracePt t="88234" x="1943100" y="5359400"/>
          <p14:tracePt t="88250" x="1943100" y="5422900"/>
          <p14:tracePt t="88267" x="1943100" y="5435600"/>
          <p14:tracePt t="88284" x="1949450" y="5473700"/>
          <p14:tracePt t="88300" x="1949450" y="5486400"/>
          <p14:tracePt t="88334" x="1949450" y="5492750"/>
          <p14:tracePt t="88530" x="1955800" y="5486400"/>
          <p14:tracePt t="88537" x="1962150" y="5486400"/>
          <p14:tracePt t="88552" x="1968500" y="5486400"/>
          <p14:tracePt t="88566" x="1968500" y="5473700"/>
          <p14:tracePt t="88582" x="1987550" y="5435600"/>
          <p14:tracePt t="88599" x="2012950" y="5403850"/>
          <p14:tracePt t="88615" x="2070100" y="5308600"/>
          <p14:tracePt t="88632" x="2133600" y="5168900"/>
          <p14:tracePt t="88650" x="2178050" y="5086350"/>
          <p14:tracePt t="88665" x="2266950" y="4927600"/>
          <p14:tracePt t="88682" x="2349500" y="4737100"/>
          <p14:tracePt t="88699" x="2393950" y="4635500"/>
          <p14:tracePt t="88715" x="2476500" y="4438650"/>
          <p14:tracePt t="88732" x="2508250" y="4330700"/>
          <p14:tracePt t="88749" x="2590800" y="4095750"/>
          <p14:tracePt t="88765" x="2673350" y="3822700"/>
          <p14:tracePt t="88782" x="2711450" y="3644900"/>
          <p14:tracePt t="88798" x="2813050" y="3136900"/>
          <p14:tracePt t="88815" x="2889250" y="2540000"/>
          <p14:tracePt t="88832" x="2933700" y="2006600"/>
          <p14:tracePt t="88848" x="2965450" y="1809750"/>
          <p14:tracePt t="88865" x="2984500" y="1593850"/>
          <p14:tracePt t="88882" x="3003550" y="1454150"/>
          <p14:tracePt t="88898" x="3003550" y="1390650"/>
          <p14:tracePt t="88915" x="3022600" y="1282700"/>
          <p14:tracePt t="88931" x="3022600" y="1187450"/>
          <p14:tracePt t="88948" x="3016250" y="1136650"/>
          <p14:tracePt t="88965" x="3009900" y="1066800"/>
          <p14:tracePt t="88981" x="3009900" y="1041400"/>
          <p14:tracePt t="88998" x="3003550" y="1009650"/>
          <p14:tracePt t="89015" x="2997200" y="952500"/>
          <p14:tracePt t="89031" x="2984500" y="876300"/>
          <p14:tracePt t="89048" x="2978150" y="831850"/>
          <p14:tracePt t="89065" x="2959100" y="723900"/>
          <p14:tracePt t="89081" x="2959100" y="673100"/>
          <p14:tracePt t="89097" x="2946400" y="565150"/>
          <p14:tracePt t="89114" x="2927350" y="469900"/>
          <p14:tracePt t="89131" x="2927350" y="431800"/>
          <p14:tracePt t="89148" x="2921000" y="406400"/>
          <p14:tracePt t="89163" x="2914650" y="361950"/>
          <p14:tracePt t="89180" x="2914650" y="349250"/>
          <p14:tracePt t="89198" x="2908300" y="336550"/>
          <p14:tracePt t="89233" x="2908300" y="342900"/>
          <p14:tracePt t="89250" x="2908300" y="355600"/>
          <p14:tracePt t="89263" x="2908300" y="361950"/>
          <p14:tracePt t="89280" x="2921000" y="400050"/>
          <p14:tracePt t="89297" x="2940050" y="450850"/>
          <p14:tracePt t="89313" x="2959100" y="508000"/>
          <p14:tracePt t="89329" x="3054350" y="704850"/>
          <p14:tracePt t="89346" x="3200400" y="1022350"/>
          <p14:tracePt t="89363" x="3314700" y="1225550"/>
          <p14:tracePt t="89380" x="3619500" y="1771650"/>
          <p14:tracePt t="89396" x="3695700" y="1943100"/>
          <p14:tracePt t="89413" x="3740150" y="2051050"/>
          <p14:tracePt t="89430" x="3810000" y="2247900"/>
          <p14:tracePt t="89446" x="3841750" y="2355850"/>
          <p14:tracePt t="89463" x="3848100" y="2381250"/>
          <p14:tracePt t="89479" x="3854450" y="2413000"/>
          <p14:tracePt t="89496" x="3854450" y="2425700"/>
          <p14:tracePt t="89515" x="3854450" y="2432050"/>
          <p14:tracePt t="89647" x="3854450" y="2425700"/>
          <p14:tracePt t="89703" x="3848100" y="2425700"/>
          <p14:tracePt t="90074" x="3848100" y="2400300"/>
          <p14:tracePt t="90088" x="3829050" y="2362200"/>
          <p14:tracePt t="90097" x="3816350" y="2305050"/>
          <p14:tracePt t="90110" x="3797300" y="2241550"/>
          <p14:tracePt t="90127" x="3746500" y="2108200"/>
          <p14:tracePt t="90146" x="3702050" y="1993900"/>
          <p14:tracePt t="90160" x="3670300" y="1936750"/>
          <p14:tracePt t="90178" x="3606800" y="1847850"/>
          <p14:tracePt t="90194" x="3562350" y="1790700"/>
          <p14:tracePt t="90210" x="3556000" y="1778000"/>
          <p14:tracePt t="90227" x="3543300" y="1771650"/>
          <p14:tracePt t="90243" x="3530600" y="1765300"/>
          <p14:tracePt t="90260" x="3524250" y="1765300"/>
          <p14:tracePt t="90293" x="3517900" y="1765300"/>
          <p14:tracePt t="90309" x="3511550" y="1765300"/>
          <p14:tracePt t="90327" x="3505200" y="1771650"/>
          <p14:tracePt t="90343" x="3492500" y="1778000"/>
          <p14:tracePt t="90359" x="3467100" y="1784350"/>
          <p14:tracePt t="90377" x="3441700" y="1797050"/>
          <p14:tracePt t="90393" x="3422650" y="1797050"/>
          <p14:tracePt t="90410" x="3365500" y="1803400"/>
          <p14:tracePt t="90426" x="3295650" y="1822450"/>
          <p14:tracePt t="90443" x="3276600" y="1822450"/>
          <p14:tracePt t="90460" x="3225800" y="1822450"/>
          <p14:tracePt t="90476" x="3181350" y="1828800"/>
          <p14:tracePt t="90492" x="3168650" y="1835150"/>
          <p14:tracePt t="90510" x="3143250" y="1841500"/>
          <p14:tracePt t="90526" x="3130550" y="1854200"/>
          <p14:tracePt t="90542" x="3117850" y="1860550"/>
          <p14:tracePt t="90559" x="3098800" y="1860550"/>
          <p14:tracePt t="90576" x="3098800" y="1866900"/>
          <p14:tracePt t="90592" x="3086100" y="1873250"/>
          <p14:tracePt t="90609" x="3079750" y="1879600"/>
          <p14:tracePt t="90636" x="3073400" y="1885950"/>
          <p14:tracePt t="90685" x="3067050" y="1892300"/>
          <p14:tracePt t="90734" x="3073400" y="1892300"/>
          <p14:tracePt t="90769" x="3073400" y="1898650"/>
          <p14:tracePt t="90776" x="3079750" y="1898650"/>
          <p14:tracePt t="90792" x="3092450" y="1898650"/>
          <p14:tracePt t="90805" x="3111500" y="1898650"/>
          <p14:tracePt t="90819" x="3124200" y="1898650"/>
          <p14:tracePt t="90827" x="3143250" y="1905000"/>
          <p14:tracePt t="90841" x="3175000" y="1905000"/>
          <p14:tracePt t="90858" x="3200400" y="1905000"/>
          <p14:tracePt t="90875" x="3308350" y="1905000"/>
          <p14:tracePt t="90891" x="3327400" y="1905000"/>
          <p14:tracePt t="90907" x="3359150" y="1905000"/>
          <p14:tracePt t="90925" x="3409950" y="1905000"/>
          <p14:tracePt t="90941" x="3429000" y="1905000"/>
          <p14:tracePt t="90957" x="3441700" y="1905000"/>
          <p14:tracePt t="90974" x="3454400" y="1905000"/>
          <p14:tracePt t="91009" x="3460750" y="1905000"/>
          <p14:tracePt t="91015" x="3467100" y="1905000"/>
          <p14:tracePt t="91057" x="3473450" y="1905000"/>
          <p14:tracePt t="91156" x="3479800" y="1905000"/>
          <p14:tracePt t="91183" x="3486150" y="1911350"/>
          <p14:tracePt t="91191" x="3498850" y="1911350"/>
          <p14:tracePt t="91198" x="3505200" y="1911350"/>
          <p14:tracePt t="91212" x="3524250" y="1911350"/>
          <p14:tracePt t="91223" x="3536950" y="1911350"/>
          <p14:tracePt t="91241" x="3613150" y="1924050"/>
          <p14:tracePt t="91257" x="3663950" y="1924050"/>
          <p14:tracePt t="91274" x="3797300" y="1930400"/>
          <p14:tracePt t="91290" x="3911600" y="1930400"/>
          <p14:tracePt t="91306" x="3962400" y="1930400"/>
          <p14:tracePt t="91323" x="4057650" y="1917700"/>
          <p14:tracePt t="91339" x="4108450" y="1917700"/>
          <p14:tracePt t="91356" x="4127500" y="1917700"/>
          <p14:tracePt t="91373" x="4146550" y="1917700"/>
          <p14:tracePt t="91619" x="4159250" y="1917700"/>
          <p14:tracePt t="91633" x="4191000" y="1930400"/>
          <p14:tracePt t="91641" x="4210050" y="1930400"/>
          <p14:tracePt t="91655" x="4229100" y="1936750"/>
          <p14:tracePt t="91672" x="4279900" y="1949450"/>
          <p14:tracePt t="91690" x="4324350" y="1955800"/>
          <p14:tracePt t="91705" x="4337050" y="1955800"/>
          <p14:tracePt t="91721" x="4349750" y="1962150"/>
          <p14:tracePt t="91739" x="4362450" y="1962150"/>
          <p14:tracePt t="91823" x="4368800" y="1962150"/>
          <p14:tracePt t="91893" x="4368800" y="1955800"/>
          <p14:tracePt t="91928" x="4368800" y="1949450"/>
          <p14:tracePt t="91998" x="4368800" y="1943100"/>
          <p14:tracePt t="92033" x="4362450" y="1943100"/>
          <p14:tracePt t="92041" x="4356100" y="1943100"/>
          <p14:tracePt t="92104" x="4349750" y="1943100"/>
          <p14:tracePt t="92111" x="4349750" y="1936750"/>
          <p14:tracePt t="92124" x="4343400" y="1936750"/>
          <p14:tracePt t="92137" x="4337050" y="1936750"/>
          <p14:tracePt t="92154" x="4324350" y="1936750"/>
          <p14:tracePt t="92170" x="4318000" y="1936750"/>
          <p14:tracePt t="92187" x="4279900" y="1936750"/>
          <p14:tracePt t="92203" x="4235450" y="1930400"/>
          <p14:tracePt t="92220" x="4203700" y="1930400"/>
          <p14:tracePt t="92237" x="4165600" y="1930400"/>
          <p14:tracePt t="92254" x="4127500" y="1924050"/>
          <p14:tracePt t="92270" x="4121150" y="1924050"/>
          <p14:tracePt t="92302" x="4121150" y="1917700"/>
          <p14:tracePt t="92322" x="4121150" y="1911350"/>
          <p14:tracePt t="92337" x="4121150" y="1905000"/>
          <p14:tracePt t="92353" x="4133850" y="1892300"/>
          <p14:tracePt t="92370" x="4152900" y="1866900"/>
          <p14:tracePt t="92385" x="4165600" y="1854200"/>
          <p14:tracePt t="92402" x="4178300" y="1835150"/>
          <p14:tracePt t="92420" x="4235450" y="1758950"/>
          <p14:tracePt t="92435" x="4248150" y="1739900"/>
          <p14:tracePt t="92452" x="4260850" y="1708150"/>
          <p14:tracePt t="92469" x="4298950" y="1663700"/>
          <p14:tracePt t="92486" x="4318000" y="1638300"/>
          <p14:tracePt t="92502" x="4324350" y="1631950"/>
          <p14:tracePt t="92519" x="4330700" y="1612900"/>
          <p14:tracePt t="92535" x="4337050" y="1606550"/>
          <p14:tracePt t="92554" x="4343400" y="1593850"/>
          <p14:tracePt t="92585" x="4343400" y="1587500"/>
          <p14:tracePt t="92603" x="4349750" y="1574800"/>
          <p14:tracePt t="92619" x="4356100" y="1568450"/>
          <p14:tracePt t="92622" x="4362450" y="1568450"/>
          <p14:tracePt t="92652" x="4368800" y="1555750"/>
          <p14:tracePt t="92685" x="4368800" y="1549400"/>
          <p14:tracePt t="92703" x="4368800" y="1543050"/>
          <p14:tracePt t="92736" x="4368800" y="1536700"/>
          <p14:tracePt t="92742" x="4375150" y="1536700"/>
          <p14:tracePt t="92763" x="4375150" y="1530350"/>
          <p14:tracePt t="92806" x="4375150" y="1524000"/>
          <p14:tracePt t="92834" x="4381500" y="1524000"/>
          <p14:tracePt t="92883" x="4387850" y="1524000"/>
          <p14:tracePt t="92897" x="4394200" y="1524000"/>
          <p14:tracePt t="92911" x="4400550" y="1524000"/>
          <p14:tracePt t="92932" x="4406900" y="1524000"/>
          <p14:tracePt t="92946" x="4413250" y="1524000"/>
          <p14:tracePt t="92968" x="4419600" y="1524000"/>
          <p14:tracePt t="92988" x="4425950" y="1524000"/>
          <p14:tracePt t="92995" x="4438650" y="1524000"/>
          <p14:tracePt t="93003" x="4451350" y="1524000"/>
          <p14:tracePt t="93018" x="4470400" y="1511300"/>
          <p14:tracePt t="93034" x="4495800" y="1504950"/>
          <p14:tracePt t="93050" x="4559300" y="1498600"/>
          <p14:tracePt t="93067" x="4635500" y="1473200"/>
          <p14:tracePt t="93083" x="4673600" y="1466850"/>
          <p14:tracePt t="93101" x="4737100" y="1435100"/>
          <p14:tracePt t="93117" x="4787900" y="1422400"/>
          <p14:tracePt t="93133" x="4813300" y="1416050"/>
          <p14:tracePt t="93136" x="4826000" y="1409700"/>
          <p14:tracePt t="93150" x="4826000" y="1403350"/>
          <p14:tracePt t="93167" x="4832350" y="1397000"/>
          <p14:tracePt t="93200" x="4832350" y="1390650"/>
          <p14:tracePt t="93255" x="4832350" y="1384300"/>
          <p14:tracePt t="93325" x="4826000" y="1384300"/>
          <p14:tracePt t="93353" x="4819650" y="1384300"/>
          <p14:tracePt t="93395" x="4813300" y="1384300"/>
          <p14:tracePt t="93445" x="4806950" y="1384300"/>
          <p14:tracePt t="93515" x="4800600" y="1390650"/>
          <p14:tracePt t="93536" x="4787900" y="1397000"/>
          <p14:tracePt t="93564" x="4781550" y="1403350"/>
          <p14:tracePt t="93578" x="4775200" y="1409700"/>
          <p14:tracePt t="93585" x="4762500" y="1409700"/>
          <p14:tracePt t="93601" x="4743450" y="1422400"/>
          <p14:tracePt t="93615" x="4692650" y="1447800"/>
          <p14:tracePt t="93632" x="4660900" y="1466850"/>
          <p14:tracePt t="93649" x="4597400" y="1498600"/>
          <p14:tracePt t="93665" x="4572000" y="1504950"/>
          <p14:tracePt t="93681" x="4533900" y="1524000"/>
          <p14:tracePt t="93698" x="4495800" y="1536700"/>
          <p14:tracePt t="93715" x="4495800" y="1543050"/>
          <p14:tracePt t="93731" x="4483100" y="1549400"/>
          <p14:tracePt t="93748" x="4470400" y="1549400"/>
          <p14:tracePt t="93764" x="4470400" y="1555750"/>
          <p14:tracePt t="93797" x="4464050" y="1555750"/>
          <p14:tracePt t="93838" x="4457700" y="1562100"/>
          <p14:tracePt t="93915" x="4451350" y="1562100"/>
          <p14:tracePt t="94147" x="4445000" y="1568450"/>
          <p14:tracePt t="94161" x="4445000" y="1574800"/>
          <p14:tracePt t="94168" x="4438650" y="1574800"/>
          <p14:tracePt t="94180" x="4432300" y="1581150"/>
          <p14:tracePt t="94197" x="4413250" y="1606550"/>
          <p14:tracePt t="94214" x="4394200" y="1631950"/>
          <p14:tracePt t="94230" x="4375150" y="1651000"/>
          <p14:tracePt t="94246" x="4298950" y="1739900"/>
          <p14:tracePt t="94263" x="4273550" y="1771650"/>
          <p14:tracePt t="94280" x="4216400" y="1841500"/>
          <p14:tracePt t="94296" x="4178300" y="1866900"/>
          <p14:tracePt t="94312" x="4133850" y="1911350"/>
          <p14:tracePt t="94330" x="4102100" y="1949450"/>
          <p14:tracePt t="94346" x="4083050" y="1962150"/>
          <p14:tracePt t="94362" x="4057650" y="1981200"/>
          <p14:tracePt t="94379" x="4044950" y="1987550"/>
          <p14:tracePt t="94413" x="4044950" y="1993900"/>
          <p14:tracePt t="94449" x="4038600" y="1993900"/>
          <p14:tracePt t="94519" x="4032250" y="1993900"/>
          <p14:tracePt t="94547" x="4025900" y="1993900"/>
          <p14:tracePt t="94582" x="4019550" y="1993900"/>
          <p14:tracePt t="94596" x="4013200" y="1993900"/>
          <p14:tracePt t="94723" x="4019550" y="1993900"/>
          <p14:tracePt t="94730" x="4025900" y="1993900"/>
          <p14:tracePt t="94737" x="4032250" y="1993900"/>
          <p14:tracePt t="94758" x="4038600" y="1993900"/>
          <p14:tracePt t="94779" x="4044950" y="1993900"/>
          <p14:tracePt t="94800" x="4051300" y="1993900"/>
          <p14:tracePt t="94807" x="4057650" y="1993900"/>
          <p14:tracePt t="94821" x="4064000" y="1993900"/>
          <p14:tracePt t="94830" x="4070350" y="1993900"/>
          <p14:tracePt t="94849" x="4076700" y="1993900"/>
          <p14:tracePt t="94879" x="4083050" y="1993900"/>
          <p14:tracePt t="94891" x="4089400" y="1993900"/>
          <p14:tracePt t="94919" x="4095750" y="1993900"/>
          <p14:tracePt t="94940" x="4102100" y="1993900"/>
          <p14:tracePt t="94962" x="4108450" y="1993900"/>
          <p14:tracePt t="95004" x="4114800" y="1993900"/>
          <p14:tracePt t="95109" x="4114800" y="1987550"/>
          <p14:tracePt t="95130" x="4102100" y="1987550"/>
          <p14:tracePt t="95145" x="4089400" y="1987550"/>
          <p14:tracePt t="95151" x="4076700" y="1987550"/>
          <p14:tracePt t="95159" x="4057650" y="1987550"/>
          <p14:tracePt t="95176" x="4038600" y="1987550"/>
          <p14:tracePt t="95194" x="3994150" y="2000250"/>
          <p14:tracePt t="95209" x="3975100" y="2000250"/>
          <p14:tracePt t="95226" x="3930650" y="2012950"/>
          <p14:tracePt t="95243" x="3898900" y="2019300"/>
          <p14:tracePt t="95259" x="3892550" y="2019300"/>
          <p14:tracePt t="95276" x="3886200" y="2025650"/>
          <p14:tracePt t="95292" x="3886200" y="2032000"/>
          <p14:tracePt t="95326" x="3905250" y="2038350"/>
          <p14:tracePt t="95342" x="3943350" y="2038350"/>
          <p14:tracePt t="95359" x="3962400" y="2038350"/>
          <p14:tracePt t="95376" x="4000500" y="2038350"/>
          <p14:tracePt t="95392" x="4241800" y="2038350"/>
          <p14:tracePt t="95409" x="4330700" y="2038350"/>
          <p14:tracePt t="95425" x="4559300" y="2025650"/>
          <p14:tracePt t="95442" x="4686300" y="2012950"/>
          <p14:tracePt t="95459" x="4914900" y="1981200"/>
          <p14:tracePt t="95476" x="5124450" y="1949450"/>
          <p14:tracePt t="95492" x="5213350" y="1943100"/>
          <p14:tracePt t="95510" x="5359400" y="1924050"/>
          <p14:tracePt t="95525" x="5384800" y="1911350"/>
          <p14:tracePt t="95542" x="5403850" y="1905000"/>
          <p14:tracePt t="95559" x="5416550" y="1905000"/>
          <p14:tracePt t="95575" x="5416550" y="1898650"/>
          <p14:tracePt t="95608" x="5416550" y="1892300"/>
          <p14:tracePt t="95650" x="5403850" y="1892300"/>
          <p14:tracePt t="95664" x="5397500" y="1892300"/>
          <p14:tracePt t="95671" x="5378450" y="1892300"/>
          <p14:tracePt t="95685" x="5353050" y="1892300"/>
          <p14:tracePt t="95694" x="5302250" y="1892300"/>
          <p14:tracePt t="95707" x="5251450" y="1905000"/>
          <p14:tracePt t="95724" x="5080000" y="1930400"/>
          <p14:tracePt t="95742" x="4991100" y="1949450"/>
          <p14:tracePt t="95758" x="4794250" y="1993900"/>
          <p14:tracePt t="95774" x="4705350" y="2000250"/>
          <p14:tracePt t="95790" x="4495800" y="2051050"/>
          <p14:tracePt t="95807" x="4438650" y="2057400"/>
          <p14:tracePt t="95824" x="4406900" y="2070100"/>
          <p14:tracePt t="95840" x="4362450" y="2076450"/>
          <p14:tracePt t="95857" x="4343400" y="2082800"/>
          <p14:tracePt t="95875" x="4324350" y="2089150"/>
          <p14:tracePt t="95890" x="4318000" y="2089150"/>
          <p14:tracePt t="95907" x="4305300" y="2095500"/>
          <p14:tracePt t="95994" x="4305300" y="2101850"/>
          <p14:tracePt t="96022" x="4305300" y="2108200"/>
          <p14:tracePt t="96516" x="4298950" y="2114550"/>
          <p14:tracePt t="96523" x="4273550" y="2127250"/>
          <p14:tracePt t="96539" x="4254500" y="2146300"/>
          <p14:tracePt t="96545" x="4241800" y="2165350"/>
          <p14:tracePt t="96559" x="4216400" y="2171700"/>
          <p14:tracePt t="96571" x="4203700" y="2190750"/>
          <p14:tracePt t="96588" x="4178300" y="2222500"/>
          <p14:tracePt t="96605" x="4152900" y="2235200"/>
          <p14:tracePt t="96622" x="4140200" y="2260600"/>
          <p14:tracePt t="96638" x="4114800" y="2298700"/>
          <p14:tracePt t="96655" x="4102100" y="2317750"/>
          <p14:tracePt t="96672" x="4076700" y="2362200"/>
          <p14:tracePt t="96688" x="4057650" y="2393950"/>
          <p14:tracePt t="96704" x="4044950" y="2413000"/>
          <p14:tracePt t="96721" x="4013200" y="2457450"/>
          <p14:tracePt t="96737" x="3987800" y="2495550"/>
          <p14:tracePt t="96755" x="3949700" y="2533650"/>
          <p14:tracePt t="96770" x="3937000" y="2559050"/>
          <p14:tracePt t="96787" x="3911600" y="2590800"/>
          <p14:tracePt t="96805" x="3879850" y="2628900"/>
          <p14:tracePt t="96821" x="3867150" y="2647950"/>
          <p14:tracePt t="96837" x="3848100" y="2660650"/>
          <p14:tracePt t="96854" x="3816350" y="2711450"/>
          <p14:tracePt t="96870" x="3810000" y="2711450"/>
          <p14:tracePt t="96887" x="3790950" y="2730500"/>
          <p14:tracePt t="96904" x="3765550" y="2755900"/>
          <p14:tracePt t="96920" x="3759200" y="2755900"/>
          <p14:tracePt t="97328" x="3771900" y="2724150"/>
          <p14:tracePt t="97337" x="3790950" y="2679700"/>
          <p14:tracePt t="97350" x="3810000" y="2622550"/>
          <p14:tracePt t="97357" x="3816350" y="2559050"/>
          <p14:tracePt t="97372" x="3848100" y="2476500"/>
          <p14:tracePt t="97385" x="3879850" y="2324100"/>
          <p14:tracePt t="97402" x="3879850" y="2222500"/>
          <p14:tracePt t="97419" x="3886200" y="2146300"/>
          <p14:tracePt t="97435" x="3917950" y="1974850"/>
          <p14:tracePt t="97452" x="3924300" y="1854200"/>
          <p14:tracePt t="97469" x="3930650" y="1816100"/>
          <p14:tracePt t="97485" x="3930650" y="1784350"/>
          <p14:tracePt t="97501" x="3937000" y="1765300"/>
          <p14:tracePt t="97519" x="3937000" y="1758950"/>
          <p14:tracePt t="97617" x="3937000" y="1765300"/>
          <p14:tracePt t="97638" x="3937000" y="1771650"/>
          <p14:tracePt t="97687" x="3937000" y="1778000"/>
          <p14:tracePt t="97729" x="3937000" y="1784350"/>
          <p14:tracePt t="97736" x="3937000" y="1790700"/>
          <p14:tracePt t="97751" x="3930650" y="1797050"/>
          <p14:tracePt t="97757" x="3917950" y="1797050"/>
          <p14:tracePt t="97771" x="3911600" y="1803400"/>
          <p14:tracePt t="97784" x="3892550" y="1809750"/>
          <p14:tracePt t="97801" x="3841750" y="1822450"/>
          <p14:tracePt t="97817" x="3803650" y="1828800"/>
          <p14:tracePt t="97835" x="3740150" y="1847850"/>
          <p14:tracePt t="97850" x="3695700" y="1860550"/>
          <p14:tracePt t="97867" x="3670300" y="1866900"/>
          <p14:tracePt t="97884" x="3638550" y="1873250"/>
          <p14:tracePt t="97900" x="3619500" y="1879600"/>
          <p14:tracePt t="97917" x="3613150" y="1885950"/>
          <p14:tracePt t="97934" x="3606800" y="1885950"/>
          <p14:tracePt t="97981" x="3600450" y="1892300"/>
          <p14:tracePt t="98088" x="3606800" y="1892300"/>
          <p14:tracePt t="98122" x="3613150" y="1892300"/>
          <p14:tracePt t="98129" x="3619500" y="1892300"/>
          <p14:tracePt t="98144" x="3625850" y="1892300"/>
          <p14:tracePt t="98158" x="3632200" y="1892300"/>
          <p14:tracePt t="98172" x="3638550" y="1892300"/>
          <p14:tracePt t="98182" x="3651250" y="1892300"/>
          <p14:tracePt t="98200" x="3683000" y="1892300"/>
          <p14:tracePt t="98216" x="3702050" y="1885950"/>
          <p14:tracePt t="98233" x="3759200" y="1879600"/>
          <p14:tracePt t="98250" x="3810000" y="1866900"/>
          <p14:tracePt t="98266" x="3835400" y="1860550"/>
          <p14:tracePt t="98282" x="3860800" y="1860550"/>
          <p14:tracePt t="98299" x="3905250" y="1854200"/>
          <p14:tracePt t="98315" x="3917950" y="1854200"/>
          <p14:tracePt t="98332" x="3924300" y="1854200"/>
          <p14:tracePt t="98348" x="3924300" y="1847850"/>
          <p14:tracePt t="98832" x="3930650" y="1847850"/>
          <p14:tracePt t="98853" x="3937000" y="1847850"/>
          <p14:tracePt t="98874" x="3943350" y="1847850"/>
          <p14:tracePt t="98903" x="3949700" y="1847850"/>
          <p14:tracePt t="98923" x="3962400" y="1847850"/>
          <p14:tracePt t="98973" x="3968750" y="1847850"/>
          <p14:tracePt t="98994" x="3975100" y="1847850"/>
          <p14:tracePt t="99015" x="3981450" y="1847850"/>
          <p14:tracePt t="99057" x="3987800" y="1847850"/>
          <p14:tracePt t="99085" x="3994150" y="1854200"/>
          <p14:tracePt t="99127" x="4000500" y="1854200"/>
          <p14:tracePt t="99233" x="4000500" y="1860550"/>
          <p14:tracePt t="99282" x="4000500" y="1866900"/>
          <p14:tracePt t="99297" x="3994150" y="1873250"/>
          <p14:tracePt t="99303" x="3987800" y="1873250"/>
          <p14:tracePt t="99317" x="3981450" y="1879600"/>
          <p14:tracePt t="99328" x="3975100" y="1885950"/>
          <p14:tracePt t="99348" x="3968750" y="1892300"/>
          <p14:tracePt t="99362" x="3968750" y="1898650"/>
          <p14:tracePt t="99379" x="3949700" y="1917700"/>
          <p14:tracePt t="99396" x="3937000" y="1924050"/>
          <p14:tracePt t="99412" x="3930650" y="1930400"/>
          <p14:tracePt t="99428" x="3924300" y="1936750"/>
          <p14:tracePt t="99445" x="3924300" y="1949450"/>
          <p14:tracePt t="99479" x="3924300" y="1955800"/>
          <p14:tracePt t="99514" x="3930650" y="1955800"/>
          <p14:tracePt t="99535" x="3937000" y="1955800"/>
          <p14:tracePt t="99549" x="3943350" y="1955800"/>
          <p14:tracePt t="99556" x="3949700" y="1955800"/>
          <p14:tracePt t="99578" x="3962400" y="1949450"/>
          <p14:tracePt t="99584" x="3975100" y="1943100"/>
          <p14:tracePt t="99598" x="4000500" y="1936750"/>
          <p14:tracePt t="99611" x="4013200" y="1930400"/>
          <p14:tracePt t="99627" x="4044950" y="1917700"/>
          <p14:tracePt t="99644" x="4057650" y="1911350"/>
          <p14:tracePt t="99661" x="4083050" y="1898650"/>
          <p14:tracePt t="99677" x="4095750" y="1892300"/>
          <p14:tracePt t="99694" x="4102100" y="1885950"/>
          <p14:tracePt t="99746" x="4089400" y="1885950"/>
          <p14:tracePt t="99761" x="4083050" y="1892300"/>
          <p14:tracePt t="99767" x="4070350" y="1898650"/>
          <p14:tracePt t="99777" x="4051300" y="1898650"/>
          <p14:tracePt t="99794" x="4013200" y="1911350"/>
          <p14:tracePt t="99810" x="3924300" y="1936750"/>
          <p14:tracePt t="99827" x="3873500" y="1943100"/>
          <p14:tracePt t="99844" x="3790950" y="1968500"/>
          <p14:tracePt t="99860" x="3714750" y="1993900"/>
          <p14:tracePt t="99877" x="3695700" y="2012950"/>
          <p14:tracePt t="99894" x="3663950" y="2025650"/>
          <p14:tracePt t="99910" x="3651250" y="2032000"/>
          <p14:tracePt t="99926" x="3651250" y="2038350"/>
          <p14:tracePt t="99960" x="3663950" y="2038350"/>
          <p14:tracePt t="99993" x="3683000" y="2038350"/>
          <p14:tracePt t="100010" x="3702050" y="2038350"/>
          <p14:tracePt t="100027" x="3733800" y="2032000"/>
          <p14:tracePt t="100043" x="3752850" y="2025650"/>
          <p14:tracePt t="100060" x="3784600" y="2012950"/>
          <p14:tracePt t="100077" x="3898900" y="1987550"/>
          <p14:tracePt t="100093" x="3924300" y="1981200"/>
          <p14:tracePt t="100110" x="3956050" y="1974850"/>
          <p14:tracePt t="100126" x="4006850" y="1968500"/>
          <p14:tracePt t="100142" x="4032250" y="1962150"/>
          <p14:tracePt t="100175" x="4044950" y="1955800"/>
          <p14:tracePt t="100224" x="4044950" y="1949450"/>
          <p14:tracePt t="100231" x="4038600" y="1949450"/>
          <p14:tracePt t="100301" x="4032250" y="1949450"/>
          <p14:tracePt t="100343" x="4025900" y="1949450"/>
          <p14:tracePt t="100392" x="4019550" y="1955800"/>
          <p14:tracePt t="100505" x="4025900" y="1955800"/>
          <p14:tracePt t="100512" x="4032250" y="1962150"/>
          <p14:tracePt t="100540" x="4038600" y="1962150"/>
          <p14:tracePt t="100554" x="4044950" y="1962150"/>
          <p14:tracePt t="100561" x="4051300" y="1962150"/>
          <p14:tracePt t="100577" x="4057650" y="1962150"/>
          <p14:tracePt t="100591" x="4083050" y="1962150"/>
          <p14:tracePt t="100608" x="4102100" y="1962150"/>
          <p14:tracePt t="100625" x="4140200" y="1962150"/>
          <p14:tracePt t="100641" x="4184650" y="1949450"/>
          <p14:tracePt t="100657" x="4203700" y="1949450"/>
          <p14:tracePt t="100674" x="4235450" y="1943100"/>
          <p14:tracePt t="100690" x="4248150" y="1943100"/>
          <p14:tracePt t="100707" x="4273550" y="1936750"/>
          <p14:tracePt t="100711" x="4279900" y="1936750"/>
          <p14:tracePt t="100724" x="4286250" y="1936750"/>
          <p14:tracePt t="100740" x="4292600" y="1936750"/>
          <p14:tracePt t="100758" x="4298950" y="1930400"/>
          <p14:tracePt t="100821" x="4305300" y="1924050"/>
          <p14:tracePt t="100891" x="4305300" y="1930400"/>
          <p14:tracePt t="101334" x="4286250" y="1943100"/>
          <p14:tracePt t="101341" x="4267200" y="1962150"/>
          <p14:tracePt t="101357" x="4248150" y="1974850"/>
          <p14:tracePt t="101371" x="4222750" y="1981200"/>
          <p14:tracePt t="101388" x="4197350" y="2000250"/>
          <p14:tracePt t="101405" x="4178300" y="2012950"/>
          <p14:tracePt t="101421" x="4171950" y="2019300"/>
          <p14:tracePt t="101438" x="4171950" y="2025650"/>
          <p14:tracePt t="101455" x="4165600" y="2025650"/>
          <p14:tracePt t="101523" x="4165600" y="2032000"/>
          <p14:tracePt t="101706" x="4159250" y="2032000"/>
          <p14:tracePt t="102295" x="4152900" y="2032000"/>
          <p14:tracePt t="102309" x="4146550" y="2032000"/>
          <p14:tracePt t="102315" x="4133850" y="2038350"/>
          <p14:tracePt t="102330" x="4127500" y="2044700"/>
          <p14:tracePt t="102344" x="4121150" y="2044700"/>
          <p14:tracePt t="102358" x="4114800" y="2051050"/>
          <p14:tracePt t="102379" x="4108450" y="2051050"/>
          <p14:tracePt t="102387" x="4102100" y="2057400"/>
          <p14:tracePt t="102407" x="4095750" y="2063750"/>
          <p14:tracePt t="102436" x="4095750" y="2070100"/>
          <p14:tracePt t="102470" x="4089400" y="2070100"/>
          <p14:tracePt t="102485" x="4089400" y="2076450"/>
          <p14:tracePt t="102555" x="4095750" y="2076450"/>
          <p14:tracePt t="102576" x="4108450" y="2076450"/>
          <p14:tracePt t="102618" x="4121150" y="2070100"/>
          <p14:tracePt t="102639" x="4127500" y="2063750"/>
          <p14:tracePt t="102646" x="4133850" y="2063750"/>
          <p14:tracePt t="102660" x="4140200" y="2057400"/>
          <p14:tracePt t="102670" x="4152900" y="2051050"/>
          <p14:tracePt t="102683" x="4159250" y="2038350"/>
          <p14:tracePt t="102700" x="4171950" y="2032000"/>
          <p14:tracePt t="102717" x="4210050" y="2000250"/>
          <p14:tracePt t="102733" x="4222750" y="1974850"/>
          <p14:tracePt t="102737" x="4248150" y="1962150"/>
          <p14:tracePt t="102766" x="4267200" y="1930400"/>
          <p14:tracePt t="102783" x="4286250" y="1879600"/>
          <p14:tracePt t="102801" x="4311650" y="1835150"/>
          <p14:tracePt t="102817" x="4318000" y="1803400"/>
          <p14:tracePt t="102833" x="4324350" y="1733550"/>
          <p14:tracePt t="102850" x="4337050" y="1663700"/>
          <p14:tracePt t="102866" x="4337050" y="1625600"/>
          <p14:tracePt t="102883" x="4343400" y="1574800"/>
          <p14:tracePt t="102900" x="4356100" y="1543050"/>
          <p14:tracePt t="102916" x="4362450" y="1530350"/>
          <p14:tracePt t="102934" x="4362450" y="1511300"/>
          <p14:tracePt t="102949" x="4362450" y="1498600"/>
          <p14:tracePt t="102966" x="4368800" y="1492250"/>
          <p14:tracePt t="102983" x="4375150" y="1485900"/>
          <p14:tracePt t="102999" x="4381500" y="1473200"/>
          <p14:tracePt t="103016" x="4381500" y="1466850"/>
          <p14:tracePt t="103033" x="4381500" y="1460500"/>
          <p14:tracePt t="103049" x="4381500" y="1454150"/>
          <p14:tracePt t="103065" x="4387850" y="1454150"/>
          <p14:tracePt t="103082" x="4387850" y="1447800"/>
          <p14:tracePt t="103099" x="4394200" y="1441450"/>
          <p14:tracePt t="103124" x="4400550" y="1441450"/>
          <p14:tracePt t="103152" x="4400550" y="1428750"/>
          <p14:tracePt t="103180" x="4406900" y="1422400"/>
          <p14:tracePt t="103222" x="4413250" y="1422400"/>
          <p14:tracePt t="103229" x="4419600" y="1422400"/>
          <p14:tracePt t="103250" x="4425950" y="1422400"/>
          <p14:tracePt t="103313" x="4432300" y="1428750"/>
          <p14:tracePt t="103321" x="4432300" y="1435100"/>
          <p14:tracePt t="105508" x="4425950" y="1447800"/>
          <p14:tracePt t="105515" x="4419600" y="1460500"/>
          <p14:tracePt t="105529" x="4413250" y="1479550"/>
          <p14:tracePt t="105541" x="4400550" y="1492250"/>
          <p14:tracePt t="105557" x="4375150" y="1543050"/>
          <p14:tracePt t="105574" x="4368800" y="1574800"/>
          <p14:tracePt t="105592" x="4337050" y="1651000"/>
          <p14:tracePt t="105607" x="4298950" y="1733550"/>
          <p14:tracePt t="105624" x="4286250" y="1778000"/>
          <p14:tracePt t="105641" x="4241800" y="1866900"/>
          <p14:tracePt t="105657" x="4210050" y="1930400"/>
          <p14:tracePt t="105673" x="4191000" y="1962150"/>
          <p14:tracePt t="105691" x="4165600" y="2012950"/>
          <p14:tracePt t="105707" x="4159250" y="2032000"/>
          <p14:tracePt t="105723" x="4133850" y="2057400"/>
          <p14:tracePt t="105740" x="4121150" y="2089150"/>
          <p14:tracePt t="105756" x="4114800" y="2101850"/>
          <p14:tracePt t="105773" x="4108450" y="2108200"/>
          <p14:tracePt t="105790" x="4095750" y="2120900"/>
          <p14:tracePt t="105807" x="4089400" y="2127250"/>
          <p14:tracePt t="105824" x="4083050" y="2127250"/>
          <p14:tracePt t="105839" x="4076700" y="2127250"/>
          <p14:tracePt t="105880" x="4070350" y="2127250"/>
          <p14:tracePt t="106311" x="4064000" y="2127250"/>
          <p14:tracePt t="106318" x="4038600" y="2139950"/>
          <p14:tracePt t="106332" x="4025900" y="2152650"/>
          <p14:tracePt t="106341" x="4013200" y="2159000"/>
          <p14:tracePt t="106355" x="3994150" y="2178050"/>
          <p14:tracePt t="106370" x="3962400" y="2197100"/>
          <p14:tracePt t="106388" x="3943350" y="2203450"/>
          <p14:tracePt t="106404" x="3930650" y="2209800"/>
          <p14:tracePt t="106420" x="3911600" y="2216150"/>
          <p14:tracePt t="106438" x="3860800" y="2216150"/>
          <p14:tracePt t="106454" x="3848100" y="2216150"/>
          <p14:tracePt t="106471" x="3829050" y="2216150"/>
          <p14:tracePt t="106487" x="3778250" y="2209800"/>
          <p14:tracePt t="106504" x="3702050" y="2209800"/>
          <p14:tracePt t="106520" x="3651250" y="2209800"/>
          <p14:tracePt t="106537" x="3568700" y="2216150"/>
          <p14:tracePt t="106554" x="3486150" y="2235200"/>
          <p14:tracePt t="106571" x="3429000" y="2241550"/>
          <p14:tracePt t="106587" x="3403600" y="2247900"/>
          <p14:tracePt t="106603" x="3371850" y="2247900"/>
          <p14:tracePt t="106621" x="3346450" y="2247900"/>
          <p14:tracePt t="106637" x="3340100" y="2247900"/>
          <p14:tracePt t="106654" x="3327400" y="2247900"/>
          <p14:tracePt t="106719" x="3321050" y="2247900"/>
          <p14:tracePt t="106725" x="3314700" y="2247900"/>
          <p14:tracePt t="107151" x="3302000" y="2247900"/>
          <p14:tracePt t="107165" x="3270250" y="2254250"/>
          <p14:tracePt t="107172" x="3244850" y="2260600"/>
          <p14:tracePt t="107185" x="3213100" y="2266950"/>
          <p14:tracePt t="107201" x="3175000" y="2286000"/>
          <p14:tracePt t="107218" x="3143250" y="2286000"/>
          <p14:tracePt t="107236" x="3111500" y="2292350"/>
          <p14:tracePt t="107251" x="3092450" y="2298700"/>
          <p14:tracePt t="107268" x="3054350" y="2298700"/>
          <p14:tracePt t="107285" x="3016250" y="2298700"/>
          <p14:tracePt t="107301" x="2997200" y="2298700"/>
          <p14:tracePt t="107318" x="2952750" y="2305050"/>
          <p14:tracePt t="107335" x="2933700" y="2311400"/>
          <p14:tracePt t="107351" x="2927350" y="2317750"/>
          <p14:tracePt t="107368" x="2914650" y="2317750"/>
          <p14:tracePt t="107384" x="2908300" y="2317750"/>
          <p14:tracePt t="107418" x="2914650" y="2317750"/>
          <p14:tracePt t="107434" x="2921000" y="2324100"/>
          <p14:tracePt t="107450" x="2933700" y="2324100"/>
          <p14:tracePt t="107467" x="2952750" y="2330450"/>
          <p14:tracePt t="107484" x="2984500" y="2336800"/>
          <p14:tracePt t="107500" x="3022600" y="2336800"/>
          <p14:tracePt t="107517" x="3117850" y="2349500"/>
          <p14:tracePt t="107534" x="3181350" y="2355850"/>
          <p14:tracePt t="107551" x="3352800" y="2374900"/>
          <p14:tracePt t="107567" x="3530600" y="2393950"/>
          <p14:tracePt t="107583" x="3619500" y="2393950"/>
          <p14:tracePt t="107601" x="3797300" y="2393950"/>
          <p14:tracePt t="107617" x="3924300" y="2406650"/>
          <p14:tracePt t="107633" x="3975100" y="2406650"/>
          <p14:tracePt t="107650" x="4025900" y="2406650"/>
          <p14:tracePt t="107667" x="4044950" y="2406650"/>
          <p14:tracePt t="107684" x="4051300" y="2406650"/>
          <p14:tracePt t="107699" x="4051300" y="2400300"/>
          <p14:tracePt t="107727" x="4051300" y="2393950"/>
          <p14:tracePt t="107755" x="4051300" y="2387600"/>
          <p14:tracePt t="107797" x="4051300" y="2381250"/>
          <p14:tracePt t="107825" x="4044950" y="2381250"/>
          <p14:tracePt t="107832" x="4038600" y="2381250"/>
          <p14:tracePt t="107846" x="4032250" y="2381250"/>
          <p14:tracePt t="107853" x="4025900" y="2381250"/>
          <p14:tracePt t="107869" x="4013200" y="2387600"/>
          <p14:tracePt t="107882" x="4000500" y="2393950"/>
          <p14:tracePt t="107899" x="3924300" y="2419350"/>
          <p14:tracePt t="107917" x="3829050" y="2457450"/>
          <p14:tracePt t="107932" x="3759200" y="2482850"/>
          <p14:tracePt t="107949" x="3619500" y="2552700"/>
          <p14:tracePt t="107966" x="3498850" y="2622550"/>
          <p14:tracePt t="107982" x="3441700" y="2647950"/>
          <p14:tracePt t="107999" x="3371850" y="2698750"/>
          <p14:tracePt t="108015" x="3333750" y="2730500"/>
          <p14:tracePt t="108032" x="3321050" y="2736850"/>
          <p14:tracePt t="108049" x="3302000" y="2743200"/>
          <p14:tracePt t="108065" x="3295650" y="2749550"/>
          <p14:tracePt t="108099" x="3295650" y="2755900"/>
          <p14:tracePt t="108115" x="3295650" y="2762250"/>
          <p14:tracePt t="108135" x="3295650" y="2768600"/>
          <p14:tracePt t="108155" x="3295650" y="2774950"/>
          <p14:tracePt t="108183" x="3302000" y="2781300"/>
          <p14:tracePt t="108246" x="3302000" y="2787650"/>
          <p14:tracePt t="108267" x="3302000" y="2794000"/>
          <p14:tracePt t="108274" x="3302000" y="2800350"/>
          <p14:tracePt t="108295" x="3302000" y="2813050"/>
          <p14:tracePt t="108309" x="3302000" y="2819400"/>
          <p14:tracePt t="108317" x="3302000" y="2825750"/>
          <p14:tracePt t="108331" x="3302000" y="2857500"/>
          <p14:tracePt t="108347" x="3282950" y="2908300"/>
          <p14:tracePt t="108364" x="3276600" y="2933700"/>
          <p14:tracePt t="108380" x="3251200" y="3009900"/>
          <p14:tracePt t="108397" x="3232150" y="3079750"/>
          <p14:tracePt t="108414" x="3213100" y="3111500"/>
          <p14:tracePt t="108430" x="3187700" y="3175000"/>
          <p14:tracePt t="108447" x="3181350" y="3194050"/>
          <p14:tracePt t="108464" x="3155950" y="3251200"/>
          <p14:tracePt t="108480" x="3149600" y="3270250"/>
          <p14:tracePt t="108497" x="3143250" y="3282950"/>
          <p14:tracePt t="108514" x="3124200" y="3327400"/>
          <p14:tracePt t="108530" x="3105150" y="3352800"/>
          <p14:tracePt t="108547" x="3092450" y="3365500"/>
          <p14:tracePt t="108563" x="3079750" y="3390900"/>
          <p14:tracePt t="108580" x="3060700" y="3409950"/>
          <p14:tracePt t="108597" x="3060700" y="3416300"/>
          <p14:tracePt t="108613" x="3060700" y="3422650"/>
          <p14:tracePt t="108630" x="3054350" y="3429000"/>
          <p14:tracePt t="108997" x="3048000" y="3429000"/>
          <p14:tracePt t="109013" x="3041650" y="3429000"/>
          <p14:tracePt t="109018" x="3035300" y="3429000"/>
          <p14:tracePt t="109028" x="3028950" y="3429000"/>
          <p14:tracePt t="109045" x="3016250" y="3429000"/>
          <p14:tracePt t="109062" x="3009900" y="3429000"/>
          <p14:tracePt t="109078" x="2990850" y="3429000"/>
          <p14:tracePt t="109096" x="2965450" y="3416300"/>
          <p14:tracePt t="109111" x="2959100" y="3416300"/>
          <p14:tracePt t="109145" x="2946400" y="3409950"/>
          <p14:tracePt t="109161" x="2940050" y="3403600"/>
          <p14:tracePt t="109208" x="2940050" y="3397250"/>
          <p14:tracePt t="109222" x="2940050" y="3390900"/>
          <p14:tracePt t="109231" x="2940050" y="3384550"/>
          <p14:tracePt t="109244" x="2940050" y="3378200"/>
          <p14:tracePt t="109261" x="2940050" y="3340100"/>
          <p14:tracePt t="109279" x="2940050" y="3282950"/>
          <p14:tracePt t="109294" x="2940050" y="3238500"/>
          <p14:tracePt t="109311" x="2940050" y="3130550"/>
          <p14:tracePt t="109328" x="2940050" y="3067050"/>
          <p14:tracePt t="109344" x="2940050" y="2952750"/>
          <p14:tracePt t="109361" x="2940050" y="2901950"/>
          <p14:tracePt t="109377" x="2940050" y="2794000"/>
          <p14:tracePt t="109394" x="2940050" y="2768600"/>
          <p14:tracePt t="109410" x="2940050" y="2749550"/>
          <p14:tracePt t="109427" x="2940050" y="2717800"/>
          <p14:tracePt t="109444" x="2940050" y="2711450"/>
          <p14:tracePt t="109461" x="2940050" y="2705100"/>
          <p14:tracePt t="109503" x="2946400" y="2705100"/>
          <p14:tracePt t="109511" x="2952750" y="2705100"/>
          <p14:tracePt t="109531" x="2965450" y="2705100"/>
          <p14:tracePt t="109538" x="2971800" y="2711450"/>
          <p14:tracePt t="109552" x="2984500" y="2711450"/>
          <p14:tracePt t="109560" x="3003550" y="2711450"/>
          <p14:tracePt t="109577" x="3016250" y="2717800"/>
          <p14:tracePt t="109593" x="3048000" y="2724150"/>
          <p14:tracePt t="109610" x="3130550" y="2743200"/>
          <p14:tracePt t="109626" x="3238500" y="2762250"/>
          <p14:tracePt t="109643" x="3371850" y="2787650"/>
          <p14:tracePt t="109660" x="3479800" y="2813050"/>
          <p14:tracePt t="109676" x="3530600" y="2825750"/>
          <p14:tracePt t="109693" x="3587750" y="2838450"/>
          <p14:tracePt t="109709" x="3594100" y="2838450"/>
          <p14:tracePt t="109726" x="3606800" y="2851150"/>
          <p14:tracePt t="109762" x="3600450" y="2851150"/>
          <p14:tracePt t="109776" x="3594100" y="2857500"/>
          <p14:tracePt t="109793" x="3581400" y="2870200"/>
          <p14:tracePt t="109809" x="3568700" y="2882900"/>
          <p14:tracePt t="109826" x="3524250" y="2914650"/>
          <p14:tracePt t="109842" x="3448050" y="2978150"/>
          <p14:tracePt t="109858" x="3403600" y="3016250"/>
          <p14:tracePt t="109862" x="3359150" y="3054350"/>
          <p14:tracePt t="109875" x="3295650" y="3098800"/>
          <p14:tracePt t="109892" x="3194050" y="3187700"/>
          <p14:tracePt t="109909" x="3149600" y="3219450"/>
          <p14:tracePt t="109926" x="3079750" y="3289300"/>
          <p14:tracePt t="109942" x="3035300" y="3346450"/>
          <p14:tracePt t="109959" x="3016250" y="3365500"/>
          <p14:tracePt t="109975" x="2990850" y="3409950"/>
          <p14:tracePt t="109992" x="2978150" y="3422650"/>
          <p14:tracePt t="110009" x="2965450" y="3448050"/>
          <p14:tracePt t="110025" x="2946400" y="3467100"/>
          <p14:tracePt t="110042" x="2940050" y="3473450"/>
          <p14:tracePt t="110058" x="2933700" y="3492500"/>
          <p14:tracePt t="110075" x="2933700" y="3505200"/>
          <p14:tracePt t="110091" x="2927350" y="3505200"/>
          <p14:tracePt t="110124" x="2921000" y="3505200"/>
          <p14:tracePt t="110346" x="2921000" y="3498850"/>
          <p14:tracePt t="110353" x="2921000" y="3492500"/>
          <p14:tracePt t="110360" x="2927350" y="3479800"/>
          <p14:tracePt t="110377" x="2927350" y="3460750"/>
          <p14:tracePt t="110390" x="2933700" y="3441700"/>
          <p14:tracePt t="110407" x="2933700" y="3371850"/>
          <p14:tracePt t="110424" x="2933700" y="3289300"/>
          <p14:tracePt t="110440" x="2921000" y="3238500"/>
          <p14:tracePt t="110457" x="2895600" y="3130550"/>
          <p14:tracePt t="110473" x="2870200" y="3035300"/>
          <p14:tracePt t="110490" x="2844800" y="2990850"/>
          <p14:tracePt t="110507" x="2813050" y="2927350"/>
          <p14:tracePt t="110523" x="2781300" y="2876550"/>
          <p14:tracePt t="110539" x="2774950" y="2863850"/>
          <p14:tracePt t="110557" x="2762250" y="2844800"/>
          <p14:tracePt t="110573" x="2755900" y="2838450"/>
          <p14:tracePt t="110606" x="2749550" y="2832100"/>
          <p14:tracePt t="110704" x="2755900" y="2832100"/>
          <p14:tracePt t="110725" x="2762250" y="2832100"/>
          <p14:tracePt t="110731" x="2774950" y="2838450"/>
          <p14:tracePt t="110746" x="2781300" y="2838450"/>
          <p14:tracePt t="110755" x="2794000" y="2838450"/>
          <p14:tracePt t="110773" x="2813050" y="2838450"/>
          <p14:tracePt t="110789" x="2863850" y="2851150"/>
          <p14:tracePt t="110805" x="2927350" y="2863850"/>
          <p14:tracePt t="110823" x="2978150" y="2889250"/>
          <p14:tracePt t="110839" x="3003550" y="2901950"/>
          <p14:tracePt t="110855" x="3028950" y="2921000"/>
          <p14:tracePt t="110873" x="3041650" y="2946400"/>
          <p14:tracePt t="110889" x="3041650" y="2971800"/>
          <p14:tracePt t="110905" x="3041650" y="2990850"/>
          <p14:tracePt t="110922" x="3016250" y="3054350"/>
          <p14:tracePt t="110938" x="2997200" y="3086100"/>
          <p14:tracePt t="110955" x="2984500" y="3105150"/>
          <p14:tracePt t="110971" x="2959100" y="3149600"/>
          <p14:tracePt t="110988" x="2933700" y="3181350"/>
          <p14:tracePt t="111006" x="2921000" y="3194050"/>
          <p14:tracePt t="111021" x="2914650" y="3200400"/>
          <p14:tracePt t="111038" x="2914650" y="3213100"/>
          <p14:tracePt t="111055" x="2908300" y="3213100"/>
          <p14:tracePt t="111076" x="2901950" y="3219450"/>
          <p14:tracePt t="111160" x="2908300" y="3219450"/>
          <p14:tracePt t="111195" x="2914650" y="3219450"/>
          <p14:tracePt t="111293" x="2921000" y="3225800"/>
          <p14:tracePt t="111321" x="2927350" y="3225800"/>
          <p14:tracePt t="111329" x="2933700" y="3225800"/>
          <p14:tracePt t="111343" x="2940050" y="3232150"/>
          <p14:tracePt t="111357" x="2946400" y="3232150"/>
          <p14:tracePt t="111377" x="2952750" y="3232150"/>
          <p14:tracePt t="111392" x="2959100" y="3232150"/>
          <p14:tracePt t="111413" x="2971800" y="3238500"/>
          <p14:tracePt t="111422" x="2990850" y="3244850"/>
          <p14:tracePt t="111437" x="3022600" y="3251200"/>
          <p14:tracePt t="111454" x="3067050" y="3263900"/>
          <p14:tracePt t="111469" x="3149600" y="3289300"/>
          <p14:tracePt t="111487" x="3187700" y="3295650"/>
          <p14:tracePt t="111504" x="3232150" y="3302000"/>
          <p14:tracePt t="111520" x="3302000" y="3321050"/>
          <p14:tracePt t="111536" x="3321050" y="3327400"/>
          <p14:tracePt t="111554" x="3346450" y="3333750"/>
          <p14:tracePt t="111569" x="3352800" y="3333750"/>
          <p14:tracePt t="111586" x="3359150" y="3333750"/>
          <p14:tracePt t="111603" x="3359150" y="3327400"/>
          <p14:tracePt t="111620" x="3352800" y="3321050"/>
          <p14:tracePt t="111652" x="3321050" y="3327400"/>
          <p14:tracePt t="111669" x="3282950" y="3333750"/>
          <p14:tracePt t="111686" x="3257550" y="3346450"/>
          <p14:tracePt t="111702" x="3194050" y="3359150"/>
          <p14:tracePt t="111719" x="3136900" y="3365500"/>
          <p14:tracePt t="111736" x="3086100" y="3378200"/>
          <p14:tracePt t="111752" x="3073400" y="3378200"/>
          <p14:tracePt t="111769" x="3041650" y="3384550"/>
          <p14:tracePt t="111786" x="3028950" y="3390900"/>
          <p14:tracePt t="111802" x="3022600" y="3390900"/>
          <p14:tracePt t="111819" x="3022600" y="3397250"/>
          <p14:tracePt t="111856" x="3028950" y="3397250"/>
          <p14:tracePt t="111871" x="3035300" y="3397250"/>
          <p14:tracePt t="111885" x="3048000" y="3397250"/>
          <p14:tracePt t="111902" x="3073400" y="3403600"/>
          <p14:tracePt t="111919" x="3117850" y="3403600"/>
          <p14:tracePt t="111935" x="3155950" y="3403600"/>
          <p14:tracePt t="111952" x="3251200" y="3403600"/>
          <p14:tracePt t="111968" x="3352800" y="3403600"/>
          <p14:tracePt t="111985" x="3403600" y="3403600"/>
          <p14:tracePt t="112001" x="3473450" y="3403600"/>
          <p14:tracePt t="112018" x="3511550" y="3403600"/>
          <p14:tracePt t="112035" x="3517900" y="3403600"/>
          <p14:tracePt t="112052" x="3530600" y="3397250"/>
          <p14:tracePt t="112068" x="3536950" y="3397250"/>
          <p14:tracePt t="112150" x="3530600" y="3397250"/>
          <p14:tracePt t="112326" x="3530600" y="3390900"/>
          <p14:tracePt t="112339" x="3524250" y="3384550"/>
          <p14:tracePt t="112347" x="3524250" y="3378200"/>
          <p14:tracePt t="112361" x="3524250" y="3371850"/>
          <p14:tracePt t="112370" x="3517900" y="3365500"/>
          <p14:tracePt t="112383" x="3517900" y="3359150"/>
          <p14:tracePt t="112400" x="3492500" y="3314700"/>
          <p14:tracePt t="112417" x="3479800" y="3270250"/>
          <p14:tracePt t="112433" x="3422650" y="3136900"/>
          <p14:tracePt t="112453" x="3327400" y="2921000"/>
          <p14:tracePt t="112467" x="3206750" y="2647950"/>
          <p14:tracePt t="112483" x="3143250" y="2520950"/>
          <p14:tracePt t="112499" x="3086100" y="2406650"/>
          <p14:tracePt t="112516" x="2997200" y="2209800"/>
          <p14:tracePt t="112533" x="2933700" y="2070100"/>
          <p14:tracePt t="112549" x="2927350" y="2019300"/>
          <p14:tracePt t="112566" x="2921000" y="1949450"/>
          <p14:tracePt t="112583" x="2921000" y="1911350"/>
          <p14:tracePt t="112600" x="2927350" y="1898650"/>
          <p14:tracePt t="112616" x="2946400" y="1885950"/>
          <p14:tracePt t="112632" x="2959100" y="1879600"/>
          <p14:tracePt t="112649" x="2990850" y="1866900"/>
          <p14:tracePt t="112666" x="3009900" y="1860550"/>
          <p14:tracePt t="112683" x="3035300" y="1847850"/>
          <p14:tracePt t="112699" x="3130550" y="1790700"/>
          <p14:tracePt t="112716" x="3149600" y="1771650"/>
          <p14:tracePt t="112734" x="3175000" y="1752600"/>
          <p14:tracePt t="112748" x="3194050" y="1739900"/>
          <p14:tracePt t="112765" x="3200400" y="1739900"/>
          <p14:tracePt t="112799" x="3206750" y="1739900"/>
          <p14:tracePt t="112819" x="3213100" y="1739900"/>
          <p14:tracePt t="112838" x="3213100" y="1746250"/>
          <p14:tracePt t="112859" x="3213100" y="1752600"/>
          <p14:tracePt t="112881" x="3213100" y="1758950"/>
          <p14:tracePt t="112888" x="3206750" y="1758950"/>
          <p14:tracePt t="112902" x="3206750" y="1765300"/>
          <p14:tracePt t="112930" x="3200400" y="1771650"/>
          <p14:tracePt t="112951" x="3187700" y="1778000"/>
          <p14:tracePt t="112972" x="3181350" y="1784350"/>
          <p14:tracePt t="112979" x="3175000" y="1784350"/>
          <p14:tracePt t="112993" x="3162300" y="1790700"/>
          <p14:tracePt t="113001" x="3136900" y="1797050"/>
          <p14:tracePt t="113015" x="3098800" y="1803400"/>
          <p14:tracePt t="113031" x="3003550" y="1828800"/>
          <p14:tracePt t="113048" x="2933700" y="1847850"/>
          <p14:tracePt t="113064" x="2794000" y="1866900"/>
          <p14:tracePt t="113081" x="2717800" y="1866900"/>
          <p14:tracePt t="113099" x="2495550" y="1873250"/>
          <p14:tracePt t="113114" x="2432050" y="1873250"/>
          <p14:tracePt t="113131" x="2381250" y="1873250"/>
          <p14:tracePt t="113148" x="2311400" y="1873250"/>
          <p14:tracePt t="113164" x="2260600" y="1873250"/>
          <p14:tracePt t="113181" x="2254250" y="1873250"/>
          <p14:tracePt t="113197" x="2235200" y="1873250"/>
          <p14:tracePt t="113214" x="2222500" y="1873250"/>
          <p14:tracePt t="113247" x="2209800" y="1873250"/>
          <p14:tracePt t="113484" x="2241550" y="1873250"/>
          <p14:tracePt t="113492" x="2311400" y="1885950"/>
          <p14:tracePt t="113505" x="2387600" y="1905000"/>
          <p14:tracePt t="113520" x="2489200" y="1911350"/>
          <p14:tracePt t="113529" x="2590800" y="1936750"/>
          <p14:tracePt t="113546" x="2724150" y="1955800"/>
          <p14:tracePt t="113563" x="3079750" y="2000250"/>
          <p14:tracePt t="113579" x="3168650" y="2000250"/>
          <p14:tracePt t="113597" x="3308350" y="2006600"/>
          <p14:tracePt t="113612" x="3390900" y="2006600"/>
          <p14:tracePt t="113629" x="3409950" y="2006600"/>
          <p14:tracePt t="113646" x="3429000" y="2006600"/>
          <p14:tracePt t="113730" x="3416300" y="2006600"/>
          <p14:tracePt t="113745" x="3403600" y="2006600"/>
          <p14:tracePt t="113751" x="3384550" y="2012950"/>
          <p14:tracePt t="113765" x="3352800" y="2012950"/>
          <p14:tracePt t="113779" x="3314700" y="2019300"/>
          <p14:tracePt t="113795" x="3175000" y="2038350"/>
          <p14:tracePt t="113812" x="3067050" y="2044700"/>
          <p14:tracePt t="113829" x="2876550" y="2057400"/>
          <p14:tracePt t="113845" x="2698750" y="2076450"/>
          <p14:tracePt t="113862" x="2635250" y="2076450"/>
          <p14:tracePt t="113879" x="2540000" y="2082800"/>
          <p14:tracePt t="113895" x="2501900" y="2082800"/>
          <p14:tracePt t="113912" x="2489200" y="2082800"/>
          <p14:tracePt t="113928" x="2476500" y="2082800"/>
          <p14:tracePt t="113945" x="2470150" y="2089150"/>
          <p14:tracePt t="113977" x="2463800" y="2095500"/>
          <p14:tracePt t="113995" x="2463800" y="2101850"/>
          <p14:tracePt t="114046" x="2463800" y="2108200"/>
          <p14:tracePt t="114082" x="2463800" y="2114550"/>
          <p14:tracePt t="114187" x="2470150" y="2120900"/>
          <p14:tracePt t="114195" x="2476500" y="2120900"/>
          <p14:tracePt t="114208" x="2482850" y="2120900"/>
          <p14:tracePt t="114215" x="2489200" y="2127250"/>
          <p14:tracePt t="114227" x="2495550" y="2127250"/>
          <p14:tracePt t="114245" x="2527300" y="2127250"/>
          <p14:tracePt t="114260" x="2565400" y="2133600"/>
          <p14:tracePt t="114277" x="2603500" y="2146300"/>
          <p14:tracePt t="114294" x="2870200" y="2152650"/>
          <p14:tracePt t="114310" x="2978150" y="2165350"/>
          <p14:tracePt t="114328" x="3213100" y="2165350"/>
          <p14:tracePt t="114343" x="3314700" y="2159000"/>
          <p14:tracePt t="114360" x="3517900" y="2159000"/>
          <p14:tracePt t="114377" x="3606800" y="2152650"/>
          <p14:tracePt t="114393" x="3759200" y="2152650"/>
          <p14:tracePt t="114410" x="3854450" y="2139950"/>
          <p14:tracePt t="114427" x="3905250" y="2139950"/>
          <p14:tracePt t="114443" x="3917950" y="2139950"/>
          <p14:tracePt t="114461" x="3930650" y="2139950"/>
          <p14:tracePt t="114476" x="3937000" y="2139950"/>
          <p14:tracePt t="114587" x="3943350" y="2139950"/>
          <p14:tracePt t="114630" x="3949700" y="2133600"/>
          <p14:tracePt t="114636" x="3956050" y="2133600"/>
          <p14:tracePt t="114645" x="3962400" y="2133600"/>
          <p14:tracePt t="114659" x="3968750" y="2133600"/>
          <p14:tracePt t="114675" x="3968750" y="2127250"/>
          <p14:tracePt t="114693" x="3981450" y="2120900"/>
          <p14:tracePt t="114709" x="4006850" y="2095500"/>
          <p14:tracePt t="114725" x="4032250" y="2082800"/>
          <p14:tracePt t="114742" x="4064000" y="2025650"/>
          <p14:tracePt t="114759" x="4095750" y="1987550"/>
          <p14:tracePt t="114776" x="4108450" y="1962150"/>
          <p14:tracePt t="114792" x="4127500" y="1930400"/>
          <p14:tracePt t="114808" x="4140200" y="1911350"/>
          <p14:tracePt t="114826" x="4152900" y="1911350"/>
          <p14:tracePt t="114858" x="4159250" y="1905000"/>
          <p14:tracePt t="115149" x="4140200" y="1949450"/>
          <p14:tracePt t="115156" x="4102100" y="2019300"/>
          <p14:tracePt t="115170" x="4064000" y="2101850"/>
          <p14:tracePt t="115177" x="4013200" y="2190750"/>
          <p14:tracePt t="115193" x="3956050" y="2298700"/>
          <p14:tracePt t="115207" x="3835400" y="2540000"/>
          <p14:tracePt t="115224" x="3778250" y="2679700"/>
          <p14:tracePt t="115241" x="3644900" y="2965450"/>
          <p14:tracePt t="115257" x="3575050" y="3111500"/>
          <p14:tracePt t="115275" x="3454400" y="3416300"/>
          <p14:tracePt t="115290" x="3314700" y="3727450"/>
          <p14:tracePt t="115306" x="3282950" y="3879850"/>
          <p14:tracePt t="115324" x="3181350" y="4197350"/>
          <p14:tracePt t="115340" x="3079750" y="4559300"/>
          <p14:tracePt t="115356" x="3028950" y="4743450"/>
          <p14:tracePt t="115374" x="2965450" y="4972050"/>
          <p14:tracePt t="115390" x="2914650" y="5168900"/>
          <p14:tracePt t="115406" x="2895600" y="5251450"/>
          <p14:tracePt t="115423" x="2851150" y="5416550"/>
          <p14:tracePt t="115439" x="2825750" y="5549900"/>
          <p14:tracePt t="115456" x="2813050" y="5607050"/>
          <p14:tracePt t="115473" x="2787650" y="5702300"/>
          <p14:tracePt t="115489" x="2774950" y="5759450"/>
          <p14:tracePt t="115508" x="2743200" y="5822950"/>
          <p14:tracePt t="115522" x="2730500" y="5842000"/>
          <p14:tracePt t="115539" x="2724150" y="5867400"/>
          <p14:tracePt t="115557" x="2698750" y="5892800"/>
          <p14:tracePt t="115572" x="2692400" y="5892800"/>
          <p14:tracePt t="115683" x="2698750" y="5892800"/>
          <p14:tracePt t="115697" x="2705100" y="5892800"/>
          <p14:tracePt t="115711" x="2711450" y="5892800"/>
          <p14:tracePt t="115739" x="2717800" y="5880100"/>
          <p14:tracePt t="115745" x="2724150" y="5873750"/>
          <p14:tracePt t="115760" x="2730500" y="5861050"/>
          <p14:tracePt t="115771" x="2736850" y="5842000"/>
          <p14:tracePt t="115789" x="2743200" y="5829300"/>
          <p14:tracePt t="115805" x="2768600" y="5778500"/>
          <p14:tracePt t="115822" x="2787650" y="5715000"/>
          <p14:tracePt t="115838" x="2819400" y="5651500"/>
          <p14:tracePt t="115855" x="2838450" y="5613400"/>
          <p14:tracePt t="115872" x="2857500" y="5568950"/>
          <p14:tracePt t="115889" x="2889250" y="5480050"/>
          <p14:tracePt t="115905" x="2933700" y="5391150"/>
          <p14:tracePt t="115922" x="2990850" y="5295900"/>
          <p14:tracePt t="115938" x="3016250" y="5257800"/>
          <p14:tracePt t="115955" x="3067050" y="5181600"/>
          <p14:tracePt t="115971" x="3105150" y="5118100"/>
          <p14:tracePt t="115988" x="3117850" y="5105400"/>
          <p14:tracePt t="116004" x="3136900" y="5067300"/>
          <p14:tracePt t="116021" x="3149600" y="5041900"/>
          <p14:tracePt t="116037" x="3155950" y="5029200"/>
          <p14:tracePt t="116054" x="3168650" y="5022850"/>
          <p14:tracePt t="116070" x="3181350" y="5010150"/>
          <p14:tracePt t="116087" x="3187700" y="5003800"/>
          <p14:tracePt t="116105" x="3194050" y="4997450"/>
          <p14:tracePt t="116120" x="3206750" y="4991100"/>
          <p14:tracePt t="116137" x="3213100" y="4991100"/>
          <p14:tracePt t="116154" x="3219450" y="4984750"/>
          <p14:tracePt t="116170" x="3225800" y="4984750"/>
          <p14:tracePt t="116187" x="3232150" y="4984750"/>
          <p14:tracePt t="116294" x="3232150" y="4978400"/>
          <p14:tracePt t="116343" x="3225800" y="4978400"/>
          <p14:tracePt t="116350" x="3219450" y="4978400"/>
          <p14:tracePt t="116364" x="3213100" y="4978400"/>
          <p14:tracePt t="116372" x="3194050" y="4972050"/>
          <p14:tracePt t="116386" x="3175000" y="4972050"/>
          <p14:tracePt t="116403" x="3092450" y="4953000"/>
          <p14:tracePt t="116420" x="2927350" y="4914900"/>
          <p14:tracePt t="116436" x="2819400" y="4895850"/>
          <p14:tracePt t="116453" x="2705100" y="4870450"/>
          <p14:tracePt t="116470" x="2368550" y="4800600"/>
          <p14:tracePt t="116486" x="2279650" y="4768850"/>
          <p14:tracePt t="116505" x="2190750" y="4756150"/>
          <p14:tracePt t="116507" x="2120900" y="4737100"/>
          <p14:tracePt t="116519" x="2070100" y="4730750"/>
          <p14:tracePt t="116536" x="2006600" y="4718050"/>
          <p14:tracePt t="116552" x="1987550" y="4705350"/>
          <p14:tracePt t="116569" x="1974850" y="4705350"/>
          <p14:tracePt t="116596" x="1987550" y="4705350"/>
          <p14:tracePt t="116605" x="2000250" y="4705350"/>
          <p14:tracePt t="116619" x="2019300" y="4711700"/>
          <p14:tracePt t="116635" x="2108200" y="4724400"/>
          <p14:tracePt t="116653" x="2305050" y="4756150"/>
          <p14:tracePt t="116669" x="2444750" y="4781550"/>
          <p14:tracePt t="116685" x="2806700" y="4813300"/>
          <p14:tracePt t="116702" x="3263900" y="4845050"/>
          <p14:tracePt t="116718" x="3435350" y="4870450"/>
          <p14:tracePt t="116736" x="3638550" y="4870450"/>
          <p14:tracePt t="116752" x="4064000" y="4870450"/>
          <p14:tracePt t="116768" x="4165600" y="4870450"/>
          <p14:tracePt t="116786" x="4343400" y="4851400"/>
          <p14:tracePt t="116802" x="4406900" y="4845050"/>
          <p14:tracePt t="116818" x="4489450" y="4826000"/>
          <p14:tracePt t="116835" x="4514850" y="4826000"/>
          <p14:tracePt t="116851" x="4521200" y="4826000"/>
          <p14:tracePt t="116912" x="4514850" y="4826000"/>
          <p14:tracePt t="116926" x="4502150" y="4826000"/>
          <p14:tracePt t="116932" x="4483100" y="4826000"/>
          <p14:tracePt t="116947" x="4451350" y="4832350"/>
          <p14:tracePt t="116954" x="4394200" y="4845050"/>
          <p14:tracePt t="116968" x="4330700" y="4876800"/>
          <p14:tracePt t="116984" x="4152900" y="4959350"/>
          <p14:tracePt t="117001" x="4064000" y="4997450"/>
          <p14:tracePt t="117018" x="3848100" y="5105400"/>
          <p14:tracePt t="117034" x="3651250" y="5213350"/>
          <p14:tracePt t="117051" x="3556000" y="5264150"/>
          <p14:tracePt t="117067" x="3409950" y="5340350"/>
          <p14:tracePt t="117084" x="3270250" y="5410200"/>
          <p14:tracePt t="117101" x="3168650" y="5454650"/>
          <p14:tracePt t="117117" x="3124200" y="5480050"/>
          <p14:tracePt t="117134" x="3086100" y="5492750"/>
          <p14:tracePt t="117151" x="3016250" y="5505450"/>
          <p14:tracePt t="117167" x="2921000" y="5518150"/>
          <p14:tracePt t="117184" x="2882900" y="5511800"/>
          <p14:tracePt t="117200" x="2787650" y="5499100"/>
          <p14:tracePt t="117217" x="2730500" y="5499100"/>
          <p14:tracePt t="117233" x="2705100" y="5499100"/>
          <p14:tracePt t="117250" x="2673350" y="5480050"/>
          <p14:tracePt t="117266" x="2647950" y="5473700"/>
          <p14:tracePt t="117285" x="2635250" y="5473700"/>
          <p14:tracePt t="117300" x="2635250" y="5467350"/>
          <p14:tracePt t="117317" x="2628900" y="5461000"/>
          <p14:tracePt t="117333" x="2622550" y="5461000"/>
          <p14:tracePt t="117452" x="2628900" y="5454650"/>
          <p14:tracePt t="117467" x="2635250" y="5448300"/>
          <p14:tracePt t="117473" x="2641600" y="5441950"/>
          <p14:tracePt t="117488" x="2654300" y="5441950"/>
          <p14:tracePt t="117499" x="2686050" y="5429250"/>
          <p14:tracePt t="117517" x="2762250" y="5378450"/>
          <p14:tracePt t="117532" x="2832100" y="5327650"/>
          <p14:tracePt t="117549" x="2978150" y="5207000"/>
          <p14:tracePt t="117566" x="3124200" y="5035550"/>
          <p14:tracePt t="117582" x="3206750" y="4940300"/>
          <p14:tracePt t="117599" x="3352800" y="4692650"/>
          <p14:tracePt t="117616" x="3429000" y="4546600"/>
          <p14:tracePt t="117632" x="3600450" y="4133850"/>
          <p14:tracePt t="117649" x="3727450" y="3695700"/>
          <p14:tracePt t="117665" x="3784600" y="3486150"/>
          <p14:tracePt t="117682" x="3829050" y="3187700"/>
          <p14:tracePt t="117699" x="3873500" y="2940050"/>
          <p14:tracePt t="117715" x="3873500" y="2863850"/>
          <p14:tracePt t="117732" x="3873500" y="2736850"/>
          <p14:tracePt t="117748" x="3873500" y="2667000"/>
          <p14:tracePt t="117765" x="3873500" y="2647950"/>
          <p14:tracePt t="117782" x="3873500" y="2622550"/>
          <p14:tracePt t="117798" x="3873500" y="2616200"/>
          <p14:tracePt t="117815" x="3873500" y="2609850"/>
          <p14:tracePt t="117832" x="3867150" y="2597150"/>
          <p14:tracePt t="117848" x="3867150" y="2584450"/>
          <p14:tracePt t="117881" x="3867150" y="2578100"/>
          <p14:tracePt t="117898" x="3867150" y="2565400"/>
          <p14:tracePt t="117931" x="3867150" y="2559050"/>
          <p14:tracePt t="117986" x="3867150" y="2565400"/>
          <p14:tracePt t="118000" x="3873500" y="2571750"/>
          <p14:tracePt t="118015" x="3873500" y="2578100"/>
          <p14:tracePt t="118028" x="3873500" y="2584450"/>
          <p14:tracePt t="118035" x="3873500" y="2590800"/>
          <p14:tracePt t="118050" x="3873500" y="2603500"/>
          <p14:tracePt t="118064" x="3867150" y="2616200"/>
          <p14:tracePt t="118080" x="3835400" y="2667000"/>
          <p14:tracePt t="118097" x="3810000" y="2698750"/>
          <p14:tracePt t="118114" x="3740150" y="2781300"/>
          <p14:tracePt t="118130" x="3689350" y="2844800"/>
          <p14:tracePt t="118148" x="3632200" y="2895600"/>
          <p14:tracePt t="118163" x="3613150" y="2914650"/>
          <p14:tracePt t="118180" x="3587750" y="2933700"/>
          <p14:tracePt t="118197" x="3568700" y="2946400"/>
          <p14:tracePt t="118213" x="3556000" y="2946400"/>
          <p14:tracePt t="118230" x="3536950" y="2946400"/>
          <p14:tracePt t="118246" x="3517900" y="2940050"/>
          <p14:tracePt t="118263" x="3505200" y="2933700"/>
          <p14:tracePt t="118280" x="3492500" y="2933700"/>
          <p14:tracePt t="118297" x="3422650" y="2901950"/>
          <p14:tracePt t="118313" x="3378200" y="2889250"/>
          <p14:tracePt t="118331" x="3282950" y="2844800"/>
          <p14:tracePt t="118346" x="3225800" y="2825750"/>
          <p14:tracePt t="118363" x="3079750" y="2768600"/>
          <p14:tracePt t="118380" x="2965450" y="2724150"/>
          <p14:tracePt t="118395" x="2927350" y="2711450"/>
          <p14:tracePt t="118413" x="2863850" y="2698750"/>
          <p14:tracePt t="118429" x="2832100" y="2698750"/>
          <p14:tracePt t="118446" x="2819400" y="2698750"/>
          <p14:tracePt t="118463" x="2781300" y="2717800"/>
          <p14:tracePt t="118479" x="2743200" y="2762250"/>
          <p14:tracePt t="118495" x="2724150" y="2806700"/>
          <p14:tracePt t="118513" x="2698750" y="2901950"/>
          <p14:tracePt t="118529" x="2679700" y="3060700"/>
          <p14:tracePt t="118546" x="2660650" y="3136900"/>
          <p14:tracePt t="118549" x="2660650" y="3225800"/>
          <p14:tracePt t="118565" x="2660650" y="3289300"/>
          <p14:tracePt t="118579" x="2647950" y="3397250"/>
          <p14:tracePt t="118595" x="2647950" y="3422650"/>
          <p14:tracePt t="118612" x="2641600" y="3448050"/>
          <p14:tracePt t="118629" x="2641600" y="3454400"/>
          <p14:tracePt t="118702" x="2641600" y="3441700"/>
          <p14:tracePt t="118709" x="2654300" y="3435350"/>
          <p14:tracePt t="118724" x="2667000" y="3429000"/>
          <p14:tracePt t="118738" x="2692400" y="3416300"/>
          <p14:tracePt t="118751" x="2711450" y="3409950"/>
          <p14:tracePt t="118761" x="2749550" y="3403600"/>
          <p14:tracePt t="118777" x="2806700" y="3384550"/>
          <p14:tracePt t="118795" x="2952750" y="3352800"/>
          <p14:tracePt t="118811" x="3041650" y="3346450"/>
          <p14:tracePt t="118827" x="3143250" y="3333750"/>
          <p14:tracePt t="118844" x="3365500" y="3314700"/>
          <p14:tracePt t="118861" x="3416300" y="3302000"/>
          <p14:tracePt t="118879" x="3467100" y="3289300"/>
          <p14:tracePt t="118894" x="3479800" y="3282950"/>
          <p14:tracePt t="118911" x="3492500" y="3276600"/>
          <p14:tracePt t="118962" x="3486150" y="3276600"/>
          <p14:tracePt t="118969" x="3479800" y="3276600"/>
          <p14:tracePt t="118984" x="3479800" y="3282950"/>
          <p14:tracePt t="118998" x="3473450" y="3282950"/>
          <p14:tracePt t="119013" x="3460750" y="3289300"/>
          <p14:tracePt t="119027" x="3448050" y="3289300"/>
          <p14:tracePt t="119044" x="3378200" y="3302000"/>
          <p14:tracePt t="119061" x="3251200" y="3302000"/>
          <p14:tracePt t="119077" x="3155950" y="3314700"/>
          <p14:tracePt t="119094" x="2978150" y="3321050"/>
          <p14:tracePt t="119110" x="2800350" y="3333750"/>
          <p14:tracePt t="119127" x="2724150" y="3333750"/>
          <p14:tracePt t="119144" x="2609850" y="3333750"/>
          <p14:tracePt t="119160" x="2533650" y="3333750"/>
          <p14:tracePt t="119177" x="2508250" y="3333750"/>
          <p14:tracePt t="119194" x="2489200" y="3340100"/>
          <p14:tracePt t="119210" x="2463800" y="3340100"/>
          <p14:tracePt t="119226" x="2463800" y="3346450"/>
          <p14:tracePt t="119244" x="2457450" y="3346450"/>
          <p14:tracePt t="119320" x="2463800" y="3352800"/>
          <p14:tracePt t="119335" x="2470150" y="3359150"/>
          <p14:tracePt t="119343" x="2489200" y="3359150"/>
          <p14:tracePt t="119349" x="2508250" y="3365500"/>
          <p14:tracePt t="119363" x="2540000" y="3371850"/>
          <p14:tracePt t="119377" x="2590800" y="3390900"/>
          <p14:tracePt t="119393" x="2762250" y="3441700"/>
          <p14:tracePt t="119409" x="2889250" y="3473450"/>
          <p14:tracePt t="119426" x="3213100" y="3543300"/>
          <p14:tracePt t="119443" x="3594100" y="3619500"/>
          <p14:tracePt t="119459" x="3765550" y="3644900"/>
          <p14:tracePt t="119476" x="4064000" y="3689350"/>
          <p14:tracePt t="119492" x="4279900" y="3702050"/>
          <p14:tracePt t="119509" x="4368800" y="3714750"/>
          <p14:tracePt t="119525" x="4521200" y="3708400"/>
          <p14:tracePt t="119542" x="4578350" y="3702050"/>
          <p14:tracePt t="119560" x="4673600" y="3689350"/>
          <p14:tracePt t="119575" x="4686300" y="3689350"/>
          <p14:tracePt t="119592" x="4699000" y="3683000"/>
          <p14:tracePt t="119609" x="4711700" y="3683000"/>
          <p14:tracePt t="119692" x="4705350" y="3683000"/>
          <p14:tracePt t="119756" x="4699000" y="3676650"/>
          <p14:tracePt t="119770" x="4692650" y="3676650"/>
          <p14:tracePt t="119784" x="4686300" y="3676650"/>
          <p14:tracePt t="119792" x="4673600" y="3676650"/>
          <p14:tracePt t="119807" x="4667250" y="3676650"/>
          <p14:tracePt t="119824" x="4648200" y="3676650"/>
          <p14:tracePt t="119841" x="4540250" y="3663950"/>
          <p14:tracePt t="119857" x="4476750" y="3663950"/>
          <p14:tracePt t="119875" x="4286250" y="3657600"/>
          <p14:tracePt t="119891" x="4197350" y="3657600"/>
          <p14:tracePt t="119907" x="3968750" y="3657600"/>
          <p14:tracePt t="119925" x="3854450" y="3644900"/>
          <p14:tracePt t="119941" x="3638550" y="3644900"/>
          <p14:tracePt t="119957" x="3473450" y="3644900"/>
          <p14:tracePt t="119974" x="3321050" y="3638550"/>
          <p14:tracePt t="119990" x="3270250" y="3638550"/>
          <p14:tracePt t="120007" x="3213100" y="3632200"/>
          <p14:tracePt t="120024" x="3168650" y="3632200"/>
          <p14:tracePt t="120040" x="3162300" y="3625850"/>
          <p14:tracePt t="120058" x="3155950" y="3625850"/>
          <p14:tracePt t="120073" x="3149600" y="3625850"/>
          <p14:tracePt t="120472" x="3092450" y="3632200"/>
          <p14:tracePt t="120486" x="3016250" y="3651250"/>
          <p14:tracePt t="120493" x="2921000" y="3670300"/>
          <p14:tracePt t="120508" x="2832100" y="3695700"/>
          <p14:tracePt t="120522" x="2749550" y="3714750"/>
          <p14:tracePt t="120538" x="2635250" y="3733800"/>
          <p14:tracePt t="120556" x="2584450" y="3746500"/>
          <p14:tracePt t="120572" x="2571750" y="3746500"/>
          <p14:tracePt t="120588" x="2559050" y="3746500"/>
          <p14:tracePt t="120675" x="2565400" y="3746500"/>
          <p14:tracePt t="120697" x="2571750" y="3746500"/>
          <p14:tracePt t="120816" x="2565400" y="3740150"/>
          <p14:tracePt t="120823" x="2559050" y="3733800"/>
          <p14:tracePt t="120838" x="2552700" y="3733800"/>
          <p14:tracePt t="120844" x="2533650" y="3727450"/>
          <p14:tracePt t="120858" x="2514600" y="3721100"/>
          <p14:tracePt t="120871" x="2495550" y="3714750"/>
          <p14:tracePt t="120887" x="2387600" y="3689350"/>
          <p14:tracePt t="120904" x="2324100" y="3670300"/>
          <p14:tracePt t="120921" x="2152650" y="3638550"/>
          <p14:tracePt t="120937" x="2051050" y="3638550"/>
          <p14:tracePt t="120953" x="1949450" y="3625850"/>
          <p14:tracePt t="120971" x="1708150" y="3619500"/>
          <p14:tracePt t="120987" x="1644650" y="3619500"/>
          <p14:tracePt t="121004" x="1574800" y="3619500"/>
          <p14:tracePt t="121020" x="1543050" y="3619500"/>
          <p14:tracePt t="121037" x="1524000" y="3619500"/>
          <p14:tracePt t="121054" x="1517650" y="3619500"/>
          <p14:tracePt t="121070" x="1517650" y="3625850"/>
          <p14:tracePt t="121090" x="1511300" y="3625850"/>
          <p14:tracePt t="121216" x="1517650" y="3625850"/>
          <p14:tracePt t="121244" x="1524000" y="3625850"/>
          <p14:tracePt t="121779" x="1555750" y="3670300"/>
          <p14:tracePt t="121786" x="1606550" y="3752850"/>
          <p14:tracePt t="121801" x="1657350" y="3860800"/>
          <p14:tracePt t="121807" x="1708150" y="3956050"/>
          <p14:tracePt t="121821" x="1771650" y="4051300"/>
          <p14:tracePt t="121835" x="1828800" y="4165600"/>
          <p14:tracePt t="121851" x="1987550" y="4419600"/>
          <p14:tracePt t="121868" x="2063750" y="4527550"/>
          <p14:tracePt t="121884" x="2178050" y="4737100"/>
          <p14:tracePt t="121900" x="2305050" y="4953000"/>
          <p14:tracePt t="121917" x="2336800" y="5060950"/>
          <p14:tracePt t="121934" x="2419350" y="5219700"/>
          <p14:tracePt t="121951" x="2470150" y="5365750"/>
          <p14:tracePt t="121967" x="2476500" y="5454650"/>
          <p14:tracePt t="121984" x="2476500" y="5626100"/>
          <p14:tracePt t="122000" x="2463800" y="5740400"/>
          <p14:tracePt t="122018" x="2451100" y="5810250"/>
          <p14:tracePt t="122033" x="2432050" y="5854700"/>
          <p14:tracePt t="122050" x="2406650" y="5886450"/>
          <p14:tracePt t="122067" x="2336800" y="5981700"/>
          <p14:tracePt t="122083" x="2311400" y="6000750"/>
          <p14:tracePt t="122100" x="2298700" y="6007100"/>
          <p14:tracePt t="122104" x="2286000" y="6019800"/>
          <p14:tracePt t="122117" x="2266950" y="6026150"/>
          <p14:tracePt t="122133" x="2260600" y="6026150"/>
          <p14:tracePt t="122249" x="2266950" y="6026150"/>
          <p14:tracePt t="122263" x="2273300" y="6026150"/>
          <p14:tracePt t="122270" x="2279650" y="6026150"/>
          <p14:tracePt t="122282" x="2286000" y="6026150"/>
          <p14:tracePt t="122299" x="2317750" y="6007100"/>
          <p14:tracePt t="122315" x="2336800" y="6000750"/>
          <p14:tracePt t="122332" x="2381250" y="5981700"/>
          <p14:tracePt t="122348" x="2546350" y="5911850"/>
          <p14:tracePt t="122365" x="2603500" y="5880100"/>
          <p14:tracePt t="122384" x="2724150" y="5835650"/>
          <p14:tracePt t="122399" x="2781300" y="5803900"/>
          <p14:tracePt t="122415" x="2863850" y="5778500"/>
          <p14:tracePt t="122432" x="2927350" y="5765800"/>
          <p14:tracePt t="122449" x="2946400" y="5765800"/>
          <p14:tracePt t="122465" x="2971800" y="5759450"/>
          <p14:tracePt t="122482" x="3003550" y="5759450"/>
          <p14:tracePt t="122498" x="3009900" y="5759450"/>
          <p14:tracePt t="122515" x="3022600" y="5759450"/>
          <p14:tracePt t="122532" x="3035300" y="5759450"/>
          <p14:tracePt t="122593" x="3028950" y="5759450"/>
          <p14:tracePt t="122621" x="3022600" y="5759450"/>
          <p14:tracePt t="122628" x="3016250" y="5765800"/>
          <p14:tracePt t="122642" x="3003550" y="5765800"/>
          <p14:tracePt t="122651" x="2984500" y="5765800"/>
          <p14:tracePt t="122665" x="2959100" y="5772150"/>
          <p14:tracePt t="122681" x="2933700" y="5772150"/>
          <p14:tracePt t="122699" x="2774950" y="5797550"/>
          <p14:tracePt t="122715" x="2711450" y="5803900"/>
          <p14:tracePt t="122731" x="2647950" y="5816600"/>
          <p14:tracePt t="122748" x="2527300" y="5835650"/>
          <p14:tracePt t="122764" x="2457450" y="5842000"/>
          <p14:tracePt t="122781" x="2438400" y="5848350"/>
          <p14:tracePt t="122798" x="2406650" y="5848350"/>
          <p14:tracePt t="122814" x="2400300" y="5854700"/>
          <p14:tracePt t="122847" x="2406650" y="5854700"/>
          <p14:tracePt t="122864" x="2425700" y="5854700"/>
          <p14:tracePt t="122881" x="2470150" y="5854700"/>
          <p14:tracePt t="122897" x="2495550" y="5854700"/>
          <p14:tracePt t="122914" x="2609850" y="5854700"/>
          <p14:tracePt t="122931" x="2686050" y="5842000"/>
          <p14:tracePt t="122947" x="2863850" y="5842000"/>
          <p14:tracePt t="122964" x="2959100" y="5835650"/>
          <p14:tracePt t="122980" x="3162300" y="5835650"/>
          <p14:tracePt t="122996" x="3213100" y="5835650"/>
          <p14:tracePt t="123014" x="3238500" y="5835650"/>
          <p14:tracePt t="123030" x="3289300" y="5835650"/>
          <p14:tracePt t="123046" x="3308350" y="5835650"/>
          <p14:tracePt t="123064" x="3321050" y="5835650"/>
          <p14:tracePt t="123210" x="3321050" y="5829300"/>
          <p14:tracePt t="123225" x="3327400" y="5829300"/>
          <p14:tracePt t="123232" x="3333750" y="5822950"/>
          <p14:tracePt t="123249" x="3340100" y="5822950"/>
          <p14:tracePt t="123262" x="3352800" y="5816600"/>
          <p14:tracePt t="123279" x="3365500" y="5810250"/>
          <p14:tracePt t="123296" x="3384550" y="5810250"/>
          <p14:tracePt t="123312" x="3397250" y="5810250"/>
          <p14:tracePt t="123329" x="3416300" y="5803900"/>
          <p14:tracePt t="123345" x="3435350" y="5803900"/>
          <p14:tracePt t="123362" x="3441700" y="5803900"/>
          <p14:tracePt t="123381" x="3454400" y="5803900"/>
          <p14:tracePt t="123457" x="3454400" y="5797550"/>
          <p14:tracePt t="124155" x="3454400" y="5803900"/>
          <p14:tracePt t="124197" x="3454400" y="5810250"/>
          <p14:tracePt t="124225" x="3454400" y="5816600"/>
          <p14:tracePt t="124246" x="3454400" y="5822950"/>
          <p14:tracePt t="124275" x="3460750" y="5829300"/>
          <p14:tracePt t="124295" x="3467100" y="5835650"/>
          <p14:tracePt t="124317" x="3473450" y="5835650"/>
          <p14:tracePt t="124324" x="3473450" y="5842000"/>
          <p14:tracePt t="124344" x="3479800" y="5848350"/>
          <p14:tracePt t="124366" x="3486150" y="5854700"/>
          <p14:tracePt t="124380" x="3486150" y="5861050"/>
          <p14:tracePt t="124387" x="3492500" y="5861050"/>
          <p14:tracePt t="124395" x="3492500" y="5867400"/>
          <p14:tracePt t="124409" x="3498850" y="5880100"/>
          <p14:tracePt t="124425" x="3505200" y="5892800"/>
          <p14:tracePt t="124442" x="3536950" y="5924550"/>
          <p14:tracePt t="124458" x="3562350" y="5969000"/>
          <p14:tracePt t="124475" x="3587750" y="5988050"/>
          <p14:tracePt t="124492" x="3619500" y="6032500"/>
          <p14:tracePt t="124508" x="3651250" y="6070600"/>
          <p14:tracePt t="124525" x="3657600" y="6083300"/>
          <p14:tracePt t="124542" x="3676650" y="6108700"/>
          <p14:tracePt t="124558" x="3689350" y="6127750"/>
          <p14:tracePt t="124574" x="3695700" y="6134100"/>
          <p14:tracePt t="124591" x="3695700" y="6140450"/>
          <p14:tracePt t="124608" x="3702050" y="6146800"/>
          <p14:tracePt t="124625" x="3702050" y="6153150"/>
          <p14:tracePt t="124641" x="3702050" y="6159500"/>
          <p14:tracePt t="124658" x="3702050" y="6165850"/>
          <p14:tracePt t="124675" x="3702050" y="6172200"/>
          <p14:tracePt t="124690" x="3702050" y="6178550"/>
          <p14:tracePt t="124707" x="3708400" y="6184900"/>
          <p14:tracePt t="124724" x="3708400" y="6197600"/>
          <p14:tracePt t="124741" x="3708400" y="6210300"/>
          <p14:tracePt t="124758" x="3714750" y="6210300"/>
          <p14:tracePt t="124774" x="3714750" y="6216650"/>
          <p14:tracePt t="124791" x="3721100" y="6229350"/>
          <p14:tracePt t="124809" x="3721100" y="6235700"/>
          <p14:tracePt t="124850" x="3727450" y="6235700"/>
          <p14:tracePt t="124885" x="3727450" y="6229350"/>
          <p14:tracePt t="124900" x="3733800" y="6223000"/>
          <p14:tracePt t="124907" x="3733800" y="6216650"/>
          <p14:tracePt t="124928" x="3733800" y="6210300"/>
          <p14:tracePt t="124942" x="3733800" y="6197600"/>
          <p14:tracePt t="124948" x="3733800" y="6178550"/>
          <p14:tracePt t="124957" x="3727450" y="6146800"/>
          <p14:tracePt t="124973" x="3708400" y="6102350"/>
          <p14:tracePt t="124991" x="3676650" y="5981700"/>
          <p14:tracePt t="125006" x="3651250" y="5918200"/>
          <p14:tracePt t="125023" x="3613150" y="5791200"/>
          <p14:tracePt t="125040" x="3594100" y="5740400"/>
          <p14:tracePt t="125056" x="3562350" y="5651500"/>
          <p14:tracePt t="125073" x="3549650" y="5619750"/>
          <p14:tracePt t="125090" x="3536950" y="5594350"/>
          <p14:tracePt t="125106" x="3530600" y="5588000"/>
          <p14:tracePt t="125123" x="3524250" y="5581650"/>
          <p14:tracePt t="125160" x="3524250" y="5588000"/>
          <p14:tracePt t="125188" x="3517900" y="5594350"/>
          <p14:tracePt t="125209" x="3517900" y="5607050"/>
          <p14:tracePt t="125237" x="3524250" y="5619750"/>
          <p14:tracePt t="125257" x="3524250" y="5626100"/>
          <p14:tracePt t="125272" x="3530600" y="5632450"/>
          <p14:tracePt t="125278" x="3530600" y="5645150"/>
          <p14:tracePt t="125293" x="3536950" y="5657850"/>
          <p14:tracePt t="125305" x="3549650" y="5670550"/>
          <p14:tracePt t="125322" x="3568700" y="5734050"/>
          <p14:tracePt t="125339" x="3594100" y="5765800"/>
          <p14:tracePt t="125356" x="3644900" y="5861050"/>
          <p14:tracePt t="125372" x="3695700" y="5975350"/>
          <p14:tracePt t="125388" x="3727450" y="6019800"/>
          <p14:tracePt t="125405" x="3759200" y="6108700"/>
          <p14:tracePt t="125421" x="3790950" y="6159500"/>
          <p14:tracePt t="125438" x="3797300" y="6172200"/>
          <p14:tracePt t="125455" x="3803650" y="6197600"/>
          <p14:tracePt t="125471" x="3810000" y="6210300"/>
          <p14:tracePt t="125518" x="3810000" y="6216650"/>
          <p14:tracePt t="125693" x="3810000" y="6210300"/>
          <p14:tracePt t="125701" x="3810000" y="6203950"/>
          <p14:tracePt t="125715" x="3810000" y="6197600"/>
          <p14:tracePt t="125723" x="3810000" y="6191250"/>
          <p14:tracePt t="125737" x="3810000" y="6184900"/>
          <p14:tracePt t="125754" x="3810000" y="6153150"/>
          <p14:tracePt t="125771" x="3790950" y="6115050"/>
          <p14:tracePt t="125787" x="3746500" y="6000750"/>
          <p14:tracePt t="125803" x="3676650" y="5867400"/>
          <p14:tracePt t="125820" x="3619500" y="5708650"/>
          <p14:tracePt t="125837" x="3587750" y="5651500"/>
          <p14:tracePt t="125854" x="3562350" y="5594350"/>
          <p14:tracePt t="125870" x="3517900" y="5499100"/>
          <p14:tracePt t="125887" x="3511550" y="5480050"/>
          <p14:tracePt t="125905" x="3498850" y="5461000"/>
          <p14:tracePt t="125936" x="3492500" y="5454650"/>
          <p14:tracePt t="125981" x="3492500" y="5461000"/>
          <p14:tracePt t="125995" x="3492500" y="5467350"/>
          <p14:tracePt t="126004" x="3492500" y="5473700"/>
          <p14:tracePt t="126010" x="3492500" y="5480050"/>
          <p14:tracePt t="126023" x="3492500" y="5486400"/>
          <p14:tracePt t="126036" x="3492500" y="5492750"/>
          <p14:tracePt t="126053" x="3498850" y="5499100"/>
          <p14:tracePt t="126069" x="3498850" y="5505450"/>
          <p14:tracePt t="126087" x="3517900" y="5530850"/>
          <p14:tracePt t="126103" x="3549650" y="5568950"/>
          <p14:tracePt t="126119" x="3581400" y="5588000"/>
          <p14:tracePt t="126122" x="3613150" y="5626100"/>
          <p14:tracePt t="126139" x="3651250" y="5670550"/>
          <p14:tracePt t="126152" x="3733800" y="5765800"/>
          <p14:tracePt t="126169" x="3778250" y="5797550"/>
          <p14:tracePt t="126186" x="3860800" y="5880100"/>
          <p14:tracePt t="126202" x="3898900" y="5918200"/>
          <p14:tracePt t="126219" x="3949700" y="5962650"/>
          <p14:tracePt t="126235" x="3981450" y="6000750"/>
          <p14:tracePt t="126252" x="3994150" y="6013450"/>
          <p14:tracePt t="126269" x="4000500" y="6019800"/>
          <p14:tracePt t="126285" x="4006850" y="6026150"/>
          <p14:tracePt t="126302" x="4013200" y="6026150"/>
          <p14:tracePt t="126354" x="4013200" y="6019800"/>
          <p14:tracePt t="126361" x="4006850" y="6019800"/>
          <p14:tracePt t="127117" x="4006850" y="6007100"/>
          <p14:tracePt t="127131" x="4006850" y="5969000"/>
          <p14:tracePt t="127138" x="4006850" y="5937250"/>
          <p14:tracePt t="127152" x="4006850" y="5905500"/>
          <p14:tracePt t="127166" x="4006850" y="5797550"/>
          <p14:tracePt t="127182" x="4006850" y="5746750"/>
          <p14:tracePt t="127199" x="4006850" y="5683250"/>
          <p14:tracePt t="127216" x="3987800" y="5530850"/>
          <p14:tracePt t="127232" x="3956050" y="5283200"/>
          <p14:tracePt t="127249" x="3924300" y="5156200"/>
          <p14:tracePt t="127265" x="3867150" y="4864100"/>
          <p14:tracePt t="127282" x="3784600" y="4584700"/>
          <p14:tracePt t="127299" x="3721100" y="4330700"/>
          <p14:tracePt t="127315" x="3689350" y="4216400"/>
          <p14:tracePt t="127332" x="3638550" y="4057650"/>
          <p14:tracePt t="127349" x="3600450" y="3949700"/>
          <p14:tracePt t="127365" x="3587750" y="3924300"/>
          <p14:tracePt t="127381" x="3581400" y="3917950"/>
          <p14:tracePt t="127398" x="3575050" y="3917950"/>
          <p14:tracePt t="127503" x="3562350" y="3917950"/>
          <p14:tracePt t="127517" x="3556000" y="3917950"/>
          <p14:tracePt t="127532" x="3549650" y="3911600"/>
          <p14:tracePt t="130112" x="3549650" y="3886200"/>
          <p14:tracePt t="130119" x="3562350" y="3860800"/>
          <p14:tracePt t="130133" x="3581400" y="3803650"/>
          <p14:tracePt t="130141" x="3594100" y="3752850"/>
          <p14:tracePt t="130155" x="3606800" y="3695700"/>
          <p14:tracePt t="130172" x="3619500" y="3619500"/>
          <p14:tracePt t="130189" x="3651250" y="3346450"/>
          <p14:tracePt t="130205" x="3651250" y="3257550"/>
          <p14:tracePt t="130222" x="3651250" y="3105150"/>
          <p14:tracePt t="130239" x="3644900" y="3009900"/>
          <p14:tracePt t="130255" x="3644900" y="2971800"/>
          <p14:tracePt t="130272" x="3638550" y="2933700"/>
          <p14:tracePt t="130288" x="3625850" y="2863850"/>
          <p14:tracePt t="130305" x="3619500" y="2838450"/>
          <p14:tracePt t="130322" x="3606800" y="2819400"/>
          <p14:tracePt t="130338" x="3587750" y="2762250"/>
          <p14:tracePt t="130355" x="3575050" y="2711450"/>
          <p14:tracePt t="130372" x="3562350" y="2667000"/>
          <p14:tracePt t="130388" x="3556000" y="2654300"/>
          <p14:tracePt t="130405" x="3549650" y="2635250"/>
          <p14:tracePt t="130421" x="3543300" y="2622550"/>
          <p14:tracePt t="130438" x="3536950" y="2622550"/>
          <p14:tracePt t="130454" x="3536950" y="2616200"/>
          <p14:tracePt t="130519" x="3530600" y="2616200"/>
          <p14:tracePt t="130540" x="3524250" y="2616200"/>
          <p14:tracePt t="130562" x="3517900" y="2616200"/>
          <p14:tracePt t="130569" x="3511550" y="2616200"/>
          <p14:tracePt t="140193" x="3492500" y="2628900"/>
          <p14:tracePt t="140200" x="3454400" y="2660650"/>
          <p14:tracePt t="140207" x="3422650" y="2686050"/>
          <p14:tracePt t="140221" x="3365500" y="2743200"/>
          <p14:tracePt t="140237" x="3289300" y="2806700"/>
          <p14:tracePt t="140254" x="3200400" y="2870200"/>
          <p14:tracePt t="140270" x="3060700" y="2959100"/>
          <p14:tracePt t="140287" x="2990850" y="3003550"/>
          <p14:tracePt t="140304" x="2921000" y="3048000"/>
          <p14:tracePt t="140320" x="2787650" y="3149600"/>
          <p14:tracePt t="140336" x="2705100" y="3219450"/>
          <p14:tracePt t="140355" x="2616200" y="3282950"/>
          <p14:tracePt t="140370" x="2578100" y="3321050"/>
          <p14:tracePt t="140386" x="2540000" y="3346450"/>
          <p14:tracePt t="140404" x="2482850" y="3397250"/>
          <p14:tracePt t="140420" x="2451100" y="3422650"/>
          <p14:tracePt t="140436" x="2419350" y="3467100"/>
          <p14:tracePt t="140453" x="2381250" y="3511550"/>
          <p14:tracePt t="140470" x="2368550" y="3524250"/>
          <p14:tracePt t="140486" x="2355850" y="3543300"/>
          <p14:tracePt t="140503" x="2343150" y="3568700"/>
          <p14:tracePt t="140519" x="2336800" y="3594100"/>
          <p14:tracePt t="140537" x="2324100" y="3638550"/>
          <p14:tracePt t="140553" x="2311400" y="3670300"/>
          <p14:tracePt t="140569" x="2298700" y="3721100"/>
          <p14:tracePt t="140587" x="2266950" y="3778250"/>
          <p14:tracePt t="140602" x="2247900" y="3829050"/>
          <p14:tracePt t="140619" x="2222500" y="3873500"/>
          <p14:tracePt t="140636" x="2171700" y="3962400"/>
          <p14:tracePt t="140652" x="2133600" y="4032250"/>
          <p14:tracePt t="140669" x="2101850" y="4089400"/>
          <p14:tracePt t="140686" x="2057400" y="4165600"/>
          <p14:tracePt t="140703" x="2025650" y="4210050"/>
          <p14:tracePt t="140720" x="2019300" y="4235450"/>
          <p14:tracePt t="140735" x="2012950" y="4248150"/>
          <p14:tracePt t="140752" x="2012950" y="4260850"/>
          <p14:tracePt t="140769" x="2012950" y="4267200"/>
          <p14:tracePt t="142444" x="2000250" y="4267200"/>
          <p14:tracePt t="142451" x="1974850" y="4248150"/>
          <p14:tracePt t="142462" x="1949450" y="4241800"/>
          <p14:tracePt t="142480" x="1873250" y="4216400"/>
          <p14:tracePt t="142496" x="1822450" y="4184650"/>
          <p14:tracePt t="142513" x="1771650" y="4165600"/>
          <p14:tracePt t="142529" x="1676400" y="4114800"/>
          <p14:tracePt t="142546" x="1600200" y="4083050"/>
          <p14:tracePt t="142562" x="1543050" y="4057650"/>
          <p14:tracePt t="142579" x="1473200" y="4038600"/>
          <p14:tracePt t="142595" x="1428750" y="4025900"/>
          <p14:tracePt t="142613" x="1390650" y="4025900"/>
          <p14:tracePt t="142628" x="1371600" y="4019550"/>
          <p14:tracePt t="142645" x="1365250" y="4019550"/>
          <p14:tracePt t="142662" x="1352550" y="4019550"/>
          <p14:tracePt t="142704" x="1346200" y="4019550"/>
          <p14:tracePt t="142838" x="1346200" y="4025900"/>
          <p14:tracePt t="142852" x="1346200" y="4032250"/>
          <p14:tracePt t="142866" x="1339850" y="4032250"/>
          <p14:tracePt t="142873" x="1333500" y="4038600"/>
          <p14:tracePt t="142886" x="1333500" y="4044950"/>
          <p14:tracePt t="142895" x="1327150" y="4051300"/>
          <p14:tracePt t="142911" x="1327150" y="4057650"/>
          <p14:tracePt t="142928" x="1320800" y="4070350"/>
          <p14:tracePt t="142945" x="1308100" y="4089400"/>
          <p14:tracePt t="142961" x="1301750" y="4095750"/>
          <p14:tracePt t="142979" x="1289050" y="4114800"/>
          <p14:tracePt t="142995" x="1276350" y="4127500"/>
          <p14:tracePt t="143011" x="1263650" y="4140200"/>
          <p14:tracePt t="143028" x="1250950" y="4152900"/>
          <p14:tracePt t="143044" x="1244600" y="4165600"/>
          <p14:tracePt t="143077" x="1244600" y="4171950"/>
          <p14:tracePt t="143094" x="1238250" y="4171950"/>
          <p14:tracePt t="143111" x="1231900" y="4171950"/>
          <p14:tracePt t="143970" x="1238250" y="4171950"/>
          <p14:tracePt t="143977" x="1244600" y="4171950"/>
          <p14:tracePt t="143991" x="1263650" y="4165600"/>
          <p14:tracePt t="144007" x="1289050" y="4159250"/>
          <p14:tracePt t="144024" x="1320800" y="4159250"/>
          <p14:tracePt t="144041" x="1390650" y="4146550"/>
          <p14:tracePt t="144057" x="1441450" y="4146550"/>
          <p14:tracePt t="144074" x="1492250" y="4140200"/>
          <p14:tracePt t="144091" x="1562100" y="4133850"/>
          <p14:tracePt t="144107" x="1600200" y="4127500"/>
          <p14:tracePt t="144126" x="1670050" y="4127500"/>
          <p14:tracePt t="144140" x="1701800" y="4121150"/>
          <p14:tracePt t="144157" x="1746250" y="4108450"/>
          <p14:tracePt t="144174" x="1809750" y="4095750"/>
          <p14:tracePt t="144190" x="1847850" y="4095750"/>
          <p14:tracePt t="144207" x="1892300" y="4089400"/>
          <p14:tracePt t="144224" x="1949450" y="4076700"/>
          <p14:tracePt t="144240" x="1993900" y="4076700"/>
          <p14:tracePt t="144257" x="2025650" y="4076700"/>
          <p14:tracePt t="144273" x="2082800" y="4083050"/>
          <p14:tracePt t="144290" x="2114550" y="4083050"/>
          <p14:tracePt t="144308" x="2152650" y="4089400"/>
          <p14:tracePt t="144323" x="2165350" y="4095750"/>
          <p14:tracePt t="144340" x="2184400" y="4095750"/>
          <p14:tracePt t="144358" x="2203450" y="4102100"/>
          <p14:tracePt t="144373" x="2216150" y="4108450"/>
          <p14:tracePt t="144389" x="2228850" y="4108450"/>
          <p14:tracePt t="144393" x="2235200" y="4108450"/>
          <p14:tracePt t="144412" x="2241550" y="4114800"/>
          <p14:tracePt t="144595" x="2235200" y="4114800"/>
          <p14:tracePt t="144623" x="2228850" y="4114800"/>
          <p14:tracePt t="144639" x="2222500" y="4108450"/>
          <p14:tracePt t="144651" x="2222500" y="4102100"/>
          <p14:tracePt t="144659" x="2216150" y="4095750"/>
          <p14:tracePt t="145218" x="2209800" y="4095750"/>
          <p14:tracePt t="145225" x="2203450" y="4095750"/>
          <p14:tracePt t="145236" x="2190750" y="4095750"/>
          <p14:tracePt t="145253" x="2133600" y="4114800"/>
          <p14:tracePt t="145270" x="2089150" y="4140200"/>
          <p14:tracePt t="145286" x="2044700" y="4152900"/>
          <p14:tracePt t="145303" x="1968500" y="4184650"/>
          <p14:tracePt t="145320" x="1930400" y="4197350"/>
          <p14:tracePt t="145337" x="1873250" y="4210050"/>
          <p14:tracePt t="145352" x="1841500" y="4222750"/>
          <p14:tracePt t="145369" x="1822450" y="4222750"/>
          <p14:tracePt t="145387" x="1790700" y="4222750"/>
          <p14:tracePt t="145403" x="1784350" y="4222750"/>
          <p14:tracePt t="145419" x="1778000" y="4222750"/>
          <p14:tracePt t="145436" x="1746250" y="4222750"/>
          <p14:tracePt t="145452" x="1733550" y="4222750"/>
          <p14:tracePt t="145469" x="1708150" y="4222750"/>
          <p14:tracePt t="145485" x="1657350" y="4229100"/>
          <p14:tracePt t="145502" x="1625600" y="4235450"/>
          <p14:tracePt t="145520" x="1581150" y="4248150"/>
          <p14:tracePt t="145535" x="1549400" y="4254500"/>
          <p14:tracePt t="145552" x="1530350" y="4254500"/>
          <p14:tracePt t="145569" x="1511300" y="4260850"/>
          <p14:tracePt t="145585" x="1498600" y="4260850"/>
          <p14:tracePt t="145602" x="1492250" y="4267200"/>
          <p14:tracePt t="145619" x="1485900" y="4267200"/>
          <p14:tracePt t="145635" x="1473200" y="4267200"/>
          <p14:tracePt t="145653" x="1466850" y="4273550"/>
          <p14:tracePt t="145668" x="1460500" y="4273550"/>
          <p14:tracePt t="145702" x="1447800" y="4279900"/>
          <p14:tracePt t="145718" x="1435100" y="4279900"/>
          <p14:tracePt t="145735" x="1435100" y="4286250"/>
          <p14:tracePt t="145768" x="1428750" y="4286250"/>
          <p14:tracePt t="145788" x="1422400" y="4286250"/>
          <p14:tracePt t="145829" x="1416050" y="4292600"/>
          <p14:tracePt t="145857" x="1409700" y="4292600"/>
          <p14:tracePt t="145941" x="1416050" y="4292600"/>
          <p14:tracePt t="145955" x="1428750" y="4292600"/>
          <p14:tracePt t="145969" x="1435100" y="4292600"/>
          <p14:tracePt t="145976" x="1447800" y="4292600"/>
          <p14:tracePt t="145990" x="1479550" y="4292600"/>
          <p14:tracePt t="146004" x="1517650" y="4292600"/>
          <p14:tracePt t="146017" x="1581150" y="4292600"/>
          <p14:tracePt t="146034" x="1644650" y="4292600"/>
          <p14:tracePt t="146050" x="1727200" y="4279900"/>
          <p14:tracePt t="146068" x="1879600" y="4260850"/>
          <p14:tracePt t="146084" x="1943100" y="4254500"/>
          <p14:tracePt t="146100" x="2025650" y="4235450"/>
          <p14:tracePt t="146117" x="2127250" y="4222750"/>
          <p14:tracePt t="146150" x="2171700" y="4216400"/>
          <p14:tracePt t="146167" x="2235200" y="4203700"/>
          <p14:tracePt t="146199" x="2254250" y="4197350"/>
          <p14:tracePt t="146216" x="2273300" y="4191000"/>
          <p14:tracePt t="146233" x="2279650" y="4191000"/>
          <p14:tracePt t="146285" x="2279650" y="4184650"/>
          <p14:tracePt t="146292" x="2273300" y="4184650"/>
          <p14:tracePt t="146313" x="2266950" y="4184650"/>
          <p14:tracePt t="146321" x="2254250" y="4184650"/>
          <p14:tracePt t="146336" x="2247900" y="4184650"/>
          <p14:tracePt t="146350" x="2216150" y="4191000"/>
          <p14:tracePt t="146366" x="2190750" y="4191000"/>
          <p14:tracePt t="146383" x="2159000" y="4191000"/>
          <p14:tracePt t="146399" x="2057400" y="4197350"/>
          <p14:tracePt t="146415" x="1993900" y="4210050"/>
          <p14:tracePt t="146433" x="1924050" y="4210050"/>
          <p14:tracePt t="146449" x="1809750" y="4229100"/>
          <p14:tracePt t="146465" x="1758950" y="4229100"/>
          <p14:tracePt t="146483" x="1676400" y="4235450"/>
          <p14:tracePt t="146499" x="1638300" y="4235450"/>
          <p14:tracePt t="146515" x="1606550" y="4235450"/>
          <p14:tracePt t="146532" x="1574800" y="4235450"/>
          <p14:tracePt t="146548" x="1562100" y="4241800"/>
          <p14:tracePt t="146565" x="1555750" y="4241800"/>
          <p14:tracePt t="146582" x="1543050" y="4241800"/>
          <p14:tracePt t="146602" x="1543050" y="4248150"/>
          <p14:tracePt t="146777" x="1543050" y="4241800"/>
          <p14:tracePt t="147577" x="1543050" y="4229100"/>
          <p14:tracePt t="147592" x="1555750" y="4216400"/>
          <p14:tracePt t="147598" x="1574800" y="4197350"/>
          <p14:tracePt t="147614" x="1581150" y="4171950"/>
          <p14:tracePt t="147628" x="1600200" y="4140200"/>
          <p14:tracePt t="147645" x="1606550" y="4121150"/>
          <p14:tracePt t="147662" x="1612900" y="4108450"/>
          <p14:tracePt t="147679" x="1619250" y="4083050"/>
          <p14:tracePt t="147695" x="1625600" y="4064000"/>
          <p14:tracePt t="147711" x="1625600" y="4044950"/>
          <p14:tracePt t="147727" x="1625600" y="4038600"/>
          <p14:tracePt t="147744" x="1625600" y="4032250"/>
          <p14:tracePt t="147761" x="1612900" y="4019550"/>
          <p14:tracePt t="147777" x="1612900" y="4013200"/>
          <p14:tracePt t="147795" x="1593850" y="4000500"/>
          <p14:tracePt t="147811" x="1555750" y="3981450"/>
          <p14:tracePt t="147827" x="1536700" y="3975100"/>
          <p14:tracePt t="147845" x="1473200" y="3943350"/>
          <p14:tracePt t="147861" x="1403350" y="3917950"/>
          <p14:tracePt t="147877" x="1371600" y="3911600"/>
          <p14:tracePt t="147894" x="1314450" y="3905250"/>
          <p14:tracePt t="147910" x="1270000" y="3905250"/>
          <p14:tracePt t="147927" x="1257300" y="3905250"/>
          <p14:tracePt t="147931" x="1250950" y="3905250"/>
          <p14:tracePt t="147944" x="1231900" y="3905250"/>
          <p14:tracePt t="147964" x="1225550" y="3905250"/>
          <p14:tracePt t="147980" x="1219200" y="3905250"/>
          <p14:tracePt t="147999" x="1212850" y="3911600"/>
          <p14:tracePt t="148083" x="1212850" y="3917950"/>
          <p14:tracePt t="148090" x="1219200" y="3917950"/>
          <p14:tracePt t="148105" x="1225550" y="3917950"/>
          <p14:tracePt t="148132" x="1231900" y="3917950"/>
          <p14:tracePt t="148139" x="1244600" y="3917950"/>
          <p14:tracePt t="148154" x="1257300" y="3924300"/>
          <p14:tracePt t="148162" x="1276350" y="3924300"/>
          <p14:tracePt t="148176" x="1314450" y="3924300"/>
          <p14:tracePt t="148193" x="1409700" y="3924300"/>
          <p14:tracePt t="148210" x="1473200" y="3924300"/>
          <p14:tracePt t="148226" x="1600200" y="3924300"/>
          <p14:tracePt t="148242" x="1676400" y="3924300"/>
          <p14:tracePt t="148260" x="1866900" y="3924300"/>
          <p14:tracePt t="148276" x="1924050" y="3924300"/>
          <p14:tracePt t="148293" x="1949450" y="3924300"/>
          <p14:tracePt t="148309" x="1993900" y="3917950"/>
          <p14:tracePt t="148326" x="2006600" y="3911600"/>
          <p14:tracePt t="148343" x="2012950" y="3911600"/>
          <p14:tracePt t="148393" x="2012950" y="3905250"/>
          <p14:tracePt t="148519" x="2006600" y="3905250"/>
          <p14:tracePt t="148916" x="2051050" y="3905250"/>
          <p14:tracePt t="148924" x="2139950" y="3917950"/>
          <p14:tracePt t="148937" x="2228850" y="3930650"/>
          <p14:tracePt t="148944" x="2317750" y="3930650"/>
          <p14:tracePt t="148957" x="2419350" y="3930650"/>
          <p14:tracePt t="148974" x="2584450" y="3930650"/>
          <p14:tracePt t="148990" x="2660650" y="3930650"/>
          <p14:tracePt t="149008" x="2781300" y="3924300"/>
          <p14:tracePt t="149023" x="2825750" y="3924300"/>
          <p14:tracePt t="149040" x="2838450" y="3924300"/>
          <p14:tracePt t="149058" x="2844800" y="3924300"/>
          <p14:tracePt t="149093" x="2844800" y="3930650"/>
          <p14:tracePt t="149113" x="2838450" y="3930650"/>
          <p14:tracePt t="149162" x="2832100" y="3930650"/>
          <p14:tracePt t="149253" x="2832100" y="3924300"/>
          <p14:tracePt t="149338" x="2825750" y="3924300"/>
          <p14:tracePt t="149464" x="2825750" y="3930650"/>
          <p14:tracePt t="149486" x="2838450" y="3930650"/>
          <p14:tracePt t="149507" x="2851150" y="3930650"/>
          <p14:tracePt t="149513" x="2857500" y="3930650"/>
          <p14:tracePt t="149528" x="2876550" y="3930650"/>
          <p14:tracePt t="149542" x="2901950" y="3930650"/>
          <p14:tracePt t="149554" x="2952750" y="3930650"/>
          <p14:tracePt t="149571" x="3092450" y="3930650"/>
          <p14:tracePt t="149588" x="3168650" y="3937000"/>
          <p14:tracePt t="149605" x="3435350" y="3937000"/>
          <p14:tracePt t="149621" x="3530600" y="3949700"/>
          <p14:tracePt t="149638" x="3606800" y="3949700"/>
          <p14:tracePt t="149655" x="3810000" y="3956050"/>
          <p14:tracePt t="149671" x="3860800" y="3956050"/>
          <p14:tracePt t="149688" x="3905250" y="3956050"/>
          <p14:tracePt t="149704" x="3937000" y="3956050"/>
          <p14:tracePt t="149721" x="3949700" y="3949700"/>
          <p14:tracePt t="149739" x="3962400" y="3949700"/>
          <p14:tracePt t="149754" x="3968750" y="3943350"/>
          <p14:tracePt t="149788" x="3968750" y="3937000"/>
          <p14:tracePt t="149858" x="3968750" y="3930650"/>
          <p14:tracePt t="149865" x="3962400" y="3930650"/>
          <p14:tracePt t="150211" x="4000500" y="3930650"/>
          <p14:tracePt t="150218" x="4064000" y="3937000"/>
          <p14:tracePt t="150233" x="4159250" y="3962400"/>
          <p14:tracePt t="150239" x="4235450" y="3981450"/>
          <p14:tracePt t="150253" x="4330700" y="4000500"/>
          <p14:tracePt t="150269" x="4483100" y="4006850"/>
          <p14:tracePt t="150286" x="4533900" y="4019550"/>
          <p14:tracePt t="150303" x="4603750" y="4032250"/>
          <p14:tracePt t="150319" x="4629150" y="4038600"/>
          <p14:tracePt t="150335" x="4635500" y="4038600"/>
          <p14:tracePt t="150352" x="4635500" y="4044950"/>
          <p14:tracePt t="150731" x="4648200" y="4044950"/>
          <p14:tracePt t="150738" x="4679950" y="4044950"/>
          <p14:tracePt t="150753" x="4718050" y="4044950"/>
          <p14:tracePt t="150767" x="4768850" y="4051300"/>
          <p14:tracePt t="150784" x="4889500" y="4064000"/>
          <p14:tracePt t="150802" x="5041900" y="4076700"/>
          <p14:tracePt t="150817" x="5118100" y="4076700"/>
          <p14:tracePt t="150834" x="5257800" y="4076700"/>
          <p14:tracePt t="150851" x="5378450" y="4064000"/>
          <p14:tracePt t="150867" x="5416550" y="4064000"/>
          <p14:tracePt t="150884" x="5473700" y="4051300"/>
          <p14:tracePt t="150901" x="5505450" y="4044950"/>
          <p14:tracePt t="150916" x="5511800" y="4044950"/>
          <p14:tracePt t="150934" x="5518150" y="4044950"/>
          <p14:tracePt t="150937" x="5524500" y="4044950"/>
          <p14:tracePt t="150951" x="5530850" y="4044950"/>
          <p14:tracePt t="151005" x="5537200" y="4038600"/>
          <p14:tracePt t="151413" x="5530850" y="4038600"/>
          <p14:tracePt t="151427" x="5518150" y="4038600"/>
          <p14:tracePt t="151435" x="5505450" y="4044950"/>
          <p14:tracePt t="151449" x="5480050" y="4044950"/>
          <p14:tracePt t="151465" x="5384800" y="4076700"/>
          <p14:tracePt t="151482" x="5295900" y="4108450"/>
          <p14:tracePt t="151498" x="5073650" y="4184650"/>
          <p14:tracePt t="151515" x="4730750" y="4286250"/>
          <p14:tracePt t="151533" x="4362450" y="4406900"/>
          <p14:tracePt t="151548" x="4171950" y="4470400"/>
          <p14:tracePt t="151565" x="3962400" y="4540250"/>
          <p14:tracePt t="151582" x="3429000" y="4794250"/>
          <p14:tracePt t="151598" x="3302000" y="4864100"/>
          <p14:tracePt t="151614" x="3155950" y="4933950"/>
          <p14:tracePt t="151631" x="2946400" y="5054600"/>
          <p14:tracePt t="151648" x="2755900" y="5156200"/>
          <p14:tracePt t="151664" x="2660650" y="5200650"/>
          <p14:tracePt t="151681" x="2527300" y="5270500"/>
          <p14:tracePt t="151697" x="2425700" y="5321300"/>
          <p14:tracePt t="151715" x="2336800" y="5378450"/>
          <p14:tracePt t="151731" x="2292350" y="5403850"/>
          <p14:tracePt t="151747" x="2203450" y="5448300"/>
          <p14:tracePt t="151764" x="2178050" y="5454650"/>
          <p14:tracePt t="151780" x="2114550" y="5480050"/>
          <p14:tracePt t="151797" x="2044700" y="5492750"/>
          <p14:tracePt t="151815" x="1987550" y="5492750"/>
          <p14:tracePt t="151831" x="1949450" y="5492750"/>
          <p14:tracePt t="151847" x="1905000" y="5480050"/>
          <p14:tracePt t="151864" x="1765300" y="5429250"/>
          <p14:tracePt t="151880" x="1708150" y="5403850"/>
          <p14:tracePt t="151897" x="1651000" y="5372100"/>
          <p14:tracePt t="151914" x="1530350" y="5302250"/>
          <p14:tracePt t="151930" x="1403350" y="5238750"/>
          <p14:tracePt t="151933" x="1358900" y="5213350"/>
          <p14:tracePt t="151949" x="1327150" y="5187950"/>
          <p14:tracePt t="151963" x="1295400" y="5181600"/>
          <p14:tracePt t="151980" x="1276350" y="5162550"/>
          <p14:tracePt t="151996" x="1263650" y="5162550"/>
          <p14:tracePt t="152029" x="1257300" y="5156200"/>
          <p14:tracePt t="152130" x="1257300" y="5162550"/>
          <p14:tracePt t="152137" x="1263650" y="5162550"/>
          <p14:tracePt t="152145" x="1263650" y="5168900"/>
          <p14:tracePt t="152162" x="1270000" y="5168900"/>
          <p14:tracePt t="152180" x="1289050" y="5168900"/>
          <p14:tracePt t="152196" x="1301750" y="5168900"/>
          <p14:tracePt t="152212" x="1339850" y="5175250"/>
          <p14:tracePt t="152229" x="1416050" y="5175250"/>
          <p14:tracePt t="152245" x="1479550" y="5175250"/>
          <p14:tracePt t="152263" x="1612900" y="5168900"/>
          <p14:tracePt t="152279" x="1739900" y="5156200"/>
          <p14:tracePt t="152295" x="1803400" y="5156200"/>
          <p14:tracePt t="152313" x="1911350" y="5149850"/>
          <p14:tracePt t="152329" x="1968500" y="5149850"/>
          <p14:tracePt t="152345" x="1987550" y="5149850"/>
          <p14:tracePt t="152362" x="2000250" y="5149850"/>
          <p14:tracePt t="152378" x="2006600" y="5149850"/>
          <p14:tracePt t="152418" x="2000250" y="5149850"/>
          <p14:tracePt t="152460" x="1993900" y="5149850"/>
          <p14:tracePt t="152487" x="1987550" y="5149850"/>
          <p14:tracePt t="152516" x="1981200" y="5149850"/>
          <p14:tracePt t="152587" x="1974850" y="5149850"/>
          <p14:tracePt t="152622" x="1968500" y="5156200"/>
          <p14:tracePt t="152636" x="1968500" y="5162550"/>
          <p14:tracePt t="152650" x="1968500" y="5168900"/>
          <p14:tracePt t="152678" x="1968500" y="5175250"/>
          <p14:tracePt t="152699" x="1968500" y="5181600"/>
          <p14:tracePt t="152727" x="1974850" y="5187950"/>
          <p14:tracePt t="152748" x="1981200" y="5187950"/>
          <p14:tracePt t="152762" x="1993900" y="5187950"/>
          <p14:tracePt t="152769" x="2006600" y="5187950"/>
          <p14:tracePt t="152778" x="2019300" y="5194300"/>
          <p14:tracePt t="152794" x="2051050" y="5194300"/>
          <p14:tracePt t="152812" x="2114550" y="5207000"/>
          <p14:tracePt t="152827" x="2171700" y="5207000"/>
          <p14:tracePt t="152843" x="2273300" y="5200650"/>
          <p14:tracePt t="152861" x="2368550" y="5187950"/>
          <p14:tracePt t="152877" x="2400300" y="5175250"/>
          <p14:tracePt t="152893" x="2438400" y="5168900"/>
          <p14:tracePt t="152911" x="2463800" y="5162550"/>
          <p14:tracePt t="152943" x="2470150" y="5162550"/>
          <p14:tracePt t="153050" x="2470150" y="5168900"/>
          <p14:tracePt t="153092" x="2470150" y="5175250"/>
          <p14:tracePt t="153339" x="2476500" y="5181600"/>
          <p14:tracePt t="153395" x="2482850" y="5181600"/>
          <p14:tracePt t="153401" x="2489200" y="5181600"/>
          <p14:tracePt t="153430" x="2495550" y="5181600"/>
          <p14:tracePt t="153443" x="2501900" y="5181600"/>
          <p14:tracePt t="153451" x="2508250" y="5181600"/>
          <p14:tracePt t="153464" x="2520950" y="5181600"/>
          <p14:tracePt t="153475" x="2533650" y="5181600"/>
          <p14:tracePt t="153491" x="2546350" y="5181600"/>
          <p14:tracePt t="153508" x="2590800" y="5181600"/>
          <p14:tracePt t="153525" x="2660650" y="5181600"/>
          <p14:tracePt t="153542" x="2686050" y="5181600"/>
          <p14:tracePt t="153557" x="2743200" y="5187950"/>
          <p14:tracePt t="153575" x="2787650" y="5187950"/>
          <p14:tracePt t="153592" x="2813050" y="5187950"/>
          <p14:tracePt t="153607" x="2825750" y="5187950"/>
          <p14:tracePt t="153662" x="2819400" y="5187950"/>
          <p14:tracePt t="153683" x="2813050" y="5187950"/>
          <p14:tracePt t="153691" x="2806700" y="5187950"/>
          <p14:tracePt t="153704" x="2800350" y="5181600"/>
          <p14:tracePt t="153732" x="2794000" y="5181600"/>
          <p14:tracePt t="153753" x="2787650" y="5181600"/>
          <p14:tracePt t="153781" x="2781300" y="5181600"/>
          <p14:tracePt t="153802" x="2774950" y="5181600"/>
          <p14:tracePt t="153823" x="2768600" y="5181600"/>
          <p14:tracePt t="153922" x="2774950" y="5181600"/>
          <p14:tracePt t="153936" x="2781300" y="5181600"/>
          <p14:tracePt t="153943" x="2787650" y="5181600"/>
          <p14:tracePt t="153959" x="2787650" y="5187950"/>
          <p14:tracePt t="153973" x="2800350" y="5187950"/>
          <p14:tracePt t="153989" x="2813050" y="5194300"/>
          <p14:tracePt t="154006" x="2857500" y="5194300"/>
          <p14:tracePt t="154023" x="2895600" y="5194300"/>
          <p14:tracePt t="154040" x="2921000" y="5200650"/>
          <p14:tracePt t="154056" x="2990850" y="5207000"/>
          <p14:tracePt t="154073" x="3079750" y="5219700"/>
          <p14:tracePt t="154090" x="3124200" y="5219700"/>
          <p14:tracePt t="154105" x="3244850" y="5232400"/>
          <p14:tracePt t="154122" x="3263900" y="5238750"/>
          <p14:tracePt t="154140" x="3314700" y="5238750"/>
          <p14:tracePt t="154156" x="3346450" y="5238750"/>
          <p14:tracePt t="154172" x="3359150" y="5238750"/>
          <p14:tracePt t="154189" x="3378200" y="5238750"/>
          <p14:tracePt t="154205" x="3390900" y="5238750"/>
          <p14:tracePt t="154222" x="3397250" y="5238750"/>
          <p14:tracePt t="154255" x="3403600" y="5238750"/>
          <p14:tracePt t="154336" x="3403600" y="5245100"/>
          <p14:tracePt t="154427" x="3403600" y="5251450"/>
          <p14:tracePt t="154498" x="3409950" y="5251450"/>
          <p14:tracePt t="154526" x="3416300" y="5251450"/>
          <p14:tracePt t="154554" x="3422650" y="5251450"/>
          <p14:tracePt t="154575" x="3429000" y="5251450"/>
          <p14:tracePt t="154589" x="3441700" y="5251450"/>
          <p14:tracePt t="154596" x="3448050" y="5251450"/>
          <p14:tracePt t="154605" x="3467100" y="5245100"/>
          <p14:tracePt t="154620" x="3486150" y="5245100"/>
          <p14:tracePt t="154638" x="3524250" y="5245100"/>
          <p14:tracePt t="154654" x="3619500" y="5251450"/>
          <p14:tracePt t="154671" x="3746500" y="5245100"/>
          <p14:tracePt t="154688" x="3873500" y="5245100"/>
          <p14:tracePt t="154704" x="3937000" y="5245100"/>
          <p14:tracePt t="154720" x="4057650" y="5226050"/>
          <p14:tracePt t="154737" x="4152900" y="5219700"/>
          <p14:tracePt t="154754" x="4178300" y="5213350"/>
          <p14:tracePt t="154770" x="4222750" y="5207000"/>
          <p14:tracePt t="154787" x="4248150" y="5207000"/>
          <p14:tracePt t="154803" x="4254500" y="5207000"/>
          <p14:tracePt t="154821" x="4260850" y="5207000"/>
          <p14:tracePt t="154836" x="4267200" y="5207000"/>
          <p14:tracePt t="155109" x="4260850" y="5207000"/>
          <p14:tracePt t="155137" x="4260850" y="5200650"/>
          <p14:tracePt t="155179" x="4260850" y="5194300"/>
          <p14:tracePt t="155250" x="4254500" y="5187950"/>
          <p14:tracePt t="155278" x="4248150" y="5187950"/>
          <p14:tracePt t="155292" x="4241800" y="5181600"/>
          <p14:tracePt t="155299" x="4241800" y="5175250"/>
          <p14:tracePt t="155306" x="4235450" y="5175250"/>
          <p14:tracePt t="155321" x="4222750" y="5168900"/>
          <p14:tracePt t="155335" x="4210050" y="5162550"/>
          <p14:tracePt t="155351" x="4159250" y="5137150"/>
          <p14:tracePt t="155369" x="4114800" y="5099050"/>
          <p14:tracePt t="155385" x="3949700" y="5010150"/>
          <p14:tracePt t="155401" x="3733800" y="4889500"/>
          <p14:tracePt t="155419" x="3416300" y="4724400"/>
          <p14:tracePt t="155434" x="3263900" y="4635500"/>
          <p14:tracePt t="155451" x="2914650" y="4445000"/>
          <p14:tracePt t="155468" x="2616200" y="4286250"/>
          <p14:tracePt t="155484" x="2495550" y="4216400"/>
          <p14:tracePt t="155501" x="2400300" y="4165600"/>
          <p14:tracePt t="155518" x="2146300" y="4032250"/>
          <p14:tracePt t="155535" x="2063750" y="4000500"/>
          <p14:tracePt t="155551" x="2012950" y="3987800"/>
          <p14:tracePt t="155567" x="1898650" y="3956050"/>
          <p14:tracePt t="155584" x="1854200" y="3949700"/>
          <p14:tracePt t="155602" x="1809750" y="3949700"/>
          <p14:tracePt t="155618" x="1797050" y="3949700"/>
          <p14:tracePt t="155634" x="1778000" y="3956050"/>
          <p14:tracePt t="155651" x="1765300" y="3962400"/>
          <p14:tracePt t="155667" x="1758950" y="3962400"/>
          <p14:tracePt t="155684" x="1746250" y="3968750"/>
          <p14:tracePt t="155700" x="1733550" y="3975100"/>
          <p14:tracePt t="155734" x="1708150" y="3981450"/>
          <p14:tracePt t="155750" x="1682750" y="3987800"/>
          <p14:tracePt t="155767" x="1651000" y="4000500"/>
          <p14:tracePt t="155784" x="1593850" y="4013200"/>
          <p14:tracePt t="155800" x="1498600" y="4038600"/>
          <p14:tracePt t="155816" x="1454150" y="4044950"/>
          <p14:tracePt t="155834" x="1346200" y="4083050"/>
          <p14:tracePt t="155850" x="1289050" y="4102100"/>
          <p14:tracePt t="155866" x="1212850" y="4133850"/>
          <p14:tracePt t="155883" x="1143000" y="4159250"/>
          <p14:tracePt t="155899" x="1123950" y="4165600"/>
          <p14:tracePt t="155917" x="1098550" y="4178300"/>
          <p14:tracePt t="155933" x="1085850" y="4191000"/>
          <p14:tracePt t="155949" x="1079500" y="4191000"/>
          <p14:tracePt t="155983" x="1073150" y="4197350"/>
          <p14:tracePt t="156030" x="1073150" y="4203700"/>
          <p14:tracePt t="156072" x="1079500" y="4203700"/>
          <p14:tracePt t="156079" x="1085850" y="4203700"/>
          <p14:tracePt t="156093" x="1092200" y="4203700"/>
          <p14:tracePt t="156102" x="1104900" y="4203700"/>
          <p14:tracePt t="156115" x="1117600" y="4203700"/>
          <p14:tracePt t="156132" x="1123950" y="4203700"/>
          <p14:tracePt t="156149" x="1250950" y="4184650"/>
          <p14:tracePt t="156165" x="1301750" y="4178300"/>
          <p14:tracePt t="156182" x="1377950" y="4165600"/>
          <p14:tracePt t="156199" x="1549400" y="4133850"/>
          <p14:tracePt t="156215" x="1708150" y="4108450"/>
          <p14:tracePt t="156231" x="1771650" y="4095750"/>
          <p14:tracePt t="156248" x="1854200" y="4083050"/>
          <p14:tracePt t="156265" x="1917700" y="4064000"/>
          <p14:tracePt t="156283" x="1943100" y="4064000"/>
          <p14:tracePt t="156298" x="1949450" y="4064000"/>
          <p14:tracePt t="156381" x="1943100" y="4064000"/>
          <p14:tracePt t="156402" x="1936750" y="4064000"/>
          <p14:tracePt t="156423" x="1930400" y="4064000"/>
          <p14:tracePt t="156431" x="1924050" y="4064000"/>
          <p14:tracePt t="156445" x="1917700" y="4064000"/>
          <p14:tracePt t="156451" x="1911350" y="4070350"/>
          <p14:tracePt t="156467" x="1892300" y="4076700"/>
          <p14:tracePt t="156481" x="1873250" y="4083050"/>
          <p14:tracePt t="156498" x="1803400" y="4114800"/>
          <p14:tracePt t="156516" x="1676400" y="4152900"/>
          <p14:tracePt t="156531" x="1612900" y="4171950"/>
          <p14:tracePt t="156547" x="1479550" y="4210050"/>
          <p14:tracePt t="156564" x="1358900" y="4241800"/>
          <p14:tracePt t="156581" x="1301750" y="4248150"/>
          <p14:tracePt t="156597" x="1231900" y="4260850"/>
          <p14:tracePt t="156614" x="1200150" y="4279900"/>
          <p14:tracePt t="156630" x="1187450" y="4279900"/>
          <p14:tracePt t="156648" x="1174750" y="4279900"/>
          <p14:tracePt t="156664" x="1168400" y="4279900"/>
          <p14:tracePt t="156711" x="1168400" y="4286250"/>
          <p14:tracePt t="156753" x="1174750" y="4286250"/>
          <p14:tracePt t="156768" x="1181100" y="4286250"/>
          <p14:tracePt t="156774" x="1187450" y="4286250"/>
          <p14:tracePt t="156783" x="1193800" y="4286250"/>
          <p14:tracePt t="156797" x="1200150" y="4286250"/>
          <p14:tracePt t="156824" x="1206500" y="4286250"/>
          <p14:tracePt t="156838" x="1212850" y="4286250"/>
          <p14:tracePt t="156846" x="1225550" y="4286250"/>
          <p14:tracePt t="156863" x="1238250" y="4286250"/>
          <p14:tracePt t="156880" x="1295400" y="4279900"/>
          <p14:tracePt t="156896" x="1390650" y="4273550"/>
          <p14:tracePt t="156913" x="1441450" y="4260850"/>
          <p14:tracePt t="156929" x="1587500" y="4260850"/>
          <p14:tracePt t="156946" x="1727200" y="4254500"/>
          <p14:tracePt t="156963" x="1778000" y="4254500"/>
          <p14:tracePt t="156979" x="1873250" y="4254500"/>
          <p14:tracePt t="156996" x="1930400" y="4254500"/>
          <p14:tracePt t="157014" x="1949450" y="4254500"/>
          <p14:tracePt t="157029" x="1955800" y="4254500"/>
          <p14:tracePt t="157168" x="1949450" y="4254500"/>
          <p14:tracePt t="159662" x="1968500" y="4254500"/>
          <p14:tracePt t="159676" x="2006600" y="4254500"/>
          <p14:tracePt t="159683" x="2057400" y="4241800"/>
          <p14:tracePt t="159690" x="2108200" y="4241800"/>
          <p14:tracePt t="159706" x="2165350" y="4235450"/>
          <p14:tracePt t="159720" x="2203450" y="4235450"/>
          <p14:tracePt t="159736" x="2298700" y="4229100"/>
          <p14:tracePt t="159754" x="2374900" y="4222750"/>
          <p14:tracePt t="159769" x="2444750" y="4222750"/>
          <p14:tracePt t="159786" x="2476500" y="4222750"/>
          <p14:tracePt t="159803" x="2501900" y="4222750"/>
          <p14:tracePt t="159819" x="2565400" y="4222750"/>
          <p14:tracePt t="159836" x="2578100" y="4222750"/>
          <p14:tracePt t="159853" x="2603500" y="4222750"/>
          <p14:tracePt t="159869" x="2609850" y="4222750"/>
          <p14:tracePt t="159886" x="2616200" y="4222750"/>
          <p14:tracePt t="159902" x="2628900" y="4229100"/>
          <p14:tracePt t="159919" x="2635250" y="4229100"/>
          <p14:tracePt t="159937" x="2641600" y="4229100"/>
          <p14:tracePt t="160006" x="2647950" y="4229100"/>
          <p14:tracePt t="160027" x="2654300" y="4229100"/>
          <p14:tracePt t="160035" x="2660650" y="4229100"/>
          <p14:tracePt t="160049" x="2667000" y="4235450"/>
          <p14:tracePt t="160055" x="2673350" y="4235450"/>
          <p14:tracePt t="160071" x="2679700" y="4235450"/>
          <p14:tracePt t="160085" x="2698750" y="4241800"/>
          <p14:tracePt t="160102" x="2711450" y="4241800"/>
          <p14:tracePt t="160119" x="2736850" y="4241800"/>
          <p14:tracePt t="160135" x="2749550" y="4241800"/>
          <p14:tracePt t="160151" x="2768600" y="4241800"/>
          <p14:tracePt t="160168" x="2781300" y="4241800"/>
          <p14:tracePt t="160185" x="2787650" y="4241800"/>
          <p14:tracePt t="160309" x="2781300" y="4241800"/>
          <p14:tracePt t="160316" x="2774950" y="4241800"/>
          <p14:tracePt t="160330" x="2768600" y="4241800"/>
          <p14:tracePt t="160337" x="2762250" y="4241800"/>
          <p14:tracePt t="160352" x="2749550" y="4241800"/>
          <p14:tracePt t="160368" x="2717800" y="4241800"/>
          <p14:tracePt t="160385" x="2692400" y="4241800"/>
          <p14:tracePt t="160401" x="2616200" y="4241800"/>
          <p14:tracePt t="160418" x="2565400" y="4241800"/>
          <p14:tracePt t="160435" x="2368550" y="4260850"/>
          <p14:tracePt t="160450" x="2311400" y="4273550"/>
          <p14:tracePt t="160467" x="2247900" y="4273550"/>
          <p14:tracePt t="160484" x="2152650" y="4286250"/>
          <p14:tracePt t="160500" x="2089150" y="4286250"/>
          <p14:tracePt t="160517" x="2063750" y="4292600"/>
          <p14:tracePt t="160521" x="2044700" y="4292600"/>
          <p14:tracePt t="160534" x="2032000" y="4292600"/>
          <p14:tracePt t="160550" x="2006600" y="4298950"/>
          <p14:tracePt t="160584" x="2000250" y="4305300"/>
          <p14:tracePt t="160600" x="1993900" y="4305300"/>
          <p14:tracePt t="160619" x="1987550" y="4305300"/>
          <p14:tracePt t="160639" x="1981200" y="4305300"/>
          <p14:tracePt t="160716" x="1981200" y="4311650"/>
          <p14:tracePt t="160772" x="1987550" y="4311650"/>
          <p14:tracePt t="160786" x="1993900" y="4311650"/>
          <p14:tracePt t="160807" x="2000250" y="4311650"/>
          <p14:tracePt t="160828" x="2012950" y="4311650"/>
          <p14:tracePt t="160842" x="2019300" y="4311650"/>
          <p14:tracePt t="160852" x="2038350" y="4311650"/>
          <p14:tracePt t="160866" x="2057400" y="4311650"/>
          <p14:tracePt t="160882" x="2114550" y="4311650"/>
          <p14:tracePt t="160899" x="2209800" y="4305300"/>
          <p14:tracePt t="160915" x="2260600" y="4305300"/>
          <p14:tracePt t="160932" x="2349500" y="4298950"/>
          <p14:tracePt t="160949" x="2432050" y="4286250"/>
          <p14:tracePt t="160965" x="2463800" y="4286250"/>
          <p14:tracePt t="160983" x="2520950" y="4279900"/>
          <p14:tracePt t="160998" x="2552700" y="4279900"/>
          <p14:tracePt t="161015" x="2565400" y="4279900"/>
          <p14:tracePt t="161032" x="2571750" y="4279900"/>
          <p14:tracePt t="161048" x="2584450" y="4279900"/>
          <p14:tracePt t="161065" x="2590800" y="4279900"/>
          <p14:tracePt t="161082" x="2597150" y="4279900"/>
          <p14:tracePt t="161131" x="2603500" y="4279900"/>
          <p14:tracePt t="161201" x="2609850" y="4286250"/>
          <p14:tracePt t="161278" x="2616200" y="4286250"/>
          <p14:tracePt t="161292" x="2622550" y="4286250"/>
          <p14:tracePt t="161315" x="2628900" y="4286250"/>
          <p14:tracePt t="161320" x="2635250" y="4286250"/>
          <p14:tracePt t="161334" x="2641600" y="4286250"/>
          <p14:tracePt t="161349" x="2647950" y="4286250"/>
          <p14:tracePt t="161364" x="2654300" y="4286250"/>
          <p14:tracePt t="161381" x="2667000" y="4286250"/>
          <p14:tracePt t="161398" x="2692400" y="4292600"/>
          <p14:tracePt t="161414" x="2724150" y="4292600"/>
          <p14:tracePt t="161430" x="2743200" y="4292600"/>
          <p14:tracePt t="161447" x="2768600" y="4298950"/>
          <p14:tracePt t="161463" x="2794000" y="4298950"/>
          <p14:tracePt t="161480" x="2806700" y="4298950"/>
          <p14:tracePt t="161497" x="2819400" y="4298950"/>
          <p14:tracePt t="161513" x="2825750" y="4298950"/>
          <p14:tracePt t="161531" x="2832100" y="4298950"/>
          <p14:tracePt t="161805" x="2825750" y="4298950"/>
          <p14:tracePt t="161813" x="2819400" y="4298950"/>
          <p14:tracePt t="161826" x="2813050" y="4292600"/>
          <p14:tracePt t="161833" x="2806700" y="4292600"/>
          <p14:tracePt t="161845" x="2794000" y="4286250"/>
          <p14:tracePt t="161862" x="2762250" y="4279900"/>
          <p14:tracePt t="161879" x="2736850" y="4279900"/>
          <p14:tracePt t="161896" x="2692400" y="4273550"/>
          <p14:tracePt t="161912" x="2527300" y="4254500"/>
          <p14:tracePt t="161928" x="2457450" y="4254500"/>
          <p14:tracePt t="161946" x="2343150" y="4248150"/>
          <p14:tracePt t="161962" x="2298700" y="4235450"/>
          <p14:tracePt t="161979" x="2209800" y="4235450"/>
          <p14:tracePt t="161995" x="2159000" y="4235450"/>
          <p14:tracePt t="162012" x="2139950" y="4235450"/>
          <p14:tracePt t="162028" x="2114550" y="4241800"/>
          <p14:tracePt t="162045" x="2095500" y="4248150"/>
          <p14:tracePt t="162062" x="2095500" y="4254500"/>
          <p14:tracePt t="162079" x="2089150" y="4260850"/>
          <p14:tracePt t="162111" x="2082800" y="4260850"/>
          <p14:tracePt t="162894" x="2089150" y="4260850"/>
          <p14:tracePt t="162915" x="2101850" y="4254500"/>
          <p14:tracePt t="162929" x="2114550" y="4254500"/>
          <p14:tracePt t="162936" x="2120900" y="4248150"/>
          <p14:tracePt t="162951" x="2127250" y="4248150"/>
          <p14:tracePt t="162958" x="2139950" y="4241800"/>
          <p14:tracePt t="162975" x="2146300" y="4241800"/>
          <p14:tracePt t="162992" x="2152650" y="4235450"/>
          <p14:tracePt t="163008" x="2165350" y="4229100"/>
          <p14:tracePt t="163025" x="2171700" y="4229100"/>
          <p14:tracePt t="163042" x="2178050" y="4229100"/>
          <p14:tracePt t="163058" x="2190750" y="4222750"/>
          <p14:tracePt t="163078" x="2197100" y="4222750"/>
          <p14:tracePt t="163126" x="2203450" y="4222750"/>
          <p14:tracePt t="163161" x="2209800" y="4216400"/>
          <p14:tracePt t="163176" x="2216150" y="4216400"/>
          <p14:tracePt t="163210" x="2222500" y="4216400"/>
          <p14:tracePt t="163238" x="2228850" y="4216400"/>
          <p14:tracePt t="163288" x="2235200" y="4216400"/>
          <p14:tracePt t="163309" x="2241550" y="4216400"/>
          <p14:tracePt t="163337" x="2247900" y="4216400"/>
          <p14:tracePt t="163351" x="2254250" y="4216400"/>
          <p14:tracePt t="163360" x="2260600" y="4216400"/>
          <p14:tracePt t="163373" x="2266950" y="4216400"/>
          <p14:tracePt t="163400" x="2273300" y="4216400"/>
          <p14:tracePt t="163409" x="2279650" y="4216400"/>
          <p14:tracePt t="163423" x="2286000" y="4210050"/>
          <p14:tracePt t="163441" x="2292350" y="4210050"/>
          <p14:tracePt t="163457" x="2317750" y="4210050"/>
          <p14:tracePt t="163474" x="2330450" y="4210050"/>
          <p14:tracePt t="163490" x="2343150" y="4203700"/>
          <p14:tracePt t="163507" x="2374900" y="4197350"/>
          <p14:tracePt t="163523" x="2413000" y="4191000"/>
          <p14:tracePt t="163541" x="2457450" y="4184650"/>
          <p14:tracePt t="163556" x="2476500" y="4178300"/>
          <p14:tracePt t="163573" x="2501900" y="4171950"/>
          <p14:tracePt t="163590" x="2527300" y="4165600"/>
          <p14:tracePt t="163623" x="2533650" y="4159250"/>
          <p14:tracePt t="163667" x="2540000" y="4159250"/>
          <p14:tracePt t="163723" x="2546350" y="4152900"/>
          <p14:tracePt t="163801" x="2546350" y="4146550"/>
          <p14:tracePt t="163829" x="2552700" y="4146550"/>
          <p14:tracePt t="163850" x="2559050" y="4140200"/>
          <p14:tracePt t="163871" x="2571750" y="4133850"/>
          <p14:tracePt t="163892" x="2578100" y="4133850"/>
          <p14:tracePt t="163899" x="2584450" y="4133850"/>
          <p14:tracePt t="163913" x="2590800" y="4133850"/>
          <p14:tracePt t="163922" x="2590800" y="4127500"/>
          <p14:tracePt t="163942" x="2597150" y="4127500"/>
          <p14:tracePt t="163958" x="2603500" y="4121150"/>
          <p14:tracePt t="163971" x="2609850" y="4121150"/>
          <p14:tracePt t="163991" x="2616200" y="4114800"/>
          <p14:tracePt t="164012" x="2622550" y="4108450"/>
          <p14:tracePt t="164039" x="2628900" y="4102100"/>
          <p14:tracePt t="164089" x="2635250" y="4095750"/>
          <p14:tracePt t="164131" x="2641600" y="4095750"/>
          <p14:tracePt t="164152" x="2647950" y="4089400"/>
          <p14:tracePt t="164201" x="2641600" y="4089400"/>
          <p14:tracePt t="164222" x="2635250" y="4089400"/>
          <p14:tracePt t="164244" x="2628900" y="4089400"/>
          <p14:tracePt t="164251" x="2616200" y="4089400"/>
          <p14:tracePt t="164265" x="2603500" y="4089400"/>
          <p14:tracePt t="164273" x="2590800" y="4089400"/>
          <p14:tracePt t="164287" x="2571750" y="4089400"/>
          <p14:tracePt t="164304" x="2520950" y="4089400"/>
          <p14:tracePt t="164321" x="2470150" y="4089400"/>
          <p14:tracePt t="164337" x="2444750" y="4083050"/>
          <p14:tracePt t="164354" x="2413000" y="4083050"/>
          <p14:tracePt t="164370" x="2343150" y="4057650"/>
          <p14:tracePt t="164387" x="2324100" y="4057650"/>
          <p14:tracePt t="165484" x="2324100" y="4044950"/>
          <p14:tracePt t="165498" x="2324100" y="4038600"/>
          <p14:tracePt t="165504" x="2330450" y="4032250"/>
          <p14:tracePt t="165519" x="2330450" y="4025900"/>
          <p14:tracePt t="165534" x="2330450" y="4019550"/>
          <p14:tracePt t="165549" x="2336800" y="4006850"/>
          <p14:tracePt t="165566" x="2336800" y="4000500"/>
          <p14:tracePt t="165583" x="2343150" y="3994150"/>
          <p14:tracePt t="165599" x="2343150" y="3981450"/>
          <p14:tracePt t="165632" x="2343150" y="3975100"/>
          <p14:tracePt t="165660" x="2343150" y="3968750"/>
          <p14:tracePt t="165688" x="2343150" y="3962400"/>
          <p14:tracePt t="165715" x="2343150" y="3956050"/>
          <p14:tracePt t="165758" x="2343150" y="3949700"/>
          <p14:tracePt t="165800" x="2349500" y="3943350"/>
          <p14:tracePt t="165835" x="2355850" y="3937000"/>
          <p14:tracePt t="165870" x="2362200" y="3930650"/>
          <p14:tracePt t="165934" x="2374900" y="3930650"/>
          <p14:tracePt t="166088" x="2374900" y="3937000"/>
          <p14:tracePt t="166116" x="2374900" y="3943350"/>
          <p14:tracePt t="166137" x="2381250" y="3949700"/>
          <p14:tracePt t="166186" x="2387600" y="3956050"/>
          <p14:tracePt t="166207" x="2387600" y="3962400"/>
          <p14:tracePt t="166222" x="2393950" y="3962400"/>
          <p14:tracePt t="166242" x="2400300" y="3962400"/>
          <p14:tracePt t="166250" x="2406650" y="3962400"/>
          <p14:tracePt t="166271" x="2413000" y="3962400"/>
          <p14:tracePt t="166278" x="2419350" y="3962400"/>
          <p14:tracePt t="166299" x="2425700" y="3962400"/>
          <p14:tracePt t="166320" x="2432050" y="3962400"/>
          <p14:tracePt t="166334" x="2438400" y="3962400"/>
          <p14:tracePt t="166341" x="2451100" y="3962400"/>
          <p14:tracePt t="166349" x="2457450" y="3962400"/>
          <p14:tracePt t="166364" x="2470150" y="3968750"/>
          <p14:tracePt t="166380" x="2489200" y="3968750"/>
          <p14:tracePt t="166397" x="2527300" y="3968750"/>
          <p14:tracePt t="166413" x="2584450" y="3968750"/>
          <p14:tracePt t="166430" x="2603500" y="3968750"/>
          <p14:tracePt t="166447" x="2673350" y="3968750"/>
          <p14:tracePt t="166463" x="2724150" y="3968750"/>
          <p14:tracePt t="166480" x="2743200" y="3968750"/>
          <p14:tracePt t="166496" x="2768600" y="3968750"/>
          <p14:tracePt t="166513" x="2774950" y="3968750"/>
          <p14:tracePt t="166749" x="2781300" y="3975100"/>
          <p14:tracePt t="166770" x="2787650" y="3975100"/>
          <p14:tracePt t="166784" x="2794000" y="3975100"/>
          <p14:tracePt t="166791" x="2800350" y="3975100"/>
          <p14:tracePt t="166805" x="2806700" y="3975100"/>
          <p14:tracePt t="166814" x="2819400" y="3975100"/>
          <p14:tracePt t="166833" x="2838450" y="3975100"/>
          <p14:tracePt t="166844" x="2851150" y="3981450"/>
          <p14:tracePt t="166862" x="2901950" y="3981450"/>
          <p14:tracePt t="166878" x="2921000" y="3987800"/>
          <p14:tracePt t="166895" x="2971800" y="3987800"/>
          <p14:tracePt t="166911" x="3009900" y="3994150"/>
          <p14:tracePt t="166928" x="3035300" y="3994150"/>
          <p14:tracePt t="166945" x="3067050" y="3994150"/>
          <p14:tracePt t="166961" x="3079750" y="3994150"/>
          <p14:tracePt t="166978" x="3105150" y="4000500"/>
          <p14:tracePt t="166995" x="3111500" y="4000500"/>
          <p14:tracePt t="167011" x="3124200" y="4000500"/>
          <p14:tracePt t="167028" x="3136900" y="3994150"/>
          <p14:tracePt t="167045" x="3155950" y="3994150"/>
          <p14:tracePt t="167079" x="3168650" y="3987800"/>
          <p14:tracePt t="167094" x="3175000" y="3987800"/>
          <p14:tracePt t="167191" x="3168650" y="3994150"/>
          <p14:tracePt t="167205" x="3162300" y="4006850"/>
          <p14:tracePt t="167213" x="3143250" y="4025900"/>
          <p14:tracePt t="167228" x="3117850" y="4051300"/>
          <p14:tracePt t="167244" x="3022600" y="4140200"/>
          <p14:tracePt t="167261" x="2952750" y="4222750"/>
          <p14:tracePt t="167277" x="2794000" y="4387850"/>
          <p14:tracePt t="167293" x="2705100" y="4502150"/>
          <p14:tracePt t="167311" x="2482850" y="4787900"/>
          <p14:tracePt t="167327" x="2425700" y="4870450"/>
          <p14:tracePt t="167344" x="2381250" y="4940300"/>
          <p14:tracePt t="167360" x="2311400" y="5029200"/>
          <p14:tracePt t="167376" x="2266950" y="5092700"/>
          <p14:tracePt t="167393" x="2260600" y="5105400"/>
          <p14:tracePt t="167410" x="2241550" y="5149850"/>
          <p14:tracePt t="167427" x="2228850" y="5162550"/>
          <p14:tracePt t="167445" x="2222500" y="5187950"/>
          <p14:tracePt t="167459" x="2216150" y="5207000"/>
          <p14:tracePt t="167476" x="2209800" y="5219700"/>
          <p14:tracePt t="167494" x="2203450" y="5232400"/>
          <p14:tracePt t="167509" x="2203450" y="5238750"/>
          <p14:tracePt t="167526" x="2197100" y="5251450"/>
          <p14:tracePt t="167543" x="2190750" y="5264150"/>
          <p14:tracePt t="167559" x="2184400" y="5270500"/>
          <p14:tracePt t="167576" x="2178050" y="5276850"/>
          <p14:tracePt t="167593" x="2171700" y="5289550"/>
          <p14:tracePt t="167613" x="2165350" y="5295900"/>
          <p14:tracePt t="167725" x="2165350" y="5302250"/>
          <p14:tracePt t="167732" x="2159000" y="5302250"/>
          <p14:tracePt t="167767" x="2152650" y="5302250"/>
          <p14:tracePt t="167775" x="2152650" y="5308600"/>
          <p14:tracePt t="167795" x="2146300" y="5308600"/>
          <p14:tracePt t="167887" x="2152650" y="5308600"/>
          <p14:tracePt t="167894" x="2159000" y="5308600"/>
          <p14:tracePt t="167915" x="2165350" y="5308600"/>
          <p14:tracePt t="167929" x="2178050" y="5308600"/>
          <p14:tracePt t="167936" x="2184400" y="5308600"/>
          <p14:tracePt t="167944" x="2197100" y="5308600"/>
          <p14:tracePt t="167959" x="2209800" y="5308600"/>
          <p14:tracePt t="167975" x="2222500" y="5308600"/>
          <p14:tracePt t="167991" x="2235200" y="5308600"/>
          <p14:tracePt t="168007" x="2247900" y="5308600"/>
          <p14:tracePt t="168041" x="2254250" y="5308600"/>
          <p14:tracePt t="168126" x="2260600" y="5308600"/>
          <p14:tracePt t="168154" x="2266950" y="5308600"/>
          <p14:tracePt t="168217" x="2273300" y="5308600"/>
          <p14:tracePt t="168225" x="2279650" y="5308600"/>
          <p14:tracePt t="168245" x="2286000" y="5302250"/>
          <p14:tracePt t="168259" x="2292350" y="5302250"/>
          <p14:tracePt t="168266" x="2305050" y="5302250"/>
          <p14:tracePt t="168280" x="2317750" y="5302250"/>
          <p14:tracePt t="168290" x="2324100" y="5302250"/>
          <p14:tracePt t="168307" x="2349500" y="5302250"/>
          <p14:tracePt t="168323" x="2387600" y="5295900"/>
          <p14:tracePt t="168340" x="2438400" y="5289550"/>
          <p14:tracePt t="168357" x="2457450" y="5289550"/>
          <p14:tracePt t="168373" x="2501900" y="5283200"/>
          <p14:tracePt t="168390" x="2527300" y="5276850"/>
          <p14:tracePt t="168407" x="2533650" y="5276850"/>
          <p14:tracePt t="168423" x="2540000" y="5270500"/>
          <p14:tracePt t="168440" x="2546350" y="5270500"/>
          <p14:tracePt t="168457" x="2552700" y="5264150"/>
          <p14:tracePt t="168489" x="2559050" y="5264150"/>
          <p14:tracePt t="168506" x="2565400" y="5264150"/>
          <p14:tracePt t="168547" x="2571750" y="5264150"/>
          <p14:tracePt t="168568" x="2584450" y="5257800"/>
          <p14:tracePt t="168582" x="2590800" y="5257800"/>
          <p14:tracePt t="168591" x="2597150" y="5257800"/>
          <p14:tracePt t="168605" x="2616200" y="5251450"/>
          <p14:tracePt t="168622" x="2647950" y="5245100"/>
          <p14:tracePt t="168639" x="2692400" y="5238750"/>
          <p14:tracePt t="168655" x="2711450" y="5226050"/>
          <p14:tracePt t="168672" x="2749550" y="5219700"/>
          <p14:tracePt t="168689" x="2787650" y="5207000"/>
          <p14:tracePt t="168705" x="2800350" y="5207000"/>
          <p14:tracePt t="168724" x="2813050" y="5200650"/>
          <p14:tracePt t="168739" x="2819400" y="5200650"/>
          <p14:tracePt t="168772" x="2819400" y="5194300"/>
          <p14:tracePt t="168800" x="2825750" y="5194300"/>
          <p14:tracePt t="169025" x="2825750" y="5187950"/>
          <p14:tracePt t="169037" x="2825750" y="5194300"/>
          <p14:tracePt t="169513" x="2825750" y="5168900"/>
          <p14:tracePt t="169521" x="2825750" y="5118100"/>
          <p14:tracePt t="169534" x="2825750" y="5067300"/>
          <p14:tracePt t="169541" x="2825750" y="5016500"/>
          <p14:tracePt t="169556" x="2825750" y="4965700"/>
          <p14:tracePt t="169570" x="2825750" y="4864100"/>
          <p14:tracePt t="169586" x="2825750" y="4806950"/>
          <p14:tracePt t="169602" x="2825750" y="4756150"/>
          <p14:tracePt t="169619" x="2825750" y="4654550"/>
          <p14:tracePt t="169635" x="2813050" y="4610100"/>
          <p14:tracePt t="169652" x="2800350" y="4546600"/>
          <p14:tracePt t="169669" x="2781300" y="4508500"/>
          <p14:tracePt t="169685" x="2774950" y="4483100"/>
          <p14:tracePt t="169703" x="2762250" y="4464050"/>
          <p14:tracePt t="169719" x="2755900" y="4451350"/>
          <p14:tracePt t="169736" x="2749550" y="4438650"/>
          <p14:tracePt t="169752" x="2736850" y="4432300"/>
          <p14:tracePt t="169768" x="2736850" y="4425950"/>
          <p14:tracePt t="169785" x="2730500" y="4419600"/>
          <p14:tracePt t="169802" x="2730500" y="4413250"/>
          <p14:tracePt t="170004" x="2730500" y="4406900"/>
          <p14:tracePt t="170011" x="2730500" y="4400550"/>
          <p14:tracePt t="170025" x="2736850" y="4381500"/>
          <p14:tracePt t="170034" x="2743200" y="4368800"/>
          <p14:tracePt t="170051" x="2755900" y="4349750"/>
          <p14:tracePt t="170068" x="2781300" y="4286250"/>
          <p14:tracePt t="170084" x="2794000" y="4216400"/>
          <p14:tracePt t="170100" x="2794000" y="4191000"/>
          <p14:tracePt t="170117" x="2806700" y="4121150"/>
          <p14:tracePt t="170134" x="2806700" y="4070350"/>
          <p14:tracePt t="170150" x="2806700" y="4051300"/>
          <p14:tracePt t="170167" x="2781300" y="4019550"/>
          <p14:tracePt t="170184" x="2768600" y="4019550"/>
          <p14:tracePt t="170201" x="2743200" y="4013200"/>
          <p14:tracePt t="170217" x="2711450" y="4013200"/>
          <p14:tracePt t="170234" x="2692400" y="4013200"/>
          <p14:tracePt t="170251" x="2628900" y="4032250"/>
          <p14:tracePt t="170267" x="2533650" y="4064000"/>
          <p14:tracePt t="170283" x="2495550" y="4070350"/>
          <p14:tracePt t="170300" x="2400300" y="4095750"/>
          <p14:tracePt t="170316" x="2324100" y="4114800"/>
          <p14:tracePt t="170333" x="2298700" y="4121150"/>
          <p14:tracePt t="170350" x="2266950" y="4127500"/>
          <p14:tracePt t="170366" x="2247900" y="4133850"/>
          <p14:tracePt t="170383" x="2241550" y="4133850"/>
          <p14:tracePt t="170412" x="2235200" y="4133850"/>
          <p14:tracePt t="170503" x="2235200" y="4140200"/>
          <p14:tracePt t="170672" x="2228850" y="4146550"/>
          <p14:tracePt t="171037" x="2209800" y="4159250"/>
          <p14:tracePt t="171044" x="2171700" y="4165600"/>
          <p14:tracePt t="171058" x="2127250" y="4184650"/>
          <p14:tracePt t="171067" x="2082800" y="4203700"/>
          <p14:tracePt t="171081" x="2051050" y="4216400"/>
          <p14:tracePt t="171097" x="2000250" y="4229100"/>
          <p14:tracePt t="171114" x="1892300" y="4279900"/>
          <p14:tracePt t="171130" x="1873250" y="4286250"/>
          <p14:tracePt t="171147" x="1854200" y="4292600"/>
          <p14:tracePt t="171164" x="1835150" y="4298950"/>
          <p14:tracePt t="171180" x="1816100" y="4311650"/>
          <p14:tracePt t="171197" x="1809750" y="4311650"/>
          <p14:tracePt t="171214" x="1803400" y="4311650"/>
          <p14:tracePt t="171339" x="1809750" y="4311650"/>
          <p14:tracePt t="171382" x="1816100" y="4311650"/>
          <p14:tracePt t="171416" x="1822450" y="4311650"/>
          <p14:tracePt t="171452" x="1828800" y="4311650"/>
          <p14:tracePt t="171487" x="1841500" y="4311650"/>
          <p14:tracePt t="171522" x="1847850" y="4311650"/>
          <p14:tracePt t="171530" x="1860550" y="4311650"/>
          <p14:tracePt t="171536" x="1873250" y="4311650"/>
          <p14:tracePt t="171550" x="1892300" y="4311650"/>
          <p14:tracePt t="171562" x="1911350" y="4311650"/>
          <p14:tracePt t="171579" x="1968500" y="4305300"/>
          <p14:tracePt t="171595" x="2006600" y="4305300"/>
          <p14:tracePt t="171612" x="2101850" y="4305300"/>
          <p14:tracePt t="171628" x="2178050" y="4292600"/>
          <p14:tracePt t="171645" x="2209800" y="4292600"/>
          <p14:tracePt t="171648" x="2247900" y="4286250"/>
          <p14:tracePt t="171665" x="2279650" y="4286250"/>
          <p14:tracePt t="171678" x="2324100" y="4286250"/>
          <p14:tracePt t="171695" x="2349500" y="4286250"/>
          <p14:tracePt t="171712" x="2368550" y="4286250"/>
          <p14:tracePt t="171728" x="2374900" y="4286250"/>
          <p14:tracePt t="171745" x="2387600" y="4279900"/>
          <p14:tracePt t="171761" x="2400300" y="4279900"/>
          <p14:tracePt t="171795" x="2406650" y="4279900"/>
          <p14:tracePt t="171811" x="2419350" y="4273550"/>
          <p14:tracePt t="171828" x="2425700" y="4273550"/>
          <p14:tracePt t="171845" x="2438400" y="4273550"/>
          <p14:tracePt t="171861" x="2444750" y="4273550"/>
          <p14:tracePt t="171878" x="2451100" y="4273550"/>
          <p14:tracePt t="171895" x="2463800" y="4273550"/>
          <p14:tracePt t="171911" x="2476500" y="4273550"/>
          <p14:tracePt t="171928" x="2482850" y="4273550"/>
          <p14:tracePt t="171944" x="2495550" y="4267200"/>
          <p14:tracePt t="171961" x="2514600" y="4267200"/>
          <p14:tracePt t="171977" x="2520950" y="4267200"/>
          <p14:tracePt t="171994" x="2540000" y="4267200"/>
          <p14:tracePt t="172010" x="2546350" y="4267200"/>
          <p14:tracePt t="172028" x="2565400" y="4267200"/>
          <p14:tracePt t="172044" x="2571750" y="4267200"/>
          <p14:tracePt t="172078" x="2578100" y="4267200"/>
          <p14:tracePt t="172302" x="2571750" y="4267200"/>
          <p14:tracePt t="172310" x="2571750" y="4273550"/>
          <p14:tracePt t="172358" x="2565400" y="4279900"/>
          <p14:tracePt t="172386" x="2565400" y="4286250"/>
          <p14:tracePt t="172407" x="2559050" y="4292600"/>
          <p14:tracePt t="172471" x="2559050" y="4298950"/>
          <p14:tracePt t="172491" x="2559050" y="4305300"/>
          <p14:tracePt t="172604" x="2565400" y="4305300"/>
          <p14:tracePt t="172653" x="2571750" y="4298950"/>
          <p14:tracePt t="172703" x="2578100" y="4298950"/>
          <p14:tracePt t="172822" x="2584450" y="4292600"/>
          <p14:tracePt t="172871" x="2584450" y="4286250"/>
          <p14:tracePt t="172892" x="2578100" y="4286250"/>
          <p14:tracePt t="172908" x="2571750" y="4286250"/>
          <p14:tracePt t="172927" x="2559050" y="4286250"/>
          <p14:tracePt t="172934" x="2552700" y="4286250"/>
          <p14:tracePt t="172943" x="2546350" y="4286250"/>
          <p14:tracePt t="172957" x="2520950" y="4286250"/>
          <p14:tracePt t="172974" x="2501900" y="4286250"/>
          <p14:tracePt t="172991" x="2438400" y="4286250"/>
          <p14:tracePt t="173007" x="2355850" y="4292600"/>
          <p14:tracePt t="173024" x="2317750" y="4292600"/>
          <p14:tracePt t="173040" x="2247900" y="4305300"/>
          <p14:tracePt t="173057" x="2197100" y="4311650"/>
          <p14:tracePt t="173074" x="2178050" y="4311650"/>
          <p14:tracePt t="173090" x="2152650" y="4311650"/>
          <p14:tracePt t="173106" x="2139950" y="4318000"/>
          <p14:tracePt t="173124" x="2120900" y="4318000"/>
          <p14:tracePt t="173140" x="2114550" y="4318000"/>
          <p14:tracePt t="173157" x="2108200" y="4318000"/>
          <p14:tracePt t="173176" x="2101850" y="4318000"/>
          <p14:tracePt t="173208" x="2095500" y="4324350"/>
          <p14:tracePt t="173272" x="2089150" y="4324350"/>
          <p14:tracePt t="173300" x="2089150" y="4318000"/>
          <p14:tracePt t="174001" x="2095500" y="4318000"/>
          <p14:tracePt t="174015" x="2133600" y="4318000"/>
          <p14:tracePt t="174029" x="2178050" y="4318000"/>
          <p14:tracePt t="174039" x="2228850" y="4318000"/>
          <p14:tracePt t="174053" x="2279650" y="4318000"/>
          <p14:tracePt t="174070" x="2343150" y="4318000"/>
          <p14:tracePt t="174086" x="2470150" y="4318000"/>
          <p14:tracePt t="174103" x="2520950" y="4318000"/>
          <p14:tracePt t="174120" x="2559050" y="4318000"/>
          <p14:tracePt t="174136" x="2609850" y="4311650"/>
          <p14:tracePt t="174153" x="2622550" y="4311650"/>
          <p14:tracePt t="174170" x="2635250" y="4305300"/>
          <p14:tracePt t="174212" x="2635250" y="4298950"/>
          <p14:tracePt t="174254" x="2635250" y="4292600"/>
          <p14:tracePt t="174297" x="2628900" y="4286250"/>
          <p14:tracePt t="174304" x="2622550" y="4286250"/>
          <p14:tracePt t="174317" x="2609850" y="4286250"/>
          <p14:tracePt t="174332" x="2603500" y="4286250"/>
          <p14:tracePt t="174339" x="2590800" y="4286250"/>
          <p14:tracePt t="174356" x="2559050" y="4286250"/>
          <p14:tracePt t="174369" x="2533650" y="4279900"/>
          <p14:tracePt t="174386" x="2489200" y="4279900"/>
          <p14:tracePt t="174402" x="2400300" y="4279900"/>
          <p14:tracePt t="174419" x="2349500" y="4279900"/>
          <p14:tracePt t="174435" x="2286000" y="4279900"/>
          <p14:tracePt t="174452" x="2203450" y="4279900"/>
          <p14:tracePt t="174468" x="2178050" y="4279900"/>
          <p14:tracePt t="174486" x="2127250" y="4286250"/>
          <p14:tracePt t="174502" x="2120900" y="4286250"/>
          <p14:tracePt t="174518" x="2108200" y="4286250"/>
          <p14:tracePt t="174536" x="2101850" y="4286250"/>
          <p14:tracePt t="174551" x="2095500" y="4286250"/>
          <p14:tracePt t="174585" x="2095500" y="4292600"/>
          <p14:tracePt t="175272" x="2070100" y="4292600"/>
          <p14:tracePt t="175286" x="2019300" y="4286250"/>
          <p14:tracePt t="175293" x="1968500" y="4279900"/>
          <p14:tracePt t="175307" x="1898650" y="4260850"/>
          <p14:tracePt t="175321" x="1828800" y="4241800"/>
          <p14:tracePt t="175332" x="1765300" y="4229100"/>
          <p14:tracePt t="175350" x="1689100" y="4222750"/>
          <p14:tracePt t="175366" x="1530350" y="4203700"/>
          <p14:tracePt t="175383" x="1454150" y="4191000"/>
          <p14:tracePt t="175399" x="1377950" y="4191000"/>
          <p14:tracePt t="175415" x="1276350" y="4191000"/>
          <p14:tracePt t="175433" x="1238250" y="4191000"/>
          <p14:tracePt t="175448" x="1168400" y="4191000"/>
          <p14:tracePt t="175465" x="1149350" y="4191000"/>
          <p14:tracePt t="175482" x="1130300" y="4191000"/>
          <p14:tracePt t="175498" x="1104900" y="4191000"/>
          <p14:tracePt t="175515" x="1098550" y="4191000"/>
          <p14:tracePt t="175532" x="1085850" y="4191000"/>
          <p14:tracePt t="175757" x="1092200" y="4197350"/>
          <p14:tracePt t="175765" x="1123950" y="4203700"/>
          <p14:tracePt t="175778" x="1155700" y="4222750"/>
          <p14:tracePt t="175784" x="1193800" y="4229100"/>
          <p14:tracePt t="175797" x="1244600" y="4235450"/>
          <p14:tracePt t="175814" x="1390650" y="4267200"/>
          <p14:tracePt t="175831" x="1460500" y="4286250"/>
          <p14:tracePt t="175849" x="1606550" y="4311650"/>
          <p14:tracePt t="175864" x="1714500" y="4343400"/>
          <p14:tracePt t="175880" x="1765300" y="4349750"/>
          <p14:tracePt t="175898" x="1784350" y="4362450"/>
          <p14:tracePt t="175914" x="1835150" y="4368800"/>
          <p14:tracePt t="175930" x="1854200" y="4375150"/>
          <p14:tracePt t="175947" x="1866900" y="4381500"/>
          <p14:tracePt t="175964" x="1873250" y="4381500"/>
          <p14:tracePt t="176108" x="1866900" y="4381500"/>
          <p14:tracePt t="176200" x="1860550" y="4375150"/>
          <p14:tracePt t="176256" x="1860550" y="4368800"/>
          <p14:tracePt t="176618" x="1860550" y="4375150"/>
          <p14:tracePt t="176625" x="1866900" y="4394200"/>
          <p14:tracePt t="176639" x="1892300" y="4438650"/>
          <p14:tracePt t="176647" x="1911350" y="4476750"/>
          <p14:tracePt t="176662" x="1936750" y="4533900"/>
          <p14:tracePt t="176678" x="1968500" y="4591050"/>
          <p14:tracePt t="176695" x="2063750" y="4781550"/>
          <p14:tracePt t="176710" x="2095500" y="4864100"/>
          <p14:tracePt t="176728" x="2120900" y="4946650"/>
          <p14:tracePt t="176745" x="2171700" y="5105400"/>
          <p14:tracePt t="176761" x="2222500" y="5251450"/>
          <p14:tracePt t="176777" x="2241550" y="5340350"/>
          <p14:tracePt t="176794" x="2266950" y="5473700"/>
          <p14:tracePt t="176811" x="2298700" y="5619750"/>
          <p14:tracePt t="176828" x="2317750" y="5670550"/>
          <p14:tracePt t="176844" x="2343150" y="5803900"/>
          <p14:tracePt t="176860" x="2362200" y="5924550"/>
          <p14:tracePt t="176879" x="2400300" y="6000750"/>
          <p14:tracePt t="176894" x="2406650" y="6038850"/>
          <p14:tracePt t="176910" x="2413000" y="6089650"/>
          <p14:tracePt t="176928" x="2432050" y="6134100"/>
          <p14:tracePt t="176943" x="2432050" y="6146800"/>
          <p14:tracePt t="176960" x="2438400" y="6153150"/>
          <p14:tracePt t="176977" x="2444750" y="6172200"/>
          <p14:tracePt t="176993" x="2451100" y="6178550"/>
          <p14:tracePt t="177010" x="2451100" y="6191250"/>
          <p14:tracePt t="177026" x="2457450" y="6197600"/>
          <p14:tracePt t="177043" x="2457450" y="6203950"/>
          <p14:tracePt t="177060" x="2463800" y="6203950"/>
          <p14:tracePt t="177089" x="2463800" y="6210300"/>
          <p14:tracePt t="177138" x="2463800" y="6203950"/>
          <p14:tracePt t="177152" x="2463800" y="6197600"/>
          <p14:tracePt t="177160" x="2463800" y="6191250"/>
          <p14:tracePt t="177173" x="2463800" y="6178550"/>
          <p14:tracePt t="177180" x="2457450" y="6159500"/>
          <p14:tracePt t="177193" x="2457450" y="6127750"/>
          <p14:tracePt t="177209" x="2432050" y="6032500"/>
          <p14:tracePt t="177226" x="2419350" y="5969000"/>
          <p14:tracePt t="177243" x="2355850" y="5784850"/>
          <p14:tracePt t="177259" x="2286000" y="5562600"/>
          <p14:tracePt t="177275" x="2254250" y="5448300"/>
          <p14:tracePt t="177293" x="2165350" y="5213350"/>
          <p14:tracePt t="177309" x="2127250" y="5092700"/>
          <p14:tracePt t="177325" x="2063750" y="4908550"/>
          <p14:tracePt t="177342" x="2044700" y="4845050"/>
          <p14:tracePt t="177359" x="2019300" y="4762500"/>
          <p14:tracePt t="177376" x="2012950" y="4730750"/>
          <p14:tracePt t="177392" x="2000250" y="4686300"/>
          <p14:tracePt t="177409" x="2000250" y="4673600"/>
          <p14:tracePt t="177426" x="1993900" y="4660900"/>
          <p14:tracePt t="177442" x="1981200" y="4635500"/>
          <p14:tracePt t="177476" x="1981200" y="4610100"/>
          <p14:tracePt t="177492" x="1974850" y="4597400"/>
          <p14:tracePt t="177508" x="1974850" y="4591050"/>
          <p14:tracePt t="177525" x="1968500" y="4578350"/>
          <p14:tracePt t="177557" x="1968500" y="4565650"/>
          <p14:tracePt t="177575" x="1962150" y="4552950"/>
          <p14:tracePt t="177591" x="1962150" y="4546600"/>
          <p14:tracePt t="177608" x="1962150" y="4540250"/>
          <p14:tracePt t="177641" x="1962150" y="4533900"/>
          <p14:tracePt t="177672" x="1962150" y="4527550"/>
          <p14:tracePt t="177700" x="1962150" y="4521200"/>
          <p14:tracePt t="177721" x="1962150" y="4514850"/>
          <p14:tracePt t="177735" x="1962150" y="4508500"/>
          <p14:tracePt t="177749" x="1962150" y="4502150"/>
          <p14:tracePt t="177784" x="1962150" y="4495800"/>
          <p14:tracePt t="177792" x="1962150" y="4489450"/>
          <p14:tracePt t="177805" x="1962150" y="4483100"/>
          <p14:tracePt t="177812" x="1955800" y="4470400"/>
          <p14:tracePt t="177827" x="1955800" y="4451350"/>
          <p14:tracePt t="177841" x="1949450" y="4419600"/>
          <p14:tracePt t="177857" x="1943100" y="4387850"/>
          <p14:tracePt t="177874" x="1936750" y="4356100"/>
          <p14:tracePt t="177890" x="1917700" y="4260850"/>
          <p14:tracePt t="177907" x="1917700" y="4235450"/>
          <p14:tracePt t="177925" x="1917700" y="4210050"/>
          <p14:tracePt t="177940" x="1911350" y="4178300"/>
          <p14:tracePt t="177957" x="1905000" y="4165600"/>
          <p14:tracePt t="178023" x="1905000" y="4171950"/>
          <p14:tracePt t="178038" x="1905000" y="4184650"/>
          <p14:tracePt t="178044" x="1905000" y="4191000"/>
          <p14:tracePt t="178065" x="1905000" y="4197350"/>
          <p14:tracePt t="178087" x="1905000" y="4203700"/>
          <p14:tracePt t="178094" x="1905000" y="4210050"/>
          <p14:tracePt t="178109" x="1911350" y="4216400"/>
          <p14:tracePt t="178123" x="1917700" y="4248150"/>
          <p14:tracePt t="178139" x="1924050" y="4279900"/>
          <p14:tracePt t="178157" x="1955800" y="4375150"/>
          <p14:tracePt t="178172" x="1981200" y="4438650"/>
          <p14:tracePt t="178189" x="2044700" y="4648200"/>
          <p14:tracePt t="178206" x="2063750" y="4749800"/>
          <p14:tracePt t="178222" x="2152650" y="5003800"/>
          <p14:tracePt t="178239" x="2216150" y="5219700"/>
          <p14:tracePt t="178256" x="2273300" y="5403850"/>
          <p14:tracePt t="178272" x="2292350" y="5473700"/>
          <p14:tracePt t="178288" x="2324100" y="5594350"/>
          <p14:tracePt t="178305" x="2349500" y="5676900"/>
          <p14:tracePt t="178322" x="2355850" y="5721350"/>
          <p14:tracePt t="178340" x="2368550" y="5759450"/>
          <p14:tracePt t="178355" x="2368550" y="5784850"/>
          <p14:tracePt t="178372" x="2368550" y="5791200"/>
          <p14:tracePt t="178389" x="2368550" y="5797550"/>
          <p14:tracePt t="178473" x="2368550" y="5791200"/>
          <p14:tracePt t="178494" x="2368550" y="5784850"/>
          <p14:tracePt t="178529" x="2368550" y="5778500"/>
          <p14:tracePt t="178536" x="2368550" y="5772150"/>
          <p14:tracePt t="178543" x="2368550" y="5765800"/>
          <p14:tracePt t="178558" x="2368550" y="5759450"/>
          <p14:tracePt t="178572" x="2368550" y="5753100"/>
          <p14:tracePt t="178588" x="2368550" y="5740400"/>
          <p14:tracePt t="178604" x="2368550" y="5727700"/>
          <p14:tracePt t="178621" x="2368550" y="5676900"/>
          <p14:tracePt t="178638" x="2368550" y="5600700"/>
          <p14:tracePt t="178654" x="2368550" y="5562600"/>
          <p14:tracePt t="178671" x="2355850" y="5429250"/>
          <p14:tracePt t="178687" x="2355850" y="5365750"/>
          <p14:tracePt t="178706" x="2336800" y="5213350"/>
          <p14:tracePt t="178721" x="2330450" y="5137150"/>
          <p14:tracePt t="178737" x="2311400" y="4978400"/>
          <p14:tracePt t="178755" x="2292350" y="4845050"/>
          <p14:tracePt t="178771" x="2292350" y="4806950"/>
          <p14:tracePt t="178787" x="2279650" y="4781550"/>
          <p14:tracePt t="178804" x="2266950" y="4718050"/>
          <p14:tracePt t="178820" x="2266950" y="4705350"/>
          <p14:tracePt t="178837" x="2266950" y="4699000"/>
          <p14:tracePt t="178854" x="2266950" y="4686300"/>
          <p14:tracePt t="178870" x="2266950" y="4679950"/>
          <p14:tracePt t="178887" x="2260600" y="4673600"/>
          <p14:tracePt t="179084" x="2266950" y="4673600"/>
          <p14:tracePt t="179105" x="2266950" y="4667250"/>
          <p14:tracePt t="179127" x="2273300" y="4660900"/>
          <p14:tracePt t="179141" x="2273300" y="4654550"/>
          <p14:tracePt t="179148" x="2273300" y="4648200"/>
          <p14:tracePt t="179170" x="2279650" y="4641850"/>
          <p14:tracePt t="179190" x="2279650" y="4635500"/>
          <p14:tracePt t="179196" x="2286000" y="4622800"/>
          <p14:tracePt t="179211" x="2286000" y="4610100"/>
          <p14:tracePt t="179219" x="2286000" y="4591050"/>
          <p14:tracePt t="179235" x="2292350" y="4565650"/>
          <p14:tracePt t="179252" x="2305050" y="4514850"/>
          <p14:tracePt t="179269" x="2317750" y="4457700"/>
          <p14:tracePt t="179285" x="2330450" y="4438650"/>
          <p14:tracePt t="179302" x="2336800" y="4394200"/>
          <p14:tracePt t="179318" x="2343150" y="4356100"/>
          <p14:tracePt t="179335" x="2349500" y="4343400"/>
          <p14:tracePt t="179352" x="2355850" y="4318000"/>
          <p14:tracePt t="179369" x="2355850" y="4305300"/>
          <p14:tracePt t="179387" x="2355850" y="4298950"/>
          <p14:tracePt t="179402" x="2355850" y="4292600"/>
          <p14:tracePt t="179429" x="2355850" y="4286250"/>
          <p14:tracePt t="179437" x="2355850" y="4279900"/>
          <p14:tracePt t="179506" x="2362200" y="4279900"/>
          <p14:tracePt t="179534" x="2362200" y="4286250"/>
          <p14:tracePt t="180970" x="2368550" y="4286250"/>
          <p14:tracePt t="180991" x="2374900" y="4286250"/>
          <p14:tracePt t="181004" x="2387600" y="4286250"/>
          <p14:tracePt t="181012" x="2400300" y="4279900"/>
          <p14:tracePt t="181026" x="2406650" y="4279900"/>
          <p14:tracePt t="181033" x="2419350" y="4267200"/>
          <p14:tracePt t="181049" x="2432050" y="4260850"/>
          <p14:tracePt t="181062" x="2451100" y="4241800"/>
          <p14:tracePt t="181079" x="2463800" y="4235450"/>
          <p14:tracePt t="181097" x="2482850" y="4216400"/>
          <p14:tracePt t="181113" x="2501900" y="4191000"/>
          <p14:tracePt t="181129" x="2546350" y="4127500"/>
          <p14:tracePt t="181146" x="2609850" y="4013200"/>
          <p14:tracePt t="181163" x="2641600" y="3937000"/>
          <p14:tracePt t="181180" x="2711450" y="3752850"/>
          <p14:tracePt t="181196" x="2762250" y="3581400"/>
          <p14:tracePt t="181213" x="2781300" y="3498850"/>
          <p14:tracePt t="181230" x="2819400" y="3378200"/>
          <p14:tracePt t="181245" x="2832100" y="3308350"/>
          <p14:tracePt t="181262" x="2844800" y="3276600"/>
          <p14:tracePt t="181280" x="2857500" y="3244850"/>
          <p14:tracePt t="181295" x="2857500" y="3219450"/>
          <p14:tracePt t="181314" x="2857500" y="3206750"/>
          <p14:tracePt t="181329" x="2863850" y="3200400"/>
          <p14:tracePt t="181345" x="2863850" y="3194050"/>
          <p14:tracePt t="181384" x="2863850" y="3200400"/>
          <p14:tracePt t="181398" x="2863850" y="3206750"/>
          <p14:tracePt t="181411" x="2857500" y="3206750"/>
          <p14:tracePt t="181889" x="2876550" y="3200400"/>
          <p14:tracePt t="181903" x="2933700" y="3181350"/>
          <p14:tracePt t="181917" x="2971800" y="3168650"/>
          <p14:tracePt t="181932" x="3028950" y="3136900"/>
          <p14:tracePt t="181942" x="3086100" y="3111500"/>
          <p14:tracePt t="181960" x="3143250" y="3079750"/>
          <p14:tracePt t="181976" x="3270250" y="2990850"/>
          <p14:tracePt t="181993" x="3397250" y="2876550"/>
          <p14:tracePt t="182010" x="3492500" y="2768600"/>
          <p14:tracePt t="182026" x="3543300" y="2724150"/>
          <p14:tracePt t="182043" x="3594100" y="2641600"/>
          <p14:tracePt t="182059" x="3632200" y="2578100"/>
          <p14:tracePt t="182076" x="3651250" y="2546350"/>
          <p14:tracePt t="182093" x="3663950" y="2508250"/>
          <p14:tracePt t="182109" x="3683000" y="2457450"/>
          <p14:tracePt t="182125" x="3683000" y="2432050"/>
          <p14:tracePt t="182142" x="3695700" y="2387600"/>
          <p14:tracePt t="182159" x="3695700" y="2362200"/>
          <p14:tracePt t="182175" x="3695700" y="2343150"/>
          <p14:tracePt t="182192" x="3689350" y="2305050"/>
          <p14:tracePt t="182209" x="3676650" y="2266950"/>
          <p14:tracePt t="182226" x="3657600" y="2203450"/>
          <p14:tracePt t="182242" x="3638550" y="2171700"/>
          <p14:tracePt t="182258" x="3632200" y="2133600"/>
          <p14:tracePt t="182276" x="3568700" y="2044700"/>
          <p14:tracePt t="182291" x="3549650" y="2032000"/>
          <p14:tracePt t="182308" x="3536950" y="2019300"/>
          <p14:tracePt t="182325" x="3498850" y="2006600"/>
          <p14:tracePt t="182341" x="3486150" y="2000250"/>
          <p14:tracePt t="182358" x="3479800" y="2000250"/>
          <p14:tracePt t="182375" x="3467100" y="2000250"/>
          <p14:tracePt t="182391" x="3460750" y="2006600"/>
          <p14:tracePt t="182409" x="3454400" y="2006600"/>
          <p14:tracePt t="182425" x="3448050" y="2019300"/>
          <p14:tracePt t="182441" x="3448050" y="2032000"/>
          <p14:tracePt t="182458" x="3435350" y="2044700"/>
          <p14:tracePt t="182491" x="3422650" y="2057400"/>
          <p14:tracePt t="182508" x="3409950" y="2070100"/>
          <p14:tracePt t="182524" x="3409950" y="2076450"/>
          <p14:tracePt t="182540" x="3403600" y="2082800"/>
          <p14:tracePt t="182557" x="3390900" y="2082800"/>
          <p14:tracePt t="182574" x="3384550" y="2082800"/>
          <p14:tracePt t="182592" x="3378200" y="2082800"/>
          <p14:tracePt t="182648" x="3371850" y="2082800"/>
          <p14:tracePt t="182669" x="3365500" y="2076450"/>
          <p14:tracePt t="182697" x="3365500" y="2070100"/>
          <p14:tracePt t="182739" x="3365500" y="2063750"/>
          <p14:tracePt t="182752" x="3371850" y="2063750"/>
          <p14:tracePt t="182788" x="3378200" y="2063750"/>
          <p14:tracePt t="182802" x="3384550" y="2063750"/>
          <p14:tracePt t="182824" x="3390900" y="2063750"/>
          <p14:tracePt t="182831" x="3397250" y="2063750"/>
          <p14:tracePt t="182839" x="3403600" y="2063750"/>
          <p14:tracePt t="182860" x="3409950" y="2063750"/>
          <p14:tracePt t="182875" x="3422650" y="2063750"/>
          <p14:tracePt t="182889" x="3441700" y="2063750"/>
          <p14:tracePt t="182906" x="3498850" y="2063750"/>
          <p14:tracePt t="182922" x="3581400" y="2063750"/>
          <p14:tracePt t="182939" x="3632200" y="2063750"/>
          <p14:tracePt t="182957" x="3740150" y="2044700"/>
          <p14:tracePt t="182973" x="3841750" y="2025650"/>
          <p14:tracePt t="182989" x="3886200" y="2019300"/>
          <p14:tracePt t="183006" x="3962400" y="1987550"/>
          <p14:tracePt t="183022" x="4019550" y="1962150"/>
          <p14:tracePt t="183039" x="4032250" y="1955800"/>
          <p14:tracePt t="183056" x="4070350" y="1930400"/>
          <p14:tracePt t="183072" x="4083050" y="1917700"/>
          <p14:tracePt t="183089" x="4095750" y="1905000"/>
          <p14:tracePt t="183105" x="4108450" y="1892300"/>
          <p14:tracePt t="183122" x="4121150" y="1873250"/>
          <p14:tracePt t="183140" x="4127500" y="1860550"/>
          <p14:tracePt t="183155" x="4133850" y="1854200"/>
          <p14:tracePt t="183172" x="4140200" y="1847850"/>
          <p14:tracePt t="183189" x="4152900" y="1835150"/>
          <p14:tracePt t="183205" x="4152900" y="1828800"/>
          <p14:tracePt t="183221" x="4152900" y="1822450"/>
          <p14:tracePt t="183238" x="4152900" y="1816100"/>
          <p14:tracePt t="183255" x="4159250" y="1816100"/>
          <p14:tracePt t="183301" x="4159250" y="1809750"/>
          <p14:tracePt t="183323" x="4165600" y="1803400"/>
          <p14:tracePt t="183343" x="4165600" y="1797050"/>
          <p14:tracePt t="183463" x="4159250" y="1803400"/>
          <p14:tracePt t="183484" x="4152900" y="1809750"/>
          <p14:tracePt t="183491" x="4140200" y="1816100"/>
          <p14:tracePt t="183507" x="4127500" y="1828800"/>
          <p14:tracePt t="183520" x="4102100" y="1841500"/>
          <p14:tracePt t="183538" x="4051300" y="1879600"/>
          <p14:tracePt t="183555" x="3987800" y="1911350"/>
          <p14:tracePt t="183571" x="3956050" y="1924050"/>
          <p14:tracePt t="183587" x="3905250" y="1955800"/>
          <p14:tracePt t="183604" x="3867150" y="1968500"/>
          <p14:tracePt t="183620" x="3848100" y="1974850"/>
          <p14:tracePt t="183637" x="3829050" y="1974850"/>
          <p14:tracePt t="183669" x="3822700" y="1974850"/>
          <p14:tracePt t="183687" x="3816350" y="1968500"/>
          <p14:tracePt t="183703" x="3810000" y="1949450"/>
          <p14:tracePt t="183720" x="3797300" y="1936750"/>
          <p14:tracePt t="183737" x="3790950" y="1924050"/>
          <p14:tracePt t="183753" x="3714750" y="1860550"/>
          <p14:tracePt t="183770" x="3676650" y="1828800"/>
          <p14:tracePt t="183787" x="3587750" y="1765300"/>
          <p14:tracePt t="183803" x="3530600" y="1733550"/>
          <p14:tracePt t="183820" x="3422650" y="1689100"/>
          <p14:tracePt t="183836" x="3314700" y="1670050"/>
          <p14:tracePt t="183853" x="3276600" y="1670050"/>
          <p14:tracePt t="183870" x="3206750" y="1670050"/>
          <p14:tracePt t="183886" x="3168650" y="1670050"/>
          <p14:tracePt t="183903" x="3143250" y="1670050"/>
          <p14:tracePt t="183920" x="3111500" y="1689100"/>
          <p14:tracePt t="183936" x="3079750" y="1695450"/>
          <p14:tracePt t="183953" x="3067050" y="1701800"/>
          <p14:tracePt t="183969" x="3041650" y="1714500"/>
          <p14:tracePt t="183986" x="3016250" y="1727200"/>
          <p14:tracePt t="184002" x="2990850" y="1739900"/>
          <p14:tracePt t="184019" x="2946400" y="1765300"/>
          <p14:tracePt t="184035" x="2895600" y="1816100"/>
          <p14:tracePt t="184053" x="2844800" y="1866900"/>
          <p14:tracePt t="184069" x="2825750" y="1892300"/>
          <p14:tracePt t="184085" x="2800350" y="1924050"/>
          <p14:tracePt t="184104" x="2717800" y="2070100"/>
          <p14:tracePt t="184119" x="2679700" y="2152650"/>
          <p14:tracePt t="184135" x="2635250" y="2286000"/>
          <p14:tracePt t="184152" x="2527300" y="2673350"/>
          <p14:tracePt t="184168" x="2387600" y="3187700"/>
          <p14:tracePt t="184185" x="2330450" y="3441700"/>
          <p14:tracePt t="184202" x="2216150" y="3879850"/>
          <p14:tracePt t="184218" x="2139950" y="4127500"/>
          <p14:tracePt t="184236" x="2070100" y="4337050"/>
          <p14:tracePt t="184252" x="2025650" y="4419600"/>
          <p14:tracePt t="184268" x="1968500" y="4578350"/>
          <p14:tracePt t="184285" x="1924050" y="4679950"/>
          <p14:tracePt t="184301" x="1905000" y="4711700"/>
          <p14:tracePt t="184318" x="1892300" y="4743450"/>
          <p14:tracePt t="184335" x="1879600" y="4762500"/>
          <p14:tracePt t="184368" x="1879600" y="4768850"/>
          <p14:tracePt t="184846" x="1860550" y="4749800"/>
          <p14:tracePt t="184861" x="1822450" y="4711700"/>
          <p14:tracePt t="184869" x="1778000" y="4686300"/>
          <p14:tracePt t="184883" x="1720850" y="4648200"/>
          <p14:tracePt t="184899" x="1600200" y="4578350"/>
          <p14:tracePt t="184917" x="1485900" y="4527550"/>
          <p14:tracePt t="184932" x="1441450" y="4514850"/>
          <p14:tracePt t="184949" x="1371600" y="4502150"/>
          <p14:tracePt t="184966" x="1320800" y="4489450"/>
          <p14:tracePt t="184982" x="1301750" y="4489450"/>
          <p14:tracePt t="184999" x="1282700" y="4495800"/>
          <p14:tracePt t="185016" x="1238250" y="4502150"/>
          <p14:tracePt t="185032" x="1225550" y="4502150"/>
          <p14:tracePt t="185049" x="1219200" y="4502150"/>
          <p14:tracePt t="185066" x="1206500" y="4502150"/>
          <p14:tracePt t="185082" x="1200150" y="4502150"/>
          <p14:tracePt t="185128" x="1200150" y="4508500"/>
          <p14:tracePt t="185176" x="1193800" y="4508500"/>
          <p14:tracePt t="185219" x="1187450" y="4508500"/>
          <p14:tracePt t="185247" x="1181100" y="4508500"/>
          <p14:tracePt t="185268" x="1174750" y="4508500"/>
          <p14:tracePt t="185296" x="1168400" y="4508500"/>
          <p14:tracePt t="185514" x="1174750" y="4508500"/>
          <p14:tracePt t="185521" x="1187450" y="4508500"/>
          <p14:tracePt t="185530" x="1206500" y="4508500"/>
          <p14:tracePt t="185547" x="1244600" y="4502150"/>
          <p14:tracePt t="185564" x="1365250" y="4483100"/>
          <p14:tracePt t="185580" x="1517650" y="4470400"/>
          <p14:tracePt t="185597" x="1600200" y="4451350"/>
          <p14:tracePt t="185614" x="1803400" y="4432300"/>
          <p14:tracePt t="185631" x="1879600" y="4425950"/>
          <p14:tracePt t="185648" x="2063750" y="4394200"/>
          <p14:tracePt t="185663" x="2095500" y="4387850"/>
          <p14:tracePt t="185680" x="2120900" y="4387850"/>
          <p14:tracePt t="185697" x="2146300" y="4381500"/>
          <p14:tracePt t="185713" x="2159000" y="4381500"/>
          <p14:tracePt t="185774" x="2165350" y="4381500"/>
          <p14:tracePt t="185809" x="2171700" y="4381500"/>
          <p14:tracePt t="185823" x="2178050" y="4381500"/>
          <p14:tracePt t="185832" x="2184400" y="4381500"/>
          <p14:tracePt t="185845" x="2197100" y="4381500"/>
          <p14:tracePt t="185863" x="2247900" y="4381500"/>
          <p14:tracePt t="185880" x="2349500" y="4381500"/>
          <p14:tracePt t="185896" x="2438400" y="4394200"/>
          <p14:tracePt t="185912" x="2546350" y="4400550"/>
          <p14:tracePt t="185929" x="2863850" y="4425950"/>
          <p14:tracePt t="185946" x="2965450" y="4425950"/>
          <p14:tracePt t="185962" x="3067050" y="4432300"/>
          <p14:tracePt t="185979" x="3219450" y="4432300"/>
          <p14:tracePt t="185995" x="3321050" y="4432300"/>
          <p14:tracePt t="186013" x="3378200" y="4432300"/>
          <p14:tracePt t="186029" x="3390900" y="4432300"/>
          <p14:tracePt t="186046" x="3409950" y="4432300"/>
          <p14:tracePt t="186063" x="3416300" y="4432300"/>
          <p14:tracePt t="186104" x="3422650" y="4432300"/>
          <p14:tracePt t="186132" x="3429000" y="4432300"/>
          <p14:tracePt t="186160" x="3435350" y="4432300"/>
          <p14:tracePt t="186202" x="3441700" y="4432300"/>
          <p14:tracePt t="186209" x="3448050" y="4432300"/>
          <p14:tracePt t="186280" x="3448050" y="4425950"/>
          <p14:tracePt t="186364" x="3448050" y="4419600"/>
          <p14:tracePt t="186434" x="3448050" y="4413250"/>
          <p14:tracePt t="186462" x="3441700" y="4406900"/>
          <p14:tracePt t="186484" x="3429000" y="4406900"/>
          <p14:tracePt t="186490" x="3422650" y="4400550"/>
          <p14:tracePt t="186504" x="3409950" y="4400550"/>
          <p14:tracePt t="186513" x="3390900" y="4400550"/>
          <p14:tracePt t="186527" x="3371850" y="4394200"/>
          <p14:tracePt t="186544" x="3333750" y="4387850"/>
          <p14:tracePt t="186561" x="3098800" y="4356100"/>
          <p14:tracePt t="186576" x="2997200" y="4349750"/>
          <p14:tracePt t="186593" x="2895600" y="4337050"/>
          <p14:tracePt t="186610" x="2692400" y="4318000"/>
          <p14:tracePt t="186627" x="2508250" y="4305300"/>
          <p14:tracePt t="186643" x="2432050" y="4305300"/>
          <p14:tracePt t="186660" x="2305050" y="4305300"/>
          <p14:tracePt t="186676" x="2228850" y="4305300"/>
          <p14:tracePt t="186694" x="2197100" y="4305300"/>
          <p14:tracePt t="186710" x="2171700" y="4305300"/>
          <p14:tracePt t="186726" x="2152650" y="4298950"/>
          <p14:tracePt t="186744" x="2146300" y="4298950"/>
          <p14:tracePt t="186760" x="2133600" y="4298950"/>
          <p14:tracePt t="186776" x="2120900" y="4298950"/>
          <p14:tracePt t="188568" x="2101850" y="4298950"/>
          <p14:tracePt t="188582" x="2076450" y="4292600"/>
          <p14:tracePt t="188590" x="2044700" y="4279900"/>
          <p14:tracePt t="188606" x="2000250" y="4260850"/>
          <p14:tracePt t="188620" x="1885950" y="4222750"/>
          <p14:tracePt t="188636" x="1822450" y="4203700"/>
          <p14:tracePt t="188653" x="1676400" y="4165600"/>
          <p14:tracePt t="188669" x="1600200" y="4159250"/>
          <p14:tracePt t="188686" x="1441450" y="4127500"/>
          <p14:tracePt t="188702" x="1346200" y="4121150"/>
          <p14:tracePt t="188719" x="1320800" y="4108450"/>
          <p14:tracePt t="188737" x="1276350" y="4108450"/>
          <p14:tracePt t="188752" x="1270000" y="4108450"/>
          <p14:tracePt t="188769" x="1263650" y="4108450"/>
          <p14:tracePt t="188786" x="1257300" y="4108450"/>
          <p14:tracePt t="188802" x="1257300" y="4114800"/>
          <p14:tracePt t="188819" x="1250950" y="4121150"/>
          <p14:tracePt t="188836" x="1238250" y="4133850"/>
          <p14:tracePt t="188852" x="1212850" y="4152900"/>
          <p14:tracePt t="188870" x="1200150" y="4165600"/>
          <p14:tracePt t="188885" x="1193800" y="4171950"/>
          <p14:tracePt t="188902" x="1181100" y="4178300"/>
          <p14:tracePt t="188919" x="1174750" y="4184650"/>
          <p14:tracePt t="188952" x="1168400" y="4191000"/>
          <p14:tracePt t="188989" x="1162050" y="4197350"/>
          <p14:tracePt t="189066" x="1162050" y="4203700"/>
          <p14:tracePt t="189088" x="1168400" y="4203700"/>
          <p14:tracePt t="189095" x="1174750" y="4203700"/>
          <p14:tracePt t="189104" x="1181100" y="4203700"/>
          <p14:tracePt t="189117" x="1187450" y="4203700"/>
          <p14:tracePt t="189135" x="1200150" y="4203700"/>
          <p14:tracePt t="189151" x="1225550" y="4203700"/>
          <p14:tracePt t="189168" x="1244600" y="4203700"/>
          <p14:tracePt t="189185" x="1295400" y="4197350"/>
          <p14:tracePt t="189201" x="1352550" y="4191000"/>
          <p14:tracePt t="189218" x="1384300" y="4178300"/>
          <p14:tracePt t="189235" x="1435100" y="4171950"/>
          <p14:tracePt t="189250" x="1473200" y="4165600"/>
          <p14:tracePt t="189268" x="1485900" y="4165600"/>
          <p14:tracePt t="189285" x="1511300" y="4165600"/>
          <p14:tracePt t="189301" x="1517650" y="4159250"/>
          <p14:tracePt t="189317" x="1524000" y="4159250"/>
          <p14:tracePt t="189350" x="1530350" y="4159250"/>
          <p14:tracePt t="189367" x="1536700" y="4159250"/>
          <p14:tracePt t="189385" x="1543050" y="4159250"/>
          <p14:tracePt t="189411" x="1549400" y="4159250"/>
          <p14:tracePt t="189432" x="1555750" y="4152900"/>
          <p14:tracePt t="189453" x="1562100" y="4152900"/>
          <p14:tracePt t="189502" x="1574800" y="4152900"/>
          <p14:tracePt t="189517" x="1581150" y="4152900"/>
          <p14:tracePt t="189523" x="1587500" y="4152900"/>
          <p14:tracePt t="189533" x="1600200" y="4152900"/>
          <p14:tracePt t="189550" x="1612900" y="4152900"/>
          <p14:tracePt t="189566" x="1651000" y="4152900"/>
          <p14:tracePt t="189583" x="1682750" y="4159250"/>
          <p14:tracePt t="189601" x="1784350" y="4159250"/>
          <p14:tracePt t="189616" x="1816100" y="4159250"/>
          <p14:tracePt t="189633" x="1860550" y="4159250"/>
          <p14:tracePt t="189650" x="1917700" y="4159250"/>
          <p14:tracePt t="189666" x="1974850" y="4152900"/>
          <p14:tracePt t="189683" x="2000250" y="4152900"/>
          <p14:tracePt t="189699" x="2044700" y="4146550"/>
          <p14:tracePt t="189716" x="2089150" y="4140200"/>
          <p14:tracePt t="189733" x="2101850" y="4140200"/>
          <p14:tracePt t="189749" x="2127250" y="4140200"/>
          <p14:tracePt t="189766" x="2139950" y="4140200"/>
          <p14:tracePt t="189784" x="2152650" y="4140200"/>
          <p14:tracePt t="189799" x="2159000" y="4140200"/>
          <p14:tracePt t="189833" x="2165350" y="4140200"/>
          <p14:tracePt t="189917" x="2165350" y="4133850"/>
          <p14:tracePt t="189924" x="2159000" y="4133850"/>
          <p14:tracePt t="189938" x="2152650" y="4133850"/>
          <p14:tracePt t="189948" x="2146300" y="4133850"/>
          <p14:tracePt t="189966" x="2108200" y="4133850"/>
          <p14:tracePt t="189982" x="2082800" y="4133850"/>
          <p14:tracePt t="189998" x="1987550" y="4140200"/>
          <p14:tracePt t="190016" x="1866900" y="4159250"/>
          <p14:tracePt t="190032" x="1803400" y="4171950"/>
          <p14:tracePt t="190048" x="1663700" y="4191000"/>
          <p14:tracePt t="190065" x="1543050" y="4210050"/>
          <p14:tracePt t="190081" x="1485900" y="4216400"/>
          <p14:tracePt t="190098" x="1428750" y="4229100"/>
          <p14:tracePt t="190115" x="1377950" y="4241800"/>
          <p14:tracePt t="190131" x="1365250" y="4248150"/>
          <p14:tracePt t="190149" x="1346200" y="4254500"/>
          <p14:tracePt t="190165" x="1339850" y="4254500"/>
          <p14:tracePt t="190181" x="1333500" y="4254500"/>
          <p14:tracePt t="190198" x="1327150" y="4254500"/>
          <p14:tracePt t="190234" x="1320800" y="4260850"/>
          <p14:tracePt t="190289" x="1314450" y="4260850"/>
          <p14:tracePt t="190366" x="1314450" y="4267200"/>
          <p14:tracePt t="190415" x="1320800" y="4267200"/>
          <p14:tracePt t="190431" x="1327150" y="4267200"/>
          <p14:tracePt t="190437" x="1333500" y="4267200"/>
          <p14:tracePt t="190446" x="1339850" y="4267200"/>
          <p14:tracePt t="190466" x="1346200" y="4267200"/>
          <p14:tracePt t="190481" x="1358900" y="4267200"/>
          <p14:tracePt t="190497" x="1371600" y="4267200"/>
          <p14:tracePt t="190514" x="1447800" y="4273550"/>
          <p14:tracePt t="190530" x="1485900" y="4273550"/>
          <p14:tracePt t="190546" x="1530350" y="4286250"/>
          <p14:tracePt t="190564" x="1638300" y="4292600"/>
          <p14:tracePt t="190580" x="1739900" y="4311650"/>
          <p14:tracePt t="190596" x="1797050" y="4318000"/>
          <p14:tracePt t="190613" x="1866900" y="4337050"/>
          <p14:tracePt t="190629" x="1949450" y="4343400"/>
          <p14:tracePt t="190647" x="1974850" y="4343400"/>
          <p14:tracePt t="190662" x="2025650" y="4349750"/>
          <p14:tracePt t="190679" x="2057400" y="4349750"/>
          <p14:tracePt t="190697" x="2076450" y="4343400"/>
          <p14:tracePt t="190729" x="2076450" y="4337050"/>
          <p14:tracePt t="190748" x="2076450" y="4330700"/>
          <p14:tracePt t="190795" x="2070100" y="4330700"/>
          <p14:tracePt t="190809" x="2063750" y="4330700"/>
          <p14:tracePt t="190816" x="2051050" y="4330700"/>
          <p14:tracePt t="190831" x="2044700" y="4330700"/>
          <p14:tracePt t="190845" x="2038350" y="4330700"/>
          <p14:tracePt t="190862" x="2006600" y="4330700"/>
          <p14:tracePt t="190865" x="1981200" y="4330700"/>
          <p14:tracePt t="190881" x="1955800" y="4330700"/>
          <p14:tracePt t="190895" x="1917700" y="4337050"/>
          <p14:tracePt t="190912" x="1835150" y="4356100"/>
          <p14:tracePt t="190929" x="1714500" y="4368800"/>
          <p14:tracePt t="190945" x="1651000" y="4381500"/>
          <p14:tracePt t="190962" x="1530350" y="4400550"/>
          <p14:tracePt t="190978" x="1454150" y="4400550"/>
          <p14:tracePt t="190995" x="1422400" y="4406900"/>
          <p14:tracePt t="191013" x="1384300" y="4406900"/>
          <p14:tracePt t="191028" x="1358900" y="4413250"/>
          <p14:tracePt t="191045" x="1352550" y="4419600"/>
          <p14:tracePt t="191062" x="1333500" y="4419600"/>
          <p14:tracePt t="191078" x="1327150" y="4425950"/>
          <p14:tracePt t="191095" x="1320800" y="4425950"/>
          <p14:tracePt t="191128" x="1314450" y="4425950"/>
          <p14:tracePt t="191144" x="1314450" y="4432300"/>
          <p14:tracePt t="191216" x="1320800" y="4432300"/>
          <p14:tracePt t="191230" x="1327150" y="4432300"/>
          <p14:tracePt t="191237" x="1333500" y="4432300"/>
          <p14:tracePt t="191252" x="1346200" y="4432300"/>
          <p14:tracePt t="191260" x="1352550" y="4432300"/>
          <p14:tracePt t="191277" x="1358900" y="4432300"/>
          <p14:tracePt t="191294" x="1416050" y="4432300"/>
          <p14:tracePt t="191310" x="1511300" y="4438650"/>
          <p14:tracePt t="191326" x="1574800" y="4438650"/>
          <p14:tracePt t="191344" x="1689100" y="4438650"/>
          <p14:tracePt t="191361" x="1803400" y="4445000"/>
          <p14:tracePt t="191379" x="1885950" y="4445000"/>
          <p14:tracePt t="191393" x="1917700" y="4445000"/>
          <p14:tracePt t="191410" x="1936750" y="4445000"/>
          <p14:tracePt t="191427" x="1968500" y="4445000"/>
          <p14:tracePt t="191443" x="1987550" y="4432300"/>
          <p14:tracePt t="191460" x="1993900" y="4432300"/>
          <p14:tracePt t="191477" x="1993900" y="4425950"/>
          <p14:tracePt t="191497" x="1993900" y="4419600"/>
          <p14:tracePt t="191513" x="1993900" y="4413250"/>
          <p14:tracePt t="191526" x="1993900" y="4406900"/>
          <p14:tracePt t="191543" x="1987550" y="4400550"/>
          <p14:tracePt t="191561" x="1974850" y="4387850"/>
          <p14:tracePt t="191576" x="1962150" y="4381500"/>
          <p14:tracePt t="191594" x="1930400" y="4356100"/>
          <p14:tracePt t="191610" x="1866900" y="4318000"/>
          <p14:tracePt t="191626" x="1809750" y="4298950"/>
          <p14:tracePt t="191643" x="1695450" y="4279900"/>
          <p14:tracePt t="191660" x="1562100" y="4260850"/>
          <p14:tracePt t="191676" x="1498600" y="4260850"/>
          <p14:tracePt t="191693" x="1441450" y="4267200"/>
          <p14:tracePt t="191709" x="1270000" y="4292600"/>
          <p14:tracePt t="191726" x="1219200" y="4311650"/>
          <p14:tracePt t="191744" x="1136650" y="4362450"/>
          <p14:tracePt t="191759" x="1104900" y="4387850"/>
          <p14:tracePt t="191775" x="1066800" y="4432300"/>
          <p14:tracePt t="191793" x="1054100" y="4445000"/>
          <p14:tracePt t="191808" x="1041400" y="4470400"/>
          <p14:tracePt t="191825" x="1035050" y="4495800"/>
          <p14:tracePt t="191842" x="1041400" y="4514850"/>
          <p14:tracePt t="191858" x="1047750" y="4514850"/>
          <p14:tracePt t="191876" x="1073150" y="4527550"/>
          <p14:tracePt t="191892" x="1104900" y="4533900"/>
          <p14:tracePt t="191909" x="1136650" y="4546600"/>
          <p14:tracePt t="191926" x="1225550" y="4552950"/>
          <p14:tracePt t="191941" x="1365250" y="4552950"/>
          <p14:tracePt t="191958" x="1454150" y="4552950"/>
          <p14:tracePt t="191975" x="1625600" y="4527550"/>
          <p14:tracePt t="191991" x="1797050" y="4470400"/>
          <p14:tracePt t="192008" x="1866900" y="4438650"/>
          <p14:tracePt t="192025" x="2012950" y="4362450"/>
          <p14:tracePt t="192041" x="2082800" y="4311650"/>
          <p14:tracePt t="192058" x="2178050" y="4248150"/>
          <p14:tracePt t="192075" x="2222500" y="4197350"/>
          <p14:tracePt t="192091" x="2228850" y="4184650"/>
          <p14:tracePt t="192108" x="2228850" y="4165600"/>
          <p14:tracePt t="192140" x="2228850" y="4159250"/>
          <p14:tracePt t="192158" x="2228850" y="4152900"/>
          <p14:tracePt t="192174" x="2228850" y="4146550"/>
          <p14:tracePt t="192235" x="2222500" y="4146550"/>
          <p14:tracePt t="192242" x="2216150" y="4152900"/>
          <p14:tracePt t="192263" x="2209800" y="4159250"/>
          <p14:tracePt t="192270" x="2203450" y="4159250"/>
          <p14:tracePt t="192284" x="2197100" y="4159250"/>
          <p14:tracePt t="192293" x="2190750" y="4165600"/>
          <p14:tracePt t="192306" x="2184400" y="4171950"/>
          <p14:tracePt t="192323" x="2178050" y="4184650"/>
          <p14:tracePt t="192341" x="2165350" y="4210050"/>
          <p14:tracePt t="197869" x="2178050" y="4210050"/>
          <p14:tracePt t="197876" x="2203450" y="4210050"/>
          <p14:tracePt t="197888" x="2222500" y="4210050"/>
          <p14:tracePt t="197905" x="2311400" y="4197350"/>
          <p14:tracePt t="197921" x="2368550" y="4191000"/>
          <p14:tracePt t="197937" x="2425700" y="4191000"/>
          <p14:tracePt t="197955" x="2489200" y="4191000"/>
          <p14:tracePt t="197971" x="2533650" y="4191000"/>
          <p14:tracePt t="197988" x="2571750" y="4191000"/>
          <p14:tracePt t="198003" x="2641600" y="4197350"/>
          <p14:tracePt t="198020" x="2686050" y="4210050"/>
          <p14:tracePt t="198038" x="2724150" y="4216400"/>
          <p14:tracePt t="198054" x="2743200" y="4222750"/>
          <p14:tracePt t="198070" x="2755900" y="4222750"/>
          <p14:tracePt t="198087" x="2774950" y="4222750"/>
          <p14:tracePt t="198104" x="2781300" y="4222750"/>
          <p14:tracePt t="198120" x="2787650" y="4222750"/>
          <p14:tracePt t="198178" x="2781300" y="4222750"/>
          <p14:tracePt t="198192" x="2774950" y="4222750"/>
          <p14:tracePt t="198263" x="2768600" y="4216400"/>
          <p14:tracePt t="198270" x="2762250" y="4216400"/>
          <p14:tracePt t="198291" x="2749550" y="4216400"/>
          <p14:tracePt t="198297" x="2743200" y="4216400"/>
          <p14:tracePt t="198306" x="2736850" y="4216400"/>
          <p14:tracePt t="198319" x="2711450" y="4216400"/>
          <p14:tracePt t="198336" x="2673350" y="4216400"/>
          <p14:tracePt t="198354" x="2603500" y="4216400"/>
          <p14:tracePt t="198369" x="2552700" y="4216400"/>
          <p14:tracePt t="198386" x="2514600" y="4216400"/>
          <p14:tracePt t="198403" x="2482850" y="4216400"/>
          <p14:tracePt t="198419" x="2438400" y="4216400"/>
          <p14:tracePt t="198436" x="2393950" y="4216400"/>
          <p14:tracePt t="198453" x="2343150" y="4216400"/>
          <p14:tracePt t="198470" x="2298700" y="4222750"/>
          <p14:tracePt t="198472" x="2292350" y="4222750"/>
          <p14:tracePt t="198486" x="2266950" y="4222750"/>
          <p14:tracePt t="198503" x="2228850" y="4222750"/>
          <p14:tracePt t="198519" x="2203450" y="4222750"/>
          <p14:tracePt t="198537" x="2184400" y="4216400"/>
          <p14:tracePt t="198552" x="2165350" y="4216400"/>
          <p14:tracePt t="198569" x="2152650" y="4216400"/>
          <p14:tracePt t="198586" x="2146300" y="4216400"/>
          <p14:tracePt t="198618" x="2139950" y="4216400"/>
          <p14:tracePt t="198636" x="2133600" y="4216400"/>
          <p14:tracePt t="198698" x="2139950" y="4216400"/>
          <p14:tracePt t="198705" x="2146300" y="4216400"/>
          <p14:tracePt t="198721" x="2159000" y="4216400"/>
          <p14:tracePt t="198735" x="2178050" y="4216400"/>
          <p14:tracePt t="198752" x="2209800" y="4216400"/>
          <p14:tracePt t="198769" x="2298700" y="4222750"/>
          <p14:tracePt t="198785" x="2381250" y="4241800"/>
          <p14:tracePt t="198801" x="2463800" y="4248150"/>
          <p14:tracePt t="198818" x="2584450" y="4273550"/>
          <p14:tracePt t="198834" x="2654300" y="4292600"/>
          <p14:tracePt t="198852" x="2711450" y="4298950"/>
          <p14:tracePt t="198868" x="2774950" y="4305300"/>
          <p14:tracePt t="198884" x="2806700" y="4305300"/>
          <p14:tracePt t="198902" x="2825750" y="4305300"/>
          <p14:tracePt t="198917" x="2838450" y="4305300"/>
          <p14:tracePt t="199007" x="2832100" y="4298950"/>
          <p14:tracePt t="199035" x="2825750" y="4292600"/>
          <p14:tracePt t="199049" x="2819400" y="4292600"/>
          <p14:tracePt t="199056" x="2813050" y="4292600"/>
          <p14:tracePt t="199067" x="2806700" y="4292600"/>
          <p14:tracePt t="199084" x="2787650" y="4292600"/>
          <p14:tracePt t="199100" x="2705100" y="4286250"/>
          <p14:tracePt t="199117" x="2628900" y="4286250"/>
          <p14:tracePt t="199134" x="2470150" y="4286250"/>
          <p14:tracePt t="199150" x="2355850" y="4279900"/>
          <p14:tracePt t="199166" x="2241550" y="4279900"/>
          <p14:tracePt t="199184" x="2108200" y="4267200"/>
          <p14:tracePt t="199200" x="2038350" y="4279900"/>
          <p14:tracePt t="199216" x="1987550" y="4279900"/>
          <p14:tracePt t="199233" x="1949450" y="4292600"/>
          <p14:tracePt t="199250" x="1943100" y="4292600"/>
          <p14:tracePt t="199267" x="1930400" y="4292600"/>
          <p14:tracePt t="199283" x="1924050" y="4292600"/>
          <p14:tracePt t="199317" x="1930400" y="4292600"/>
          <p14:tracePt t="199337" x="1943100" y="4292600"/>
          <p14:tracePt t="199344" x="1949450" y="4292600"/>
          <p14:tracePt t="199352" x="1955800" y="4292600"/>
          <p14:tracePt t="199366" x="1974850" y="4292600"/>
          <p14:tracePt t="199383" x="2000250" y="4292600"/>
          <p14:tracePt t="199400" x="2051050" y="4292600"/>
          <p14:tracePt t="199416" x="2139950" y="4292600"/>
          <p14:tracePt t="199432" x="2216150" y="4292600"/>
          <p14:tracePt t="199450" x="2336800" y="4286250"/>
          <p14:tracePt t="199466" x="2393950" y="4286250"/>
          <p14:tracePt t="199482" x="2444750" y="4286250"/>
          <p14:tracePt t="199499" x="2482850" y="4267200"/>
          <p14:tracePt t="199515" x="2495550" y="4267200"/>
          <p14:tracePt t="199532" x="2501900" y="4267200"/>
          <p14:tracePt t="199590" x="2495550" y="4267200"/>
          <p14:tracePt t="199632" x="2489200" y="4267200"/>
          <p14:tracePt t="199779" x="2495550" y="4267200"/>
          <p14:tracePt t="199822" x="2501900" y="4267200"/>
          <p14:tracePt t="199920" x="2514600" y="4267200"/>
          <p14:tracePt t="199941" x="2527300" y="4267200"/>
          <p14:tracePt t="199949" x="2533650" y="4273550"/>
          <p14:tracePt t="199962" x="2540000" y="4273550"/>
          <p14:tracePt t="199969" x="2552700" y="4273550"/>
          <p14:tracePt t="199980" x="2565400" y="4279900"/>
          <p14:tracePt t="199998" x="2603500" y="4286250"/>
          <p14:tracePt t="200014" x="2635250" y="4292600"/>
          <p14:tracePt t="200030" x="2667000" y="4292600"/>
          <p14:tracePt t="200047" x="2705100" y="4292600"/>
          <p14:tracePt t="200064" x="2730500" y="4292600"/>
          <p14:tracePt t="200080" x="2736850" y="4292600"/>
          <p14:tracePt t="200096" x="2755900" y="4292600"/>
          <p14:tracePt t="200145" x="2762250" y="4292600"/>
          <p14:tracePt t="200243" x="2768600" y="4286250"/>
          <p14:tracePt t="200292" x="2768600" y="4279900"/>
          <p14:tracePt t="200391" x="2762250" y="4279900"/>
          <p14:tracePt t="200405" x="2755900" y="4279900"/>
          <p14:tracePt t="200412" x="2749550" y="4279900"/>
          <p14:tracePt t="200419" x="2743200" y="4279900"/>
          <p14:tracePt t="200429" x="2736850" y="4279900"/>
          <p14:tracePt t="200445" x="2705100" y="4279900"/>
          <p14:tracePt t="200462" x="2654300" y="4279900"/>
          <p14:tracePt t="200479" x="2603500" y="4279900"/>
          <p14:tracePt t="200496" x="2540000" y="4279900"/>
          <p14:tracePt t="200512" x="2501900" y="4279900"/>
          <p14:tracePt t="200529" x="2482850" y="4279900"/>
          <p14:tracePt t="200546" x="2451100" y="4279900"/>
          <p14:tracePt t="200562" x="2438400" y="4279900"/>
          <p14:tracePt t="200578" x="2425700" y="4279900"/>
          <p14:tracePt t="200611" x="2419350" y="4279900"/>
          <p14:tracePt t="200628" x="2413000" y="4279900"/>
          <p14:tracePt t="200756" x="2413000" y="4273550"/>
          <p14:tracePt t="200805" x="2413000" y="4267200"/>
          <p14:tracePt t="200854" x="2406650" y="4260850"/>
          <p14:tracePt t="200911" x="2400300" y="4260850"/>
          <p14:tracePt t="200932" x="2400300" y="4248150"/>
          <p14:tracePt t="200939" x="2393950" y="4248150"/>
          <p14:tracePt t="200947" x="2393950" y="4241800"/>
          <p14:tracePt t="200961" x="2393950" y="4235450"/>
          <p14:tracePt t="200977" x="2381250" y="4216400"/>
          <p14:tracePt t="200994" x="2362200" y="4191000"/>
          <p14:tracePt t="201010" x="2330450" y="4133850"/>
          <p14:tracePt t="201027" x="2298700" y="4102100"/>
          <p14:tracePt t="201044" x="2254250" y="4051300"/>
          <p14:tracePt t="201060" x="2216150" y="4013200"/>
          <p14:tracePt t="201077" x="2184400" y="3994150"/>
          <p14:tracePt t="201094" x="2152650" y="3968750"/>
          <p14:tracePt t="201110" x="2120900" y="3962400"/>
          <p14:tracePt t="201127" x="2095500" y="3956050"/>
          <p14:tracePt t="201143" x="2044700" y="3949700"/>
          <p14:tracePt t="201161" x="2032000" y="3949700"/>
          <p14:tracePt t="201176" x="2012950" y="3943350"/>
          <p14:tracePt t="201193" x="1993900" y="3943350"/>
          <p14:tracePt t="201213" x="1987550" y="3943350"/>
          <p14:tracePt t="201234" x="1981200" y="3943350"/>
          <p14:tracePt t="201255" x="1974850" y="3943350"/>
          <p14:tracePt t="201262" x="1968500" y="3943350"/>
          <p14:tracePt t="201297" x="1968500" y="3949700"/>
          <p14:tracePt t="201388" x="1962150" y="3949700"/>
          <p14:tracePt t="201416" x="1955800" y="3956050"/>
          <p14:tracePt t="201437" x="1955800" y="3962400"/>
          <p14:tracePt t="201487" x="1955800" y="3968750"/>
          <p14:tracePt t="201529" x="1955800" y="3975100"/>
          <p14:tracePt t="201564" x="1955800" y="3981450"/>
          <p14:tracePt t="201585" x="1955800" y="3987800"/>
          <p14:tracePt t="201606" x="1962150" y="3987800"/>
          <p14:tracePt t="201620" x="1968500" y="3994150"/>
          <p14:tracePt t="201628" x="1974850" y="3994150"/>
          <p14:tracePt t="201642" x="1993900" y="4000500"/>
          <p14:tracePt t="201658" x="2012950" y="4000500"/>
          <p14:tracePt t="201675" x="2057400" y="4006850"/>
          <p14:tracePt t="201691" x="2133600" y="4006850"/>
          <p14:tracePt t="201708" x="2184400" y="4006850"/>
          <p14:tracePt t="201725" x="2266950" y="4006850"/>
          <p14:tracePt t="201741" x="2311400" y="4006850"/>
          <p14:tracePt t="201758" x="2349500" y="4006850"/>
          <p14:tracePt t="201775" x="2393950" y="4006850"/>
          <p14:tracePt t="201791" x="2413000" y="4000500"/>
          <p14:tracePt t="201807" x="2425700" y="4000500"/>
          <p14:tracePt t="201824" x="2438400" y="3994150"/>
          <p14:tracePt t="201857" x="2444750" y="3994150"/>
          <p14:tracePt t="201922" x="2444750" y="3987800"/>
          <p14:tracePt t="201964" x="2451100" y="3987800"/>
          <p14:tracePt t="201993" x="2457450" y="3987800"/>
          <p14:tracePt t="202007" x="2463800" y="3987800"/>
          <p14:tracePt t="202013" x="2470150" y="3981450"/>
          <p14:tracePt t="202023" x="2476500" y="3981450"/>
          <p14:tracePt t="202040" x="2482850" y="3975100"/>
          <p14:tracePt t="202057" x="2514600" y="3962400"/>
          <p14:tracePt t="202073" x="2540000" y="3949700"/>
          <p14:tracePt t="202091" x="2565400" y="3930650"/>
          <p14:tracePt t="202106" x="2578100" y="3911600"/>
          <p14:tracePt t="202123" x="2578100" y="3905250"/>
          <p14:tracePt t="202140" x="2584450" y="3905250"/>
          <p14:tracePt t="202217" x="2584450" y="3911600"/>
          <p14:tracePt t="202238" x="2584450" y="3917950"/>
          <p14:tracePt t="202245" x="2584450" y="3924300"/>
          <p14:tracePt t="202259" x="2584450" y="3930650"/>
          <p14:tracePt t="202273" x="2584450" y="3943350"/>
          <p14:tracePt t="202289" x="2578100" y="3962400"/>
          <p14:tracePt t="202306" x="2571750" y="3981450"/>
          <p14:tracePt t="202323" x="2571750" y="4013200"/>
          <p14:tracePt t="202339" x="2571750" y="4025900"/>
          <p14:tracePt t="202355" x="2578100" y="4044950"/>
          <p14:tracePt t="202373" x="2584450" y="4064000"/>
          <p14:tracePt t="202389" x="2597150" y="4076700"/>
          <p14:tracePt t="202406" x="2616200" y="4089400"/>
          <p14:tracePt t="202422" x="2641600" y="4095750"/>
          <p14:tracePt t="202438" x="2660650" y="4102100"/>
          <p14:tracePt t="202456" x="2705100" y="4102100"/>
          <p14:tracePt t="202472" x="2730500" y="4102100"/>
          <p14:tracePt t="202488" x="2755900" y="4102100"/>
          <p14:tracePt t="202506" x="2787650" y="4083050"/>
          <p14:tracePt t="202522" x="2806700" y="4064000"/>
          <p14:tracePt t="202538" x="2819400" y="4038600"/>
          <p14:tracePt t="202555" x="2844800" y="3987800"/>
          <p14:tracePt t="202571" x="2851150" y="3956050"/>
          <p14:tracePt t="202575" x="2857500" y="3943350"/>
          <p14:tracePt t="202588" x="2863850" y="3930650"/>
          <p14:tracePt t="202605" x="2876550" y="3898900"/>
          <p14:tracePt t="202621" x="2882900" y="3892550"/>
          <p14:tracePt t="202639" x="2889250" y="3892550"/>
          <p14:tracePt t="202654" x="2895600" y="3892550"/>
          <p14:tracePt t="202671" x="2895600" y="3898900"/>
          <p14:tracePt t="202688" x="2914650" y="3911600"/>
          <p14:tracePt t="202705" x="2921000" y="3924300"/>
          <p14:tracePt t="202721" x="2933700" y="3930650"/>
          <p14:tracePt t="202738" x="2940050" y="3949700"/>
          <p14:tracePt t="202754" x="2940050" y="3962400"/>
          <p14:tracePt t="202771" x="2946400" y="3968750"/>
          <p14:tracePt t="202787" x="2946400" y="3987800"/>
          <p14:tracePt t="202920" x="2940050" y="3987800"/>
          <p14:tracePt t="202962" x="2933700" y="3981450"/>
          <p14:tracePt t="202969" x="2927350" y="3981450"/>
          <p14:tracePt t="202976" x="2921000" y="3981450"/>
          <p14:tracePt t="202990" x="2908300" y="3975100"/>
          <p14:tracePt t="203004" x="2901950" y="3968750"/>
          <p14:tracePt t="209192" x="2908300" y="3949700"/>
          <p14:tracePt t="209200" x="2933700" y="3930650"/>
          <p14:tracePt t="209206" x="2952750" y="3917950"/>
          <p14:tracePt t="209215" x="2965450" y="3892550"/>
          <p14:tracePt t="209232" x="3016250" y="3848100"/>
          <p14:tracePt t="209249" x="3073400" y="3765550"/>
          <p14:tracePt t="209265" x="3124200" y="3689350"/>
          <p14:tracePt t="209282" x="3194050" y="3549650"/>
          <p14:tracePt t="209298" x="3263900" y="3314700"/>
          <p14:tracePt t="209315" x="3314700" y="3143250"/>
          <p14:tracePt t="209333" x="3333750" y="2825750"/>
          <p14:tracePt t="209348" x="3308350" y="2590800"/>
          <p14:tracePt t="209365" x="3270250" y="2374900"/>
          <p14:tracePt t="209382" x="3206750" y="2076450"/>
          <p14:tracePt t="209398" x="3155950" y="1892300"/>
          <p14:tracePt t="209415" x="3124200" y="1739900"/>
          <p14:tracePt t="209431" x="3067050" y="1536700"/>
          <p14:tracePt t="209448" x="3054350" y="1454150"/>
          <p14:tracePt t="209464" x="3028950" y="1403350"/>
          <p14:tracePt t="209481" x="3016250" y="1371600"/>
          <p14:tracePt t="209498" x="3009900" y="1365250"/>
          <p14:tracePt t="209515" x="3009900" y="1358900"/>
          <p14:tracePt t="209531" x="3003550" y="1358900"/>
          <p14:tracePt t="209547" x="2984500" y="1346200"/>
          <p14:tracePt t="209565" x="2965450" y="1352550"/>
          <p14:tracePt t="209581" x="2952750" y="1358900"/>
          <p14:tracePt t="209598" x="2933700" y="1371600"/>
          <p14:tracePt t="209614" x="2908300" y="1403350"/>
          <p14:tracePt t="209630" x="2889250" y="1428750"/>
          <p14:tracePt t="209647" x="2876550" y="1454150"/>
          <p14:tracePt t="209664" x="2851150" y="1492250"/>
          <p14:tracePt t="209680" x="2838450" y="1517650"/>
          <p14:tracePt t="209683" x="2832100" y="1543050"/>
          <p14:tracePt t="209698" x="2806700" y="1581150"/>
          <p14:tracePt t="209713" x="2794000" y="1651000"/>
          <p14:tracePt t="209730" x="2755900" y="1784350"/>
          <p14:tracePt t="209747" x="2705100" y="2082800"/>
          <p14:tracePt t="209763" x="2686050" y="2260600"/>
          <p14:tracePt t="209779" x="2660650" y="2432050"/>
          <p14:tracePt t="209797" x="2654300" y="2609850"/>
          <p14:tracePt t="209813" x="2654300" y="2692400"/>
          <p14:tracePt t="209830" x="2654300" y="2730500"/>
          <p14:tracePt t="209846" x="2654300" y="2768600"/>
          <p14:tracePt t="209894" x="2660650" y="2768600"/>
          <p14:tracePt t="209915" x="2667000" y="2762250"/>
          <p14:tracePt t="209936" x="2673350" y="2762250"/>
          <p14:tracePt t="209943" x="2673350" y="2755900"/>
          <p14:tracePt t="209950" x="2673350" y="2749550"/>
          <p14:tracePt t="209962" x="2679700" y="2743200"/>
          <p14:tracePt t="209979" x="2705100" y="2698750"/>
          <p14:tracePt t="209995" x="2730500" y="2647950"/>
          <p14:tracePt t="210012" x="2755900" y="2552700"/>
          <p14:tracePt t="210029" x="2774950" y="2292350"/>
          <p14:tracePt t="210046" x="2781300" y="2038350"/>
          <p14:tracePt t="210064" x="2762250" y="1638300"/>
          <p14:tracePt t="210079" x="2736850" y="1397000"/>
          <p14:tracePt t="210095" x="2711450" y="1200150"/>
          <p14:tracePt t="210113" x="2660650" y="1016000"/>
          <p14:tracePt t="210129" x="2635250" y="927100"/>
          <p14:tracePt t="210145" x="2616200" y="876300"/>
          <p14:tracePt t="210162" x="2597150" y="831850"/>
          <p14:tracePt t="210178" x="2597150" y="825500"/>
          <p14:tracePt t="210225" x="2603500" y="831850"/>
          <p14:tracePt t="210246" x="2603500" y="838200"/>
          <p14:tracePt t="210260" x="2603500" y="844550"/>
          <p14:tracePt t="210274" x="2603500" y="850900"/>
          <p14:tracePt t="210288" x="2603500" y="857250"/>
          <p14:tracePt t="210302" x="2609850" y="863600"/>
          <p14:tracePt t="210311" x="2616200" y="869950"/>
          <p14:tracePt t="210328" x="2616200" y="876300"/>
          <p14:tracePt t="210345" x="2603500" y="927100"/>
          <p14:tracePt t="210361" x="2584450" y="958850"/>
          <p14:tracePt t="210379" x="2527300" y="1085850"/>
          <p14:tracePt t="210395" x="2457450" y="1244600"/>
          <p14:tracePt t="210412" x="2425700" y="1339850"/>
          <p14:tracePt t="210429" x="2311400" y="1663700"/>
          <p14:tracePt t="210444" x="2279650" y="1778000"/>
          <p14:tracePt t="210460" x="2228850" y="2025650"/>
          <p14:tracePt t="210478" x="2197100" y="2254250"/>
          <p14:tracePt t="210494" x="2178050" y="2343150"/>
          <p14:tracePt t="210511" x="2165350" y="2514600"/>
          <p14:tracePt t="210527" x="2159000" y="2628900"/>
          <p14:tracePt t="210544" x="2165350" y="2660650"/>
          <p14:tracePt t="210562" x="2178050" y="2711450"/>
          <p14:tracePt t="210577" x="2209800" y="2736850"/>
          <p14:tracePt t="210594" x="2228850" y="2762250"/>
          <p14:tracePt t="210611" x="2279650" y="2787650"/>
          <p14:tracePt t="210627" x="2324100" y="2819400"/>
          <p14:tracePt t="210644" x="2381250" y="2844800"/>
          <p14:tracePt t="210661" x="2616200" y="2901950"/>
          <p14:tracePt t="210677" x="2705100" y="2901950"/>
          <p14:tracePt t="210694" x="2863850" y="2901950"/>
          <p14:tracePt t="210710" x="3022600" y="2863850"/>
          <p14:tracePt t="210727" x="3086100" y="2819400"/>
          <p14:tracePt t="210743" x="3155950" y="2768600"/>
          <p14:tracePt t="210759" x="3333750" y="2489200"/>
          <p14:tracePt t="210776" x="3378200" y="2368550"/>
          <p14:tracePt t="210794" x="3422650" y="2038350"/>
          <p14:tracePt t="210810" x="3390900" y="1676400"/>
          <p14:tracePt t="210826" x="3352800" y="1498600"/>
          <p14:tracePt t="210843" x="3263900" y="1206500"/>
          <p14:tracePt t="210859" x="3149600" y="990600"/>
          <p14:tracePt t="210876" x="3098800" y="946150"/>
          <p14:tracePt t="210893" x="2965450" y="895350"/>
          <p14:tracePt t="210909" x="2832100" y="908050"/>
          <p14:tracePt t="210927" x="2743200" y="939800"/>
          <p14:tracePt t="210943" x="2533650" y="1047750"/>
          <p14:tracePt t="210959" x="2413000" y="1111250"/>
          <p14:tracePt t="210977" x="2133600" y="1377950"/>
          <p14:tracePt t="210992" x="2057400" y="1473200"/>
          <p14:tracePt t="211009" x="1993900" y="1581150"/>
          <p14:tracePt t="211026" x="1898650" y="1816100"/>
          <p14:tracePt t="211042" x="1866900" y="2032000"/>
          <p14:tracePt t="211059" x="1866900" y="2159000"/>
          <p14:tracePt t="211075" x="1911350" y="2393950"/>
          <p14:tracePt t="211092" x="2000250" y="2590800"/>
          <p14:tracePt t="211110" x="2146300" y="2755900"/>
          <p14:tracePt t="211125" x="2228850" y="2838450"/>
          <p14:tracePt t="211142" x="2324100" y="2927350"/>
          <p14:tracePt t="211159" x="2559050" y="3041650"/>
          <p14:tracePt t="211175" x="2806700" y="3105150"/>
          <p14:tracePt t="211192" x="2908300" y="3117850"/>
          <p14:tracePt t="211208" x="3244850" y="3073400"/>
          <p14:tracePt t="211225" x="3333750" y="3028950"/>
          <p14:tracePt t="211242" x="3416300" y="2990850"/>
          <p14:tracePt t="211258" x="3556000" y="2882900"/>
          <p14:tracePt t="211275" x="3670300" y="2724150"/>
          <p14:tracePt t="211292" x="3727450" y="2546350"/>
          <p14:tracePt t="211308" x="3752850" y="2451100"/>
          <p14:tracePt t="211324" x="3746500" y="2247900"/>
          <p14:tracePt t="211342" x="3695700" y="2032000"/>
          <p14:tracePt t="211357" x="3651250" y="1924050"/>
          <p14:tracePt t="211374" x="3549650" y="1727200"/>
          <p14:tracePt t="211391" x="3435350" y="1593850"/>
          <p14:tracePt t="211408" x="3365500" y="1543050"/>
          <p14:tracePt t="211424" x="3257550" y="1492250"/>
          <p14:tracePt t="211441" x="3098800" y="1460500"/>
          <p14:tracePt t="211457" x="3009900" y="1447800"/>
          <p14:tracePt t="211475" x="2832100" y="1454150"/>
          <p14:tracePt t="211491" x="2736850" y="1485900"/>
          <p14:tracePt t="211507" x="2565400" y="1574800"/>
          <p14:tracePt t="211524" x="2470150" y="1663700"/>
          <p14:tracePt t="211540" x="2286000" y="1854200"/>
          <p14:tracePt t="211557" x="2165350" y="2082800"/>
          <p14:tracePt t="211574" x="2082800" y="2254250"/>
          <p14:tracePt t="211590" x="2063750" y="2355850"/>
          <p14:tracePt t="211607" x="2057400" y="2501900"/>
          <p14:tracePt t="211623" x="2095500" y="2622550"/>
          <p14:tracePt t="211640" x="2120900" y="2667000"/>
          <p14:tracePt t="211657" x="2184400" y="2736850"/>
          <p14:tracePt t="211673" x="2228850" y="2774950"/>
          <p14:tracePt t="211690" x="2336800" y="2832100"/>
          <p14:tracePt t="211707" x="2533650" y="2889250"/>
          <p14:tracePt t="211723" x="2654300" y="2914650"/>
          <p14:tracePt t="211740" x="2882900" y="2946400"/>
          <p14:tracePt t="211756" x="3124200" y="2921000"/>
          <p14:tracePt t="211773" x="3346450" y="2844800"/>
          <p14:tracePt t="211790" x="3416300" y="2806700"/>
          <p14:tracePt t="211807" x="3549650" y="2660650"/>
          <p14:tracePt t="211823" x="3606800" y="2514600"/>
          <p14:tracePt t="211841" x="3625850" y="2355850"/>
          <p14:tracePt t="211856" x="3619500" y="2254250"/>
          <p14:tracePt t="211873" x="3587750" y="2139950"/>
          <p14:tracePt t="211890" x="3486150" y="1847850"/>
          <p14:tracePt t="211906" x="3359150" y="1587500"/>
          <p14:tracePt t="211923" x="3289300" y="1460500"/>
          <p14:tracePt t="211939" x="3136900" y="1238250"/>
          <p14:tracePt t="211956" x="2990850" y="1085850"/>
          <p14:tracePt t="211973" x="2908300" y="1041400"/>
          <p14:tracePt t="211989" x="2800350" y="1003300"/>
          <p14:tracePt t="212006" x="2660650" y="996950"/>
          <p14:tracePt t="212023" x="2489200" y="1022350"/>
          <p14:tracePt t="212039" x="2387600" y="1054100"/>
          <p14:tracePt t="212055" x="2171700" y="1168400"/>
          <p14:tracePt t="212073" x="1993900" y="1327150"/>
          <p14:tracePt t="212089" x="1917700" y="1422400"/>
          <p14:tracePt t="212106" x="1797050" y="1619250"/>
          <p14:tracePt t="212122" x="1720850" y="1828800"/>
          <p14:tracePt t="212138" x="1708150" y="1911350"/>
          <p14:tracePt t="212155" x="1708150" y="1974850"/>
          <p14:tracePt t="212172" x="1765300" y="2209800"/>
          <p14:tracePt t="212188" x="1790700" y="2266950"/>
          <p14:tracePt t="212206" x="1885950" y="2381250"/>
          <p14:tracePt t="212221" x="1936750" y="2419350"/>
          <p14:tracePt t="212238" x="2044700" y="2476500"/>
          <p14:tracePt t="212255" x="2178050" y="2514600"/>
          <p14:tracePt t="212271" x="2260600" y="2533650"/>
          <p14:tracePt t="212288" x="2362200" y="2533650"/>
          <p14:tracePt t="212305" x="2730500" y="2508250"/>
          <p14:tracePt t="212321" x="2819400" y="2489200"/>
          <p14:tracePt t="212338" x="3003550" y="2438400"/>
          <p14:tracePt t="212354" x="3143250" y="2336800"/>
          <p14:tracePt t="212371" x="3181350" y="2292350"/>
          <p14:tracePt t="212388" x="3225800" y="2190750"/>
          <p14:tracePt t="212404" x="3232150" y="2114550"/>
          <p14:tracePt t="212421" x="3232150" y="2082800"/>
          <p14:tracePt t="212438" x="3219450" y="2025650"/>
          <p14:tracePt t="212454" x="3206750" y="1981200"/>
          <p14:tracePt t="212471" x="3200400" y="1968500"/>
          <p14:tracePt t="212487" x="3181350" y="1955800"/>
          <p14:tracePt t="212504" x="3168650" y="1943100"/>
          <p14:tracePt t="212520" x="3117850" y="1930400"/>
          <p14:tracePt t="212537" x="3048000" y="1924050"/>
          <p14:tracePt t="212554" x="3009900" y="1924050"/>
          <p14:tracePt t="212571" x="2914650" y="1949450"/>
          <p14:tracePt t="212587" x="2832100" y="2012950"/>
          <p14:tracePt t="212603" x="2774950" y="2063750"/>
          <p14:tracePt t="212621" x="2762250" y="2082800"/>
          <p14:tracePt t="212979" x="2743200" y="2146300"/>
          <p14:tracePt t="212986" x="2736850" y="2209800"/>
          <p14:tracePt t="212993" x="2717800" y="2298700"/>
          <p14:tracePt t="213007" x="2686050" y="2419350"/>
          <p14:tracePt t="213018" x="2667000" y="2508250"/>
          <p14:tracePt t="213037" x="2641600" y="2686050"/>
          <p14:tracePt t="213052" x="2622550" y="2781300"/>
          <p14:tracePt t="213069" x="2571750" y="2959100"/>
          <p14:tracePt t="213086" x="2540000" y="3155950"/>
          <p14:tracePt t="213102" x="2520950" y="3232150"/>
          <p14:tracePt t="213118" x="2501900" y="3327400"/>
          <p14:tracePt t="213136" x="2451100" y="3575050"/>
          <p14:tracePt t="213151" x="2444750" y="3638550"/>
          <p14:tracePt t="213170" x="2406650" y="3797300"/>
          <p14:tracePt t="213185" x="2387600" y="3854450"/>
          <p14:tracePt t="213201" x="2362200" y="3917950"/>
          <p14:tracePt t="213219" x="2336800" y="3975100"/>
          <p14:tracePt t="213235" x="2330450" y="3987800"/>
          <p14:tracePt t="213251" x="2317750" y="4019550"/>
          <p14:tracePt t="213268" x="2305050" y="4044950"/>
          <p14:tracePt t="213285" x="2298700" y="4057650"/>
          <p14:tracePt t="213301" x="2292350" y="4083050"/>
          <p14:tracePt t="213318" x="2286000" y="4095750"/>
          <p14:tracePt t="213334" x="2286000" y="4102100"/>
          <p14:tracePt t="213350" x="2286000" y="4114800"/>
          <p14:tracePt t="232632" x="2298700" y="4102100"/>
          <p14:tracePt t="232640" x="2317750" y="4076700"/>
          <p14:tracePt t="232650" x="2330450" y="4044950"/>
          <p14:tracePt t="232668" x="2400300" y="3892550"/>
          <p14:tracePt t="232684" x="2470150" y="3778250"/>
          <p14:tracePt t="232701" x="2527300" y="3651250"/>
          <p14:tracePt t="232717" x="2584450" y="3479800"/>
          <p14:tracePt t="232734" x="2603500" y="3346450"/>
          <p14:tracePt t="232750" x="2622550" y="3200400"/>
          <p14:tracePt t="232767" x="2622550" y="2921000"/>
          <p14:tracePt t="232783" x="2616200" y="2717800"/>
          <p14:tracePt t="232802" x="2597150" y="2400300"/>
          <p14:tracePt t="232817" x="2584450" y="2247900"/>
          <p14:tracePt t="232834" x="2578100" y="2120900"/>
          <p14:tracePt t="232852" x="2559050" y="1936750"/>
          <p14:tracePt t="232867" x="2533650" y="1816100"/>
          <p14:tracePt t="232883" x="2520950" y="1708150"/>
          <p14:tracePt t="232899" x="2508250" y="1600200"/>
          <p14:tracePt t="232916" x="2501900" y="1543050"/>
          <p14:tracePt t="232933" x="2501900" y="1511300"/>
          <p14:tracePt t="232949" x="2489200" y="1466850"/>
          <p14:tracePt t="232966" x="2482850" y="1447800"/>
          <p14:tracePt t="232984" x="2476500" y="1403350"/>
          <p14:tracePt t="232999" x="2470150" y="1377950"/>
          <p14:tracePt t="233016" x="2451100" y="1352550"/>
          <p14:tracePt t="233033" x="2432050" y="1301750"/>
          <p14:tracePt t="233049" x="2413000" y="1282700"/>
          <p14:tracePt t="233066" x="2387600" y="1231900"/>
          <p14:tracePt t="233069" x="2362200" y="1200150"/>
          <p14:tracePt t="233083" x="2317750" y="1143000"/>
          <p14:tracePt t="233099" x="2260600" y="1098550"/>
          <p14:tracePt t="233116" x="2203450" y="1028700"/>
          <p14:tracePt t="233133" x="2089150" y="933450"/>
          <p14:tracePt t="233149" x="2025650" y="889000"/>
          <p14:tracePt t="233166" x="1930400" y="844550"/>
          <p14:tracePt t="233182" x="1879600" y="819150"/>
          <p14:tracePt t="233199" x="1828800" y="787400"/>
          <p14:tracePt t="233216" x="1771650" y="774700"/>
          <p14:tracePt t="233232" x="1746250" y="768350"/>
          <p14:tracePt t="233249" x="1733550" y="768350"/>
          <p14:tracePt t="233265" x="1727200" y="768350"/>
          <p14:tracePt t="233300" x="1714500" y="768350"/>
          <p14:tracePt t="233370" x="1714500" y="774700"/>
          <p14:tracePt t="233391" x="1714500" y="781050"/>
          <p14:tracePt t="233399" x="1714500" y="787400"/>
          <p14:tracePt t="233419" x="1714500" y="793750"/>
          <p14:tracePt t="233433" x="1720850" y="793750"/>
          <p14:tracePt t="233454" x="1720850" y="800100"/>
          <p14:tracePt t="233461" x="1727200" y="800100"/>
          <p14:tracePt t="233468" x="1733550" y="800100"/>
          <p14:tracePt t="233484" x="1739900" y="800100"/>
          <p14:tracePt t="233498" x="1758950" y="800100"/>
          <p14:tracePt t="233514" x="1771650" y="800100"/>
          <p14:tracePt t="233532" x="1809750" y="806450"/>
          <p14:tracePt t="233548" x="1835150" y="806450"/>
          <p14:tracePt t="233565" x="1866900" y="806450"/>
          <p14:tracePt t="233581" x="1917700" y="806450"/>
          <p14:tracePt t="233598" x="1943100" y="806450"/>
          <p14:tracePt t="233616" x="1974850" y="806450"/>
          <p14:tracePt t="233631" x="1987550" y="806450"/>
          <p14:tracePt t="233647" x="1993900" y="806450"/>
          <p14:tracePt t="233665" x="2006600" y="800100"/>
          <p14:tracePt t="233680" x="2012950" y="800100"/>
          <p14:tracePt t="233697" x="2019300" y="793750"/>
          <p14:tracePt t="233715" x="2025650" y="793750"/>
          <p14:tracePt t="233742" x="2032000" y="793750"/>
          <p14:tracePt t="234214" x="2051050" y="806450"/>
          <p14:tracePt t="234221" x="2089150" y="844550"/>
          <p14:tracePt t="234231" x="2120900" y="863600"/>
          <p14:tracePt t="234245" x="2190750" y="946150"/>
          <p14:tracePt t="234262" x="2273300" y="1016000"/>
          <p14:tracePt t="234279" x="2381250" y="1104900"/>
          <p14:tracePt t="234295" x="2463800" y="1155700"/>
          <p14:tracePt t="234313" x="2540000" y="1225550"/>
          <p14:tracePt t="234328" x="2590800" y="1263650"/>
          <p14:tracePt t="234345" x="2616200" y="1282700"/>
          <p14:tracePt t="234362" x="2641600" y="1301750"/>
          <p14:tracePt t="234378" x="2654300" y="1301750"/>
          <p14:tracePt t="234453" x="2647950" y="1295400"/>
          <p14:tracePt t="234467" x="2647950" y="1289050"/>
          <p14:tracePt t="234481" x="2641600" y="1276350"/>
          <p14:tracePt t="234496" x="2641600" y="1270000"/>
          <p14:tracePt t="234502" x="2641600" y="1263650"/>
          <p14:tracePt t="234516" x="2635250" y="1263650"/>
          <p14:tracePt t="234528" x="2635250" y="1257300"/>
          <p14:tracePt t="234545" x="2635250" y="1238250"/>
          <p14:tracePt t="234561" x="2616200" y="1219200"/>
          <p14:tracePt t="234578" x="2597150" y="1193800"/>
          <p14:tracePt t="234581" x="2584450" y="1187450"/>
          <p14:tracePt t="234595" x="2546350" y="1155700"/>
          <p14:tracePt t="234611" x="2508250" y="1111250"/>
          <p14:tracePt t="234627" x="2457450" y="1060450"/>
          <p14:tracePt t="234644" x="2368550" y="996950"/>
          <p14:tracePt t="234661" x="2317750" y="971550"/>
          <p14:tracePt t="234678" x="2254250" y="933450"/>
          <p14:tracePt t="234694" x="2222500" y="914400"/>
          <p14:tracePt t="234710" x="2209800" y="908050"/>
          <p14:tracePt t="234728" x="2197100" y="908050"/>
          <p14:tracePt t="234763" x="2190750" y="908050"/>
          <p14:tracePt t="234783" x="2190750" y="914400"/>
          <p14:tracePt t="234805" x="2184400" y="914400"/>
          <p14:tracePt t="234825" x="2184400" y="920750"/>
          <p14:tracePt t="234832" x="2184400" y="927100"/>
          <p14:tracePt t="234846" x="2190750" y="933450"/>
          <p14:tracePt t="234861" x="2209800" y="958850"/>
          <p14:tracePt t="234876" x="2235200" y="984250"/>
          <p14:tracePt t="234893" x="2286000" y="1041400"/>
          <p14:tracePt t="234910" x="2343150" y="1117600"/>
          <p14:tracePt t="234926" x="2514600" y="1295400"/>
          <p14:tracePt t="234943" x="2660650" y="1466850"/>
          <p14:tracePt t="234960" x="2851150" y="1663700"/>
          <p14:tracePt t="234976" x="2971800" y="1797050"/>
          <p14:tracePt t="234995" x="3092450" y="1943100"/>
          <p14:tracePt t="235010" x="3155950" y="2025650"/>
          <p14:tracePt t="235026" x="3194050" y="2101850"/>
          <p14:tracePt t="235044" x="3225800" y="2203450"/>
          <p14:tracePt t="235060" x="3232150" y="2273300"/>
          <p14:tracePt t="235076" x="3238500" y="2330450"/>
          <p14:tracePt t="235092" x="3225800" y="2432050"/>
          <p14:tracePt t="235109" x="3194050" y="2482850"/>
          <p14:tracePt t="235126" x="3175000" y="2508250"/>
          <p14:tracePt t="235142" x="3155950" y="2527300"/>
          <p14:tracePt t="235159" x="3155950" y="2514600"/>
          <p14:tracePt t="235479" x="3136900" y="2571750"/>
          <p14:tracePt t="235486" x="3105150" y="2647950"/>
          <p14:tracePt t="235500" x="3073400" y="2768600"/>
          <p14:tracePt t="235515" x="3048000" y="2857500"/>
          <p14:tracePt t="235524" x="3003550" y="2971800"/>
          <p14:tracePt t="235541" x="2971800" y="3092450"/>
          <p14:tracePt t="235557" x="2876550" y="3429000"/>
          <p14:tracePt t="235574" x="2844800" y="3536950"/>
          <p14:tracePt t="235577" x="2813050" y="3625850"/>
          <p14:tracePt t="235591" x="2781300" y="3708400"/>
          <p14:tracePt t="235607" x="2743200" y="3873500"/>
          <p14:tracePt t="235624" x="2711450" y="3956050"/>
          <p14:tracePt t="235642" x="2667000" y="4114800"/>
          <p14:tracePt t="235657" x="2628900" y="4248150"/>
          <p14:tracePt t="235674" x="2597150" y="4330700"/>
          <p14:tracePt t="235691" x="2559050" y="4464050"/>
          <p14:tracePt t="235707" x="2527300" y="4521200"/>
          <p14:tracePt t="235724" x="2476500" y="4610100"/>
          <p14:tracePt t="235740" x="2444750" y="4679950"/>
          <p14:tracePt t="235757" x="2432050" y="4705350"/>
          <p14:tracePt t="235774" x="2406650" y="4730750"/>
          <p14:tracePt t="235790" x="2400300" y="4743450"/>
          <p14:tracePt t="235824" x="2400300" y="4749800"/>
          <p14:tracePt t="235908" x="2393950" y="4756150"/>
          <p14:tracePt t="235929" x="2393950" y="4762500"/>
          <p14:tracePt t="235936" x="2393950" y="4768850"/>
          <p14:tracePt t="235957" x="2387600" y="4768850"/>
          <p14:tracePt t="235971" x="2387600" y="4775200"/>
          <p14:tracePt t="235978" x="2387600" y="4781550"/>
          <p14:tracePt t="235992" x="2387600" y="4787900"/>
          <p14:tracePt t="236008" x="2387600" y="4794250"/>
          <p14:tracePt t="236022" x="2393950" y="4813300"/>
          <p14:tracePt t="236039" x="2400300" y="4826000"/>
          <p14:tracePt t="236056" x="2425700" y="4876800"/>
          <p14:tracePt t="236072" x="2482850" y="5003800"/>
          <p14:tracePt t="236089" x="2540000" y="5099050"/>
          <p14:tracePt t="236106" x="2647950" y="5308600"/>
          <p14:tracePt t="236122" x="2736850" y="5486400"/>
          <p14:tracePt t="236139" x="2933700" y="5880100"/>
          <p14:tracePt t="236155" x="3067050" y="6153150"/>
          <p14:tracePt t="236172" x="3117850" y="6261100"/>
          <p14:tracePt t="236189" x="3181350" y="6381750"/>
          <p14:tracePt t="236205" x="3187700" y="6394450"/>
          <p14:tracePt t="236222" x="3194050" y="6407150"/>
          <p14:tracePt t="236280" x="3194050" y="6400800"/>
          <p14:tracePt t="236286" x="3194050" y="6394450"/>
          <p14:tracePt t="236301" x="3194050" y="6388100"/>
          <p14:tracePt t="236323" x="3194050" y="6381750"/>
          <p14:tracePt t="236329" x="3194050" y="6375400"/>
          <p14:tracePt t="236343" x="3194050" y="6369050"/>
          <p14:tracePt t="236355" x="3194050" y="6350000"/>
          <p14:tracePt t="236372" x="3175000" y="6318250"/>
          <p14:tracePt t="236388" x="3162300" y="6261100"/>
          <p14:tracePt t="236405" x="3098800" y="6076950"/>
          <p14:tracePt t="236421" x="2952750" y="5715000"/>
          <p14:tracePt t="236438" x="2806700" y="5334000"/>
          <p14:tracePt t="236454" x="2730500" y="5187950"/>
          <p14:tracePt t="236471" x="2597150" y="4908550"/>
          <p14:tracePt t="236487" x="2571750" y="4838700"/>
          <p14:tracePt t="236506" x="2540000" y="4775200"/>
          <p14:tracePt t="236521" x="2527300" y="4737100"/>
          <p14:tracePt t="236537" x="2520950" y="4724400"/>
          <p14:tracePt t="236554" x="2514600" y="4724400"/>
          <p14:tracePt t="236571" x="2508250" y="4718050"/>
          <p14:tracePt t="236590" x="2501900" y="4711700"/>
          <p14:tracePt t="236652" x="2501900" y="4705350"/>
          <p14:tracePt t="236870" x="2501900" y="4692650"/>
          <p14:tracePt t="236884" x="2501900" y="4679950"/>
          <p14:tracePt t="236891" x="2501900" y="4667250"/>
          <p14:tracePt t="236906" x="2501900" y="4654550"/>
          <p14:tracePt t="236920" x="2495550" y="4597400"/>
          <p14:tracePt t="236936" x="2489200" y="4559300"/>
          <p14:tracePt t="236953" x="2489200" y="4508500"/>
          <p14:tracePt t="236969" x="2470150" y="4375150"/>
          <p14:tracePt t="236986" x="2457450" y="4235450"/>
          <p14:tracePt t="237003" x="2451100" y="4095750"/>
          <p14:tracePt t="237019" x="2451100" y="4038600"/>
          <p14:tracePt t="237036" x="2438400" y="3937000"/>
          <p14:tracePt t="237053" x="2432050" y="3879850"/>
          <p14:tracePt t="237069" x="2432050" y="3860800"/>
          <p14:tracePt t="237085" x="2425700" y="3810000"/>
          <p14:tracePt t="237102" x="2406650" y="3740150"/>
          <p14:tracePt t="237119" x="2406650" y="3702050"/>
          <p14:tracePt t="237135" x="2400300" y="3606800"/>
          <p14:tracePt t="237152" x="2400300" y="3568700"/>
          <p14:tracePt t="237168" x="2393950" y="3517900"/>
          <p14:tracePt t="237186" x="2374900" y="3232150"/>
          <p14:tracePt t="237202" x="2362200" y="3092450"/>
          <p14:tracePt t="237218" x="2349500" y="2921000"/>
          <p14:tracePt t="237235" x="2324100" y="2489200"/>
          <p14:tracePt t="237252" x="2260600" y="1949450"/>
          <p14:tracePt t="237268" x="2235200" y="1701800"/>
          <p14:tracePt t="237285" x="2197100" y="1371600"/>
          <p14:tracePt t="237302" x="2178050" y="1212850"/>
          <p14:tracePt t="237318" x="2171700" y="1187450"/>
          <p14:tracePt t="237334" x="2171700" y="1143000"/>
          <p14:tracePt t="237355" x="2178050" y="1143000"/>
          <p14:tracePt t="237368" x="2184400" y="1143000"/>
          <p14:tracePt t="237446" x="2190750" y="1149350"/>
          <p14:tracePt t="237453" x="2197100" y="1155700"/>
          <p14:tracePt t="237468" x="2197100" y="1162050"/>
          <p14:tracePt t="237474" x="2197100" y="1168400"/>
          <p14:tracePt t="237484" x="2197100" y="1174750"/>
          <p14:tracePt t="237500" x="2197100" y="1181100"/>
          <p14:tracePt t="237517" x="2203450" y="1193800"/>
          <p14:tracePt t="237837" x="2235200" y="1238250"/>
          <p14:tracePt t="237844" x="2286000" y="1320800"/>
          <p14:tracePt t="237858" x="2336800" y="1390650"/>
          <p14:tracePt t="237866" x="2400300" y="1498600"/>
          <p14:tracePt t="237883" x="2451100" y="1606550"/>
          <p14:tracePt t="237900" x="2616200" y="1936750"/>
          <p14:tracePt t="237916" x="2908300" y="2514600"/>
          <p14:tracePt t="237933" x="3067050" y="2838450"/>
          <p14:tracePt t="237950" x="3308350" y="3429000"/>
          <p14:tracePt t="237966" x="3429000" y="3886200"/>
          <p14:tracePt t="237983" x="3448050" y="4013200"/>
          <p14:tracePt t="238000" x="3467100" y="4146550"/>
          <p14:tracePt t="238016" x="3473450" y="4184650"/>
          <p14:tracePt t="238032" x="3473450" y="4197350"/>
          <p14:tracePt t="238049" x="3473450" y="4203700"/>
          <p14:tracePt t="238125" x="3473450" y="4210050"/>
          <p14:tracePt t="238133" x="3467100" y="4210050"/>
          <p14:tracePt t="238146" x="3467100" y="4216400"/>
          <p14:tracePt t="238152" x="3454400" y="4222750"/>
          <p14:tracePt t="238168" x="3448050" y="4229100"/>
          <p14:tracePt t="238182" x="3435350" y="4235450"/>
          <p14:tracePt t="238718" x="3448050" y="4222750"/>
          <p14:tracePt t="238725" x="3492500" y="4191000"/>
          <p14:tracePt t="238739" x="3536950" y="4152900"/>
          <p14:tracePt t="238747" x="3594100" y="4095750"/>
          <p14:tracePt t="238763" x="3657600" y="4044950"/>
          <p14:tracePt t="238780" x="3740150" y="3962400"/>
          <p14:tracePt t="238796" x="3873500" y="3797300"/>
          <p14:tracePt t="238813" x="4000500" y="3568700"/>
          <p14:tracePt t="238830" x="4064000" y="3429000"/>
          <p14:tracePt t="238846" x="4146550" y="3117850"/>
          <p14:tracePt t="238863" x="4171950" y="2946400"/>
          <p14:tracePt t="238880" x="4191000" y="2774950"/>
          <p14:tracePt t="238896" x="4191000" y="2635250"/>
          <p14:tracePt t="238912" x="4191000" y="2495550"/>
          <p14:tracePt t="238929" x="4146550" y="2254250"/>
          <p14:tracePt t="238946" x="4102100" y="2120900"/>
          <p14:tracePt t="238963" x="4013200" y="1981200"/>
          <p14:tracePt t="238979" x="3962400" y="1892300"/>
          <p14:tracePt t="238995" x="3930650" y="1847850"/>
          <p14:tracePt t="239013" x="3848100" y="1758950"/>
          <p14:tracePt t="239029" x="3803650" y="1689100"/>
          <p14:tracePt t="239045" x="3778250" y="1670050"/>
          <p14:tracePt t="239062" x="3733800" y="1619250"/>
          <p14:tracePt t="239078" x="3708400" y="1593850"/>
          <p14:tracePt t="239095" x="3689350" y="1587500"/>
          <p14:tracePt t="239112" x="3683000" y="1574800"/>
          <p14:tracePt t="239128" x="3676650" y="1568450"/>
          <p14:tracePt t="239145" x="3670300" y="1568450"/>
          <p14:tracePt t="239161" x="3670300" y="1562100"/>
          <p14:tracePt t="239252" x="3676650" y="1562100"/>
          <p14:tracePt t="239259" x="3683000" y="1562100"/>
          <p14:tracePt t="239279" x="3689350" y="1562100"/>
          <p14:tracePt t="239287" x="3702050" y="1562100"/>
          <p14:tracePt t="239301" x="3714750" y="1555750"/>
          <p14:tracePt t="239311" x="3721100" y="1549400"/>
          <p14:tracePt t="239327" x="3733800" y="1543050"/>
          <p14:tracePt t="239344" x="3765550" y="1530350"/>
          <p14:tracePt t="239361" x="3803650" y="1504950"/>
          <p14:tracePt t="239378" x="3829050" y="1498600"/>
          <p14:tracePt t="239394" x="3860800" y="1485900"/>
          <p14:tracePt t="239411" x="3956050" y="1460500"/>
          <p14:tracePt t="239428" x="4095750" y="1409700"/>
          <p14:tracePt t="239445" x="4184650" y="1390650"/>
          <p14:tracePt t="239461" x="4343400" y="1339850"/>
          <p14:tracePt t="239477" x="4489450" y="1308100"/>
          <p14:tracePt t="239494" x="4565650" y="1301750"/>
          <p14:tracePt t="239511" x="4699000" y="1263650"/>
          <p14:tracePt t="239527" x="4768850" y="1244600"/>
          <p14:tracePt t="239543" x="4800600" y="1238250"/>
          <p14:tracePt t="239561" x="4819650" y="1231900"/>
          <p14:tracePt t="239593" x="4813300" y="1231900"/>
          <p14:tracePt t="239610" x="4794250" y="1231900"/>
          <p14:tracePt t="239627" x="4787900" y="1238250"/>
          <p14:tracePt t="239925" x="4768850" y="1238250"/>
          <p14:tracePt t="239932" x="4730750" y="1238250"/>
          <p14:tracePt t="239942" x="4679950" y="1238250"/>
          <p14:tracePt t="239959" x="4603750" y="1238250"/>
          <p14:tracePt t="239975" x="4451350" y="1238250"/>
          <p14:tracePt t="239992" x="4337050" y="1238250"/>
          <p14:tracePt t="240010" x="3987800" y="1238250"/>
          <p14:tracePt t="240025" x="3860800" y="1238250"/>
          <p14:tracePt t="240042" x="3733800" y="1238250"/>
          <p14:tracePt t="240059" x="3517900" y="1238250"/>
          <p14:tracePt t="240075" x="3340100" y="1238250"/>
          <p14:tracePt t="240092" x="3251200" y="1238250"/>
          <p14:tracePt t="240108" x="3136900" y="1238250"/>
          <p14:tracePt t="240125" x="3060700" y="1238250"/>
          <p14:tracePt t="240143" x="2997200" y="1238250"/>
          <p14:tracePt t="240158" x="2978150" y="1238250"/>
          <p14:tracePt t="240175" x="2946400" y="1238250"/>
          <p14:tracePt t="240192" x="2921000" y="1238250"/>
          <p14:tracePt t="240208" x="2914650" y="1238250"/>
          <p14:tracePt t="240225" x="2901950" y="1238250"/>
          <p14:tracePt t="240325" x="2901950" y="1244600"/>
          <p14:tracePt t="240346" x="2914650" y="1244600"/>
          <p14:tracePt t="240360" x="2927350" y="1244600"/>
          <p14:tracePt t="240375" x="2940050" y="1244600"/>
          <p14:tracePt t="240381" x="2952750" y="1244600"/>
          <p14:tracePt t="240395" x="2965450" y="1244600"/>
          <p14:tracePt t="240407" x="2990850" y="1244600"/>
          <p14:tracePt t="240424" x="3073400" y="1244600"/>
          <p14:tracePt t="240440" x="3136900" y="1244600"/>
          <p14:tracePt t="240457" x="3289300" y="1244600"/>
          <p14:tracePt t="240474" x="3467100" y="1244600"/>
          <p14:tracePt t="240490" x="3556000" y="1244600"/>
          <p14:tracePt t="240507" x="3708400" y="1244600"/>
          <p14:tracePt t="240524" x="3860800" y="1244600"/>
          <p14:tracePt t="240541" x="3937000" y="1257300"/>
          <p14:tracePt t="240557" x="4064000" y="1257300"/>
          <p14:tracePt t="240573" x="4171950" y="1257300"/>
          <p14:tracePt t="240591" x="4222750" y="1263650"/>
          <p14:tracePt t="240607" x="4318000" y="1282700"/>
          <p14:tracePt t="240623" x="4356100" y="1282700"/>
          <p14:tracePt t="240639" x="4394200" y="1282700"/>
          <p14:tracePt t="240643" x="4438650" y="1282700"/>
          <p14:tracePt t="240656" x="4476750" y="1282700"/>
          <p14:tracePt t="240673" x="4552950" y="1282700"/>
          <p14:tracePt t="240691" x="4622800" y="1282700"/>
          <p14:tracePt t="240706" x="4660900" y="1282700"/>
          <p14:tracePt t="240723" x="4679950" y="1282700"/>
          <p14:tracePt t="240740" x="4724400" y="1282700"/>
          <p14:tracePt t="240756" x="4775200" y="1289050"/>
          <p14:tracePt t="240773" x="4794250" y="1289050"/>
          <p14:tracePt t="240789" x="4845050" y="1289050"/>
          <p14:tracePt t="240806" x="4889500" y="1295400"/>
          <p14:tracePt t="240823" x="4921250" y="1295400"/>
          <p14:tracePt t="240839" x="4984750" y="1308100"/>
          <p14:tracePt t="240856" x="5054600" y="1308100"/>
          <p14:tracePt t="240873" x="5124450" y="1308100"/>
          <p14:tracePt t="240889" x="5149850" y="1308100"/>
          <p14:tracePt t="240905" x="5181600" y="1308100"/>
          <p14:tracePt t="240923" x="5283200" y="1314450"/>
          <p14:tracePt t="240939" x="5327650" y="1314450"/>
          <p14:tracePt t="240955" x="5353050" y="1320800"/>
          <p14:tracePt t="240973" x="5435600" y="1320800"/>
          <p14:tracePt t="240989" x="5499100" y="1320800"/>
          <p14:tracePt t="241007" x="5575300" y="1320800"/>
          <p14:tracePt t="241022" x="5607050" y="1320800"/>
          <p14:tracePt t="241038" x="5664200" y="1320800"/>
          <p14:tracePt t="241055" x="5689600" y="1320800"/>
          <p14:tracePt t="241072" x="5734050" y="1320800"/>
          <p14:tracePt t="241088" x="5778500" y="1320800"/>
          <p14:tracePt t="241105" x="5829300" y="1320800"/>
          <p14:tracePt t="241121" x="5861050" y="1320800"/>
          <p14:tracePt t="241138" x="5918200" y="1320800"/>
          <p14:tracePt t="241155" x="5962650" y="1320800"/>
          <p14:tracePt t="241171" x="5988050" y="1314450"/>
          <p14:tracePt t="241189" x="6026150" y="1314450"/>
          <p14:tracePt t="241204" x="6083300" y="1295400"/>
          <p14:tracePt t="241221" x="6108700" y="1289050"/>
          <p14:tracePt t="241239" x="6140450" y="1289050"/>
          <p14:tracePt t="241254" x="6159500" y="1282700"/>
          <p14:tracePt t="241271" x="6203950" y="1276350"/>
          <p14:tracePt t="241288" x="6235700" y="1270000"/>
          <p14:tracePt t="241305" x="6248400" y="1263650"/>
          <p14:tracePt t="241321" x="6273800" y="1257300"/>
          <p14:tracePt t="241337" x="6280150" y="1257300"/>
          <p14:tracePt t="241354" x="6286500" y="1257300"/>
          <p14:tracePt t="241371" x="6292850" y="1257300"/>
          <p14:tracePt t="241841" x="6311900" y="1257300"/>
          <p14:tracePt t="241848" x="6350000" y="1257300"/>
          <p14:tracePt t="241855" x="6400800" y="1257300"/>
          <p14:tracePt t="241872" x="6445250" y="1263650"/>
          <p14:tracePt t="241885" x="6483350" y="1270000"/>
          <p14:tracePt t="241902" x="6584950" y="1270000"/>
          <p14:tracePt t="241918" x="6692900" y="1282700"/>
          <p14:tracePt t="241935" x="6743700" y="1289050"/>
          <p14:tracePt t="241952" x="6877050" y="1289050"/>
          <p14:tracePt t="241968" x="6991350" y="1301750"/>
          <p14:tracePt t="241985" x="7042150" y="1308100"/>
          <p14:tracePt t="242002" x="7124700" y="1314450"/>
          <p14:tracePt t="242019" x="7181850" y="1314450"/>
          <p14:tracePt t="242035" x="7213600" y="1314450"/>
          <p14:tracePt t="242052" x="7264400" y="1308100"/>
          <p14:tracePt t="242068" x="7321550" y="1308100"/>
          <p14:tracePt t="242085" x="7340600" y="1308100"/>
          <p14:tracePt t="242102" x="7372350" y="1308100"/>
          <p14:tracePt t="242118" x="7385050" y="1308100"/>
          <p14:tracePt t="242135" x="7423150" y="1301750"/>
          <p14:tracePt t="242151" x="7442200" y="1301750"/>
          <p14:tracePt t="242168" x="7448550" y="1301750"/>
          <p14:tracePt t="242185" x="7461250" y="1301750"/>
          <p14:tracePt t="242201" x="7467600" y="1301750"/>
          <p14:tracePt t="242235" x="7473950" y="1295400"/>
          <p14:tracePt t="242277" x="7473950" y="1289050"/>
          <p14:tracePt t="242298" x="7473950" y="1282700"/>
          <p14:tracePt t="243727" x="7416800" y="1282700"/>
          <p14:tracePt t="243734" x="7315200" y="1282700"/>
          <p14:tracePt t="243746" x="7188200" y="1276350"/>
          <p14:tracePt t="243763" x="6997700" y="1263650"/>
          <p14:tracePt t="243779" x="6908800" y="1263650"/>
          <p14:tracePt t="243796" x="6819900" y="1263650"/>
          <p14:tracePt t="243812" x="6648450" y="1263650"/>
          <p14:tracePt t="243829" x="6623050" y="1263650"/>
          <p14:tracePt t="243846" x="6604000" y="1263650"/>
          <p14:tracePt t="243862" x="6578600" y="1263650"/>
          <p14:tracePt t="243879" x="6559550" y="1263650"/>
          <p14:tracePt t="243896" x="6553200" y="1270000"/>
          <p14:tracePt t="243944" x="6546850" y="1270000"/>
          <p14:tracePt t="243959" x="6540500" y="1276350"/>
          <p14:tracePt t="243973" x="6534150" y="1282700"/>
        </p14:tracePtLst>
      </p14:laserTraceLst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time import time, sleep</a:t>
            </a:r>
            <a:endParaRPr lang="en-US" altLang="en-US" sz="2250" spc="-1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b="1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timer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250" b="1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250" b="1" spc="-100" dirty="0">
                <a:solidFill>
                  <a:srgbClr val="F8B300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sz="2250" b="1" spc="-100" dirty="0" err="1">
                <a:solidFill>
                  <a:srgbClr val="F8B300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en-US" sz="2250" spc="-1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**</a:t>
            </a:r>
            <a:r>
              <a:rPr lang="en-US" altLang="en-US" sz="2250" spc="-100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kwargs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"""Print the runtime of the wrapped function"""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b="1" spc="-100" dirty="0" err="1">
                <a:solidFill>
                  <a:srgbClr val="C40C94"/>
                </a:solidFill>
                <a:latin typeface="Lucida Console" panose="020B0609040504020204" pitchFamily="49" charset="0"/>
              </a:rPr>
              <a:t>wrapper_timer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250" b="1" spc="-100" dirty="0">
                <a:solidFill>
                  <a:srgbClr val="F8B300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sz="2250" b="1" spc="-100" dirty="0" err="1">
                <a:solidFill>
                  <a:srgbClr val="F8B300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en-US" sz="2250" spc="-100" dirty="0">
                <a:solidFill>
                  <a:srgbClr val="BFBFBF"/>
                </a:solidFill>
                <a:latin typeface="Lucida Console" panose="020B0609040504020204" pitchFamily="49" charset="0"/>
              </a:rPr>
              <a:t>, **</a:t>
            </a:r>
            <a:r>
              <a:rPr lang="en-US" altLang="en-US" sz="2250" spc="-1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kwargs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start_time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= time() 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value = </a:t>
            </a:r>
            <a:r>
              <a:rPr lang="en-US" altLang="en-US" sz="2250" b="1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250" b="1" spc="-100" dirty="0">
                <a:solidFill>
                  <a:srgbClr val="F8B300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sz="2250" b="1" spc="-100" dirty="0" err="1">
                <a:solidFill>
                  <a:srgbClr val="F8B300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en-US" sz="2250" spc="-100" dirty="0">
                <a:solidFill>
                  <a:srgbClr val="BFBFBF"/>
                </a:solidFill>
                <a:latin typeface="Lucida Console" panose="020B0609040504020204" pitchFamily="49" charset="0"/>
              </a:rPr>
              <a:t>, **</a:t>
            </a:r>
            <a:r>
              <a:rPr lang="en-US" altLang="en-US" sz="2250" spc="-1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kwargs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end_time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= time()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run_time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=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end_time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-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start_time</a:t>
            </a:r>
            <a:endParaRPr lang="en-US" altLang="en-US" sz="225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print(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f"Finished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{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.__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name__!r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}",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f"in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{run_time:.4f} secs")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return </a:t>
            </a:r>
            <a:r>
              <a:rPr lang="en-US" altLang="en-US" sz="225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value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return </a:t>
            </a:r>
            <a:r>
              <a:rPr lang="en-US" altLang="en-US" sz="2250" b="1" spc="-100" dirty="0" err="1">
                <a:solidFill>
                  <a:srgbClr val="C40C94"/>
                </a:solidFill>
                <a:latin typeface="Lucida Console" panose="020B0609040504020204" pitchFamily="49" charset="0"/>
              </a:rPr>
              <a:t>wrapper_timer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250" b="1" spc="-100" dirty="0">
                <a:solidFill>
                  <a:srgbClr val="F8B300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sz="2250" b="1" spc="-100" dirty="0" err="1">
                <a:solidFill>
                  <a:srgbClr val="F8B300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en-US" sz="2250" spc="-1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250" b="1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b="1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**</a:t>
            </a:r>
            <a:r>
              <a:rPr lang="en-US" altLang="en-US" sz="2250" b="1" spc="-100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kwargs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b="1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timer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25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sleep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250" b="1" spc="-100" dirty="0">
                <a:solidFill>
                  <a:srgbClr val="F8B30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Finished 'sleep' in 2.0065 secs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f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250" b="1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): sleep(1); return x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rgbClr val="BFBFBF"/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b="1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timer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250" b="1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250" b="1" spc="-100" dirty="0" err="1">
                <a:solidFill>
                  <a:srgbClr val="F8B300"/>
                </a:solidFill>
                <a:latin typeface="Lucida Console" panose="020B0609040504020204" pitchFamily="49" charset="0"/>
              </a:rPr>
              <a:t>None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Finished 'f' in 1.0122 secs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b="1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timer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250" b="1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</a:t>
            </a:r>
            <a:r>
              <a:rPr lang="en-US" altLang="en-US" sz="225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250" b="1" spc="-100" dirty="0" err="1">
                <a:solidFill>
                  <a:srgbClr val="F8B300"/>
                </a:solidFill>
                <a:latin typeface="Lucida Console" panose="020B0609040504020204" pitchFamily="49" charset="0"/>
              </a:rPr>
              <a:t>None</a:t>
            </a: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Finished 'f' in 1.0148 secs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50" spc="-10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 bwMode="auto">
          <a:xfrm>
            <a:off x="0" y="0"/>
            <a:ext cx="9144000" cy="663244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sz="2250" kern="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time import time, sleep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sz="2250" kern="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sz="2250" kern="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b="1" kern="0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timer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250" b="1" kern="0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250" b="1" kern="0" spc="-100" dirty="0">
                <a:solidFill>
                  <a:srgbClr val="F8B300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sz="2250" b="1" kern="0" spc="-100" dirty="0" err="1">
                <a:solidFill>
                  <a:srgbClr val="F8B300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en-US" sz="2250" kern="0" spc="-100" dirty="0">
                <a:solidFill>
                  <a:srgbClr val="BFBFBF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kern="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**</a:t>
            </a:r>
            <a:r>
              <a:rPr lang="en-US" altLang="en-US" sz="2250" kern="0" spc="-100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kwargs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sz="2250" kern="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"""Print the runtime of the decorated function"""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sz="2250" kern="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5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b="1" kern="0" spc="-100" dirty="0" err="1">
                <a:solidFill>
                  <a:srgbClr val="C40C94"/>
                </a:solidFill>
                <a:latin typeface="Lucida Console" panose="020B0609040504020204" pitchFamily="49" charset="0"/>
              </a:rPr>
              <a:t>wrapper_timer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250" b="1" kern="0" spc="-100" dirty="0">
                <a:solidFill>
                  <a:srgbClr val="F8B300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sz="2250" b="1" kern="0" spc="-100" dirty="0" err="1">
                <a:solidFill>
                  <a:srgbClr val="F8B300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en-US" sz="2250" kern="0" spc="-100" dirty="0">
                <a:solidFill>
                  <a:srgbClr val="BFBFBF"/>
                </a:solidFill>
                <a:latin typeface="Lucida Console" panose="020B0609040504020204" pitchFamily="49" charset="0"/>
              </a:rPr>
              <a:t>, **</a:t>
            </a:r>
            <a:r>
              <a:rPr lang="en-US" altLang="en-US" sz="2250" kern="0" spc="-1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kwargs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sz="2250" kern="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225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start_time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= time() 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sz="2250" kern="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value = </a:t>
            </a:r>
            <a:r>
              <a:rPr lang="en-US" altLang="en-US" sz="2250" b="1" kern="0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250" b="1" kern="0" spc="-100" dirty="0">
                <a:solidFill>
                  <a:srgbClr val="F8B300"/>
                </a:solidFill>
                <a:latin typeface="Lucida Console" panose="020B0609040504020204" pitchFamily="49" charset="0"/>
              </a:rPr>
              <a:t>*</a:t>
            </a:r>
            <a:r>
              <a:rPr lang="en-US" altLang="en-US" sz="2250" b="1" kern="0" spc="-100" dirty="0" err="1">
                <a:solidFill>
                  <a:srgbClr val="F8B300"/>
                </a:solidFill>
                <a:latin typeface="Lucida Console" panose="020B0609040504020204" pitchFamily="49" charset="0"/>
              </a:rPr>
              <a:t>args</a:t>
            </a:r>
            <a:r>
              <a:rPr lang="en-US" altLang="en-US" sz="2250" kern="0" spc="-100" dirty="0">
                <a:solidFill>
                  <a:srgbClr val="BFBFBF"/>
                </a:solidFill>
                <a:latin typeface="Lucida Console" panose="020B0609040504020204" pitchFamily="49" charset="0"/>
              </a:rPr>
              <a:t>, **</a:t>
            </a:r>
            <a:r>
              <a:rPr lang="en-US" altLang="en-US" sz="2250" kern="0" spc="-100" dirty="0" err="1">
                <a:solidFill>
                  <a:srgbClr val="BFBFBF"/>
                </a:solidFill>
                <a:latin typeface="Lucida Console" panose="020B0609040504020204" pitchFamily="49" charset="0"/>
              </a:rPr>
              <a:t>kwargs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sz="2250" kern="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225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end_time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= time()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sz="2250" kern="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</a:t>
            </a:r>
            <a:r>
              <a:rPr lang="en-US" altLang="en-US" sz="225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run_time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= </a:t>
            </a:r>
            <a:r>
              <a:rPr lang="en-US" altLang="en-US" sz="225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end_time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- </a:t>
            </a:r>
            <a:r>
              <a:rPr lang="en-US" altLang="en-US" sz="225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start_time</a:t>
            </a:r>
            <a:endParaRPr lang="en-US" altLang="en-US" sz="225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sz="2250" kern="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print(</a:t>
            </a:r>
            <a:r>
              <a:rPr lang="en-US" altLang="en-US" sz="225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f"Finished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{</a:t>
            </a:r>
            <a:r>
              <a:rPr lang="en-US" altLang="en-US" sz="225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func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.__</a:t>
            </a:r>
            <a:r>
              <a:rPr lang="en-US" altLang="en-US" sz="225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name__!r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}",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sz="2250" kern="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      </a:t>
            </a:r>
            <a:r>
              <a:rPr lang="en-US" altLang="en-US" sz="225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f"in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{run_time:.4f} secs")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sz="2250" kern="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   return </a:t>
            </a:r>
            <a:r>
              <a:rPr lang="en-US" altLang="en-US" sz="2250" b="1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value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sz="2250" kern="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return </a:t>
            </a:r>
            <a:r>
              <a:rPr lang="en-US" altLang="en-US" sz="2250" b="1" kern="0" spc="-100" dirty="0" err="1">
                <a:solidFill>
                  <a:srgbClr val="C40C94"/>
                </a:solidFill>
                <a:latin typeface="Lucida Console" panose="020B0609040504020204" pitchFamily="49" charset="0"/>
              </a:rPr>
              <a:t>wrapper_timer</a:t>
            </a:r>
            <a:endParaRPr lang="en-US" altLang="en-US" sz="2250" kern="0" spc="-100" dirty="0">
              <a:solidFill>
                <a:srgbClr val="C40C94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sz="2250" kern="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sz="2250" kern="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50" kern="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sz="2250" kern="0" spc="-10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250" b="1" kern="0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@timer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sz="2250" kern="0" spc="-100" dirty="0">
                <a:solidFill>
                  <a:srgbClr val="BFBFBF"/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kern="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b="1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f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250" b="1" kern="0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): sleep(1); return x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sz="2250" kern="0" spc="-100" dirty="0">
                <a:solidFill>
                  <a:srgbClr val="BFBFBF"/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sz="2250" kern="0" spc="-10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50" b="1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f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250" b="1" kern="0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None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Finished 'f' in 1.0002 secs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sz="2250" kern="0" spc="-10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250" b="1" kern="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f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250" b="1" kern="0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None</a:t>
            </a: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sz="225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Finished 'f' in 1.0003 secs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FontTx/>
              <a:buNone/>
            </a:pPr>
            <a:r>
              <a:rPr lang="en-US" altLang="en-US" sz="2250" kern="0" spc="-10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FontTx/>
              <a:buNone/>
            </a:pPr>
            <a:endParaRPr lang="en-US" altLang="en-US" sz="2250" kern="0" spc="-100" dirty="0">
              <a:solidFill>
                <a:srgbClr val="BFBFBF"/>
              </a:solidFill>
              <a:latin typeface="Lucida Console" panose="020B06090405040202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0304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5442"/>
    </mc:Choice>
    <mc:Fallback xmlns="">
      <p:transition spd="slow" advTm="1954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uiExpand="1"/>
      <p:bldP spid="3" grpId="0" animBg="1"/>
      <p:bldP spid="3" grpId="1" animBg="1"/>
      <p:bldP spid="3" grpId="2" animBg="1"/>
      <p:bldP spid="3" grpId="3" animBg="1"/>
    </p:bldLst>
  </p:timing>
  <p:extLst>
    <p:ext uri="{3A86A75C-4F4B-4683-9AE1-C65F6400EC91}">
      <p14:laserTraceLst xmlns:p14="http://schemas.microsoft.com/office/powerpoint/2010/main">
        <p14:tracePtLst>
          <p14:tracePt t="617" x="6559550" y="1085850"/>
          <p14:tracePt t="623" x="6540500" y="1092200"/>
          <p14:tracePt t="637" x="6515100" y="1098550"/>
          <p14:tracePt t="644" x="6477000" y="1111250"/>
          <p14:tracePt t="659" x="6438900" y="1117600"/>
          <p14:tracePt t="672" x="6394450" y="1123950"/>
          <p14:tracePt t="688" x="6292850" y="1123950"/>
          <p14:tracePt t="705" x="6254750" y="1123950"/>
          <p14:tracePt t="722" x="6146800" y="1123950"/>
          <p14:tracePt t="738" x="6083300" y="1123950"/>
          <p14:tracePt t="755" x="6051550" y="1123950"/>
          <p14:tracePt t="772" x="6013450" y="1123950"/>
          <p14:tracePt t="788" x="5988050" y="1123950"/>
          <p14:tracePt t="805" x="5975350" y="1123950"/>
          <p14:tracePt t="821" x="5956300" y="1123950"/>
          <p14:tracePt t="838" x="5956300" y="1130300"/>
          <p14:tracePt t="871" x="5949950" y="1130300"/>
          <p14:tracePt t="906" x="5949950" y="1136650"/>
          <p14:tracePt t="968" x="5943600" y="1136650"/>
          <p14:tracePt t="1038" x="5937250" y="1143000"/>
          <p14:tracePt t="1116" x="5943600" y="1149350"/>
          <p14:tracePt t="1130" x="5949950" y="1149350"/>
          <p14:tracePt t="1158" x="5956300" y="1149350"/>
          <p14:tracePt t="1165" x="5962650" y="1149350"/>
          <p14:tracePt t="1179" x="5969000" y="1149350"/>
          <p14:tracePt t="1193" x="5975350" y="1149350"/>
          <p14:tracePt t="1207" x="5988050" y="1155700"/>
          <p14:tracePt t="1220" x="6000750" y="1155700"/>
          <p14:tracePt t="1236" x="6019800" y="1168400"/>
          <p14:tracePt t="1253" x="6038850" y="1174750"/>
          <p14:tracePt t="1270" x="6108700" y="1187450"/>
          <p14:tracePt t="1287" x="6140450" y="1206500"/>
          <p14:tracePt t="1303" x="6229350" y="1231900"/>
          <p14:tracePt t="1320" x="6280150" y="1238250"/>
          <p14:tracePt t="1336" x="6337300" y="1257300"/>
          <p14:tracePt t="1353" x="6451600" y="1263650"/>
          <p14:tracePt t="1370" x="6521450" y="1282700"/>
          <p14:tracePt t="1386" x="6635750" y="1282700"/>
          <p14:tracePt t="1403" x="6699250" y="1282700"/>
          <p14:tracePt t="1419" x="6762750" y="1282700"/>
          <p14:tracePt t="1436" x="6838950" y="1282700"/>
          <p14:tracePt t="1453" x="6908800" y="1270000"/>
          <p14:tracePt t="1469" x="6985000" y="1263650"/>
          <p14:tracePt t="1486" x="7061200" y="1250950"/>
          <p14:tracePt t="1503" x="7124700" y="1244600"/>
          <p14:tracePt t="1519" x="7258050" y="1212850"/>
          <p14:tracePt t="1535" x="7308850" y="1212850"/>
          <p14:tracePt t="1552" x="7353300" y="1206500"/>
          <p14:tracePt t="1568" x="7366000" y="1200150"/>
          <p14:tracePt t="1585" x="7372350" y="1200150"/>
          <p14:tracePt t="1622" x="7372350" y="1193800"/>
          <p14:tracePt t="1650" x="7366000" y="1193800"/>
          <p14:tracePt t="1663" x="7359650" y="1193800"/>
          <p14:tracePt t="1677" x="7353300" y="1193800"/>
          <p14:tracePt t="1692" x="7327900" y="1193800"/>
          <p14:tracePt t="1701" x="7302500" y="1193800"/>
          <p14:tracePt t="1718" x="7264400" y="1193800"/>
          <p14:tracePt t="1735" x="7137400" y="1193800"/>
          <p14:tracePt t="1751" x="6972300" y="1193800"/>
          <p14:tracePt t="1768" x="6870700" y="1193800"/>
          <p14:tracePt t="1785" x="6680200" y="1193800"/>
          <p14:tracePt t="1801" x="6489700" y="1193800"/>
          <p14:tracePt t="1819" x="6324600" y="1200150"/>
          <p14:tracePt t="1835" x="6267450" y="1206500"/>
          <p14:tracePt t="1851" x="6216650" y="1219200"/>
          <p14:tracePt t="1868" x="6108700" y="1225550"/>
          <p14:tracePt t="1884" x="6076950" y="1231900"/>
          <p14:tracePt t="1901" x="6057900" y="1231900"/>
          <p14:tracePt t="1918" x="6032500" y="1238250"/>
          <p14:tracePt t="1933" x="6026150" y="1238250"/>
          <p14:tracePt t="1951" x="6013450" y="1238250"/>
          <p14:tracePt t="2043" x="6019800" y="1238250"/>
          <p14:tracePt t="2057" x="6026150" y="1238250"/>
          <p14:tracePt t="2064" x="6032500" y="1238250"/>
          <p14:tracePt t="2071" x="6038850" y="1238250"/>
          <p14:tracePt t="2093" x="6045200" y="1231900"/>
          <p14:tracePt t="2101" x="6057900" y="1231900"/>
          <p14:tracePt t="2117" x="6070600" y="1225550"/>
          <p14:tracePt t="2133" x="6083300" y="1225550"/>
          <p14:tracePt t="2150" x="6159500" y="1212850"/>
          <p14:tracePt t="2167" x="6216650" y="1206500"/>
          <p14:tracePt t="2184" x="6324600" y="1187450"/>
          <p14:tracePt t="2200" x="6388100" y="1174750"/>
          <p14:tracePt t="2217" x="6534150" y="1149350"/>
          <p14:tracePt t="2234" x="6661150" y="1130300"/>
          <p14:tracePt t="2250" x="6724650" y="1130300"/>
          <p14:tracePt t="2266" x="6826250" y="1104900"/>
          <p14:tracePt t="2283" x="6870700" y="1104900"/>
          <p14:tracePt t="2300" x="6883400" y="1104900"/>
          <p14:tracePt t="2316" x="6896100" y="1098550"/>
          <p14:tracePt t="2332" x="6902450" y="1098550"/>
          <p14:tracePt t="2366" x="6902450" y="1092200"/>
          <p14:tracePt t="2416" x="6902450" y="1085850"/>
          <p14:tracePt t="2444" x="6896100" y="1085850"/>
          <p14:tracePt t="2451" x="6889750" y="1085850"/>
          <p14:tracePt t="2466" x="6883400" y="1085850"/>
          <p14:tracePt t="2486" x="6877050" y="1085850"/>
          <p14:tracePt t="2493" x="6864350" y="1085850"/>
          <p14:tracePt t="2501" x="6858000" y="1085850"/>
          <p14:tracePt t="2516" x="6845300" y="1085850"/>
          <p14:tracePt t="2532" x="6826250" y="1079500"/>
          <p14:tracePt t="2549" x="6781800" y="1079500"/>
          <p14:tracePt t="2566" x="6737350" y="1079500"/>
          <p14:tracePt t="2582" x="6705600" y="1079500"/>
          <p14:tracePt t="2599" x="6648450" y="1079500"/>
          <p14:tracePt t="2615" x="6559550" y="1085850"/>
          <p14:tracePt t="2632" x="6515100" y="1098550"/>
          <p14:tracePt t="2648" x="6426200" y="1104900"/>
          <p14:tracePt t="2665" x="6343650" y="1123950"/>
          <p14:tracePt t="2682" x="6324600" y="1123950"/>
          <p14:tracePt t="2698" x="6261100" y="1130300"/>
          <p14:tracePt t="2715" x="6216650" y="1143000"/>
          <p14:tracePt t="2732" x="6172200" y="1149350"/>
          <p14:tracePt t="2748" x="6153150" y="1149350"/>
          <p14:tracePt t="2764" x="6134100" y="1155700"/>
          <p14:tracePt t="2782" x="6089650" y="1155700"/>
          <p14:tracePt t="2798" x="6076950" y="1162050"/>
          <p14:tracePt t="2814" x="6064250" y="1162050"/>
          <p14:tracePt t="2832" x="6045200" y="1162050"/>
          <p14:tracePt t="2848" x="6032500" y="1162050"/>
          <p14:tracePt t="2864" x="6026150" y="1162050"/>
          <p14:tracePt t="2881" x="6013450" y="1162050"/>
          <p14:tracePt t="2897" x="6000750" y="1162050"/>
          <p14:tracePt t="2915" x="5981700" y="1162050"/>
          <p14:tracePt t="2931" x="5975350" y="1162050"/>
          <p14:tracePt t="2948" x="5956300" y="1162050"/>
          <p14:tracePt t="3401" x="6013450" y="1162050"/>
          <p14:tracePt t="3415" x="6076950" y="1155700"/>
          <p14:tracePt t="3422" x="6153150" y="1155700"/>
          <p14:tracePt t="3436" x="6242050" y="1155700"/>
          <p14:tracePt t="3450" x="6318250" y="1143000"/>
          <p14:tracePt t="3462" x="6400800" y="1136650"/>
          <p14:tracePt t="3479" x="6489700" y="1123950"/>
          <p14:tracePt t="3495" x="6578600" y="1111250"/>
          <p14:tracePt t="3512" x="6654800" y="1117600"/>
          <p14:tracePt t="3528" x="6743700" y="1111250"/>
          <p14:tracePt t="3545" x="6832600" y="1111250"/>
          <p14:tracePt t="3562" x="7029450" y="1085850"/>
          <p14:tracePt t="3578" x="7105650" y="1085850"/>
          <p14:tracePt t="3595" x="7156450" y="1073150"/>
          <p14:tracePt t="3612" x="7245350" y="1047750"/>
          <p14:tracePt t="3628" x="7283450" y="1041400"/>
          <p14:tracePt t="3645" x="7289800" y="1035050"/>
          <p14:tracePt t="3662" x="7308850" y="1035050"/>
          <p14:tracePt t="3724" x="7296150" y="1035050"/>
          <p14:tracePt t="3737" x="7289800" y="1035050"/>
          <p14:tracePt t="3752" x="7277100" y="1035050"/>
          <p14:tracePt t="3766" x="7258050" y="1041400"/>
          <p14:tracePt t="3777" x="7219950" y="1054100"/>
          <p14:tracePt t="3797" x="7175500" y="1060450"/>
          <p14:tracePt t="3811" x="7099300" y="1066800"/>
          <p14:tracePt t="3827" x="6997700" y="1092200"/>
          <p14:tracePt t="3844" x="6699250" y="1111250"/>
          <p14:tracePt t="3861" x="6521450" y="1149350"/>
          <p14:tracePt t="3877" x="6356350" y="1162050"/>
          <p14:tracePt t="3894" x="6115050" y="1181100"/>
          <p14:tracePt t="3911" x="6026150" y="1193800"/>
          <p14:tracePt t="3928" x="5899150" y="1200150"/>
          <p14:tracePt t="3944" x="5854700" y="1206500"/>
          <p14:tracePt t="3960" x="5842000" y="1212850"/>
          <p14:tracePt t="3978" x="5829300" y="1212850"/>
          <p14:tracePt t="4010" x="5822950" y="1212850"/>
          <p14:tracePt t="4047" x="5822950" y="1219200"/>
          <p14:tracePt t="4062" x="5829300" y="1219200"/>
          <p14:tracePt t="4075" x="5835650" y="1219200"/>
          <p14:tracePt t="4089" x="5848350" y="1212850"/>
          <p14:tracePt t="4097" x="5886450" y="1206500"/>
          <p14:tracePt t="4113" x="5943600" y="1200150"/>
          <p14:tracePt t="4126" x="6019800" y="1200150"/>
          <p14:tracePt t="4143" x="6096000" y="1187450"/>
          <p14:tracePt t="4161" x="6299200" y="1181100"/>
          <p14:tracePt t="4193" x="6413500" y="1168400"/>
          <p14:tracePt t="4210" x="6642100" y="1155700"/>
          <p14:tracePt t="4226" x="6769100" y="1149350"/>
          <p14:tracePt t="4243" x="6870700" y="1136650"/>
          <p14:tracePt t="4259" x="7023100" y="1130300"/>
          <p14:tracePt t="4276" x="7067550" y="1111250"/>
          <p14:tracePt t="4293" x="7099300" y="1104900"/>
          <p14:tracePt t="4310" x="7105650" y="1104900"/>
          <p14:tracePt t="4356" x="7099300" y="1104900"/>
          <p14:tracePt t="4370" x="7086600" y="1104900"/>
          <p14:tracePt t="4393" x="7042150" y="1104900"/>
          <p14:tracePt t="4406" x="6965950" y="1123950"/>
          <p14:tracePt t="4419" x="6864350" y="1136650"/>
          <p14:tracePt t="4428" x="6724650" y="1149350"/>
          <p14:tracePt t="4442" x="6584950" y="1155700"/>
          <p14:tracePt t="4459" x="6445250" y="1168400"/>
          <p14:tracePt t="4477" x="6254750" y="1181100"/>
          <p14:tracePt t="4492" x="6191250" y="1181100"/>
          <p14:tracePt t="4509" x="6146800" y="1187450"/>
          <p14:tracePt t="4526" x="6127750" y="1187450"/>
          <p14:tracePt t="4542" x="6102350" y="1193800"/>
          <p14:tracePt t="4558" x="6096000" y="1193800"/>
          <p14:tracePt t="4575" x="6089650" y="1193800"/>
          <p14:tracePt t="4595" x="6108700" y="1193800"/>
          <p14:tracePt t="4611" x="6146800" y="1193800"/>
          <p14:tracePt t="4625" x="6197600" y="1193800"/>
          <p14:tracePt t="4641" x="6261100" y="1193800"/>
          <p14:tracePt t="4659" x="6337300" y="1193800"/>
          <p14:tracePt t="4675" x="6432550" y="1187450"/>
          <p14:tracePt t="4691" x="6534150" y="1181100"/>
          <p14:tracePt t="4708" x="6762750" y="1168400"/>
          <p14:tracePt t="4724" x="6851650" y="1155700"/>
          <p14:tracePt t="4741" x="6927850" y="1155700"/>
          <p14:tracePt t="4758" x="6997700" y="1149350"/>
          <p14:tracePt t="4774" x="7010400" y="1149350"/>
          <p14:tracePt t="4791" x="7016750" y="1149350"/>
          <p14:tracePt t="4807" x="7023100" y="1149350"/>
          <p14:tracePt t="4876" x="7016750" y="1149350"/>
          <p14:tracePt t="4892" x="7010400" y="1149350"/>
          <p14:tracePt t="4905" x="6997700" y="1149350"/>
          <p14:tracePt t="4919" x="6965950" y="1149350"/>
          <p14:tracePt t="4933" x="6927850" y="1149350"/>
          <p14:tracePt t="4947" x="6838950" y="1149350"/>
          <p14:tracePt t="4957" x="6737350" y="1149350"/>
          <p14:tracePt t="4974" x="6635750" y="1149350"/>
          <p14:tracePt t="4990" x="6457950" y="1149350"/>
          <p14:tracePt t="5007" x="6394450" y="1149350"/>
          <p14:tracePt t="5024" x="6343650" y="1149350"/>
          <p14:tracePt t="5040" x="6273800" y="1149350"/>
          <p14:tracePt t="5057" x="6254750" y="1149350"/>
          <p14:tracePt t="5074" x="6248400" y="1149350"/>
          <p14:tracePt t="5090" x="6235700" y="1149350"/>
          <p14:tracePt t="5106" x="6229350" y="1149350"/>
          <p14:tracePt t="5123" x="6223000" y="1149350"/>
          <p14:tracePt t="5156" x="6229350" y="1155700"/>
          <p14:tracePt t="5173" x="6273800" y="1155700"/>
          <p14:tracePt t="5190" x="6299200" y="1155700"/>
          <p14:tracePt t="5207" x="6350000" y="1155700"/>
          <p14:tracePt t="5223" x="6426200" y="1181100"/>
          <p14:tracePt t="5240" x="6515100" y="1181100"/>
          <p14:tracePt t="5256" x="6756400" y="1200150"/>
          <p14:tracePt t="5272" x="6883400" y="1206500"/>
          <p14:tracePt t="5289" x="6972300" y="1219200"/>
          <p14:tracePt t="5306" x="7080250" y="1219200"/>
          <p14:tracePt t="5322" x="7105650" y="1219200"/>
          <p14:tracePt t="5339" x="7118350" y="1219200"/>
          <p14:tracePt t="5355" x="7131050" y="1219200"/>
          <p14:tracePt t="5372" x="7131050" y="1212850"/>
          <p14:tracePt t="5390" x="7131050" y="1200150"/>
          <p14:tracePt t="5405" x="7131050" y="1193800"/>
          <p14:tracePt t="5422" x="7124700" y="1181100"/>
          <p14:tracePt t="5439" x="7124700" y="1162050"/>
          <p14:tracePt t="6704" x="7092950" y="1162050"/>
          <p14:tracePt t="6710" x="7042150" y="1162050"/>
          <p14:tracePt t="6720" x="6959600" y="1162050"/>
          <p14:tracePt t="6734" x="6870700" y="1162050"/>
          <p14:tracePt t="6751" x="6794500" y="1162050"/>
          <p14:tracePt t="6768" x="6629400" y="1174750"/>
          <p14:tracePt t="6784" x="6553200" y="1181100"/>
          <p14:tracePt t="6801" x="6477000" y="1193800"/>
          <p14:tracePt t="6817" x="6343650" y="1219200"/>
          <p14:tracePt t="6834" x="6280150" y="1231900"/>
          <p14:tracePt t="6851" x="6203950" y="1250950"/>
          <p14:tracePt t="6867" x="6178550" y="1250950"/>
          <p14:tracePt t="6884" x="6153150" y="1257300"/>
          <p14:tracePt t="6901" x="6134100" y="1263650"/>
          <p14:tracePt t="6916" x="6127750" y="1263650"/>
          <p14:tracePt t="6933" x="6121400" y="1263650"/>
          <p14:tracePt t="7118" x="6127750" y="1263650"/>
          <p14:tracePt t="7196" x="6134100" y="1263650"/>
          <p14:tracePt t="7974" x="6134100" y="1257300"/>
          <p14:tracePt t="7982" x="6115050" y="1250950"/>
          <p14:tracePt t="7997" x="6102350" y="1244600"/>
          <p14:tracePt t="8003" x="6083300" y="1238250"/>
          <p14:tracePt t="8017" x="6070600" y="1225550"/>
          <p14:tracePt t="8033" x="6051550" y="1225550"/>
          <p14:tracePt t="8047" x="6032500" y="1212850"/>
          <p14:tracePt t="8063" x="5981700" y="1193800"/>
          <p14:tracePt t="8080" x="5930900" y="1174750"/>
          <p14:tracePt t="8096" x="5880100" y="1168400"/>
          <p14:tracePt t="8113" x="5861050" y="1162050"/>
          <p14:tracePt t="8130" x="5822950" y="1143000"/>
          <p14:tracePt t="8146" x="5791200" y="1130300"/>
          <p14:tracePt t="8163" x="5772150" y="1130300"/>
          <p14:tracePt t="8180" x="5727700" y="1123950"/>
          <p14:tracePt t="8196" x="5664200" y="1123950"/>
          <p14:tracePt t="8212" x="5626100" y="1123950"/>
          <p14:tracePt t="8229" x="5518150" y="1155700"/>
          <p14:tracePt t="8245" x="5461000" y="1174750"/>
          <p14:tracePt t="8263" x="5327650" y="1219200"/>
          <p14:tracePt t="8265" x="5257800" y="1250950"/>
          <p14:tracePt t="8279" x="5187950" y="1276350"/>
          <p14:tracePt t="8296" x="5111750" y="1308100"/>
          <p14:tracePt t="8313" x="4927600" y="1371600"/>
          <p14:tracePt t="8328" x="4730750" y="1454150"/>
          <p14:tracePt t="8345" x="4622800" y="1504950"/>
          <p14:tracePt t="8362" x="4394200" y="1625600"/>
          <p14:tracePt t="8378" x="4165600" y="1746250"/>
          <p14:tracePt t="8395" x="4038600" y="1828800"/>
          <p14:tracePt t="8412" x="3829050" y="1968500"/>
          <p14:tracePt t="8428" x="3562350" y="2171700"/>
          <p14:tracePt t="8446" x="3371850" y="2317750"/>
          <p14:tracePt t="8461" x="3276600" y="2393950"/>
          <p14:tracePt t="8478" x="3130550" y="2527300"/>
          <p14:tracePt t="8495" x="2978150" y="2647950"/>
          <p14:tracePt t="8511" x="2908300" y="2717800"/>
          <p14:tracePt t="8528" x="2851150" y="2781300"/>
          <p14:tracePt t="8545" x="2660650" y="2959100"/>
          <p14:tracePt t="8561" x="2597150" y="3028950"/>
          <p14:tracePt t="8580" x="2501900" y="3143250"/>
          <p14:tracePt t="8594" x="2463800" y="3213100"/>
          <p14:tracePt t="8611" x="2349500" y="3346450"/>
          <p14:tracePt t="8628" x="2222500" y="3473450"/>
          <p14:tracePt t="8644" x="2165350" y="3524250"/>
          <p14:tracePt t="8661" x="2057400" y="3606800"/>
          <p14:tracePt t="8678" x="2000250" y="3638550"/>
          <p14:tracePt t="8694" x="1949450" y="3676650"/>
          <p14:tracePt t="8711" x="1930400" y="3708400"/>
          <p14:tracePt t="8727" x="1930400" y="3733800"/>
          <p14:tracePt t="9119" x="1905000" y="3746500"/>
          <p14:tracePt t="9127" x="1866900" y="3771900"/>
          <p14:tracePt t="9140" x="1835150" y="3797300"/>
          <p14:tracePt t="9147" x="1790700" y="3816350"/>
          <p14:tracePt t="9162" x="1746250" y="3841750"/>
          <p14:tracePt t="9176" x="1689100" y="3867150"/>
          <p14:tracePt t="9193" x="1612900" y="3917950"/>
          <p14:tracePt t="9209" x="1581150" y="3937000"/>
          <p14:tracePt t="9226" x="1517650" y="3968750"/>
          <p14:tracePt t="9242" x="1492250" y="3981450"/>
          <p14:tracePt t="9260" x="1428750" y="4032250"/>
          <p14:tracePt t="9275" x="1397000" y="4057650"/>
          <p14:tracePt t="9292" x="1358900" y="4095750"/>
          <p14:tracePt t="9310" x="1327150" y="4121150"/>
          <p14:tracePt t="9325" x="1314450" y="4127500"/>
          <p14:tracePt t="9342" x="1295400" y="4140200"/>
          <p14:tracePt t="9359" x="1276350" y="4159250"/>
          <p14:tracePt t="9375" x="1263650" y="4165600"/>
          <p14:tracePt t="9392" x="1250950" y="4171950"/>
          <p14:tracePt t="9408" x="1225550" y="4197350"/>
          <p14:tracePt t="9424" x="1212850" y="4210050"/>
          <p14:tracePt t="9443" x="1200150" y="4216400"/>
          <p14:tracePt t="9474" x="1181100" y="4222750"/>
          <p14:tracePt t="9492" x="1162050" y="4235450"/>
          <p14:tracePt t="9508" x="1149350" y="4241800"/>
          <p14:tracePt t="9525" x="1104900" y="4273550"/>
          <p14:tracePt t="9541" x="1060450" y="4305300"/>
          <p14:tracePt t="9558" x="1041400" y="4330700"/>
          <p14:tracePt t="9576" x="984250" y="4375150"/>
          <p14:tracePt t="9591" x="939800" y="4432300"/>
          <p14:tracePt t="9608" x="927100" y="4451350"/>
          <p14:tracePt t="9625" x="889000" y="4483100"/>
          <p14:tracePt t="9641" x="876300" y="4495800"/>
          <p14:tracePt t="9657" x="869950" y="4495800"/>
          <p14:tracePt t="9675" x="869950" y="4514850"/>
          <p14:tracePt t="9691" x="869950" y="4527550"/>
          <p14:tracePt t="9707" x="869950" y="4533900"/>
          <p14:tracePt t="9741" x="869950" y="4540250"/>
          <p14:tracePt t="10011" x="876300" y="4540250"/>
          <p14:tracePt t="10025" x="920750" y="4546600"/>
          <p14:tracePt t="10032" x="958850" y="4546600"/>
          <p14:tracePt t="10042" x="1009650" y="4546600"/>
          <p14:tracePt t="10055" x="1073150" y="4552950"/>
          <p14:tracePt t="10073" x="1130300" y="4565650"/>
          <p14:tracePt t="10089" x="1231900" y="4572000"/>
          <p14:tracePt t="10106" x="1314450" y="4591050"/>
          <p14:tracePt t="10122" x="1333500" y="4591050"/>
          <p14:tracePt t="10139" x="1371600" y="4597400"/>
          <p14:tracePt t="10243" x="1365250" y="4603750"/>
          <p14:tracePt t="10265" x="1358900" y="4603750"/>
          <p14:tracePt t="10293" x="1346200" y="4603750"/>
          <p14:tracePt t="10307" x="1339850" y="4603750"/>
          <p14:tracePt t="10322" x="1327150" y="4603750"/>
          <p14:tracePt t="10335" x="1314450" y="4603750"/>
          <p14:tracePt t="10342" x="1295400" y="4603750"/>
          <p14:tracePt t="10358" x="1270000" y="4603750"/>
          <p14:tracePt t="10371" x="1206500" y="4603750"/>
          <p14:tracePt t="10388" x="1168400" y="4610100"/>
          <p14:tracePt t="10406" x="1098550" y="4610100"/>
          <p14:tracePt t="10422" x="1060450" y="4610100"/>
          <p14:tracePt t="10438" x="990600" y="4610100"/>
          <p14:tracePt t="10455" x="939800" y="4610100"/>
          <p14:tracePt t="10471" x="927100" y="4610100"/>
          <p14:tracePt t="10487" x="901700" y="4610100"/>
          <p14:tracePt t="10505" x="895350" y="4610100"/>
          <p14:tracePt t="10521" x="889000" y="4610100"/>
          <p14:tracePt t="10538" x="882650" y="4610100"/>
          <p14:tracePt t="10778" x="889000" y="4610100"/>
          <p14:tracePt t="10813" x="895350" y="4603750"/>
          <p14:tracePt t="10827" x="901700" y="4603750"/>
          <p14:tracePt t="10834" x="908050" y="4603750"/>
          <p14:tracePt t="10848" x="914400" y="4603750"/>
          <p14:tracePt t="10856" x="927100" y="4603750"/>
          <p14:tracePt t="10871" x="946150" y="4603750"/>
          <p14:tracePt t="10887" x="996950" y="4603750"/>
          <p14:tracePt t="10904" x="1022350" y="4603750"/>
          <p14:tracePt t="10920" x="1092200" y="4597400"/>
          <p14:tracePt t="10937" x="1117600" y="4597400"/>
          <p14:tracePt t="10954" x="1200150" y="4591050"/>
          <p14:tracePt t="10970" x="1206500" y="4591050"/>
          <p14:tracePt t="10986" x="1219200" y="4591050"/>
          <p14:tracePt t="11003" x="1238250" y="4591050"/>
          <p14:tracePt t="11019" x="1250950" y="4591050"/>
          <p14:tracePt t="11136" x="1244600" y="4591050"/>
          <p14:tracePt t="11192" x="1238250" y="4591050"/>
          <p14:tracePt t="12059" x="1225550" y="4584700"/>
          <p14:tracePt t="12080" x="1212850" y="4572000"/>
          <p14:tracePt t="12094" x="1200150" y="4565650"/>
          <p14:tracePt t="12102" x="1187450" y="4552950"/>
          <p14:tracePt t="12116" x="1181100" y="4546600"/>
          <p14:tracePt t="12132" x="1155700" y="4527550"/>
          <p14:tracePt t="12149" x="1143000" y="4514850"/>
          <p14:tracePt t="12165" x="1123950" y="4495800"/>
          <p14:tracePt t="12182" x="1111250" y="4476750"/>
          <p14:tracePt t="12199" x="1098550" y="4476750"/>
          <p14:tracePt t="12215" x="1098550" y="4470400"/>
          <p14:tracePt t="12249" x="1098550" y="4464050"/>
          <p14:tracePt t="12452" x="1092200" y="4457700"/>
          <p14:tracePt t="12459" x="1085850" y="4457700"/>
          <p14:tracePt t="12468" x="1085850" y="4451350"/>
          <p14:tracePt t="12497" x="1098550" y="4464050"/>
          <p14:tracePt t="13215" x="1092200" y="4457700"/>
          <p14:tracePt t="13236" x="1085850" y="4451350"/>
          <p14:tracePt t="13243" x="1073150" y="4451350"/>
          <p14:tracePt t="13265" x="1060450" y="4445000"/>
          <p14:tracePt t="13279" x="1054100" y="4438650"/>
          <p14:tracePt t="13286" x="1041400" y="4432300"/>
          <p14:tracePt t="13294" x="1035050" y="4432300"/>
          <p14:tracePt t="13311" x="1022350" y="4432300"/>
          <p14:tracePt t="13329" x="1016000" y="4419600"/>
          <p14:tracePt t="13344" x="1009650" y="4419600"/>
          <p14:tracePt t="13361" x="990600" y="4406900"/>
          <p14:tracePt t="13377" x="977900" y="4406900"/>
          <p14:tracePt t="13394" x="965200" y="4400550"/>
          <p14:tracePt t="13412" x="952500" y="4387850"/>
          <p14:tracePt t="13428" x="927100" y="4368800"/>
          <p14:tracePt t="13444" x="908050" y="4356100"/>
          <p14:tracePt t="13462" x="882650" y="4330700"/>
          <p14:tracePt t="13477" x="876300" y="4324350"/>
          <p14:tracePt t="13494" x="869950" y="4318000"/>
          <p14:tracePt t="13511" x="857250" y="4311650"/>
          <p14:tracePt t="13547" x="850900" y="4305300"/>
          <p14:tracePt t="13588" x="844550" y="4298950"/>
          <p14:tracePt t="13700" x="838200" y="4298950"/>
          <p14:tracePt t="13756" x="838200" y="4305300"/>
          <p14:tracePt t="13778" x="838200" y="4311650"/>
          <p14:tracePt t="13799" x="838200" y="4318000"/>
          <p14:tracePt t="13806" x="838200" y="4324350"/>
          <p14:tracePt t="13828" x="838200" y="4330700"/>
          <p14:tracePt t="13841" x="831850" y="4343400"/>
          <p14:tracePt t="13848" x="831850" y="4362450"/>
          <p14:tracePt t="13859" x="819150" y="4387850"/>
          <p14:tracePt t="13876" x="819150" y="4432300"/>
          <p14:tracePt t="13893" x="819150" y="4464050"/>
          <p14:tracePt t="13909" x="812800" y="4489450"/>
          <p14:tracePt t="13926" x="806450" y="4565650"/>
          <p14:tracePt t="13943" x="800100" y="4584700"/>
          <p14:tracePt t="13961" x="800100" y="4616450"/>
          <p14:tracePt t="13976" x="800100" y="4629150"/>
          <p14:tracePt t="13992" x="800100" y="4641850"/>
          <p14:tracePt t="14010" x="793750" y="4648200"/>
          <p14:tracePt t="14038" x="793750" y="4654550"/>
          <p14:tracePt t="14108" x="787400" y="4654550"/>
          <p14:tracePt t="14136" x="787400" y="4648200"/>
          <p14:tracePt t="14157" x="787400" y="4641850"/>
          <p14:tracePt t="14178" x="787400" y="4635500"/>
          <p14:tracePt t="14193" x="787400" y="4629150"/>
          <p14:tracePt t="14199" x="787400" y="4622800"/>
          <p14:tracePt t="14208" x="787400" y="4616450"/>
          <p14:tracePt t="14224" x="787400" y="4610100"/>
          <p14:tracePt t="14242" x="781050" y="4565650"/>
          <p14:tracePt t="14258" x="781050" y="4527550"/>
          <p14:tracePt t="14276" x="768350" y="4445000"/>
          <p14:tracePt t="14292" x="749300" y="4311650"/>
          <p14:tracePt t="14308" x="736600" y="4260850"/>
          <p14:tracePt t="14325" x="730250" y="4152900"/>
          <p14:tracePt t="14341" x="723900" y="4095750"/>
          <p14:tracePt t="14358" x="723900" y="4076700"/>
          <p14:tracePt t="14375" x="723900" y="4057650"/>
          <p14:tracePt t="14391" x="723900" y="4051300"/>
          <p14:tracePt t="14438" x="717550" y="4051300"/>
          <p14:tracePt t="14480" x="717550" y="4057650"/>
          <p14:tracePt t="14487" x="717550" y="4064000"/>
          <p14:tracePt t="14509" x="717550" y="4070350"/>
          <p14:tracePt t="14558" x="717550" y="4076700"/>
          <p14:tracePt t="14572" x="717550" y="4083050"/>
          <p14:tracePt t="14599" x="717550" y="4089400"/>
          <p14:tracePt t="14614" x="717550" y="4095750"/>
          <p14:tracePt t="14628" x="717550" y="4108450"/>
          <p14:tracePt t="14642" x="717550" y="4114800"/>
          <p14:tracePt t="14649" x="717550" y="4133850"/>
          <p14:tracePt t="14663" x="717550" y="4152900"/>
          <p14:tracePt t="14673" x="723900" y="4171950"/>
          <p14:tracePt t="14690" x="730250" y="4203700"/>
          <p14:tracePt t="14707" x="736600" y="4279900"/>
          <p14:tracePt t="14723" x="742950" y="4349750"/>
          <p14:tracePt t="14741" x="755650" y="4413250"/>
          <p14:tracePt t="14756" x="762000" y="4445000"/>
          <p14:tracePt t="14773" x="762000" y="4489450"/>
          <p14:tracePt t="14790" x="762000" y="4514850"/>
          <p14:tracePt t="14806" x="768350" y="4521200"/>
          <p14:tracePt t="14823" x="768350" y="4533900"/>
          <p14:tracePt t="14930" x="768350" y="4527550"/>
          <p14:tracePt t="14944" x="768350" y="4521200"/>
          <p14:tracePt t="14965" x="768350" y="4514850"/>
          <p14:tracePt t="14973" x="768350" y="4508500"/>
          <p14:tracePt t="14993" x="768350" y="4502150"/>
          <p14:tracePt t="15000" x="768350" y="4489450"/>
          <p14:tracePt t="15014" x="768350" y="4483100"/>
          <p14:tracePt t="15022" x="774700" y="4470400"/>
          <p14:tracePt t="15038" x="774700" y="4451350"/>
          <p14:tracePt t="15056" x="774700" y="4413250"/>
          <p14:tracePt t="15072" x="781050" y="4343400"/>
          <p14:tracePt t="15089" x="787400" y="4311650"/>
          <p14:tracePt t="15107" x="787400" y="4254500"/>
          <p14:tracePt t="15122" x="793750" y="4203700"/>
          <p14:tracePt t="15138" x="800100" y="4184650"/>
          <p14:tracePt t="15155" x="800100" y="4159250"/>
          <p14:tracePt t="15171" x="806450" y="4146550"/>
          <p14:tracePt t="15188" x="806450" y="4140200"/>
          <p14:tracePt t="15246" x="806450" y="4146550"/>
          <p14:tracePt t="15253" x="806450" y="4152900"/>
          <p14:tracePt t="15274" x="806450" y="4159250"/>
          <p14:tracePt t="15316" x="806450" y="4165600"/>
          <p14:tracePt t="15323" x="806450" y="4171950"/>
          <p14:tracePt t="15373" x="806450" y="4178300"/>
          <p14:tracePt t="15388" x="806450" y="4184650"/>
          <p14:tracePt t="15401" x="806450" y="4191000"/>
          <p14:tracePt t="15422" x="806450" y="4197350"/>
          <p14:tracePt t="15443" x="806450" y="4203700"/>
          <p14:tracePt t="15485" x="806450" y="4216400"/>
          <p14:tracePt t="15506" x="806450" y="4241800"/>
          <p14:tracePt t="15513" x="806450" y="4254500"/>
          <p14:tracePt t="15527" x="806450" y="4279900"/>
          <p14:tracePt t="15537" x="806450" y="4298950"/>
          <p14:tracePt t="15554" x="806450" y="4337050"/>
          <p14:tracePt t="15571" x="819150" y="4400550"/>
          <p14:tracePt t="15587" x="819150" y="4464050"/>
          <p14:tracePt t="15604" x="819150" y="4514850"/>
          <p14:tracePt t="15620" x="819150" y="4533900"/>
          <p14:tracePt t="15637" x="819150" y="4559300"/>
          <p14:tracePt t="15654" x="819150" y="4572000"/>
          <p14:tracePt t="15752" x="825500" y="4572000"/>
          <p14:tracePt t="15773" x="825500" y="4565650"/>
          <p14:tracePt t="15787" x="825500" y="4559300"/>
          <p14:tracePt t="15794" x="831850" y="4559300"/>
          <p14:tracePt t="15815" x="831850" y="4552950"/>
          <p14:tracePt t="15823" x="831850" y="4546600"/>
          <p14:tracePt t="15839" x="831850" y="4540250"/>
          <p14:tracePt t="15853" x="831850" y="4533900"/>
          <p14:tracePt t="15869" x="831850" y="4521200"/>
          <p14:tracePt t="15886" x="831850" y="4476750"/>
          <p14:tracePt t="15902" x="831850" y="4457700"/>
          <p14:tracePt t="15919" x="831850" y="4400550"/>
          <p14:tracePt t="15936" x="825500" y="4343400"/>
          <p14:tracePt t="15952" x="825500" y="4311650"/>
          <p14:tracePt t="15970" x="819150" y="4273550"/>
          <p14:tracePt t="15985" x="812800" y="4241800"/>
          <p14:tracePt t="16002" x="812800" y="4235450"/>
          <p14:tracePt t="16020" x="812800" y="4222750"/>
          <p14:tracePt t="16035" x="812800" y="4216400"/>
          <p14:tracePt t="16174" x="812800" y="4222750"/>
          <p14:tracePt t="16209" x="812800" y="4229100"/>
          <p14:tracePt t="16258" x="812800" y="4235450"/>
          <p14:tracePt t="16826" x="825500" y="4235450"/>
          <p14:tracePt t="16840" x="850900" y="4235450"/>
          <p14:tracePt t="16847" x="882650" y="4235450"/>
          <p14:tracePt t="16861" x="908050" y="4235450"/>
          <p14:tracePt t="16869" x="939800" y="4229100"/>
          <p14:tracePt t="16885" x="965200" y="4229100"/>
          <p14:tracePt t="16899" x="1016000" y="4229100"/>
          <p14:tracePt t="16915" x="1035050" y="4229100"/>
          <p14:tracePt t="16932" x="1079500" y="4222750"/>
          <p14:tracePt t="16949" x="1092200" y="4216400"/>
          <p14:tracePt t="16967" x="1123950" y="4216400"/>
          <p14:tracePt t="16982" x="1130300" y="4210050"/>
          <p14:tracePt t="16999" x="1136650" y="4210050"/>
          <p14:tracePt t="17016" x="1143000" y="4203700"/>
          <p14:tracePt t="20171" x="1155700" y="4203700"/>
          <p14:tracePt t="20178" x="1181100" y="4210050"/>
          <p14:tracePt t="20192" x="1206500" y="4210050"/>
          <p14:tracePt t="20207" x="1225550" y="4216400"/>
          <p14:tracePt t="20221" x="1257300" y="4216400"/>
          <p14:tracePt t="20238" x="1327150" y="4222750"/>
          <p14:tracePt t="20255" x="1371600" y="4222750"/>
          <p14:tracePt t="20271" x="1416050" y="4222750"/>
          <p14:tracePt t="20287" x="1422400" y="4222750"/>
          <p14:tracePt t="20304" x="1447800" y="4216400"/>
          <p14:tracePt t="20320" x="1454150" y="4216400"/>
          <p14:tracePt t="20337" x="1466850" y="4216400"/>
          <p14:tracePt t="20354" x="1479550" y="4210050"/>
          <p14:tracePt t="20370" x="1485900" y="4210050"/>
          <p14:tracePt t="20387" x="1492250" y="4210050"/>
          <p14:tracePt t="20403" x="1504950" y="4210050"/>
          <p14:tracePt t="20420" x="1511300" y="4210050"/>
          <p14:tracePt t="20439" x="1524000" y="4210050"/>
          <p14:tracePt t="20740" x="1530350" y="4203700"/>
          <p14:tracePt t="20746" x="1536700" y="4197350"/>
          <p14:tracePt t="20761" x="1543050" y="4197350"/>
          <p14:tracePt t="20769" x="1555750" y="4191000"/>
          <p14:tracePt t="20786" x="1568450" y="4171950"/>
          <p14:tracePt t="20803" x="1587500" y="4165600"/>
          <p14:tracePt t="20819" x="1606550" y="4146550"/>
          <p14:tracePt t="20835" x="1612900" y="4140200"/>
          <p14:tracePt t="20853" x="1612900" y="4133850"/>
          <p14:tracePt t="20868" x="1619250" y="4133850"/>
          <p14:tracePt t="20902" x="1625600" y="4133850"/>
          <p14:tracePt t="20951" x="1631950" y="4133850"/>
          <p14:tracePt t="20979" x="1638300" y="4140200"/>
          <p14:tracePt t="21014" x="1644650" y="4140200"/>
          <p14:tracePt t="21028" x="1651000" y="4140200"/>
          <p14:tracePt t="21063" x="1657350" y="4140200"/>
          <p14:tracePt t="21070" x="1663700" y="4140200"/>
          <p14:tracePt t="21077" x="1670050" y="4140200"/>
          <p14:tracePt t="21098" x="1676400" y="4140200"/>
          <p14:tracePt t="21119" x="1682750" y="4140200"/>
          <p14:tracePt t="21140" x="1689100" y="4140200"/>
          <p14:tracePt t="21168" x="1695450" y="4140200"/>
          <p14:tracePt t="21190" x="1701800" y="4140200"/>
          <p14:tracePt t="21210" x="1708150" y="4140200"/>
          <p14:tracePt t="21218" x="1714500" y="4140200"/>
          <p14:tracePt t="21259" x="1720850" y="4140200"/>
          <p14:tracePt t="21287" x="1727200" y="4140200"/>
          <p14:tracePt t="21351" x="1733550" y="4140200"/>
          <p14:tracePt t="21357" x="1739900" y="4140200"/>
          <p14:tracePt t="21393" x="1746250" y="4140200"/>
          <p14:tracePt t="21905" x="1758950" y="4140200"/>
          <p14:tracePt t="21912" x="1771650" y="4146550"/>
          <p14:tracePt t="21926" x="1784350" y="4146550"/>
          <p14:tracePt t="21935" x="1803400" y="4152900"/>
          <p14:tracePt t="21948" x="1816100" y="4152900"/>
          <p14:tracePt t="21965" x="1841500" y="4159250"/>
          <p14:tracePt t="21983" x="1860550" y="4165600"/>
          <p14:tracePt t="22015" x="1873250" y="4165600"/>
          <p14:tracePt t="22032" x="1879600" y="4171950"/>
          <p14:tracePt t="22064" x="1885950" y="4171950"/>
          <p14:tracePt t="22116" x="1892300" y="4171950"/>
          <p14:tracePt t="22207" x="1898650" y="4171950"/>
          <p14:tracePt t="22263" x="1905000" y="4171950"/>
          <p14:tracePt t="22291" x="1911350" y="4171950"/>
          <p14:tracePt t="22383" x="1917700" y="4171950"/>
          <p14:tracePt t="22404" x="1924050" y="4171950"/>
          <p14:tracePt t="22425" x="1930400" y="4171950"/>
          <p14:tracePt t="22432" x="1936750" y="4171950"/>
          <p14:tracePt t="22453" x="1943100" y="4171950"/>
          <p14:tracePt t="22467" x="1949450" y="4171950"/>
          <p14:tracePt t="22474" x="1955800" y="4171950"/>
          <p14:tracePt t="22488" x="1962150" y="4171950"/>
          <p14:tracePt t="22497" x="1974850" y="4171950"/>
          <p14:tracePt t="22513" x="1987550" y="4171950"/>
          <p14:tracePt t="22530" x="2019300" y="4178300"/>
          <p14:tracePt t="22546" x="2051050" y="4184650"/>
          <p14:tracePt t="22563" x="2070100" y="4184650"/>
          <p14:tracePt t="22580" x="2095500" y="4184650"/>
          <p14:tracePt t="22596" x="2120900" y="4184650"/>
          <p14:tracePt t="22612" x="2133600" y="4184650"/>
          <p14:tracePt t="22630" x="2146300" y="4184650"/>
          <p14:tracePt t="23211" x="2159000" y="4184650"/>
          <p14:tracePt t="23218" x="2184400" y="4203700"/>
          <p14:tracePt t="23227" x="2203450" y="4210050"/>
          <p14:tracePt t="23243" x="2235200" y="4222750"/>
          <p14:tracePt t="23261" x="2273300" y="4235450"/>
          <p14:tracePt t="23277" x="2298700" y="4235450"/>
          <p14:tracePt t="23294" x="2330450" y="4241800"/>
          <p14:tracePt t="23311" x="2355850" y="4241800"/>
          <p14:tracePt t="23327" x="2368550" y="4241800"/>
          <p14:tracePt t="23345" x="2381250" y="4241800"/>
          <p14:tracePt t="23360" x="2387600" y="4248150"/>
          <p14:tracePt t="23377" x="2393950" y="4248150"/>
          <p14:tracePt t="23443" x="2400300" y="4248150"/>
          <p14:tracePt t="23506" x="2400300" y="4241800"/>
          <p14:tracePt t="23576" x="2393950" y="4241800"/>
          <p14:tracePt t="23710" x="2400300" y="4241800"/>
          <p14:tracePt t="23717" x="2406650" y="4241800"/>
          <p14:tracePt t="23731" x="2413000" y="4241800"/>
          <p14:tracePt t="23752" x="2419350" y="4241800"/>
          <p14:tracePt t="23762" x="2425700" y="4235450"/>
          <p14:tracePt t="23780" x="2432050" y="4235450"/>
          <p14:tracePt t="23795" x="2444750" y="4235450"/>
          <p14:tracePt t="23809" x="2470150" y="4229100"/>
          <p14:tracePt t="23825" x="2489200" y="4229100"/>
          <p14:tracePt t="23842" x="2508250" y="4222750"/>
          <p14:tracePt t="23859" x="2578100" y="4216400"/>
          <p14:tracePt t="23875" x="2603500" y="4210050"/>
          <p14:tracePt t="23892" x="2628900" y="4197350"/>
          <p14:tracePt t="23908" x="2673350" y="4197350"/>
          <p14:tracePt t="23925" x="2705100" y="4197350"/>
          <p14:tracePt t="23942" x="2730500" y="4191000"/>
          <p14:tracePt t="23975" x="2743200" y="4191000"/>
          <p14:tracePt t="23992" x="2749550" y="4184650"/>
          <p14:tracePt t="24152" x="2743200" y="4184650"/>
          <p14:tracePt t="25389" x="2736850" y="4184650"/>
          <p14:tracePt t="25628" x="2717800" y="4184650"/>
          <p14:tracePt t="25635" x="2654300" y="4171950"/>
          <p14:tracePt t="25649" x="2590800" y="4171950"/>
          <p14:tracePt t="25655" x="2514600" y="4165600"/>
          <p14:tracePt t="25671" x="2413000" y="4165600"/>
          <p14:tracePt t="25685" x="2197100" y="4152900"/>
          <p14:tracePt t="25702" x="2082800" y="4152900"/>
          <p14:tracePt t="25719" x="1892300" y="4152900"/>
          <p14:tracePt t="25735" x="1790700" y="4159250"/>
          <p14:tracePt t="25752" x="1651000" y="4165600"/>
          <p14:tracePt t="25769" x="1530350" y="4178300"/>
          <p14:tracePt t="25785" x="1492250" y="4184650"/>
          <p14:tracePt t="25801" x="1409700" y="4203700"/>
          <p14:tracePt t="25819" x="1301750" y="4203700"/>
          <p14:tracePt t="25835" x="1263650" y="4210050"/>
          <p14:tracePt t="25852" x="1193800" y="4222750"/>
          <p14:tracePt t="25868" x="1123950" y="4241800"/>
          <p14:tracePt t="25884" x="1098550" y="4248150"/>
          <p14:tracePt t="25902" x="1041400" y="4260850"/>
          <p14:tracePt t="25918" x="1003300" y="4267200"/>
          <p14:tracePt t="25934" x="971550" y="4286250"/>
          <p14:tracePt t="25951" x="927100" y="4298950"/>
          <p14:tracePt t="25968" x="876300" y="4311650"/>
          <p14:tracePt t="25984" x="838200" y="4330700"/>
          <p14:tracePt t="26001" x="774700" y="4356100"/>
          <p14:tracePt t="26017" x="730250" y="4362450"/>
          <p14:tracePt t="26035" x="647700" y="4394200"/>
          <p14:tracePt t="26051" x="628650" y="4394200"/>
          <p14:tracePt t="26067" x="615950" y="4394200"/>
          <p14:tracePt t="26084" x="603250" y="4400550"/>
          <p14:tracePt t="26101" x="596900" y="4400550"/>
          <p14:tracePt t="26316" x="603250" y="4400550"/>
          <p14:tracePt t="26330" x="609600" y="4400550"/>
          <p14:tracePt t="26337" x="615950" y="4400550"/>
          <p14:tracePt t="26353" x="622300" y="4400550"/>
          <p14:tracePt t="26366" x="635000" y="4400550"/>
          <p14:tracePt t="26382" x="673100" y="4400550"/>
          <p14:tracePt t="26400" x="749300" y="4387850"/>
          <p14:tracePt t="26416" x="793750" y="4381500"/>
          <p14:tracePt t="26433" x="895350" y="4362450"/>
          <p14:tracePt t="26450" x="990600" y="4349750"/>
          <p14:tracePt t="26466" x="1028700" y="4349750"/>
          <p14:tracePt t="26483" x="1104900" y="4324350"/>
          <p14:tracePt t="26499" x="1162050" y="4305300"/>
          <p14:tracePt t="26516" x="1181100" y="4298950"/>
          <p14:tracePt t="26532" x="1219200" y="4292600"/>
          <p14:tracePt t="26549" x="1231900" y="4286250"/>
          <p14:tracePt t="26566" x="1244600" y="4286250"/>
          <p14:tracePt t="26583" x="1263650" y="4279900"/>
          <p14:tracePt t="26599" x="1270000" y="4279900"/>
          <p14:tracePt t="26615" x="1289050" y="4279900"/>
          <p14:tracePt t="26633" x="1314450" y="4279900"/>
          <p14:tracePt t="26649" x="1320800" y="4279900"/>
          <p14:tracePt t="26665" x="1346200" y="4273550"/>
          <p14:tracePt t="26682" x="1352550" y="4273550"/>
          <p14:tracePt t="26698" x="1358900" y="4273550"/>
          <p14:tracePt t="26716" x="1371600" y="4273550"/>
          <p14:tracePt t="26732" x="1384300" y="4273550"/>
          <p14:tracePt t="26748" x="1390650" y="4273550"/>
          <p14:tracePt t="26801" x="1397000" y="4273550"/>
          <p14:tracePt t="26829" x="1403350" y="4273550"/>
          <p14:tracePt t="26850" x="1409700" y="4273550"/>
          <p14:tracePt t="26871" x="1416050" y="4273550"/>
          <p14:tracePt t="26899" x="1422400" y="4273550"/>
          <p14:tracePt t="26913" x="1428750" y="4273550"/>
          <p14:tracePt t="26941" x="1435100" y="4273550"/>
          <p14:tracePt t="26969" x="1441450" y="4273550"/>
          <p14:tracePt t="26990" x="1447800" y="4267200"/>
          <p14:tracePt t="27018" x="1454150" y="4260850"/>
          <p14:tracePt t="27046" x="1460500" y="4260850"/>
          <p14:tracePt t="27068" x="1466850" y="4260850"/>
          <p14:tracePt t="29275" x="1466850" y="4279900"/>
          <p14:tracePt t="29289" x="1466850" y="4298950"/>
          <p14:tracePt t="29295" x="1473200" y="4324350"/>
          <p14:tracePt t="29306" x="1479550" y="4349750"/>
          <p14:tracePt t="29323" x="1492250" y="4368800"/>
          <p14:tracePt t="29339" x="1504950" y="4413250"/>
          <p14:tracePt t="29356" x="1504950" y="4432300"/>
          <p14:tracePt t="29373" x="1517650" y="4457700"/>
          <p14:tracePt t="29389" x="1524000" y="4470400"/>
          <p14:tracePt t="29406" x="1530350" y="4483100"/>
          <p14:tracePt t="29423" x="1536700" y="4514850"/>
          <p14:tracePt t="29439" x="1549400" y="4533900"/>
          <p14:tracePt t="29456" x="1555750" y="4552950"/>
          <p14:tracePt t="29472" x="1568450" y="4610100"/>
          <p14:tracePt t="29488" x="1568450" y="4635500"/>
          <p14:tracePt t="29506" x="1568450" y="4667250"/>
          <p14:tracePt t="29522" x="1568450" y="4679950"/>
          <p14:tracePt t="29542" x="1568450" y="4686300"/>
          <p14:tracePt t="29577" x="1568450" y="4692650"/>
          <p14:tracePt t="29626" x="1574800" y="4692650"/>
          <p14:tracePt t="29689" x="1574800" y="4686300"/>
          <p14:tracePt t="29745" x="1574800" y="4679950"/>
          <p14:tracePt t="30182" x="1581150" y="4673600"/>
          <p14:tracePt t="30189" x="1593850" y="4673600"/>
          <p14:tracePt t="30205" x="1606550" y="4667250"/>
          <p14:tracePt t="30220" x="1612900" y="4667250"/>
          <p14:tracePt t="30236" x="1631950" y="4654550"/>
          <p14:tracePt t="30253" x="1651000" y="4641850"/>
          <p14:tracePt t="30269" x="1663700" y="4635500"/>
          <p14:tracePt t="30286" x="1682750" y="4622800"/>
          <p14:tracePt t="30302" x="1689100" y="4616450"/>
          <p14:tracePt t="30336" x="1695450" y="4616450"/>
          <p14:tracePt t="30352" x="1701800" y="4610100"/>
          <p14:tracePt t="30400" x="1708150" y="4610100"/>
          <p14:tracePt t="30885" x="1701800" y="4610100"/>
          <p14:tracePt t="30892" x="1695450" y="4610100"/>
          <p14:tracePt t="30913" x="1689100" y="4616450"/>
          <p14:tracePt t="30927" x="1676400" y="4616450"/>
          <p14:tracePt t="30936" x="1670050" y="4616450"/>
          <p14:tracePt t="30950" x="1657350" y="4616450"/>
          <p14:tracePt t="30967" x="1625600" y="4616450"/>
          <p14:tracePt t="30984" x="1587500" y="4616450"/>
          <p14:tracePt t="31000" x="1574800" y="4610100"/>
          <p14:tracePt t="31017" x="1543050" y="4610100"/>
          <p14:tracePt t="31020" x="1517650" y="4610100"/>
          <p14:tracePt t="31033" x="1454150" y="4603750"/>
          <p14:tracePt t="31050" x="1416050" y="4597400"/>
          <p14:tracePt t="31068" x="1358900" y="4584700"/>
          <p14:tracePt t="31083" x="1320800" y="4584700"/>
          <p14:tracePt t="31100" x="1263650" y="4578350"/>
          <p14:tracePt t="31117" x="1193800" y="4565650"/>
          <p14:tracePt t="31133" x="1174750" y="4565650"/>
          <p14:tracePt t="31151" x="1130300" y="4565650"/>
          <p14:tracePt t="31166" x="1104900" y="4559300"/>
          <p14:tracePt t="31183" x="1092200" y="4559300"/>
          <p14:tracePt t="31200" x="1079500" y="4552950"/>
          <p14:tracePt t="31216" x="1073150" y="4552950"/>
          <p14:tracePt t="31250" x="1066800" y="4552950"/>
          <p14:tracePt t="31587" x="1066800" y="4559300"/>
          <p14:tracePt t="31636" x="1066800" y="4565650"/>
          <p14:tracePt t="31699" x="1066800" y="4572000"/>
          <p14:tracePt t="31721" x="1073150" y="4572000"/>
          <p14:tracePt t="31735" x="1079500" y="4572000"/>
          <p14:tracePt t="31749" x="1085850" y="4572000"/>
          <p14:tracePt t="31756" x="1098550" y="4578350"/>
          <p14:tracePt t="31770" x="1111250" y="4578350"/>
          <p14:tracePt t="31781" x="1143000" y="4584700"/>
          <p14:tracePt t="31798" x="1174750" y="4591050"/>
          <p14:tracePt t="31814" x="1263650" y="4610100"/>
          <p14:tracePt t="31830" x="1371600" y="4629150"/>
          <p14:tracePt t="31848" x="1466850" y="4641850"/>
          <p14:tracePt t="31864" x="1504950" y="4641850"/>
          <p14:tracePt t="31881" x="1574800" y="4654550"/>
          <p14:tracePt t="31897" x="1619250" y="4654550"/>
          <p14:tracePt t="31914" x="1631950" y="4654550"/>
          <p14:tracePt t="31931" x="1638300" y="4654550"/>
          <p14:tracePt t="31947" x="1651000" y="4654550"/>
          <p14:tracePt t="32156" x="1625600" y="4654550"/>
          <p14:tracePt t="32170" x="1581150" y="4648200"/>
          <p14:tracePt t="32178" x="1517650" y="4648200"/>
          <p14:tracePt t="32192" x="1454150" y="4641850"/>
          <p14:tracePt t="32199" x="1377950" y="4629150"/>
          <p14:tracePt t="32215" x="1301750" y="4629150"/>
          <p14:tracePt t="32229" x="1136650" y="4622800"/>
          <p14:tracePt t="32246" x="1054100" y="4622800"/>
          <p14:tracePt t="32263" x="927100" y="4610100"/>
          <p14:tracePt t="32279" x="876300" y="4610100"/>
          <p14:tracePt t="32296" x="787400" y="4610100"/>
          <p14:tracePt t="32312" x="736600" y="4610100"/>
          <p14:tracePt t="32329" x="730250" y="4610100"/>
          <p14:tracePt t="32346" x="711200" y="4616450"/>
          <p14:tracePt t="32362" x="704850" y="4616450"/>
          <p14:tracePt t="32378" x="698500" y="4616450"/>
          <p14:tracePt t="32509" x="704850" y="4616450"/>
          <p14:tracePt t="32550" x="711200" y="4616450"/>
          <p14:tracePt t="32578" x="717550" y="4616450"/>
          <p14:tracePt t="32599" x="723900" y="4616450"/>
          <p14:tracePt t="32613" x="730250" y="4616450"/>
          <p14:tracePt t="32641" x="736600" y="4616450"/>
          <p14:tracePt t="32648" x="742950" y="4616450"/>
          <p14:tracePt t="32664" x="749300" y="4616450"/>
          <p14:tracePt t="32678" x="762000" y="4616450"/>
          <p14:tracePt t="32694" x="812800" y="4610100"/>
          <p14:tracePt t="32712" x="857250" y="4603750"/>
          <p14:tracePt t="32727" x="889000" y="4603750"/>
          <p14:tracePt t="32744" x="958850" y="4591050"/>
          <p14:tracePt t="32761" x="1003300" y="4584700"/>
          <p14:tracePt t="32777" x="1028700" y="4584700"/>
          <p14:tracePt t="32794" x="1047750" y="4578350"/>
          <p14:tracePt t="32811" x="1060450" y="4572000"/>
          <p14:tracePt t="32844" x="1066800" y="4572000"/>
          <p14:tracePt t="32860" x="1073150" y="4572000"/>
          <p14:tracePt t="32901" x="1079500" y="4572000"/>
          <p14:tracePt t="33014" x="1085850" y="4565650"/>
          <p14:tracePt t="33056" x="1092200" y="4559300"/>
          <p14:tracePt t="33098" x="1092200" y="4552950"/>
          <p14:tracePt t="33112" x="1092200" y="4546600"/>
          <p14:tracePt t="34118" x="1098550" y="4546600"/>
          <p14:tracePt t="34125" x="1130300" y="4546600"/>
          <p14:tracePt t="34140" x="1149350" y="4546600"/>
          <p14:tracePt t="34146" x="1168400" y="4546600"/>
          <p14:tracePt t="34160" x="1187450" y="4546600"/>
          <p14:tracePt t="34172" x="1212850" y="4546600"/>
          <p14:tracePt t="34189" x="1238250" y="4540250"/>
          <p14:tracePt t="34223" x="1244600" y="4540250"/>
          <p14:tracePt t="34336" x="1238250" y="4540250"/>
          <p14:tracePt t="34350" x="1231900" y="4540250"/>
          <p14:tracePt t="34358" x="1225550" y="4540250"/>
          <p14:tracePt t="34373" x="1212850" y="4546600"/>
          <p14:tracePt t="34389" x="1200150" y="4546600"/>
          <p14:tracePt t="34406" x="1162050" y="4552950"/>
          <p14:tracePt t="34422" x="1136650" y="4559300"/>
          <p14:tracePt t="34438" x="1111250" y="4565650"/>
          <p14:tracePt t="34456" x="1060450" y="4584700"/>
          <p14:tracePt t="34471" x="1047750" y="4591050"/>
          <p14:tracePt t="34488" x="1028700" y="4591050"/>
          <p14:tracePt t="34505" x="1009650" y="4591050"/>
          <p14:tracePt t="34521" x="996950" y="4591050"/>
          <p14:tracePt t="34538" x="996950" y="4597400"/>
          <p14:tracePt t="34571" x="990600" y="4597400"/>
          <p14:tracePt t="34707" x="996950" y="4597400"/>
          <p14:tracePt t="34729" x="1003300" y="4597400"/>
          <p14:tracePt t="34737" x="1009650" y="4597400"/>
          <p14:tracePt t="34758" x="1016000" y="4597400"/>
          <p14:tracePt t="34800" x="1028700" y="4597400"/>
          <p14:tracePt t="34806" x="1028700" y="4591050"/>
          <p14:tracePt t="34823" x="1035050" y="4591050"/>
          <p14:tracePt t="34849" x="1047750" y="4591050"/>
          <p14:tracePt t="34871" x="1047750" y="4584700"/>
          <p14:tracePt t="34877" x="1054100" y="4584700"/>
          <p14:tracePt t="34898" x="1060450" y="4584700"/>
          <p14:tracePt t="34921" x="1066800" y="4578350"/>
          <p14:tracePt t="34982" x="1073150" y="4572000"/>
          <p14:tracePt t="35010" x="1079500" y="4572000"/>
          <p14:tracePt t="35017" x="1079500" y="4565650"/>
          <p14:tracePt t="35038" x="1085850" y="4565650"/>
          <p14:tracePt t="35074" x="1092200" y="4565650"/>
          <p14:tracePt t="35088" x="1092200" y="4559300"/>
          <p14:tracePt t="35403" x="1085850" y="4546600"/>
          <p14:tracePt t="35410" x="1047750" y="4540250"/>
          <p14:tracePt t="35424" x="1016000" y="4540250"/>
          <p14:tracePt t="35435" x="984250" y="4533900"/>
          <p14:tracePt t="35453" x="927100" y="4533900"/>
          <p14:tracePt t="35468" x="908050" y="4533900"/>
          <p14:tracePt t="35485" x="876300" y="4533900"/>
          <p14:tracePt t="35502" x="844550" y="4533900"/>
          <p14:tracePt t="35518" x="831850" y="4540250"/>
          <p14:tracePt t="35535" x="819150" y="4540250"/>
          <p14:tracePt t="35551" x="806450" y="4546600"/>
          <p14:tracePt t="35587" x="800100" y="4546600"/>
          <p14:tracePt t="35602" x="793750" y="4546600"/>
          <p14:tracePt t="35621" x="787400" y="4546600"/>
          <p14:tracePt t="35902" x="793750" y="4546600"/>
          <p14:tracePt t="35923" x="806450" y="4546600"/>
          <p14:tracePt t="35951" x="812800" y="4546600"/>
          <p14:tracePt t="35967" x="825500" y="4546600"/>
          <p14:tracePt t="35972" x="838200" y="4540250"/>
          <p14:tracePt t="35986" x="850900" y="4540250"/>
          <p14:tracePt t="36000" x="869950" y="4533900"/>
          <p14:tracePt t="36016" x="920750" y="4533900"/>
          <p14:tracePt t="36033" x="952500" y="4527550"/>
          <p14:tracePt t="36050" x="1016000" y="4527550"/>
          <p14:tracePt t="36066" x="1085850" y="4521200"/>
          <p14:tracePt t="36083" x="1117600" y="4521200"/>
          <p14:tracePt t="36099" x="1181100" y="4514850"/>
          <p14:tracePt t="36116" x="1250950" y="4514850"/>
          <p14:tracePt t="36133" x="1276350" y="4514850"/>
          <p14:tracePt t="36149" x="1327150" y="4495800"/>
          <p14:tracePt t="36166" x="1371600" y="4495800"/>
          <p14:tracePt t="36183" x="1403350" y="4495800"/>
          <p14:tracePt t="36199" x="1422400" y="4495800"/>
          <p14:tracePt t="36216" x="1435100" y="4495800"/>
          <p14:tracePt t="36233" x="1454150" y="4495800"/>
          <p14:tracePt t="36249" x="1460500" y="4495800"/>
          <p14:tracePt t="36265" x="1466850" y="4495800"/>
          <p14:tracePt t="36282" x="1485900" y="4495800"/>
          <p14:tracePt t="36315" x="1498600" y="4495800"/>
          <p14:tracePt t="36647" x="1492250" y="4495800"/>
          <p14:tracePt t="36661" x="1485900" y="4508500"/>
          <p14:tracePt t="36668" x="1460500" y="4527550"/>
          <p14:tracePt t="36680" x="1447800" y="4540250"/>
          <p14:tracePt t="36697" x="1403350" y="4584700"/>
          <p14:tracePt t="36714" x="1377950" y="4616450"/>
          <p14:tracePt t="36731" x="1346200" y="4660900"/>
          <p14:tracePt t="36747" x="1314450" y="4686300"/>
          <p14:tracePt t="36764" x="1301750" y="4699000"/>
          <p14:tracePt t="36781" x="1289050" y="4711700"/>
          <p14:tracePt t="36798" x="1282700" y="4718050"/>
          <p14:tracePt t="36832" x="1282700" y="4724400"/>
          <p14:tracePt t="36956" x="1276350" y="4724400"/>
          <p14:tracePt t="37048" x="1276350" y="4718050"/>
          <p14:tracePt t="37111" x="1276350" y="4711700"/>
          <p14:tracePt t="37139" x="1276350" y="4705350"/>
          <p14:tracePt t="37167" x="1282700" y="4705350"/>
          <p14:tracePt t="37202" x="1282700" y="4699000"/>
          <p14:tracePt t="37279" x="1282700" y="4692650"/>
          <p14:tracePt t="37638" x="1282700" y="4699000"/>
          <p14:tracePt t="37673" x="1282700" y="4705350"/>
          <p14:tracePt t="37708" x="1282700" y="4711700"/>
          <p14:tracePt t="37729" x="1282700" y="4718050"/>
          <p14:tracePt t="37764" x="1282700" y="4724400"/>
          <p14:tracePt t="37793" x="1282700" y="4730750"/>
          <p14:tracePt t="37799" x="1282700" y="4737100"/>
          <p14:tracePt t="37820" x="1282700" y="4743450"/>
          <p14:tracePt t="37835" x="1282700" y="4749800"/>
          <p14:tracePt t="37843" x="1282700" y="4756150"/>
          <p14:tracePt t="37860" x="1282700" y="4762500"/>
          <p14:tracePt t="37877" x="1282700" y="4781550"/>
          <p14:tracePt t="37893" x="1282700" y="4806950"/>
          <p14:tracePt t="37910" x="1282700" y="4819650"/>
          <p14:tracePt t="37926" x="1276350" y="4845050"/>
          <p14:tracePt t="37943" x="1276350" y="4864100"/>
          <p14:tracePt t="37960" x="1276350" y="4870450"/>
          <p14:tracePt t="37993" x="1276350" y="4876800"/>
          <p14:tracePt t="38052" x="1276350" y="4883150"/>
          <p14:tracePt t="38123" x="1270000" y="4889500"/>
          <p14:tracePt t="38172" x="1263650" y="4889500"/>
          <p14:tracePt t="38291" x="1257300" y="4889500"/>
          <p14:tracePt t="38375" x="1250950" y="4889500"/>
          <p14:tracePt t="38425" x="1250950" y="4883150"/>
          <p14:tracePt t="38481" x="1250950" y="4876800"/>
          <p14:tracePt t="38523" x="1257300" y="4876800"/>
          <p14:tracePt t="38565" x="1257300" y="4870450"/>
          <p14:tracePt t="38572" x="1263650" y="4870450"/>
          <p14:tracePt t="38614" x="1270000" y="4864100"/>
          <p14:tracePt t="38656" x="1276350" y="4864100"/>
          <p14:tracePt t="38692" x="1282700" y="4864100"/>
          <p14:tracePt t="38705" x="1289050" y="4864100"/>
          <p14:tracePt t="38713" x="1295400" y="4864100"/>
          <p14:tracePt t="38727" x="1301750" y="4864100"/>
          <p14:tracePt t="38741" x="1308100" y="4864100"/>
          <p14:tracePt t="38756" x="1314450" y="4864100"/>
          <p14:tracePt t="38773" x="1339850" y="4864100"/>
          <p14:tracePt t="38791" x="1377950" y="4864100"/>
          <p14:tracePt t="38807" x="1447800" y="4864100"/>
          <p14:tracePt t="38823" x="1485900" y="4864100"/>
          <p14:tracePt t="38840" x="1574800" y="4864100"/>
          <p14:tracePt t="38856" x="1670050" y="4864100"/>
          <p14:tracePt t="38873" x="1708150" y="4864100"/>
          <p14:tracePt t="38890" x="1790700" y="4864100"/>
          <p14:tracePt t="38906" x="1835150" y="4864100"/>
          <p14:tracePt t="38923" x="1854200" y="4864100"/>
          <p14:tracePt t="38939" x="1892300" y="4857750"/>
          <p14:tracePt t="38956" x="1905000" y="4851400"/>
          <p14:tracePt t="38974" x="1911350" y="4851400"/>
          <p14:tracePt t="39009" x="1911350" y="4845050"/>
          <p14:tracePt t="39317" x="1898650" y="4845050"/>
          <p14:tracePt t="39331" x="1873250" y="4851400"/>
          <p14:tracePt t="39341" x="1847850" y="4857750"/>
          <p14:tracePt t="39354" x="1803400" y="4864100"/>
          <p14:tracePt t="39371" x="1676400" y="4883150"/>
          <p14:tracePt t="39388" x="1504950" y="4895850"/>
          <p14:tracePt t="39405" x="1428750" y="4902200"/>
          <p14:tracePt t="39421" x="1276350" y="4921250"/>
          <p14:tracePt t="39438" x="1168400" y="4933950"/>
          <p14:tracePt t="39454" x="1143000" y="4933950"/>
          <p14:tracePt t="39471" x="1098550" y="4940300"/>
          <p14:tracePt t="39487" x="1079500" y="4940300"/>
          <p14:tracePt t="39504" x="1073150" y="4940300"/>
          <p14:tracePt t="39537" x="1066800" y="4940300"/>
          <p14:tracePt t="39598" x="1073150" y="4940300"/>
          <p14:tracePt t="39620" x="1085850" y="4940300"/>
          <p14:tracePt t="39626" x="1092200" y="4940300"/>
          <p14:tracePt t="39640" x="1104900" y="4940300"/>
          <p14:tracePt t="39654" x="1117600" y="4940300"/>
          <p14:tracePt t="39670" x="1168400" y="4940300"/>
          <p14:tracePt t="39686" x="1206500" y="4933950"/>
          <p14:tracePt t="39704" x="1327150" y="4914900"/>
          <p14:tracePt t="39720" x="1492250" y="4902200"/>
          <p14:tracePt t="39737" x="1581150" y="4895850"/>
          <p14:tracePt t="39753" x="1746250" y="4870450"/>
          <p14:tracePt t="39770" x="1879600" y="4864100"/>
          <p14:tracePt t="39787" x="1930400" y="4864100"/>
          <p14:tracePt t="39803" x="2012950" y="4857750"/>
          <p14:tracePt t="39820" x="2057400" y="4851400"/>
          <p14:tracePt t="39837" x="2082800" y="4851400"/>
          <p14:tracePt t="39853" x="2089150" y="4851400"/>
          <p14:tracePt t="39870" x="2095500" y="4851400"/>
          <p14:tracePt t="39887" x="2101850" y="4851400"/>
          <p14:tracePt t="40048" x="2095500" y="4851400"/>
          <p14:tracePt t="40119" x="2089150" y="4851400"/>
          <p14:tracePt t="40612" x="2070100" y="4851400"/>
          <p14:tracePt t="40619" x="2032000" y="4857750"/>
          <p14:tracePt t="40635" x="1987550" y="4876800"/>
          <p14:tracePt t="40641" x="1949450" y="4889500"/>
          <p14:tracePt t="40654" x="1879600" y="4908550"/>
          <p14:tracePt t="40667" x="1828800" y="4921250"/>
          <p14:tracePt t="40684" x="1720850" y="4927600"/>
          <p14:tracePt t="40700" x="1670050" y="4927600"/>
          <p14:tracePt t="40717" x="1619250" y="4933950"/>
          <p14:tracePt t="40733" x="1593850" y="4940300"/>
          <p14:tracePt t="40750" x="1581150" y="4946650"/>
          <p14:tracePt t="40767" x="1574800" y="4946650"/>
          <p14:tracePt t="40783" x="1568450" y="4946650"/>
          <p14:tracePt t="40873" x="1562100" y="4946650"/>
          <p14:tracePt t="40992" x="1568450" y="4940300"/>
          <p14:tracePt t="41006" x="1574800" y="4940300"/>
          <p14:tracePt t="41013" x="1581150" y="4940300"/>
          <p14:tracePt t="41027" x="1587500" y="4940300"/>
          <p14:tracePt t="41035" x="1600200" y="4933950"/>
          <p14:tracePt t="41049" x="1612900" y="4933950"/>
          <p14:tracePt t="41065" x="1638300" y="4933950"/>
          <p14:tracePt t="41082" x="1657350" y="4933950"/>
          <p14:tracePt t="41099" x="1695450" y="4927600"/>
          <p14:tracePt t="41115" x="1739900" y="4927600"/>
          <p14:tracePt t="41133" x="1771650" y="4927600"/>
          <p14:tracePt t="41148" x="1784350" y="4921250"/>
          <p14:tracePt t="41165" x="1797050" y="4921250"/>
          <p14:tracePt t="41183" x="1809750" y="4921250"/>
          <p14:tracePt t="41232" x="1816100" y="4914900"/>
          <p14:tracePt t="41266" x="1822450" y="4908550"/>
          <p14:tracePt t="41273" x="1828800" y="4908550"/>
          <p14:tracePt t="41322" x="1835150" y="4908550"/>
          <p14:tracePt t="41343" x="1841500" y="4908550"/>
          <p14:tracePt t="41350" x="1847850" y="4908550"/>
          <p14:tracePt t="41378" x="1847850" y="4902200"/>
          <p14:tracePt t="41406" x="1854200" y="4902200"/>
          <p14:tracePt t="41435" x="1860550" y="4902200"/>
          <p14:tracePt t="41456" x="1866900" y="4902200"/>
          <p14:tracePt t="41484" x="1873250" y="4902200"/>
          <p14:tracePt t="41498" x="1879600" y="4902200"/>
          <p14:tracePt t="41533" x="1885950" y="4902200"/>
          <p14:tracePt t="41828" x="1892300" y="4902200"/>
          <p14:tracePt t="41884" x="1898650" y="4902200"/>
          <p14:tracePt t="41919" x="1905000" y="4895850"/>
          <p14:tracePt t="41954" x="1911350" y="4895850"/>
          <p14:tracePt t="41997" x="1917700" y="4895850"/>
          <p14:tracePt t="42137" x="1924050" y="4895850"/>
          <p14:tracePt t="42187" x="1930400" y="4895850"/>
          <p14:tracePt t="42221" x="1936750" y="4895850"/>
          <p14:tracePt t="42229" x="1936750" y="4889500"/>
          <p14:tracePt t="42236" x="1943100" y="4889500"/>
          <p14:tracePt t="42250" x="1949450" y="4889500"/>
          <p14:tracePt t="42279" x="1949450" y="4883150"/>
          <p14:tracePt t="42299" x="1955800" y="4883150"/>
          <p14:tracePt t="42327" x="1962150" y="4883150"/>
          <p14:tracePt t="42348" x="1962150" y="4876800"/>
          <p14:tracePt t="42369" x="1962150" y="4870450"/>
          <p14:tracePt t="42376" x="1968500" y="4870450"/>
          <p14:tracePt t="42411" x="1968500" y="4864100"/>
          <p14:tracePt t="42440" x="1974850" y="4857750"/>
          <p14:tracePt t="42461" x="1974850" y="4851400"/>
          <p14:tracePt t="42467" x="1974850" y="4845050"/>
          <p14:tracePt t="42510" x="1968500" y="4838700"/>
          <p14:tracePt t="42517" x="1962150" y="4838700"/>
          <p14:tracePt t="42531" x="1962150" y="4832350"/>
          <p14:tracePt t="42543" x="1955800" y="4832350"/>
          <p14:tracePt t="42560" x="1943100" y="4819650"/>
          <p14:tracePt t="42577" x="1924050" y="4813300"/>
          <p14:tracePt t="42594" x="1879600" y="4794250"/>
          <p14:tracePt t="42610" x="1816100" y="4768850"/>
          <p14:tracePt t="42627" x="1784350" y="4756150"/>
          <p14:tracePt t="42644" x="1727200" y="4724400"/>
          <p14:tracePt t="42660" x="1670050" y="4692650"/>
          <p14:tracePt t="42677" x="1651000" y="4679950"/>
          <p14:tracePt t="42693" x="1606550" y="4654550"/>
          <p14:tracePt t="42710" x="1593850" y="4635500"/>
          <p14:tracePt t="42727" x="1574800" y="4622800"/>
          <p14:tracePt t="42730" x="1568450" y="4622800"/>
          <p14:tracePt t="42743" x="1562100" y="4616450"/>
          <p14:tracePt t="42769" x="1555750" y="4616450"/>
          <p14:tracePt t="42854" x="1549400" y="4616450"/>
          <p14:tracePt t="42868" x="1549400" y="4622800"/>
          <p14:tracePt t="42889" x="1549400" y="4629150"/>
          <p14:tracePt t="42931" x="1549400" y="4635500"/>
          <p14:tracePt t="42952" x="1549400" y="4641850"/>
          <p14:tracePt t="42980" x="1549400" y="4648200"/>
          <p14:tracePt t="43001" x="1549400" y="4654550"/>
          <p14:tracePt t="43023" x="1549400" y="4660900"/>
          <p14:tracePt t="43029" x="1549400" y="4667250"/>
          <p14:tracePt t="43051" x="1549400" y="4673600"/>
          <p14:tracePt t="43065" x="1555750" y="4673600"/>
          <p14:tracePt t="43075" x="1555750" y="4686300"/>
          <p14:tracePt t="43093" x="1568450" y="4705350"/>
          <p14:tracePt t="43108" x="1574800" y="4724400"/>
          <p14:tracePt t="43125" x="1593850" y="4749800"/>
          <p14:tracePt t="43143" x="1606550" y="4781550"/>
          <p14:tracePt t="43158" x="1619250" y="4800600"/>
          <p14:tracePt t="43175" x="1625600" y="4813300"/>
          <p14:tracePt t="43192" x="1631950" y="4826000"/>
          <p14:tracePt t="43225" x="1631950" y="4832350"/>
          <p14:tracePt t="43360" x="1631950" y="4826000"/>
          <p14:tracePt t="43381" x="1638300" y="4826000"/>
          <p14:tracePt t="43395" x="1638300" y="4819650"/>
          <p14:tracePt t="43402" x="1638300" y="4813300"/>
          <p14:tracePt t="43416" x="1638300" y="4806950"/>
          <p14:tracePt t="43425" x="1638300" y="4800600"/>
          <p14:tracePt t="43441" x="1638300" y="4794250"/>
          <p14:tracePt t="43458" x="1631950" y="4781550"/>
          <p14:tracePt t="43473" x="1625600" y="4756150"/>
          <p14:tracePt t="43491" x="1619250" y="4743450"/>
          <p14:tracePt t="43507" x="1612900" y="4705350"/>
          <p14:tracePt t="43524" x="1606550" y="4692650"/>
          <p14:tracePt t="43540" x="1606550" y="4686300"/>
          <p14:tracePt t="43557" x="1600200" y="4673600"/>
          <p14:tracePt t="43573" x="1600200" y="4660900"/>
          <p14:tracePt t="43606" x="1600200" y="4654550"/>
          <p14:tracePt t="43753" x="1600200" y="4660900"/>
          <p14:tracePt t="43767" x="1600200" y="4667250"/>
          <p14:tracePt t="43781" x="1600200" y="4673600"/>
          <p14:tracePt t="43802" x="1600200" y="4679950"/>
          <p14:tracePt t="43816" x="1606550" y="4686300"/>
          <p14:tracePt t="43844" x="1606550" y="4692650"/>
          <p14:tracePt t="43851" x="1612900" y="4692650"/>
          <p14:tracePt t="43866" x="1612900" y="4699000"/>
          <p14:tracePt t="43875" x="1619250" y="4705350"/>
          <p14:tracePt t="43889" x="1619250" y="4711700"/>
          <p14:tracePt t="43906" x="1625600" y="4711700"/>
          <p14:tracePt t="43922" x="1638300" y="4730750"/>
          <p14:tracePt t="43939" x="1644650" y="4743450"/>
          <p14:tracePt t="43956" x="1651000" y="4749800"/>
          <p14:tracePt t="43972" x="1663700" y="4775200"/>
          <p14:tracePt t="43989" x="1676400" y="4787900"/>
          <p14:tracePt t="44006" x="1682750" y="4800600"/>
          <p14:tracePt t="44076" x="1689100" y="4800600"/>
          <p14:tracePt t="44118" x="1695450" y="4800600"/>
          <p14:tracePt t="44132" x="1701800" y="4800600"/>
          <p14:tracePt t="44160" x="1708150" y="4800600"/>
          <p14:tracePt t="44168" x="1714500" y="4800600"/>
          <p14:tracePt t="44203" x="1720850" y="4800600"/>
          <p14:tracePt t="44266" x="1727200" y="4800600"/>
          <p14:tracePt t="44301" x="1733550" y="4800600"/>
          <p14:tracePt t="44308" x="1739900" y="4800600"/>
          <p14:tracePt t="44336" x="1746250" y="4800600"/>
          <p14:tracePt t="44427" x="1752600" y="4800600"/>
          <p14:tracePt t="44554" x="1758950" y="4800600"/>
          <p14:tracePt t="44582" x="1758950" y="4794250"/>
          <p14:tracePt t="44617" x="1758950" y="4787900"/>
          <p14:tracePt t="44666" x="1758950" y="4781550"/>
          <p14:tracePt t="44744" x="1758950" y="4775200"/>
          <p14:tracePt t="44828" x="1758950" y="4768850"/>
          <p14:tracePt t="44990" x="1758950" y="4762500"/>
          <p14:tracePt t="45018" x="1758950" y="4756150"/>
          <p14:tracePt t="45024" x="1765300" y="4756150"/>
          <p14:tracePt t="45053" x="1765300" y="4749800"/>
          <p14:tracePt t="45059" x="1765300" y="4743450"/>
          <p14:tracePt t="45088" x="1765300" y="4737100"/>
          <p14:tracePt t="45095" x="1771650" y="4724400"/>
          <p14:tracePt t="45123" x="1771650" y="4711700"/>
          <p14:tracePt t="45130" x="1771650" y="4699000"/>
          <p14:tracePt t="45144" x="1778000" y="4679950"/>
          <p14:tracePt t="45154" x="1778000" y="4654550"/>
          <p14:tracePt t="45168" x="1784350" y="4635500"/>
          <p14:tracePt t="45184" x="1784350" y="4616450"/>
          <p14:tracePt t="45201" x="1790700" y="4572000"/>
          <p14:tracePt t="45218" x="1790700" y="4540250"/>
          <p14:tracePt t="45235" x="1797050" y="4527550"/>
          <p14:tracePt t="45251" x="1797050" y="4514850"/>
          <p14:tracePt t="45267" x="1797050" y="4508500"/>
          <p14:tracePt t="45285" x="1803400" y="4502150"/>
          <p14:tracePt t="45301" x="1803400" y="4495800"/>
          <p14:tracePt t="45334" x="1803400" y="4489450"/>
          <p14:tracePt t="45362" x="1803400" y="4483100"/>
          <p14:tracePt t="45370" x="1803400" y="4476750"/>
          <p14:tracePt t="45509" x="1803400" y="4470400"/>
          <p14:tracePt t="45537" x="1803400" y="4464050"/>
          <p14:tracePt t="45558" x="1809750" y="4457700"/>
          <p14:tracePt t="45621" x="1809750" y="4451350"/>
          <p14:tracePt t="45629" x="1809750" y="4445000"/>
          <p14:tracePt t="45651" x="1809750" y="4438650"/>
          <p14:tracePt t="45671" x="1816100" y="4438650"/>
          <p14:tracePt t="45678" x="1816100" y="4432300"/>
          <p14:tracePt t="45700" x="1816100" y="4425950"/>
          <p14:tracePt t="45720" x="1816100" y="4413250"/>
          <p14:tracePt t="45741" x="1822450" y="4406900"/>
          <p14:tracePt t="45762" x="1822450" y="4400550"/>
          <p14:tracePt t="45784" x="1828800" y="4394200"/>
          <p14:tracePt t="45811" x="1828800" y="4387850"/>
          <p14:tracePt t="45818" x="1835150" y="4387850"/>
          <p14:tracePt t="45835" x="1835150" y="4381500"/>
          <p14:tracePt t="45874" x="1835150" y="4375150"/>
          <p14:tracePt t="45882" x="1835150" y="4368800"/>
          <p14:tracePt t="45924" x="1841500" y="4362450"/>
          <p14:tracePt t="47972" x="1905000" y="4298950"/>
          <p14:tracePt t="47986" x="2019300" y="4210050"/>
          <p14:tracePt t="47994" x="2114550" y="4114800"/>
          <p14:tracePt t="48009" x="2216150" y="3987800"/>
          <p14:tracePt t="48025" x="2343150" y="3803650"/>
          <p14:tracePt t="48041" x="2698750" y="3194050"/>
          <p14:tracePt t="48058" x="3092450" y="2463800"/>
          <p14:tracePt t="48074" x="3232150" y="2095500"/>
          <p14:tracePt t="48093" x="3486150" y="1454150"/>
          <p14:tracePt t="48108" x="3587750" y="1231900"/>
          <p14:tracePt t="48124" x="3695700" y="990600"/>
          <p14:tracePt t="48142" x="3810000" y="730250"/>
          <p14:tracePt t="48158" x="3854450" y="596900"/>
          <p14:tracePt t="48174" x="3886200" y="469900"/>
          <p14:tracePt t="48190" x="3943350" y="158750"/>
          <p14:tracePt t="48207" x="3975100" y="0"/>
          <p14:tracePt t="48225" x="3981450" y="0"/>
          <p14:tracePt t="48241" x="3987800" y="0"/>
          <p14:tracePt t="48257" x="4000500" y="0"/>
          <p14:tracePt t="48290" x="4025900" y="0"/>
          <p14:tracePt t="48307" x="4044950" y="0"/>
          <p14:tracePt t="48324" x="4070350" y="0"/>
          <p14:tracePt t="48340" x="4121150" y="0"/>
          <p14:tracePt t="48357" x="4146550" y="0"/>
          <p14:tracePt t="48373" x="4210050" y="0"/>
          <p14:tracePt t="48390" x="4229100" y="0"/>
          <p14:tracePt t="48407" x="4248150" y="0"/>
          <p14:tracePt t="48423" x="4286250" y="0"/>
          <p14:tracePt t="48440" x="4292600" y="0"/>
          <p14:tracePt t="48457" x="4305300" y="0"/>
          <p14:tracePt t="48473" x="4337050" y="12700"/>
          <p14:tracePt t="48490" x="4356100" y="31750"/>
          <p14:tracePt t="48507" x="4400550" y="50800"/>
          <p14:tracePt t="48523" x="4419600" y="63500"/>
          <p14:tracePt t="48540" x="4432300" y="88900"/>
          <p14:tracePt t="48556" x="4476750" y="114300"/>
          <p14:tracePt t="48573" x="4514850" y="152400"/>
          <p14:tracePt t="48591" x="4533900" y="177800"/>
          <p14:tracePt t="48606" x="4552950" y="196850"/>
          <p14:tracePt t="48622" x="4565650" y="203200"/>
          <p14:tracePt t="48640" x="4565650" y="209550"/>
          <p14:tracePt t="48656" x="4572000" y="209550"/>
          <p14:tracePt t="49040" x="4572000" y="215900"/>
          <p14:tracePt t="49061" x="4565650" y="228600"/>
          <p14:tracePt t="49068" x="4559300" y="241300"/>
          <p14:tracePt t="49075" x="4552950" y="254000"/>
          <p14:tracePt t="49090" x="4533900" y="285750"/>
          <p14:tracePt t="49104" x="4514850" y="342900"/>
          <p14:tracePt t="49121" x="4445000" y="488950"/>
          <p14:tracePt t="49138" x="4349750" y="730250"/>
          <p14:tracePt t="49154" x="4273550" y="901700"/>
          <p14:tracePt t="49171" x="4057650" y="1390650"/>
          <p14:tracePt t="49188" x="3771900" y="2006600"/>
          <p14:tracePt t="49204" x="3613150" y="2355850"/>
          <p14:tracePt t="49221" x="3460750" y="2679700"/>
          <p14:tracePt t="49237" x="3143250" y="3308350"/>
          <p14:tracePt t="49254" x="2851150" y="3771900"/>
          <p14:tracePt t="49271" x="2736850" y="3949700"/>
          <p14:tracePt t="49287" x="2501900" y="4311650"/>
          <p14:tracePt t="49303" x="2425700" y="4419600"/>
          <p14:tracePt t="49321" x="2273300" y="4622800"/>
          <p14:tracePt t="49337" x="2216150" y="4692650"/>
          <p14:tracePt t="49353" x="2101850" y="4832350"/>
          <p14:tracePt t="49371" x="2057400" y="4895850"/>
          <p14:tracePt t="49387" x="1981200" y="4972050"/>
          <p14:tracePt t="49403" x="1911350" y="5041900"/>
          <p14:tracePt t="49420" x="1854200" y="5099050"/>
          <p14:tracePt t="49436" x="1822450" y="5137150"/>
          <p14:tracePt t="49453" x="1752600" y="5181600"/>
          <p14:tracePt t="49470" x="1689100" y="5245100"/>
          <p14:tracePt t="49486" x="1644650" y="5270500"/>
          <p14:tracePt t="49503" x="1587500" y="5308600"/>
          <p14:tracePt t="49520" x="1536700" y="5327650"/>
          <p14:tracePt t="49536" x="1524000" y="5334000"/>
          <p14:tracePt t="49553" x="1498600" y="5334000"/>
          <p14:tracePt t="49569" x="1466850" y="5327650"/>
          <p14:tracePt t="49586" x="1441450" y="5308600"/>
          <p14:tracePt t="49603" x="1409700" y="5270500"/>
          <p14:tracePt t="49619" x="1384300" y="5238750"/>
          <p14:tracePt t="49636" x="1314450" y="5156200"/>
          <p14:tracePt t="49652" x="1238250" y="5041900"/>
          <p14:tracePt t="49668" x="1193800" y="4978400"/>
          <p14:tracePt t="49686" x="1130300" y="4851400"/>
          <p14:tracePt t="49702" x="1092200" y="4705350"/>
          <p14:tracePt t="49719" x="1073150" y="4635500"/>
          <p14:tracePt t="49736" x="1060450" y="4495800"/>
          <p14:tracePt t="49752" x="1054100" y="4375150"/>
          <p14:tracePt t="49769" x="1054100" y="4324350"/>
          <p14:tracePt t="49786" x="1054100" y="4267200"/>
          <p14:tracePt t="49802" x="1054100" y="4222750"/>
          <p14:tracePt t="49819" x="1054100" y="4210050"/>
          <p14:tracePt t="49835" x="1060450" y="4203700"/>
          <p14:tracePt t="49852" x="1060450" y="4197350"/>
          <p14:tracePt t="49910" x="1054100" y="4197350"/>
          <p14:tracePt t="49960" x="1047750" y="4197350"/>
          <p14:tracePt t="50080" x="1047750" y="4203700"/>
          <p14:tracePt t="50129" x="1041400" y="4203700"/>
          <p14:tracePt t="50150" x="1035050" y="4203700"/>
          <p14:tracePt t="50171" x="1035050" y="4210050"/>
          <p14:tracePt t="50199" x="1028700" y="4210050"/>
          <p14:tracePt t="50220" x="1022350" y="4210050"/>
          <p14:tracePt t="50241" x="1016000" y="4210050"/>
          <p14:tracePt t="50263" x="1009650" y="4210050"/>
          <p14:tracePt t="50290" x="1003300" y="4210050"/>
          <p14:tracePt t="50333" x="996950" y="4210050"/>
          <p14:tracePt t="50340" x="990600" y="4216400"/>
          <p14:tracePt t="50382" x="984250" y="4216400"/>
          <p14:tracePt t="50410" x="977900" y="4216400"/>
          <p14:tracePt t="50431" x="971550" y="4222750"/>
          <p14:tracePt t="50515" x="965200" y="4229100"/>
          <p14:tracePt t="50712" x="977900" y="4229100"/>
          <p14:tracePt t="50726" x="984250" y="4235450"/>
          <p14:tracePt t="50735" x="990600" y="4235450"/>
          <p14:tracePt t="50748" x="996950" y="4235450"/>
          <p14:tracePt t="50765" x="1035050" y="4235450"/>
          <p14:tracePt t="50783" x="1092200" y="4235450"/>
          <p14:tracePt t="50798" x="1130300" y="4235450"/>
          <p14:tracePt t="50815" x="1181100" y="4248150"/>
          <p14:tracePt t="50818" x="1219200" y="4248150"/>
          <p14:tracePt t="50832" x="1327150" y="4267200"/>
          <p14:tracePt t="50848" x="1377950" y="4267200"/>
          <p14:tracePt t="50865" x="1422400" y="4273550"/>
          <p14:tracePt t="50882" x="1511300" y="4273550"/>
          <p14:tracePt t="50898" x="1568450" y="4273550"/>
          <p14:tracePt t="50915" x="1587500" y="4273550"/>
          <p14:tracePt t="50931" x="1625600" y="4273550"/>
          <p14:tracePt t="50948" x="1631950" y="4273550"/>
          <p14:tracePt t="51014" x="1625600" y="4273550"/>
          <p14:tracePt t="51028" x="1619250" y="4273550"/>
          <p14:tracePt t="51035" x="1612900" y="4273550"/>
          <p14:tracePt t="51047" x="1593850" y="4273550"/>
          <p14:tracePt t="51064" x="1536700" y="4273550"/>
          <p14:tracePt t="51081" x="1498600" y="4273550"/>
          <p14:tracePt t="51098" x="1435100" y="4273550"/>
          <p14:tracePt t="51114" x="1212850" y="4286250"/>
          <p14:tracePt t="51131" x="1149350" y="4292600"/>
          <p14:tracePt t="51148" x="1047750" y="4292600"/>
          <p14:tracePt t="51164" x="1003300" y="4292600"/>
          <p14:tracePt t="51181" x="958850" y="4298950"/>
          <p14:tracePt t="51197" x="946150" y="4298950"/>
          <p14:tracePt t="51214" x="933450" y="4298950"/>
          <p14:tracePt t="51266" x="939800" y="4298950"/>
          <p14:tracePt t="51273" x="952500" y="4298950"/>
          <p14:tracePt t="51288" x="965200" y="4298950"/>
          <p14:tracePt t="51297" x="990600" y="4298950"/>
          <p14:tracePt t="51313" x="1022350" y="4298950"/>
          <p14:tracePt t="51331" x="1117600" y="4292600"/>
          <p14:tracePt t="51346" x="1282700" y="4292600"/>
          <p14:tracePt t="51363" x="1390650" y="4279900"/>
          <p14:tracePt t="51379" x="1606550" y="4260850"/>
          <p14:tracePt t="51396" x="1809750" y="4241800"/>
          <p14:tracePt t="51413" x="1898650" y="4229100"/>
          <p14:tracePt t="51430" x="2044700" y="4210050"/>
          <p14:tracePt t="51446" x="2095500" y="4203700"/>
          <p14:tracePt t="51463" x="2203450" y="4197350"/>
          <p14:tracePt t="51479" x="2222500" y="4197350"/>
          <p14:tracePt t="51496" x="2235200" y="4191000"/>
          <p14:tracePt t="51513" x="2247900" y="4191000"/>
          <p14:tracePt t="51549" x="2247900" y="4184650"/>
          <p14:tracePt t="51583" x="2247900" y="4178300"/>
          <p14:tracePt t="51597" x="2247900" y="4171950"/>
          <p14:tracePt t="51605" x="2247900" y="4165600"/>
          <p14:tracePt t="57818" x="2286000" y="4165600"/>
          <p14:tracePt t="57825" x="2305050" y="4165600"/>
          <p14:tracePt t="57832" x="2330450" y="4165600"/>
          <p14:tracePt t="57841" x="2355850" y="4159250"/>
          <p14:tracePt t="57857" x="2419350" y="4152900"/>
          <p14:tracePt t="57875" x="2527300" y="4146550"/>
          <p14:tracePt t="57890" x="2603500" y="4146550"/>
          <p14:tracePt t="57907" x="2698750" y="4146550"/>
          <p14:tracePt t="57924" x="2806700" y="4140200"/>
          <p14:tracePt t="57940" x="2863850" y="4133850"/>
          <p14:tracePt t="57957" x="2914650" y="4121150"/>
          <p14:tracePt t="57974" x="2952750" y="4108450"/>
          <p14:tracePt t="57990" x="2959100" y="4108450"/>
          <p14:tracePt t="58007" x="2965450" y="4108450"/>
          <p14:tracePt t="58057" x="2965450" y="4102100"/>
          <p14:tracePt t="58070" x="2959100" y="4102100"/>
          <p14:tracePt t="58078" x="2940050" y="4102100"/>
          <p14:tracePt t="58090" x="2921000" y="4102100"/>
          <p14:tracePt t="58107" x="2825750" y="4102100"/>
          <p14:tracePt t="58123" x="2705100" y="4121150"/>
          <p14:tracePt t="58140" x="2565400" y="4127500"/>
          <p14:tracePt t="58156" x="2317750" y="4146550"/>
          <p14:tracePt t="58173" x="2178050" y="4165600"/>
          <p14:tracePt t="58191" x="2006600" y="4184650"/>
          <p14:tracePt t="58206" x="1924050" y="4184650"/>
          <p14:tracePt t="58223" x="1879600" y="4191000"/>
          <p14:tracePt t="58241" x="1828800" y="4197350"/>
          <p14:tracePt t="58256" x="1822450" y="4203700"/>
          <p14:tracePt t="58273" x="1816100" y="4203700"/>
          <p14:tracePt t="58289" x="1816100" y="4210050"/>
          <p14:tracePt t="58305" x="1809750" y="4222750"/>
          <p14:tracePt t="58352" x="1822450" y="4222750"/>
          <p14:tracePt t="58359" x="1835150" y="4216400"/>
          <p14:tracePt t="58373" x="1866900" y="4210050"/>
          <p14:tracePt t="58389" x="1917700" y="4197350"/>
          <p14:tracePt t="58405" x="1987550" y="4191000"/>
          <p14:tracePt t="58424" x="2159000" y="4152900"/>
          <p14:tracePt t="58438" x="2305050" y="4121150"/>
          <p14:tracePt t="58455" x="2451100" y="4095750"/>
          <p14:tracePt t="58459" x="2501900" y="4095750"/>
          <p14:tracePt t="58472" x="2603500" y="4083050"/>
          <p14:tracePt t="58489" x="2673350" y="4083050"/>
          <p14:tracePt t="58505" x="2730500" y="4083050"/>
          <p14:tracePt t="58521" x="2774950" y="4076700"/>
          <p14:tracePt t="58538" x="2787650" y="4076700"/>
          <p14:tracePt t="58563" x="2781300" y="4070350"/>
          <p14:tracePt t="58571" x="2781300" y="4064000"/>
          <p14:tracePt t="58588" x="2774950" y="4064000"/>
          <p14:tracePt t="58605" x="2762250" y="4064000"/>
          <p14:tracePt t="58621" x="2711450" y="4070350"/>
          <p14:tracePt t="58638" x="2641600" y="4083050"/>
          <p14:tracePt t="58655" x="2520950" y="4108450"/>
          <p14:tracePt t="58671" x="2444750" y="4127500"/>
          <p14:tracePt t="58688" x="2273300" y="4178300"/>
          <p14:tracePt t="58704" x="2139950" y="4210050"/>
          <p14:tracePt t="58721" x="2101850" y="4216400"/>
          <p14:tracePt t="58738" x="2051050" y="4235450"/>
          <p14:tracePt t="58754" x="2044700" y="4235450"/>
          <p14:tracePt t="58771" x="2038350" y="4235450"/>
          <p14:tracePt t="58803" x="2038350" y="4241800"/>
          <p14:tracePt t="58823" x="2032000" y="4241800"/>
          <p14:tracePt t="58871" x="2025650" y="4241800"/>
          <p14:tracePt t="58977" x="2025650" y="4235450"/>
          <p14:tracePt t="60467" x="2025650" y="4248150"/>
          <p14:tracePt t="60474" x="2025650" y="4254500"/>
          <p14:tracePt t="60488" x="2025650" y="4267200"/>
          <p14:tracePt t="60509" x="2025650" y="4273550"/>
          <p14:tracePt t="60517" x="2032000" y="4279900"/>
          <p14:tracePt t="60532" x="2032000" y="4286250"/>
          <p14:tracePt t="60548" x="2032000" y="4292600"/>
          <p14:tracePt t="60567" x="2032000" y="4298950"/>
          <p14:tracePt t="60600" x="2032000" y="4305300"/>
          <p14:tracePt t="60656" x="2038350" y="4305300"/>
          <p14:tracePt t="60755" x="2044700" y="4305300"/>
          <p14:tracePt t="60825" x="2051050" y="4298950"/>
          <p14:tracePt t="60867" x="2051050" y="4292600"/>
          <p14:tracePt t="60888" x="2051050" y="4286250"/>
          <p14:tracePt t="60916" x="2051050" y="4279900"/>
          <p14:tracePt t="60987" x="2051050" y="4273550"/>
          <p14:tracePt t="61106" x="2051050" y="4279900"/>
          <p14:tracePt t="61120" x="2051050" y="4286250"/>
          <p14:tracePt t="61127" x="2044700" y="4292600"/>
          <p14:tracePt t="61148" x="2038350" y="4298950"/>
          <p14:tracePt t="61163" x="2038350" y="4305300"/>
          <p14:tracePt t="61169" x="2032000" y="4305300"/>
          <p14:tracePt t="61179" x="2025650" y="4311650"/>
          <p14:tracePt t="61196" x="2025650" y="4318000"/>
          <p14:tracePt t="61212" x="2012950" y="4337050"/>
          <p14:tracePt t="61229" x="2006600" y="4343400"/>
          <p14:tracePt t="61247" x="2000250" y="4356100"/>
          <p14:tracePt t="61262" x="1993900" y="4362450"/>
          <p14:tracePt t="61279" x="1993900" y="4368800"/>
          <p14:tracePt t="61296" x="1981200" y="4375150"/>
          <p14:tracePt t="61313" x="1981200" y="4387850"/>
          <p14:tracePt t="61329" x="1974850" y="4387850"/>
          <p14:tracePt t="61345" x="1968500" y="4394200"/>
          <p14:tracePt t="61362" x="1949450" y="4419600"/>
          <p14:tracePt t="61379" x="1943100" y="4445000"/>
          <p14:tracePt t="61396" x="1917700" y="4483100"/>
          <p14:tracePt t="61412" x="1885950" y="4533900"/>
          <p14:tracePt t="61429" x="1866900" y="4578350"/>
          <p14:tracePt t="61445" x="1847850" y="4597400"/>
          <p14:tracePt t="61461" x="1828800" y="4629150"/>
          <p14:tracePt t="61479" x="1816100" y="4648200"/>
          <p14:tracePt t="61511" x="1809750" y="4660900"/>
          <p14:tracePt t="61528" x="1803400" y="4667250"/>
          <p14:tracePt t="62034" x="1797050" y="4667250"/>
          <p14:tracePt t="62041" x="1778000" y="4660900"/>
          <p14:tracePt t="62056" x="1765300" y="4654550"/>
          <p14:tracePt t="62063" x="1746250" y="4648200"/>
          <p14:tracePt t="62077" x="1720850" y="4641850"/>
          <p14:tracePt t="62093" x="1682750" y="4629150"/>
          <p14:tracePt t="62109" x="1651000" y="4622800"/>
          <p14:tracePt t="62127" x="1600200" y="4622800"/>
          <p14:tracePt t="62142" x="1555750" y="4622800"/>
          <p14:tracePt t="62159" x="1543050" y="4622800"/>
          <p14:tracePt t="62176" x="1524000" y="4616450"/>
          <p14:tracePt t="62193" x="1517650" y="4616450"/>
          <p14:tracePt t="62209" x="1511300" y="4616450"/>
          <p14:tracePt t="62463" x="1517650" y="4616450"/>
          <p14:tracePt t="62477" x="1524000" y="4616450"/>
          <p14:tracePt t="62498" x="1530350" y="4616450"/>
          <p14:tracePt t="62505" x="1536700" y="4616450"/>
          <p14:tracePt t="62519" x="1543050" y="4616450"/>
          <p14:tracePt t="62527" x="1549400" y="4616450"/>
          <p14:tracePt t="62541" x="1562100" y="4616450"/>
          <p14:tracePt t="62557" x="1587500" y="4616450"/>
          <p14:tracePt t="62575" x="1619250" y="4616450"/>
          <p14:tracePt t="62591" x="1644650" y="4616450"/>
          <p14:tracePt t="62608" x="1663700" y="4616450"/>
          <p14:tracePt t="62625" x="1689100" y="4616450"/>
          <p14:tracePt t="62641" x="1695450" y="4616450"/>
          <p14:tracePt t="62657" x="1701800" y="4616450"/>
          <p14:tracePt t="62674" x="1708150" y="4616450"/>
          <p14:tracePt t="62707" x="1714500" y="4616450"/>
          <p14:tracePt t="62835" x="1720850" y="4616450"/>
          <p14:tracePt t="62913" x="1727200" y="4622800"/>
          <p14:tracePt t="62948" x="1733550" y="4622800"/>
          <p14:tracePt t="62976" x="1739900" y="4622800"/>
          <p14:tracePt t="63004" x="1746250" y="4629150"/>
          <p14:tracePt t="63025" x="1752600" y="4629150"/>
          <p14:tracePt t="63052" x="1758950" y="4629150"/>
          <p14:tracePt t="63088" x="1765300" y="4629150"/>
          <p14:tracePt t="63095" x="1771650" y="4629150"/>
          <p14:tracePt t="63109" x="1778000" y="4629150"/>
          <p14:tracePt t="63125" x="1784350" y="4629150"/>
          <p14:tracePt t="63139" x="1797050" y="4622800"/>
          <p14:tracePt t="63156" x="1803400" y="4622800"/>
          <p14:tracePt t="63173" x="1822450" y="4610100"/>
          <p14:tracePt t="63189" x="1860550" y="4597400"/>
          <p14:tracePt t="63206" x="1879600" y="4584700"/>
          <p14:tracePt t="63222" x="1917700" y="4572000"/>
          <p14:tracePt t="63239" x="1943100" y="4552950"/>
          <p14:tracePt t="63256" x="1955800" y="4546600"/>
          <p14:tracePt t="63272" x="1981200" y="4533900"/>
          <p14:tracePt t="63288" x="2000250" y="4521200"/>
          <p14:tracePt t="63306" x="2006600" y="4508500"/>
          <p14:tracePt t="63322" x="2012950" y="4508500"/>
          <p14:tracePt t="63338" x="2025650" y="4495800"/>
          <p14:tracePt t="63355" x="2038350" y="4489450"/>
          <p14:tracePt t="63372" x="2051050" y="4489450"/>
          <p14:tracePt t="63388" x="2057400" y="4470400"/>
          <p14:tracePt t="63405" x="2082800" y="4451350"/>
          <p14:tracePt t="63421" x="2101850" y="4438650"/>
          <p14:tracePt t="63438" x="2114550" y="4419600"/>
          <p14:tracePt t="63455" x="2139950" y="4400550"/>
          <p14:tracePt t="63471" x="2152650" y="4387850"/>
          <p14:tracePt t="63489" x="2178050" y="4362450"/>
          <p14:tracePt t="63504" x="2184400" y="4356100"/>
          <p14:tracePt t="63521" x="2190750" y="4349750"/>
          <p14:tracePt t="63538" x="2197100" y="4343400"/>
          <p14:tracePt t="63555" x="2203450" y="4337050"/>
          <p14:tracePt t="63571" x="2209800" y="4337050"/>
          <p14:tracePt t="63629" x="2209800" y="4330700"/>
          <p14:tracePt t="63679" x="2216150" y="4330700"/>
          <p14:tracePt t="63714" x="2216150" y="4324350"/>
          <p14:tracePt t="63777" x="2222500" y="4318000"/>
          <p14:tracePt t="63826" x="2222500" y="4311650"/>
          <p14:tracePt t="63861" x="2228850" y="4305300"/>
          <p14:tracePt t="63896" x="2235200" y="4298950"/>
          <p14:tracePt t="63917" x="2241550" y="4298950"/>
          <p14:tracePt t="63946" x="2241550" y="4292600"/>
          <p14:tracePt t="63980" x="2241550" y="4286250"/>
          <p14:tracePt t="64001" x="2241550" y="4279900"/>
          <p14:tracePt t="64037" x="2247900" y="4273550"/>
          <p14:tracePt t="64079" x="2254250" y="4267200"/>
          <p14:tracePt t="64114" x="2254250" y="4260850"/>
          <p14:tracePt t="64135" x="2260600" y="4260850"/>
          <p14:tracePt t="64163" x="2260600" y="4254500"/>
          <p14:tracePt t="64170" x="2266950" y="4254500"/>
          <p14:tracePt t="64191" x="2273300" y="4248150"/>
          <p14:tracePt t="64219" x="2273300" y="4241800"/>
          <p14:tracePt t="64241" x="2279650" y="4235450"/>
          <p14:tracePt t="64269" x="2279650" y="4229100"/>
          <p14:tracePt t="64290" x="2286000" y="4229100"/>
          <p14:tracePt t="64339" x="2286000" y="4222750"/>
          <p14:tracePt t="64360" x="2292350" y="4216400"/>
          <p14:tracePt t="64381" x="2298700" y="4210050"/>
          <p14:tracePt t="64641" x="2305050" y="4210050"/>
          <p14:tracePt t="64675" x="2311400" y="4210050"/>
          <p14:tracePt t="64711" x="2324100" y="4210050"/>
          <p14:tracePt t="64732" x="2330450" y="4210050"/>
          <p14:tracePt t="64739" x="2343150" y="4203700"/>
          <p14:tracePt t="64750" x="2362200" y="4191000"/>
          <p14:tracePt t="64768" x="2432050" y="4140200"/>
          <p14:tracePt t="64783" x="2489200" y="4089400"/>
          <p14:tracePt t="64800" x="2559050" y="4019550"/>
          <p14:tracePt t="64817" x="2717800" y="3854450"/>
          <p14:tracePt t="64834" x="2914650" y="3625850"/>
          <p14:tracePt t="64850" x="3035300" y="3467100"/>
          <p14:tracePt t="64867" x="3314700" y="3048000"/>
          <p14:tracePt t="64883" x="3587750" y="2501900"/>
          <p14:tracePt t="64900" x="3740150" y="2178050"/>
          <p14:tracePt t="64916" x="3873500" y="1854200"/>
          <p14:tracePt t="64933" x="4013200" y="1485900"/>
          <p14:tracePt t="64950" x="4133850" y="1149350"/>
          <p14:tracePt t="64965" x="4254500" y="806450"/>
          <p14:tracePt t="64983" x="4387850" y="488950"/>
          <p14:tracePt t="65000" x="4597400" y="19050"/>
          <p14:tracePt t="65015" x="4667250" y="0"/>
          <p14:tracePt t="65032" x="4762500" y="0"/>
          <p14:tracePt t="65050" x="4845050" y="0"/>
          <p14:tracePt t="65065" x="4857750" y="0"/>
          <p14:tracePt t="65083" x="4895850" y="0"/>
          <p14:tracePt t="65099" x="4914900" y="0"/>
          <p14:tracePt t="65115" x="4927600" y="0"/>
          <p14:tracePt t="65133" x="4940300" y="0"/>
          <p14:tracePt t="65149" x="4953000" y="0"/>
          <p14:tracePt t="65165" x="4959350" y="0"/>
          <p14:tracePt t="65183" x="4972050" y="0"/>
          <p14:tracePt t="65199" x="4997450" y="0"/>
          <p14:tracePt t="65216" x="5003800" y="0"/>
          <p14:tracePt t="65232" x="5010150" y="0"/>
          <p14:tracePt t="65248" x="5016500" y="0"/>
          <p14:tracePt t="65265" x="5022850" y="0"/>
          <p14:tracePt t="65281" x="5029200" y="0"/>
          <p14:tracePt t="65351" x="5035550" y="6350"/>
          <p14:tracePt t="65386" x="5035550" y="12700"/>
          <p14:tracePt t="65393" x="5035550" y="19050"/>
          <p14:tracePt t="65415" x="5035550" y="25400"/>
          <p14:tracePt t="65435" x="5035550" y="31750"/>
          <p14:tracePt t="65462" x="5035550" y="38100"/>
          <p14:tracePt t="65477" x="5035550" y="44450"/>
          <p14:tracePt t="65512" x="5029200" y="50800"/>
          <p14:tracePt t="65554" x="5022850" y="57150"/>
          <p14:tracePt t="65583" x="5016500" y="63500"/>
          <p14:tracePt t="65611" x="5010150" y="69850"/>
          <p14:tracePt t="65632" x="5010150" y="76200"/>
          <p14:tracePt t="65639" x="5003800" y="82550"/>
          <p14:tracePt t="65667" x="4997450" y="82550"/>
          <p14:tracePt t="65688" x="4997450" y="88900"/>
          <p14:tracePt t="65708" x="4997450" y="95250"/>
          <p14:tracePt t="65715" x="4991100" y="95250"/>
          <p14:tracePt t="65737" x="4984750" y="101600"/>
          <p14:tracePt t="65744" x="4978400" y="107950"/>
          <p14:tracePt t="65758" x="4972050" y="114300"/>
          <p14:tracePt t="65766" x="4965700" y="127000"/>
          <p14:tracePt t="65781" x="4953000" y="133350"/>
          <p14:tracePt t="65796" x="4940300" y="152400"/>
          <p14:tracePt t="65814" x="4895850" y="209550"/>
          <p14:tracePt t="65830" x="4857750" y="241300"/>
          <p14:tracePt t="65847" x="4781550" y="342900"/>
          <p14:tracePt t="65864" x="4730750" y="412750"/>
          <p14:tracePt t="65880" x="4686300" y="482600"/>
          <p14:tracePt t="65896" x="4578350" y="660400"/>
          <p14:tracePt t="65913" x="4451350" y="889000"/>
          <p14:tracePt t="65929" x="4394200" y="1003300"/>
          <p14:tracePt t="65946" x="4267200" y="1308100"/>
          <p14:tracePt t="65963" x="4165600" y="1625600"/>
          <p14:tracePt t="65979" x="4108450" y="1778000"/>
          <p14:tracePt t="65998" x="4000500" y="2127250"/>
          <p14:tracePt t="66012" x="3968750" y="2241550"/>
          <p14:tracePt t="66029" x="3898900" y="2438400"/>
          <p14:tracePt t="66047" x="3822700" y="2635250"/>
          <p14:tracePt t="66062" x="3784600" y="2730500"/>
          <p14:tracePt t="66079" x="3702050" y="2876550"/>
          <p14:tracePt t="66096" x="3632200" y="3003550"/>
          <p14:tracePt t="66112" x="3594100" y="3073400"/>
          <p14:tracePt t="66129" x="3568700" y="3117850"/>
          <p14:tracePt t="66146" x="3505200" y="3219450"/>
          <p14:tracePt t="66162" x="3479800" y="3238500"/>
          <p14:tracePt t="66179" x="3467100" y="3270250"/>
          <p14:tracePt t="66195" x="3429000" y="3314700"/>
          <p14:tracePt t="66212" x="3384550" y="3365500"/>
          <p14:tracePt t="66229" x="3352800" y="3403600"/>
          <p14:tracePt t="66245" x="3340100" y="3416300"/>
          <p14:tracePt t="66261" x="3321050" y="3460750"/>
          <p14:tracePt t="66279" x="3302000" y="3492500"/>
          <p14:tracePt t="66295" x="3295650" y="3498850"/>
          <p14:tracePt t="66312" x="3289300" y="3517900"/>
          <p14:tracePt t="66329" x="3282950" y="3524250"/>
          <p14:tracePt t="66361" x="3276600" y="3524250"/>
          <p14:tracePt t="66377" x="3270250" y="3536950"/>
          <p14:tracePt t="66394" x="3263900" y="3543300"/>
          <p14:tracePt t="66412" x="3251200" y="3581400"/>
          <p14:tracePt t="66428" x="3225800" y="3613150"/>
          <p14:tracePt t="66444" x="3194050" y="3683000"/>
          <p14:tracePt t="66461" x="3149600" y="3784600"/>
          <p14:tracePt t="66477" x="3130550" y="3841750"/>
          <p14:tracePt t="66494" x="3073400" y="3975100"/>
          <p14:tracePt t="66511" x="3028950" y="4108450"/>
          <p14:tracePt t="66527" x="2997200" y="4178300"/>
          <p14:tracePt t="66544" x="2946400" y="4311650"/>
          <p14:tracePt t="66561" x="2914650" y="4387850"/>
          <p14:tracePt t="66577" x="2901950" y="4419600"/>
          <p14:tracePt t="66580" x="2889250" y="4445000"/>
          <p14:tracePt t="66594" x="2870200" y="4464050"/>
          <p14:tracePt t="66611" x="2851150" y="4508500"/>
          <p14:tracePt t="66627" x="2838450" y="4527550"/>
          <p14:tracePt t="66643" x="2806700" y="4559300"/>
          <p14:tracePt t="66660" x="2781300" y="4597400"/>
          <p14:tracePt t="66677" x="2768600" y="4616450"/>
          <p14:tracePt t="66694" x="2736850" y="4654550"/>
          <p14:tracePt t="66710" x="2711450" y="4686300"/>
          <p14:tracePt t="66727" x="2698750" y="4705350"/>
          <p14:tracePt t="66743" x="2673350" y="4730750"/>
          <p14:tracePt t="66760" x="2654300" y="4743450"/>
          <p14:tracePt t="66777" x="2622550" y="4768850"/>
          <p14:tracePt t="66810" x="2609850" y="4775200"/>
          <p14:tracePt t="66827" x="2603500" y="4775200"/>
          <p14:tracePt t="66843" x="2584450" y="4775200"/>
          <p14:tracePt t="66860" x="2584450" y="4768850"/>
          <p14:tracePt t="66876" x="2559050" y="4749800"/>
          <p14:tracePt t="66892" x="2533650" y="4724400"/>
          <p14:tracePt t="66910" x="2520950" y="4711700"/>
          <p14:tracePt t="66926" x="2476500" y="4679950"/>
          <p14:tracePt t="66942" x="2438400" y="4654550"/>
          <p14:tracePt t="66960" x="2419350" y="4629150"/>
          <p14:tracePt t="66976" x="2406650" y="4622800"/>
          <p14:tracePt t="66992" x="2393950" y="4610100"/>
          <p14:tracePt t="67009" x="2393950" y="4603750"/>
          <p14:tracePt t="67045" x="2387600" y="4603750"/>
          <p14:tracePt t="67164" x="2381250" y="4603750"/>
          <p14:tracePt t="67170" x="2374900" y="4597400"/>
          <p14:tracePt t="67199" x="2368550" y="4597400"/>
          <p14:tracePt t="67213" x="2355850" y="4597400"/>
          <p14:tracePt t="67241" x="2343150" y="4591050"/>
          <p14:tracePt t="67262" x="2336800" y="4591050"/>
          <p14:tracePt t="67290" x="2336800" y="4584700"/>
          <p14:tracePt t="67311" x="2330450" y="4584700"/>
          <p14:tracePt t="67339" x="2324100" y="4578350"/>
          <p14:tracePt t="67374" x="2324100" y="4572000"/>
          <p14:tracePt t="67381" x="2324100" y="4565650"/>
          <p14:tracePt t="67402" x="2324100" y="4559300"/>
          <p14:tracePt t="67425" x="2324100" y="4552950"/>
          <p14:tracePt t="67430" x="2324100" y="4546600"/>
          <p14:tracePt t="67445" x="2330450" y="4546600"/>
          <p14:tracePt t="67457" x="2330450" y="4540250"/>
          <p14:tracePt t="67474" x="2336800" y="4514850"/>
          <p14:tracePt t="67491" x="2343150" y="4502150"/>
          <p14:tracePt t="67508" x="2355850" y="4464050"/>
          <p14:tracePt t="67524" x="2362200" y="4425950"/>
          <p14:tracePt t="67541" x="2362200" y="4413250"/>
          <p14:tracePt t="67558" x="2362200" y="4375150"/>
          <p14:tracePt t="67574" x="2362200" y="4337050"/>
          <p14:tracePt t="67593" x="2362200" y="4324350"/>
          <p14:tracePt t="67613" x="2362200" y="4318000"/>
          <p14:tracePt t="67662" x="2362200" y="4311650"/>
          <p14:tracePt t="67781" x="2362200" y="4318000"/>
          <p14:tracePt t="67795" x="2355850" y="4318000"/>
          <p14:tracePt t="67803" x="2349500" y="4318000"/>
          <p14:tracePt t="67817" x="2343150" y="4324350"/>
          <p14:tracePt t="67826" x="2336800" y="4324350"/>
          <p14:tracePt t="67839" x="2330450" y="4330700"/>
          <p14:tracePt t="67856" x="2286000" y="4343400"/>
          <p14:tracePt t="67873" x="2197100" y="4375150"/>
          <p14:tracePt t="67889" x="2159000" y="4381500"/>
          <p14:tracePt t="67906" x="2025650" y="4419600"/>
          <p14:tracePt t="67923" x="1917700" y="4451350"/>
          <p14:tracePt t="67939" x="1879600" y="4451350"/>
          <p14:tracePt t="67956" x="1835150" y="4464050"/>
          <p14:tracePt t="67973" x="1765300" y="4483100"/>
          <p14:tracePt t="67989" x="1752600" y="4483100"/>
          <p14:tracePt t="68007" x="1746250" y="4483100"/>
          <p14:tracePt t="68022" x="1733550" y="4483100"/>
          <p14:tracePt t="68112" x="1739900" y="4476750"/>
          <p14:tracePt t="68154" x="1746250" y="4476750"/>
          <p14:tracePt t="68175" x="1752600" y="4476750"/>
          <p14:tracePt t="68196" x="1758950" y="4476750"/>
          <p14:tracePt t="68204" x="1765300" y="4476750"/>
          <p14:tracePt t="68218" x="1778000" y="4476750"/>
          <p14:tracePt t="68225" x="1790700" y="4476750"/>
          <p14:tracePt t="68239" x="1809750" y="4476750"/>
          <p14:tracePt t="68255" x="1866900" y="4470400"/>
          <p14:tracePt t="68271" x="1898650" y="4464050"/>
          <p14:tracePt t="68289" x="1993900" y="4451350"/>
          <p14:tracePt t="68305" x="2070100" y="4445000"/>
          <p14:tracePt t="68321" x="2114550" y="4438650"/>
          <p14:tracePt t="68338" x="2165350" y="4419600"/>
          <p14:tracePt t="68354" x="2178050" y="4419600"/>
          <p14:tracePt t="68373" x="2216150" y="4406900"/>
          <p14:tracePt t="68428" x="2222500" y="4406900"/>
          <p14:tracePt t="68534" x="2222500" y="4400550"/>
          <p14:tracePt t="73937" x="2209800" y="4400550"/>
          <p14:tracePt t="73944" x="2203450" y="4400550"/>
          <p14:tracePt t="73952" x="2184400" y="4394200"/>
          <p14:tracePt t="73968" x="2152650" y="4381500"/>
          <p14:tracePt t="73985" x="2114550" y="4356100"/>
          <p14:tracePt t="74001" x="2063750" y="4343400"/>
          <p14:tracePt t="74018" x="2019300" y="4324350"/>
          <p14:tracePt t="74036" x="1974850" y="4318000"/>
          <p14:tracePt t="74051" x="1943100" y="4318000"/>
          <p14:tracePt t="74068" x="1924050" y="4318000"/>
          <p14:tracePt t="74085" x="1898650" y="4318000"/>
          <p14:tracePt t="74101" x="1892300" y="4324350"/>
          <p14:tracePt t="74134" x="1885950" y="4330700"/>
          <p14:tracePt t="74176" x="1885950" y="4337050"/>
          <p14:tracePt t="74204" x="1879600" y="4343400"/>
          <p14:tracePt t="74225" x="1879600" y="4349750"/>
          <p14:tracePt t="74239" x="1879600" y="4356100"/>
          <p14:tracePt t="74261" x="1879600" y="4362450"/>
          <p14:tracePt t="74268" x="1879600" y="4375150"/>
          <p14:tracePt t="74281" x="1873250" y="4381500"/>
          <p14:tracePt t="74288" x="1873250" y="4387850"/>
          <p14:tracePt t="74300" x="1873250" y="4400550"/>
          <p14:tracePt t="74317" x="1860550" y="4445000"/>
          <p14:tracePt t="74334" x="1847850" y="4476750"/>
          <p14:tracePt t="74351" x="1835150" y="4521200"/>
          <p14:tracePt t="74367" x="1809750" y="4572000"/>
          <p14:tracePt t="74384" x="1790700" y="4610100"/>
          <p14:tracePt t="74401" x="1765300" y="4667250"/>
          <p14:tracePt t="74417" x="1752600" y="4692650"/>
          <p14:tracePt t="74433" x="1727200" y="4718050"/>
          <p14:tracePt t="74451" x="1714500" y="4743450"/>
          <p14:tracePt t="74466" x="1708150" y="4743450"/>
          <p14:tracePt t="74483" x="1701800" y="4749800"/>
          <p14:tracePt t="74555" x="1695450" y="4756150"/>
          <p14:tracePt t="74787" x="1708150" y="4756150"/>
          <p14:tracePt t="74801" x="1720850" y="4756150"/>
          <p14:tracePt t="74808" x="1727200" y="4756150"/>
          <p14:tracePt t="74818" x="1733550" y="4756150"/>
          <p14:tracePt t="74833" x="1765300" y="4756150"/>
          <p14:tracePt t="74848" x="1809750" y="4756150"/>
          <p14:tracePt t="74865" x="1905000" y="4756150"/>
          <p14:tracePt t="74882" x="1968500" y="4756150"/>
          <p14:tracePt t="74899" x="2038350" y="4756150"/>
          <p14:tracePt t="74915" x="2127250" y="4743450"/>
          <p14:tracePt t="74932" x="2171700" y="4737100"/>
          <p14:tracePt t="74949" x="2209800" y="4730750"/>
          <p14:tracePt t="74965" x="2222500" y="4730750"/>
          <p14:tracePt t="75159" x="2222500" y="4737100"/>
          <p14:tracePt t="75614" x="2228850" y="4724400"/>
          <p14:tracePt t="75621" x="2241550" y="4705350"/>
          <p14:tracePt t="75630" x="2247900" y="4673600"/>
          <p14:tracePt t="75646" x="2286000" y="4610100"/>
          <p14:tracePt t="75663" x="2317750" y="4559300"/>
          <p14:tracePt t="75679" x="2381250" y="4464050"/>
          <p14:tracePt t="75696" x="2425700" y="4375150"/>
          <p14:tracePt t="75713" x="2482850" y="4298950"/>
          <p14:tracePt t="75729" x="2508250" y="4260850"/>
          <p14:tracePt t="75746" x="2520950" y="4235450"/>
          <p14:tracePt t="75762" x="2533650" y="4210050"/>
          <p14:tracePt t="75779" x="2540000" y="4203700"/>
          <p14:tracePt t="75796" x="2546350" y="4203700"/>
          <p14:tracePt t="75845" x="2552700" y="4203700"/>
          <p14:tracePt t="75902" x="2552700" y="4210050"/>
          <p14:tracePt t="78519" x="2546350" y="4216400"/>
          <p14:tracePt t="78526" x="2533650" y="4222750"/>
          <p14:tracePt t="78536" x="2527300" y="4235450"/>
          <p14:tracePt t="78552" x="2508250" y="4260850"/>
          <p14:tracePt t="78569" x="2476500" y="4292600"/>
          <p14:tracePt t="78586" x="2444750" y="4324350"/>
          <p14:tracePt t="78603" x="2381250" y="4381500"/>
          <p14:tracePt t="78619" x="2336800" y="4419600"/>
          <p14:tracePt t="78635" x="2286000" y="4470400"/>
          <p14:tracePt t="78653" x="2222500" y="4521200"/>
          <p14:tracePt t="78669" x="2197100" y="4533900"/>
          <p14:tracePt t="78685" x="2184400" y="4540250"/>
          <p14:tracePt t="78702" x="2171700" y="4540250"/>
          <p14:tracePt t="78719" x="2159000" y="4540250"/>
          <p14:tracePt t="78735" x="2146300" y="4540250"/>
          <p14:tracePt t="78752" x="2127250" y="4540250"/>
          <p14:tracePt t="78768" x="2108200" y="4546600"/>
          <p14:tracePt t="78786" x="2063750" y="4546600"/>
          <p14:tracePt t="78801" x="2038350" y="4552950"/>
          <p14:tracePt t="78818" x="2012950" y="4552950"/>
          <p14:tracePt t="78836" x="1981200" y="4546600"/>
          <p14:tracePt t="78851" x="1974850" y="4546600"/>
          <p14:tracePt t="78868" x="1968500" y="4546600"/>
          <p14:tracePt t="78940" x="1968500" y="4540250"/>
          <p14:tracePt t="78961" x="1962150" y="4533900"/>
          <p14:tracePt t="78976" x="1955800" y="4527550"/>
          <p14:tracePt t="78982" x="1949450" y="4527550"/>
          <p14:tracePt t="78996" x="1943100" y="4527550"/>
          <p14:tracePt t="79011" x="1936750" y="4527550"/>
          <p14:tracePt t="79020" x="1930400" y="4521200"/>
          <p14:tracePt t="79034" x="1905000" y="4521200"/>
          <p14:tracePt t="79051" x="1879600" y="4514850"/>
          <p14:tracePt t="79068" x="1841500" y="4508500"/>
          <p14:tracePt t="79084" x="1816100" y="4508500"/>
          <p14:tracePt t="79102" x="1803400" y="4508500"/>
          <p14:tracePt t="79118" x="1784350" y="4508500"/>
          <p14:tracePt t="79134" x="1778000" y="4508500"/>
          <p14:tracePt t="79152" x="1771650" y="4508500"/>
          <p14:tracePt t="79193" x="1771650" y="4514850"/>
          <p14:tracePt t="79214" x="1765300" y="4514850"/>
          <p14:tracePt t="79221" x="1758950" y="4514850"/>
          <p14:tracePt t="79257" x="1752600" y="4521200"/>
          <p14:tracePt t="79291" x="1746250" y="4521200"/>
          <p14:tracePt t="79829" x="1752600" y="4521200"/>
          <p14:tracePt t="79837" x="1758950" y="4521200"/>
          <p14:tracePt t="79848" x="1765300" y="4521200"/>
          <p14:tracePt t="79865" x="1784350" y="4521200"/>
          <p14:tracePt t="79881" x="1797050" y="4521200"/>
          <p14:tracePt t="79898" x="1809750" y="4521200"/>
          <p14:tracePt t="79914" x="1822450" y="4527550"/>
          <p14:tracePt t="79930" x="1828800" y="4527550"/>
          <p14:tracePt t="79964" x="1835150" y="4527550"/>
          <p14:tracePt t="79981" x="1841500" y="4527550"/>
          <p14:tracePt t="80237" x="1847850" y="4527550"/>
          <p14:tracePt t="80258" x="1854200" y="4527550"/>
          <p14:tracePt t="80272" x="1860550" y="4527550"/>
          <p14:tracePt t="80286" x="1866900" y="4527550"/>
          <p14:tracePt t="80300" x="1873250" y="4533900"/>
          <p14:tracePt t="80307" x="1879600" y="4533900"/>
          <p14:tracePt t="80328" x="1885950" y="4540250"/>
          <p14:tracePt t="80349" x="1892300" y="4540250"/>
          <p14:tracePt t="80399" x="1898650" y="4540250"/>
          <p14:tracePt t="80440" x="1905000" y="4540250"/>
          <p14:tracePt t="80883" x="1905000" y="4546600"/>
          <p14:tracePt t="80904" x="1898650" y="4552950"/>
          <p14:tracePt t="80932" x="1898650" y="4559300"/>
          <p14:tracePt t="80939" x="1892300" y="4565650"/>
          <p14:tracePt t="80962" x="1892300" y="4572000"/>
          <p14:tracePt t="80968" x="1885950" y="4572000"/>
          <p14:tracePt t="80982" x="1885950" y="4578350"/>
          <p14:tracePt t="80994" x="1879600" y="4584700"/>
          <p14:tracePt t="81011" x="1873250" y="4603750"/>
          <p14:tracePt t="81027" x="1866900" y="4610100"/>
          <p14:tracePt t="81044" x="1854200" y="4629150"/>
          <p14:tracePt t="81061" x="1835150" y="4654550"/>
          <p14:tracePt t="81077" x="1835150" y="4660900"/>
          <p14:tracePt t="81095" x="1828800" y="4673600"/>
          <p14:tracePt t="81110" x="1828800" y="4679950"/>
          <p14:tracePt t="81144" x="1828800" y="4686300"/>
          <p14:tracePt t="81160" x="1822450" y="4692650"/>
          <p14:tracePt t="81180" x="1822450" y="4699000"/>
          <p14:tracePt t="81214" x="1816100" y="4699000"/>
          <p14:tracePt t="81234" x="1816100" y="4705350"/>
          <p14:tracePt t="81241" x="1809750" y="4711700"/>
          <p14:tracePt t="81249" x="1809750" y="4718050"/>
          <p14:tracePt t="81263" x="1809750" y="4724400"/>
          <p14:tracePt t="81277" x="1809750" y="4730750"/>
          <p14:tracePt t="81293" x="1809750" y="4756150"/>
          <p14:tracePt t="81310" x="1809750" y="4781550"/>
          <p14:tracePt t="81327" x="1797050" y="4819650"/>
          <p14:tracePt t="81343" x="1790700" y="4870450"/>
          <p14:tracePt t="81359" x="1790700" y="4889500"/>
          <p14:tracePt t="81362" x="1778000" y="4921250"/>
          <p14:tracePt t="81376" x="1771650" y="4940300"/>
          <p14:tracePt t="81393" x="1771650" y="4984750"/>
          <p14:tracePt t="81410" x="1765300" y="5003800"/>
          <p14:tracePt t="81426" x="1765300" y="5022850"/>
          <p14:tracePt t="81442" x="1765300" y="5029200"/>
          <p14:tracePt t="81460" x="1765300" y="5035550"/>
          <p14:tracePt t="81663" x="1758950" y="5035550"/>
          <p14:tracePt t="81705" x="1746250" y="5035550"/>
          <p14:tracePt t="81712" x="1739900" y="5035550"/>
          <p14:tracePt t="81727" x="1733550" y="5035550"/>
          <p14:tracePt t="81742" x="1720850" y="5035550"/>
          <p14:tracePt t="81758" x="1714500" y="5035550"/>
          <p14:tracePt t="81775" x="1689100" y="5029200"/>
          <p14:tracePt t="81791" x="1657350" y="5029200"/>
          <p14:tracePt t="81808" x="1619250" y="5022850"/>
          <p14:tracePt t="81825" x="1574800" y="5022850"/>
          <p14:tracePt t="81841" x="1562100" y="5022850"/>
          <p14:tracePt t="81858" x="1530350" y="5022850"/>
          <p14:tracePt t="81875" x="1511300" y="5022850"/>
          <p14:tracePt t="81891" x="1504950" y="5022850"/>
          <p14:tracePt t="81907" x="1492250" y="5022850"/>
          <p14:tracePt t="81924" x="1485900" y="5022850"/>
          <p14:tracePt t="81941" x="1479550" y="5022850"/>
          <p14:tracePt t="81959" x="1466850" y="5022850"/>
          <p14:tracePt t="82022" x="1460500" y="5022850"/>
          <p14:tracePt t="82057" x="1454150" y="5022850"/>
          <p14:tracePt t="82092" x="1447800" y="5022850"/>
          <p14:tracePt t="82148" x="1447800" y="5016500"/>
          <p14:tracePt t="82197" x="1454150" y="5016500"/>
          <p14:tracePt t="82204" x="1460500" y="5016500"/>
          <p14:tracePt t="82218" x="1460500" y="5010150"/>
          <p14:tracePt t="82226" x="1466850" y="5010150"/>
          <p14:tracePt t="82240" x="1473200" y="5010150"/>
          <p14:tracePt t="82256" x="1492250" y="5003800"/>
          <p14:tracePt t="82273" x="1511300" y="4997450"/>
          <p14:tracePt t="82290" x="1536700" y="4991100"/>
          <p14:tracePt t="82306" x="1568450" y="4984750"/>
          <p14:tracePt t="82324" x="1587500" y="4978400"/>
          <p14:tracePt t="82339" x="1625600" y="4965700"/>
          <p14:tracePt t="82356" x="1638300" y="4959350"/>
          <p14:tracePt t="82373" x="1689100" y="4940300"/>
          <p14:tracePt t="82389" x="1708150" y="4940300"/>
          <p14:tracePt t="82406" x="1720850" y="4933950"/>
          <p14:tracePt t="82423" x="1733550" y="4933950"/>
          <p14:tracePt t="82439" x="1739900" y="4927600"/>
          <p14:tracePt t="82456" x="1746250" y="4927600"/>
          <p14:tracePt t="82489" x="1752600" y="4927600"/>
          <p14:tracePt t="82527" x="1758950" y="4927600"/>
          <p14:tracePt t="82577" x="1758950" y="4933950"/>
          <p14:tracePt t="82640" x="1765300" y="4933950"/>
          <p14:tracePt t="82668" x="1771650" y="4933950"/>
          <p14:tracePt t="82696" x="1784350" y="4933950"/>
          <p14:tracePt t="82717" x="1790700" y="4933950"/>
          <p14:tracePt t="82724" x="1797050" y="4940300"/>
          <p14:tracePt t="82740" x="1803400" y="4940300"/>
          <p14:tracePt t="82754" x="1809750" y="4940300"/>
          <p14:tracePt t="82771" x="1860550" y="4940300"/>
          <p14:tracePt t="82788" x="1949450" y="4946650"/>
          <p14:tracePt t="82804" x="2012950" y="4946650"/>
          <p14:tracePt t="82821" x="2095500" y="4959350"/>
          <p14:tracePt t="82837" x="2298700" y="4965700"/>
          <p14:tracePt t="82854" x="2552700" y="4978400"/>
          <p14:tracePt t="82872" x="2800350" y="4991100"/>
          <p14:tracePt t="82888" x="2940050" y="4991100"/>
          <p14:tracePt t="82904" x="3206750" y="4991100"/>
          <p14:tracePt t="82921" x="3435350" y="4991100"/>
          <p14:tracePt t="82937" x="3613150" y="4991100"/>
          <p14:tracePt t="82954" x="3689350" y="4991100"/>
          <p14:tracePt t="82970" x="3803650" y="4978400"/>
          <p14:tracePt t="82987" x="3854450" y="4978400"/>
          <p14:tracePt t="83005" x="3937000" y="4972050"/>
          <p14:tracePt t="83020" x="4019550" y="4953000"/>
          <p14:tracePt t="83037" x="4051300" y="4953000"/>
          <p14:tracePt t="83054" x="4114800" y="4946650"/>
          <p14:tracePt t="83070" x="4171950" y="4946650"/>
          <p14:tracePt t="83087" x="4203700" y="4946650"/>
          <p14:tracePt t="83104" x="4241800" y="4946650"/>
          <p14:tracePt t="83120" x="4273550" y="4946650"/>
          <p14:tracePt t="83137" x="4286250" y="4946650"/>
          <p14:tracePt t="83153" x="4305300" y="4946650"/>
          <p14:tracePt t="83170" x="4324350" y="4940300"/>
          <p14:tracePt t="83187" x="4330700" y="4940300"/>
          <p14:tracePt t="83220" x="4337050" y="4940300"/>
          <p14:tracePt t="83420" x="4330700" y="4940300"/>
          <p14:tracePt t="83427" x="4318000" y="4933950"/>
          <p14:tracePt t="83441" x="4286250" y="4933950"/>
          <p14:tracePt t="83452" x="4248150" y="4933950"/>
          <p14:tracePt t="83470" x="4133850" y="4921250"/>
          <p14:tracePt t="83485" x="4044950" y="4921250"/>
          <p14:tracePt t="83502" x="3841750" y="4921250"/>
          <p14:tracePt t="83519" x="3600450" y="4927600"/>
          <p14:tracePt t="83535" x="3460750" y="4927600"/>
          <p14:tracePt t="83552" x="3346450" y="4940300"/>
          <p14:tracePt t="83568" x="2978150" y="4959350"/>
          <p14:tracePt t="83585" x="2876550" y="4959350"/>
          <p14:tracePt t="83602" x="2787650" y="4959350"/>
          <p14:tracePt t="83618" x="2622550" y="4965700"/>
          <p14:tracePt t="83635" x="2495550" y="4965700"/>
          <p14:tracePt t="83652" x="2393950" y="4965700"/>
          <p14:tracePt t="83668" x="2343150" y="4965700"/>
          <p14:tracePt t="83684" x="2247900" y="4965700"/>
          <p14:tracePt t="83701" x="2178050" y="4978400"/>
          <p14:tracePt t="83718" x="2139950" y="4978400"/>
          <p14:tracePt t="83734" x="2101850" y="4984750"/>
          <p14:tracePt t="83751" x="2051050" y="4991100"/>
          <p14:tracePt t="83768" x="2032000" y="4991100"/>
          <p14:tracePt t="83786" x="1987550" y="5003800"/>
          <p14:tracePt t="83801" x="1955800" y="5010150"/>
          <p14:tracePt t="83817" x="1936750" y="5016500"/>
          <p14:tracePt t="83835" x="1892300" y="5022850"/>
          <p14:tracePt t="83850" x="1854200" y="5022850"/>
          <p14:tracePt t="83867" x="1841500" y="5022850"/>
          <p14:tracePt t="83884" x="1816100" y="5022850"/>
          <p14:tracePt t="83900" x="1803400" y="5022850"/>
          <p14:tracePt t="83917" x="1784350" y="5022850"/>
          <p14:tracePt t="83921" x="1778000" y="5022850"/>
          <p14:tracePt t="83934" x="1771650" y="5022850"/>
          <p14:tracePt t="83950" x="1765300" y="5022850"/>
          <p14:tracePt t="83968" x="1746250" y="5029200"/>
          <p14:tracePt t="83984" x="1727200" y="5029200"/>
          <p14:tracePt t="84000" x="1720850" y="5029200"/>
          <p14:tracePt t="84017" x="1701800" y="5029200"/>
          <p14:tracePt t="84033" x="1682750" y="5029200"/>
          <p14:tracePt t="84050" x="1670050" y="5029200"/>
          <p14:tracePt t="84067" x="1663700" y="5029200"/>
          <p14:tracePt t="84083" x="1657350" y="5029200"/>
          <p14:tracePt t="84103" x="1651000" y="5029200"/>
          <p14:tracePt t="84130" x="1644650" y="5029200"/>
          <p14:tracePt t="84172" x="1638300" y="5029200"/>
          <p14:tracePt t="84235" x="1638300" y="5022850"/>
          <p14:tracePt t="84242" x="1638300" y="5016500"/>
          <p14:tracePt t="84263" x="1644650" y="5010150"/>
          <p14:tracePt t="84270" x="1651000" y="5010150"/>
          <p14:tracePt t="84286" x="1663700" y="5003800"/>
          <p14:tracePt t="84299" x="1676400" y="5003800"/>
          <p14:tracePt t="84316" x="1720850" y="4991100"/>
          <p14:tracePt t="84333" x="1790700" y="4984750"/>
          <p14:tracePt t="84349" x="1822450" y="4972050"/>
          <p14:tracePt t="84365" x="1936750" y="4965700"/>
          <p14:tracePt t="84383" x="2070100" y="4940300"/>
          <p14:tracePt t="84399" x="2139950" y="4927600"/>
          <p14:tracePt t="84416" x="2279650" y="4908550"/>
          <p14:tracePt t="84433" x="2425700" y="4889500"/>
          <p14:tracePt t="84448" x="2489200" y="4883150"/>
          <p14:tracePt t="84466" x="2552700" y="4883150"/>
          <p14:tracePt t="84482" x="2686050" y="4870450"/>
          <p14:tracePt t="84498" x="2851150" y="4864100"/>
          <p14:tracePt t="84516" x="3041650" y="4851400"/>
          <p14:tracePt t="84532" x="3130550" y="4832350"/>
          <p14:tracePt t="84548" x="3295650" y="4819650"/>
          <p14:tracePt t="84566" x="3441700" y="4813300"/>
          <p14:tracePt t="84582" x="3505200" y="4813300"/>
          <p14:tracePt t="84598" x="3619500" y="4813300"/>
          <p14:tracePt t="84615" x="3689350" y="4813300"/>
          <p14:tracePt t="84631" x="3721100" y="4813300"/>
          <p14:tracePt t="84649" x="3759200" y="4819650"/>
          <p14:tracePt t="84664" x="3797300" y="4819650"/>
          <p14:tracePt t="84681" x="3822700" y="4819650"/>
          <p14:tracePt t="84699" x="3854450" y="4826000"/>
          <p14:tracePt t="84714" x="3886200" y="4826000"/>
          <p14:tracePt t="84731" x="3905250" y="4832350"/>
          <p14:tracePt t="84748" x="3930650" y="4832350"/>
          <p14:tracePt t="84764" x="3943350" y="4838700"/>
          <p14:tracePt t="84781" x="3968750" y="4838700"/>
          <p14:tracePt t="84798" x="3987800" y="4845050"/>
          <p14:tracePt t="84814" x="3994150" y="4845050"/>
          <p14:tracePt t="84832" x="4000500" y="4845050"/>
          <p14:tracePt t="84847" x="4013200" y="4845050"/>
          <p14:tracePt t="84881" x="4019550" y="4845050"/>
          <p14:tracePt t="84986" x="4013200" y="4845050"/>
          <p14:tracePt t="84993" x="4006850" y="4845050"/>
          <p14:tracePt t="85015" x="4000500" y="4845050"/>
          <p14:tracePt t="85028" x="3981450" y="4845050"/>
          <p14:tracePt t="85036" x="3949700" y="4845050"/>
          <p14:tracePt t="85047" x="3905250" y="4845050"/>
          <p14:tracePt t="85064" x="3727450" y="4838700"/>
          <p14:tracePt t="85080" x="3606800" y="4826000"/>
          <p14:tracePt t="85096" x="3473450" y="4826000"/>
          <p14:tracePt t="85113" x="2940050" y="4800600"/>
          <p14:tracePt t="85130" x="2781300" y="4800600"/>
          <p14:tracePt t="85146" x="2597150" y="4787900"/>
          <p14:tracePt t="85163" x="2330450" y="4787900"/>
          <p14:tracePt t="85179" x="2127250" y="4794250"/>
          <p14:tracePt t="85197" x="1974850" y="4794250"/>
          <p14:tracePt t="85213" x="1930400" y="4800600"/>
          <p14:tracePt t="85229" x="1866900" y="4806950"/>
          <p14:tracePt t="85247" x="1822450" y="4819650"/>
          <p14:tracePt t="85262" x="1803400" y="4819650"/>
          <p14:tracePt t="85279" x="1778000" y="4826000"/>
          <p14:tracePt t="85296" x="1733550" y="4838700"/>
          <p14:tracePt t="85312" x="1720850" y="4838700"/>
          <p14:tracePt t="85330" x="1695450" y="4845050"/>
          <p14:tracePt t="85345" x="1689100" y="4851400"/>
          <p14:tracePt t="85362" x="1682750" y="4851400"/>
          <p14:tracePt t="85380" x="1670050" y="4851400"/>
          <p14:tracePt t="85412" x="1670050" y="4857750"/>
          <p14:tracePt t="86350" x="1695450" y="4857750"/>
          <p14:tracePt t="86364" x="1752600" y="4857750"/>
          <p14:tracePt t="86372" x="1803400" y="4857750"/>
          <p14:tracePt t="86377" x="1854200" y="4851400"/>
          <p14:tracePt t="86392" x="1917700" y="4851400"/>
          <p14:tracePt t="86409" x="1974850" y="4845050"/>
          <p14:tracePt t="86426" x="2139950" y="4826000"/>
          <p14:tracePt t="86442" x="2184400" y="4826000"/>
          <p14:tracePt t="86458" x="2266950" y="4806950"/>
          <p14:tracePt t="86476" x="2311400" y="4800600"/>
          <p14:tracePt t="86491" x="2336800" y="4794250"/>
          <p14:tracePt t="86508" x="2374900" y="4794250"/>
          <p14:tracePt t="86525" x="2400300" y="4794250"/>
          <p14:tracePt t="86541" x="2413000" y="4794250"/>
          <p14:tracePt t="86558" x="2425700" y="4794250"/>
          <p14:tracePt t="86575" x="2444750" y="4794250"/>
          <p14:tracePt t="86591" x="2451100" y="4794250"/>
          <p14:tracePt t="86610" x="2457450" y="4794250"/>
          <p14:tracePt t="86624" x="2463800" y="4794250"/>
          <p14:tracePt t="86641" x="2470150" y="4794250"/>
          <p14:tracePt t="86658" x="2476500" y="4800600"/>
          <p14:tracePt t="86686" x="2489200" y="4800600"/>
          <p14:tracePt t="86700" x="2495550" y="4800600"/>
          <p14:tracePt t="86709" x="2501900" y="4800600"/>
          <p14:tracePt t="86724" x="2514600" y="4800600"/>
          <p14:tracePt t="86741" x="2540000" y="4806950"/>
          <p14:tracePt t="86757" x="2584450" y="4819650"/>
          <p14:tracePt t="86774" x="2616200" y="4819650"/>
          <p14:tracePt t="86791" x="2698750" y="4832350"/>
          <p14:tracePt t="86807" x="2787650" y="4845050"/>
          <p14:tracePt t="86823" x="2825750" y="4845050"/>
          <p14:tracePt t="86841" x="2882900" y="4845050"/>
          <p14:tracePt t="86857" x="2914650" y="4845050"/>
          <p14:tracePt t="86874" x="2927350" y="4845050"/>
          <p14:tracePt t="86891" x="2940050" y="4845050"/>
          <p14:tracePt t="86946" x="2940050" y="4826000"/>
          <p14:tracePt t="86960" x="2927350" y="4826000"/>
          <p14:tracePt t="86967" x="2914650" y="4826000"/>
          <p14:tracePt t="86981" x="2895600" y="4826000"/>
          <p14:tracePt t="86990" x="2857500" y="4819650"/>
          <p14:tracePt t="87007" x="2806700" y="4819650"/>
          <p14:tracePt t="87024" x="2673350" y="4806950"/>
          <p14:tracePt t="87040" x="2508250" y="4806950"/>
          <p14:tracePt t="87059" x="2317750" y="4794250"/>
          <p14:tracePt t="87073" x="2216150" y="4787900"/>
          <p14:tracePt t="87090" x="2076450" y="4775200"/>
          <p14:tracePt t="87106" x="2006600" y="4768850"/>
          <p14:tracePt t="87123" x="1936750" y="4756150"/>
          <p14:tracePt t="87139" x="1898650" y="4749800"/>
          <p14:tracePt t="87157" x="1879600" y="4749800"/>
          <p14:tracePt t="87173" x="1873250" y="4749800"/>
          <p14:tracePt t="87206" x="1866900" y="4743450"/>
          <p14:tracePt t="87227" x="1866900" y="4737100"/>
          <p14:tracePt t="87248" x="1866900" y="4730750"/>
          <p14:tracePt t="87262" x="1866900" y="4718050"/>
          <p14:tracePt t="87272" x="1860550" y="4705350"/>
          <p14:tracePt t="87289" x="1847850" y="4686300"/>
          <p14:tracePt t="87305" x="1822450" y="4635500"/>
          <p14:tracePt t="87322" x="1797050" y="4591050"/>
          <p14:tracePt t="87340" x="1682750" y="4425950"/>
          <p14:tracePt t="87355" x="1651000" y="4375150"/>
          <p14:tracePt t="87372" x="1581150" y="4279900"/>
          <p14:tracePt t="87390" x="1536700" y="4235450"/>
          <p14:tracePt t="87405" x="1524000" y="4222750"/>
          <p14:tracePt t="87422" x="1511300" y="4210050"/>
          <p14:tracePt t="87438" x="1504950" y="4210050"/>
          <p14:tracePt t="87488" x="1498600" y="4210050"/>
          <p14:tracePt t="87803" x="1511300" y="4210050"/>
          <p14:tracePt t="87831" x="1517650" y="4210050"/>
          <p14:tracePt t="87846" x="1524000" y="4216400"/>
          <p14:tracePt t="87852" x="1530350" y="4216400"/>
          <p14:tracePt t="87867" x="1536700" y="4216400"/>
          <p14:tracePt t="87881" x="1555750" y="4216400"/>
          <p14:tracePt t="87889" x="1587500" y="4222750"/>
          <p14:tracePt t="87903" x="1625600" y="4222750"/>
          <p14:tracePt t="87920" x="1663700" y="4222750"/>
          <p14:tracePt t="87937" x="1778000" y="4222750"/>
          <p14:tracePt t="87953" x="1841500" y="4222750"/>
          <p14:tracePt t="87970" x="1911350" y="4222750"/>
          <p14:tracePt t="87987" x="2012950" y="4222750"/>
          <p14:tracePt t="88003" x="2063750" y="4222750"/>
          <p14:tracePt t="88020" x="2089150" y="4222750"/>
          <p14:tracePt t="88037" x="2139950" y="4222750"/>
          <p14:tracePt t="88053" x="2152650" y="4222750"/>
          <p14:tracePt t="88070" x="2165350" y="4222750"/>
          <p14:tracePt t="88176" x="2152650" y="4222750"/>
          <p14:tracePt t="88183" x="2146300" y="4222750"/>
          <p14:tracePt t="88189" x="2133600" y="4222750"/>
          <p14:tracePt t="88205" x="2114550" y="4222750"/>
          <p14:tracePt t="88219" x="2095500" y="4222750"/>
          <p14:tracePt t="88235" x="2038350" y="4229100"/>
          <p14:tracePt t="88253" x="1943100" y="4229100"/>
          <p14:tracePt t="88269" x="1892300" y="4235450"/>
          <p14:tracePt t="88285" x="1797050" y="4248150"/>
          <p14:tracePt t="88303" x="1758950" y="4248150"/>
          <p14:tracePt t="88319" x="1701800" y="4254500"/>
          <p14:tracePt t="88336" x="1663700" y="4254500"/>
          <p14:tracePt t="88353" x="1644650" y="4254500"/>
          <p14:tracePt t="88368" x="1638300" y="4254500"/>
          <p14:tracePt t="88385" x="1631950" y="4254500"/>
          <p14:tracePt t="88401" x="1619250" y="4254500"/>
          <p14:tracePt t="88419" x="1612900" y="4254500"/>
          <p14:tracePt t="88437" x="1593850" y="4254500"/>
          <p14:tracePt t="88451" x="1574800" y="4254500"/>
          <p14:tracePt t="88468" x="1530350" y="4241800"/>
          <p14:tracePt t="88485" x="1479550" y="4222750"/>
          <p14:tracePt t="88501" x="1435100" y="4216400"/>
          <p14:tracePt t="88518" x="1365250" y="4191000"/>
          <p14:tracePt t="88535" x="1301750" y="4159250"/>
          <p14:tracePt t="88551" x="1270000" y="4152900"/>
          <p14:tracePt t="88568" x="1231900" y="4140200"/>
          <p14:tracePt t="88584" x="1212850" y="4140200"/>
          <p14:tracePt t="88601" x="1212850" y="4133850"/>
          <p14:tracePt t="88618" x="1200150" y="4133850"/>
          <p14:tracePt t="88669" x="1200150" y="4127500"/>
          <p14:tracePt t="88696" x="1200150" y="4121150"/>
          <p14:tracePt t="88738" x="1206500" y="4121150"/>
          <p14:tracePt t="88745" x="1212850" y="4121150"/>
          <p14:tracePt t="88753" x="1219200" y="4121150"/>
          <p14:tracePt t="88768" x="1225550" y="4121150"/>
          <p14:tracePt t="88784" x="1231900" y="4121150"/>
          <p14:tracePt t="88801" x="1244600" y="4121150"/>
          <p14:tracePt t="88817" x="1270000" y="4121150"/>
          <p14:tracePt t="88833" x="1282700" y="4121150"/>
          <p14:tracePt t="88851" x="1308100" y="4114800"/>
          <p14:tracePt t="88867" x="1333500" y="4114800"/>
          <p14:tracePt t="88883" x="1339850" y="4114800"/>
          <p14:tracePt t="88900" x="1346200" y="4114800"/>
          <p14:tracePt t="89005" x="1346200" y="4127500"/>
          <p14:tracePt t="89019" x="1346200" y="4133850"/>
          <p14:tracePt t="89026" x="1339850" y="4133850"/>
          <p14:tracePt t="89040" x="1339850" y="4140200"/>
          <p14:tracePt t="89049" x="1339850" y="4146550"/>
          <p14:tracePt t="89066" x="1339850" y="4152900"/>
          <p14:tracePt t="89083" x="1333500" y="4178300"/>
          <p14:tracePt t="89099" x="1327150" y="4210050"/>
          <p14:tracePt t="89116" x="1327150" y="4235450"/>
          <p14:tracePt t="89132" x="1308100" y="4273550"/>
          <p14:tracePt t="89149" x="1301750" y="4311650"/>
          <p14:tracePt t="89166" x="1295400" y="4343400"/>
          <p14:tracePt t="89183" x="1295400" y="4349750"/>
          <p14:tracePt t="89199" x="1295400" y="4362450"/>
          <p14:tracePt t="89216" x="1295400" y="4368800"/>
          <p14:tracePt t="89248" x="1314450" y="4375150"/>
          <p14:tracePt t="89266" x="1327150" y="4381500"/>
          <p14:tracePt t="89299" x="1339850" y="4381500"/>
          <p14:tracePt t="89315" x="1358900" y="4381500"/>
          <p14:tracePt t="89332" x="1377950" y="4381500"/>
          <p14:tracePt t="89350" x="1409700" y="4381500"/>
          <p14:tracePt t="89365" x="1422400" y="4381500"/>
          <p14:tracePt t="89382" x="1441450" y="4375150"/>
          <p14:tracePt t="89399" x="1447800" y="4368800"/>
          <p14:tracePt t="89415" x="1466850" y="4362450"/>
          <p14:tracePt t="89432" x="1479550" y="4356100"/>
          <p14:tracePt t="89449" x="1517650" y="4343400"/>
          <p14:tracePt t="89465" x="1524000" y="4330700"/>
          <p14:tracePt t="89481" x="1543050" y="4324350"/>
          <p14:tracePt t="89498" x="1555750" y="4311650"/>
          <p14:tracePt t="89514" x="1562100" y="4305300"/>
          <p14:tracePt t="89532" x="1562100" y="4298950"/>
          <p14:tracePt t="89548" x="1568450" y="4298950"/>
          <p14:tracePt t="89564" x="1574800" y="4292600"/>
          <p14:tracePt t="89583" x="1581150" y="4292600"/>
          <p14:tracePt t="89609" x="1587500" y="4292600"/>
          <p14:tracePt t="89623" x="1593850" y="4292600"/>
          <p14:tracePt t="89644" x="1600200" y="4292600"/>
          <p14:tracePt t="89679" x="1612900" y="4292600"/>
          <p14:tracePt t="89694" x="1619250" y="4292600"/>
          <p14:tracePt t="89707" x="1631950" y="4292600"/>
          <p14:tracePt t="89716" x="1651000" y="4286250"/>
          <p14:tracePt t="89731" x="1663700" y="4279900"/>
          <p14:tracePt t="89747" x="1682750" y="4279900"/>
          <p14:tracePt t="89764" x="1727200" y="4267200"/>
          <p14:tracePt t="89781" x="1739900" y="4267200"/>
          <p14:tracePt t="89797" x="1752600" y="4260850"/>
          <p14:tracePt t="89813" x="1778000" y="4254500"/>
          <p14:tracePt t="89846" x="1784350" y="4248150"/>
          <p14:tracePt t="89863" x="1790700" y="4248150"/>
          <p14:tracePt t="89904" x="1790700" y="4241800"/>
          <p14:tracePt t="89911" x="1784350" y="4241800"/>
          <p14:tracePt t="89932" x="1778000" y="4241800"/>
          <p14:tracePt t="89940" x="1771650" y="4241800"/>
          <p14:tracePt t="89961" x="1765300" y="4241800"/>
          <p14:tracePt t="89982" x="1758950" y="4241800"/>
          <p14:tracePt t="89989" x="1752600" y="4241800"/>
          <p14:tracePt t="90003" x="1739900" y="4241800"/>
          <p14:tracePt t="90012" x="1733550" y="4241800"/>
          <p14:tracePt t="90029" x="1720850" y="4241800"/>
          <p14:tracePt t="90046" x="1695450" y="4241800"/>
          <p14:tracePt t="90063" x="1676400" y="4235450"/>
          <p14:tracePt t="90080" x="1670050" y="4235450"/>
          <p14:tracePt t="90096" x="1651000" y="4235450"/>
          <p14:tracePt t="90136" x="1644650" y="4235450"/>
          <p14:tracePt t="90199" x="1651000" y="4235450"/>
          <p14:tracePt t="90221" x="1657350" y="4235450"/>
          <p14:tracePt t="90227" x="1663700" y="4235450"/>
          <p14:tracePt t="90242" x="1663700" y="4229100"/>
          <p14:tracePt t="90249" x="1670050" y="4229100"/>
          <p14:tracePt t="90264" x="1676400" y="4229100"/>
          <p14:tracePt t="90278" x="1689100" y="4222750"/>
          <p14:tracePt t="90295" x="1714500" y="4216400"/>
          <p14:tracePt t="90312" x="1758950" y="4203700"/>
          <p14:tracePt t="90328" x="1778000" y="4203700"/>
          <p14:tracePt t="90345" x="1809750" y="4191000"/>
          <p14:tracePt t="90362" x="1841500" y="4178300"/>
          <p14:tracePt t="90378" x="1860550" y="4171950"/>
          <p14:tracePt t="90396" x="1873250" y="4159250"/>
          <p14:tracePt t="90411" x="1885950" y="4159250"/>
          <p14:tracePt t="90445" x="1892300" y="4152900"/>
          <p14:tracePt t="90480" x="1898650" y="4152900"/>
          <p14:tracePt t="90508" x="1905000" y="4146550"/>
          <p14:tracePt t="90544" x="1911350" y="4140200"/>
          <p14:tracePt t="90572" x="1917700" y="4140200"/>
          <p14:tracePt t="90593" x="1924050" y="4140200"/>
          <p14:tracePt t="90600" x="1930400" y="4133850"/>
          <p14:tracePt t="90614" x="1936750" y="4133850"/>
          <p14:tracePt t="90635" x="1943100" y="4133850"/>
          <p14:tracePt t="90644" x="1949450" y="4133850"/>
          <p14:tracePt t="90664" x="1955800" y="4133850"/>
          <p14:tracePt t="90685" x="1962150" y="4133850"/>
          <p14:tracePt t="90694" x="1968500" y="4133850"/>
          <p14:tracePt t="90710" x="1981200" y="4133850"/>
          <p14:tracePt t="90727" x="2012950" y="4121150"/>
          <p14:tracePt t="90744" x="2044700" y="4121150"/>
          <p14:tracePt t="90761" x="2063750" y="4121150"/>
          <p14:tracePt t="90777" x="2095500" y="4114800"/>
          <p14:tracePt t="90794" x="2133600" y="4114800"/>
          <p14:tracePt t="90811" x="2152650" y="4114800"/>
          <p14:tracePt t="90827" x="2159000" y="4114800"/>
          <p14:tracePt t="90843" x="2165350" y="4114800"/>
          <p14:tracePt t="90860" x="2178050" y="4114800"/>
          <p14:tracePt t="90896" x="2184400" y="4114800"/>
          <p14:tracePt t="91282" x="2190750" y="4114800"/>
          <p14:tracePt t="91387" x="2190750" y="4121150"/>
          <p14:tracePt t="92307" x="2184400" y="4121150"/>
          <p14:tracePt t="92328" x="2178050" y="4121150"/>
          <p14:tracePt t="92336" x="2171700" y="4121150"/>
          <p14:tracePt t="92350" x="2165350" y="4121150"/>
          <p14:tracePt t="92372" x="2159000" y="4121150"/>
          <p14:tracePt t="92392" x="2152650" y="4121150"/>
          <p14:tracePt t="92398" x="2152650" y="4127500"/>
          <p14:tracePt t="92407" x="2146300" y="4127500"/>
          <p14:tracePt t="92422" x="2139950" y="4127500"/>
          <p14:tracePt t="92438" x="2133600" y="4127500"/>
          <p14:tracePt t="92455" x="2108200" y="4127500"/>
          <p14:tracePt t="92471" x="2076450" y="4127500"/>
          <p14:tracePt t="92488" x="2063750" y="4127500"/>
          <p14:tracePt t="92505" x="2032000" y="4127500"/>
          <p14:tracePt t="92521" x="2000250" y="4127500"/>
          <p14:tracePt t="92537" x="1987550" y="4127500"/>
          <p14:tracePt t="92554" x="1981200" y="4133850"/>
          <p14:tracePt t="92571" x="1968500" y="4133850"/>
          <p14:tracePt t="92589" x="1962150" y="4133850"/>
          <p14:tracePt t="92604" x="1955800" y="4133850"/>
          <p14:tracePt t="92620" x="1949450" y="4133850"/>
          <p14:tracePt t="92680" x="1943100" y="4133850"/>
          <p14:tracePt t="92729" x="1936750" y="4140200"/>
          <p14:tracePt t="92743" x="1930400" y="4140200"/>
          <p14:tracePt t="92750" x="1924050" y="4140200"/>
          <p14:tracePt t="92813" x="1917700" y="4140200"/>
          <p14:tracePt t="92869" x="1924050" y="4140200"/>
          <p14:tracePt t="92891" x="1930400" y="4140200"/>
          <p14:tracePt t="92898" x="1936750" y="4140200"/>
          <p14:tracePt t="92920" x="1936750" y="4133850"/>
          <p14:tracePt t="92933" x="1943100" y="4133850"/>
          <p14:tracePt t="92940" x="1949450" y="4133850"/>
          <p14:tracePt t="92955" x="1962150" y="4133850"/>
          <p14:tracePt t="92969" x="1987550" y="4127500"/>
          <p14:tracePt t="92986" x="2000250" y="4121150"/>
          <p14:tracePt t="93004" x="2038350" y="4114800"/>
          <p14:tracePt t="93019" x="2063750" y="4114800"/>
          <p14:tracePt t="93036" x="2095500" y="4108450"/>
          <p14:tracePt t="93053" x="2127250" y="4102100"/>
          <p14:tracePt t="93069" x="2139950" y="4102100"/>
          <p14:tracePt t="93085" x="2159000" y="4095750"/>
          <p14:tracePt t="93102" x="2165350" y="4095750"/>
          <p14:tracePt t="93135" x="2171700" y="4095750"/>
          <p14:tracePt t="93179" x="2178050" y="4095750"/>
          <p14:tracePt t="93214" x="2184400" y="4102100"/>
          <p14:tracePt t="93242" x="2190750" y="4102100"/>
          <p14:tracePt t="93249" x="2197100" y="4102100"/>
          <p14:tracePt t="93270" x="2203450" y="4102100"/>
          <p14:tracePt t="93291" x="2203450" y="4108450"/>
          <p14:tracePt t="93312" x="2209800" y="4108450"/>
          <p14:tracePt t="93355" x="2216150" y="4108450"/>
          <p14:tracePt t="93383" x="2222500" y="4108450"/>
          <p14:tracePt t="93389" x="2228850" y="4108450"/>
          <p14:tracePt t="93411" x="2235200" y="4114800"/>
          <p14:tracePt t="93453" x="2241550" y="4114800"/>
          <p14:tracePt t="93565" x="2235200" y="4114800"/>
          <p14:tracePt t="93573" x="2228850" y="4114800"/>
          <p14:tracePt t="93587" x="2222500" y="4114800"/>
          <p14:tracePt t="93601" x="2209800" y="4121150"/>
          <p14:tracePt t="93617" x="2197100" y="4127500"/>
          <p14:tracePt t="93634" x="2171700" y="4133850"/>
          <p14:tracePt t="93650" x="2133600" y="4140200"/>
          <p14:tracePt t="93667" x="2089150" y="4152900"/>
          <p14:tracePt t="93683" x="2063750" y="4159250"/>
          <p14:tracePt t="93700" x="2019300" y="4178300"/>
          <p14:tracePt t="93716" x="1993900" y="4191000"/>
          <p14:tracePt t="93734" x="1981200" y="4191000"/>
          <p14:tracePt t="93750" x="1974850" y="4191000"/>
          <p14:tracePt t="93766" x="1968500" y="4191000"/>
          <p14:tracePt t="93799" x="1962150" y="4191000"/>
          <p14:tracePt t="93917" x="1962150" y="4197350"/>
          <p14:tracePt t="94781" x="1955800" y="4216400"/>
          <p14:tracePt t="94788" x="1955800" y="4229100"/>
          <p14:tracePt t="94797" x="1943100" y="4260850"/>
          <p14:tracePt t="94813" x="1936750" y="4286250"/>
          <p14:tracePt t="94830" x="1911350" y="4362450"/>
          <p14:tracePt t="94846" x="1905000" y="4425950"/>
          <p14:tracePt t="94863" x="1866900" y="4572000"/>
          <p14:tracePt t="94880" x="1809750" y="4705350"/>
          <p14:tracePt t="94896" x="1790700" y="4775200"/>
          <p14:tracePt t="94912" x="1752600" y="4851400"/>
          <p14:tracePt t="94929" x="1733550" y="4889500"/>
          <p14:tracePt t="94946" x="1727200" y="4902200"/>
          <p14:tracePt t="94962" x="1720850" y="4914900"/>
          <p14:tracePt t="94979" x="1714500" y="4921250"/>
          <p14:tracePt t="95069" x="1720850" y="4921250"/>
          <p14:tracePt t="95090" x="1727200" y="4921250"/>
          <p14:tracePt t="95097" x="1733550" y="4921250"/>
          <p14:tracePt t="95111" x="1739900" y="4921250"/>
          <p14:tracePt t="95118" x="1752600" y="4914900"/>
          <p14:tracePt t="95132" x="1758950" y="4914900"/>
          <p14:tracePt t="95145" x="1771650" y="4914900"/>
          <p14:tracePt t="95162" x="1835150" y="4902200"/>
          <p14:tracePt t="95178" x="1873250" y="4895850"/>
          <p14:tracePt t="95195" x="1981200" y="4876800"/>
          <p14:tracePt t="95211" x="2101850" y="4857750"/>
          <p14:tracePt t="95228" x="2165350" y="4845050"/>
          <p14:tracePt t="95245" x="2298700" y="4826000"/>
          <p14:tracePt t="95261" x="2425700" y="4813300"/>
          <p14:tracePt t="95278" x="2476500" y="4813300"/>
          <p14:tracePt t="95295" x="2571750" y="4813300"/>
          <p14:tracePt t="95311" x="2635250" y="4813300"/>
          <p14:tracePt t="95328" x="2660650" y="4813300"/>
          <p14:tracePt t="95344" x="2686050" y="4813300"/>
          <p14:tracePt t="95361" x="2698750" y="4813300"/>
          <p14:tracePt t="95378" x="2705100" y="4813300"/>
          <p14:tracePt t="95659" x="2698750" y="4813300"/>
          <p14:tracePt t="95842" x="2692400" y="4806950"/>
          <p14:tracePt t="95870" x="2692400" y="4800600"/>
          <p14:tracePt t="95905" x="2686050" y="4800600"/>
          <p14:tracePt t="95912" x="2679700" y="4800600"/>
          <p14:tracePt t="95926" x="2679700" y="4794250"/>
          <p14:tracePt t="95942" x="2660650" y="4787900"/>
          <p14:tracePt t="95959" x="2647950" y="4781550"/>
          <p14:tracePt t="95976" x="2635250" y="4781550"/>
          <p14:tracePt t="95992" x="2552700" y="4768850"/>
          <p14:tracePt t="96009" x="2508250" y="4762500"/>
          <p14:tracePt t="96026" x="2406650" y="4749800"/>
          <p14:tracePt t="96042" x="2349500" y="4749800"/>
          <p14:tracePt t="96059" x="2222500" y="4749800"/>
          <p14:tracePt t="96075" x="2095500" y="4749800"/>
          <p14:tracePt t="96091" x="2032000" y="4756150"/>
          <p14:tracePt t="96095" x="1955800" y="4756150"/>
          <p14:tracePt t="96109" x="1898650" y="4762500"/>
          <p14:tracePt t="96125" x="1803400" y="4781550"/>
          <p14:tracePt t="96142" x="1778000" y="4787900"/>
          <p14:tracePt t="96159" x="1733550" y="4794250"/>
          <p14:tracePt t="96175" x="1708150" y="4800600"/>
          <p14:tracePt t="96209" x="1695450" y="4800600"/>
          <p14:tracePt t="96256" x="1695450" y="4806950"/>
          <p14:tracePt t="96474" x="1682750" y="4813300"/>
          <p14:tracePt t="96488" x="1663700" y="4813300"/>
          <p14:tracePt t="96495" x="1638300" y="4819650"/>
          <p14:tracePt t="96506" x="1612900" y="4826000"/>
          <p14:tracePt t="96524" x="1549400" y="4838700"/>
          <p14:tracePt t="96540" x="1511300" y="4838700"/>
          <p14:tracePt t="96557" x="1454150" y="4857750"/>
          <p14:tracePt t="96574" x="1409700" y="4870450"/>
          <p14:tracePt t="96590" x="1390650" y="4870450"/>
          <p14:tracePt t="96607" x="1377950" y="4883150"/>
          <p14:tracePt t="96610" x="1365250" y="4883150"/>
          <p14:tracePt t="96623" x="1346200" y="4895850"/>
          <p14:tracePt t="96640" x="1339850" y="4895850"/>
          <p14:tracePt t="96657" x="1333500" y="4895850"/>
          <p14:tracePt t="96673" x="1333500" y="4902200"/>
          <p14:tracePt t="96727" x="1333500" y="4908550"/>
          <p14:tracePt t="96762" x="1339850" y="4908550"/>
          <p14:tracePt t="96805" x="1352550" y="4908550"/>
          <p14:tracePt t="96812" x="1358900" y="4908550"/>
          <p14:tracePt t="96825" x="1365250" y="4908550"/>
          <p14:tracePt t="96840" x="1371600" y="4902200"/>
          <p14:tracePt t="96856" x="1403350" y="4902200"/>
          <p14:tracePt t="96872" x="1428750" y="4895850"/>
          <p14:tracePt t="96890" x="1511300" y="4889500"/>
          <p14:tracePt t="96905" x="1543050" y="4876800"/>
          <p14:tracePt t="96922" x="1612900" y="4864100"/>
          <p14:tracePt t="96939" x="1682750" y="4857750"/>
          <p14:tracePt t="96955" x="1720850" y="4845050"/>
          <p14:tracePt t="96972" x="1790700" y="4838700"/>
          <p14:tracePt t="96988" x="1860550" y="4838700"/>
          <p14:tracePt t="97006" x="1885950" y="4832350"/>
          <p14:tracePt t="97023" x="1949450" y="4832350"/>
          <p14:tracePt t="97038" x="2000250" y="4832350"/>
          <p14:tracePt t="97056" x="2025650" y="4832350"/>
          <p14:tracePt t="97072" x="2063750" y="4832350"/>
          <p14:tracePt t="97088" x="2108200" y="4832350"/>
          <p14:tracePt t="97105" x="2127250" y="4832350"/>
          <p14:tracePt t="97121" x="2165350" y="4832350"/>
          <p14:tracePt t="97138" x="2216150" y="4832350"/>
          <p14:tracePt t="97155" x="2241550" y="4832350"/>
          <p14:tracePt t="97171" x="2343150" y="4832350"/>
          <p14:tracePt t="97188" x="2406650" y="4832350"/>
          <p14:tracePt t="97206" x="2609850" y="4832350"/>
          <p14:tracePt t="97222" x="2686050" y="4832350"/>
          <p14:tracePt t="97238" x="2743200" y="4832350"/>
          <p14:tracePt t="97255" x="2813050" y="4832350"/>
          <p14:tracePt t="97271" x="2844800" y="4826000"/>
          <p14:tracePt t="97288" x="2851150" y="4826000"/>
          <p14:tracePt t="97304" x="2857500" y="4826000"/>
          <p14:tracePt t="97320" x="2857500" y="4819650"/>
          <p14:tracePt t="97346" x="2851150" y="4813300"/>
          <p14:tracePt t="97381" x="2844800" y="4813300"/>
          <p14:tracePt t="97409" x="2832100" y="4813300"/>
          <p14:tracePt t="97416" x="2819400" y="4813300"/>
          <p14:tracePt t="97430" x="2794000" y="4813300"/>
          <p14:tracePt t="97440" x="2768600" y="4813300"/>
          <p14:tracePt t="97454" x="2724150" y="4813300"/>
          <p14:tracePt t="97470" x="2571750" y="4813300"/>
          <p14:tracePt t="97487" x="2381250" y="4813300"/>
          <p14:tracePt t="97503" x="2292350" y="4813300"/>
          <p14:tracePt t="97521" x="2203450" y="4826000"/>
          <p14:tracePt t="97537" x="1930400" y="4845050"/>
          <p14:tracePt t="97553" x="1879600" y="4845050"/>
          <p14:tracePt t="97571" x="1758950" y="4864100"/>
          <p14:tracePt t="97587" x="1720850" y="4864100"/>
          <p14:tracePt t="97603" x="1663700" y="4889500"/>
          <p14:tracePt t="97621" x="1612900" y="4895850"/>
          <p14:tracePt t="97636" x="1581150" y="4908550"/>
          <p14:tracePt t="97653" x="1549400" y="4921250"/>
          <p14:tracePt t="97670" x="1524000" y="4933950"/>
          <p14:tracePt t="97686" x="1511300" y="4933950"/>
          <p14:tracePt t="97703" x="1492250" y="4940300"/>
          <p14:tracePt t="97720" x="1485900" y="4946650"/>
          <p14:tracePt t="97736" x="1479550" y="4946650"/>
          <p14:tracePt t="97753" x="1473200" y="4953000"/>
          <p14:tracePt t="97770" x="1473200" y="4959350"/>
          <p14:tracePt t="97805" x="1479550" y="4959350"/>
          <p14:tracePt t="97819" x="1498600" y="4959350"/>
          <p14:tracePt t="97836" x="1511300" y="4959350"/>
          <p14:tracePt t="97852" x="1555750" y="4959350"/>
          <p14:tracePt t="97869" x="1606550" y="4959350"/>
          <p14:tracePt t="97887" x="1860550" y="4959350"/>
          <p14:tracePt t="97902" x="1987550" y="4959350"/>
          <p14:tracePt t="97918" x="2101850" y="4959350"/>
          <p14:tracePt t="97936" x="2349500" y="4959350"/>
          <p14:tracePt t="97952" x="2590800" y="4959350"/>
          <p14:tracePt t="97969" x="2705100" y="4953000"/>
          <p14:tracePt t="97985" x="2921000" y="4946650"/>
          <p14:tracePt t="98002" x="3098800" y="4933950"/>
          <p14:tracePt t="98019" x="3187700" y="4933950"/>
          <p14:tracePt t="98035" x="3321050" y="4914900"/>
          <p14:tracePt t="98052" x="3422650" y="4908550"/>
          <p14:tracePt t="98069" x="3492500" y="4908550"/>
          <p14:tracePt t="98085" x="3511550" y="4908550"/>
          <p14:tracePt t="98101" x="3524250" y="4902200"/>
          <p14:tracePt t="98119" x="3556000" y="4902200"/>
          <p14:tracePt t="98135" x="3568700" y="4895850"/>
          <p14:tracePt t="98151" x="3575050" y="4895850"/>
          <p14:tracePt t="98168" x="3587750" y="4895850"/>
          <p14:tracePt t="98184" x="3594100" y="4889500"/>
          <p14:tracePt t="98201" x="3600450" y="4889500"/>
          <p14:tracePt t="98218" x="3606800" y="4889500"/>
          <p14:tracePt t="98252" x="3619500" y="4883150"/>
          <p14:tracePt t="98273" x="3625850" y="4883150"/>
          <p14:tracePt t="98329" x="3632200" y="4883150"/>
          <p14:tracePt t="98448" x="3632200" y="4876800"/>
          <p14:tracePt t="98553" x="3632200" y="4870450"/>
          <p14:tracePt t="98610" x="3625850" y="4864100"/>
          <p14:tracePt t="98667" x="3619500" y="4864100"/>
          <p14:tracePt t="98673" x="3619500" y="4857750"/>
          <p14:tracePt t="98744" x="3613150" y="4857750"/>
          <p14:tracePt t="98771" x="3606800" y="4857750"/>
          <p14:tracePt t="98793" x="3600450" y="4857750"/>
          <p14:tracePt t="98814" x="3581400" y="4851400"/>
          <p14:tracePt t="98821" x="3556000" y="4851400"/>
          <p14:tracePt t="98835" x="3517900" y="4845050"/>
          <p14:tracePt t="98849" x="3467100" y="4826000"/>
          <p14:tracePt t="98865" x="3308350" y="4794250"/>
          <p14:tracePt t="98882" x="3194050" y="4775200"/>
          <p14:tracePt t="98899" x="2921000" y="4743450"/>
          <p14:tracePt t="98915" x="2641600" y="4686300"/>
          <p14:tracePt t="98932" x="2514600" y="4673600"/>
          <p14:tracePt t="98948" x="2286000" y="4641850"/>
          <p14:tracePt t="98965" x="2095500" y="4622800"/>
          <p14:tracePt t="98983" x="1955800" y="4622800"/>
          <p14:tracePt t="98998" x="1898650" y="4622800"/>
          <p14:tracePt t="99015" x="1784350" y="4622800"/>
          <p14:tracePt t="99032" x="1701800" y="4635500"/>
          <p14:tracePt t="99048" x="1663700" y="4635500"/>
          <p14:tracePt t="99065" x="1644650" y="4635500"/>
          <p14:tracePt t="99082" x="1587500" y="4635500"/>
          <p14:tracePt t="99114" x="1581150" y="4635500"/>
          <p14:tracePt t="99131" x="1568450" y="4635500"/>
          <p14:tracePt t="99165" x="1562100" y="4635500"/>
          <p14:tracePt t="99186" x="1555750" y="4635500"/>
          <p14:tracePt t="99215" x="1555750" y="4641850"/>
          <p14:tracePt t="99243" x="1549400" y="4648200"/>
          <p14:tracePt t="99264" x="1543050" y="4648200"/>
          <p14:tracePt t="99285" x="1536700" y="4654550"/>
          <p14:tracePt t="99313" x="1530350" y="4654550"/>
          <p14:tracePt t="99348" x="1524000" y="4654550"/>
          <p14:tracePt t="99376" x="1517650" y="4654550"/>
          <p14:tracePt t="99425" x="1504950" y="4654550"/>
          <p14:tracePt t="99432" x="1498600" y="4654550"/>
          <p14:tracePt t="99453" x="1492250" y="4648200"/>
          <p14:tracePt t="99467" x="1485900" y="4641850"/>
          <p14:tracePt t="99474" x="1473200" y="4635500"/>
          <p14:tracePt t="99488" x="1460500" y="4616450"/>
          <p14:tracePt t="99497" x="1441450" y="4597400"/>
          <p14:tracePt t="99513" x="1403350" y="4572000"/>
          <p14:tracePt t="99530" x="1352550" y="4527550"/>
          <p14:tracePt t="99546" x="1301750" y="4476750"/>
          <p14:tracePt t="99563" x="1282700" y="4464050"/>
          <p14:tracePt t="99580" x="1250950" y="4445000"/>
          <p14:tracePt t="99596" x="1219200" y="4432300"/>
          <p14:tracePt t="99630" x="1212850" y="4432300"/>
          <p14:tracePt t="99646" x="1206500" y="4425950"/>
          <p14:tracePt t="99664" x="1200150" y="4425950"/>
          <p14:tracePt t="99679" x="1200150" y="4432300"/>
          <p14:tracePt t="99696" x="1200150" y="4438650"/>
          <p14:tracePt t="99715" x="1200150" y="4445000"/>
          <p14:tracePt t="99729" x="1200150" y="4451350"/>
          <p14:tracePt t="99756" x="1206500" y="4464050"/>
          <p14:tracePt t="99790" x="1212850" y="4470400"/>
          <p14:tracePt t="99798" x="1212850" y="4476750"/>
          <p14:tracePt t="99811" x="1212850" y="4483100"/>
          <p14:tracePt t="99825" x="1219200" y="4483100"/>
          <p14:tracePt t="99840" x="1231900" y="4489450"/>
          <p14:tracePt t="99848" x="1244600" y="4502150"/>
          <p14:tracePt t="99862" x="1282700" y="4540250"/>
          <p14:tracePt t="99878" x="1301750" y="4552950"/>
          <p14:tracePt t="99896" x="1339850" y="4597400"/>
          <p14:tracePt t="99911" x="1377950" y="4635500"/>
          <p14:tracePt t="99929" x="1403350" y="4660900"/>
          <p14:tracePt t="99946" x="1422400" y="4673600"/>
          <p14:tracePt t="99962" x="1422400" y="4679950"/>
          <p14:tracePt t="99978" x="1428750" y="4679950"/>
          <p14:tracePt t="99995" x="1435100" y="4686300"/>
          <p14:tracePt t="100065" x="1435100" y="4679950"/>
          <p14:tracePt t="100100" x="1435100" y="4673600"/>
          <p14:tracePt t="100128" x="1435100" y="4660900"/>
          <p14:tracePt t="100149" x="1435100" y="4654550"/>
          <p14:tracePt t="100156" x="1441450" y="4654550"/>
          <p14:tracePt t="100178" x="1447800" y="4648200"/>
          <p14:tracePt t="100198" x="1454150" y="4641850"/>
          <p14:tracePt t="100219" x="1454150" y="4635500"/>
          <p14:tracePt t="100226" x="1454150" y="4629150"/>
          <p14:tracePt t="100240" x="1460500" y="4622800"/>
          <p14:tracePt t="100247" x="1460500" y="4616450"/>
          <p14:tracePt t="100263" x="1460500" y="4610100"/>
          <p14:tracePt t="100278" x="1460500" y="4597400"/>
          <p14:tracePt t="100294" x="1454150" y="4514850"/>
          <p14:tracePt t="100311" x="1435100" y="4400550"/>
          <p14:tracePt t="100327" x="1397000" y="4229100"/>
          <p14:tracePt t="100344" x="1377950" y="4146550"/>
          <p14:tracePt t="100361" x="1320800" y="3987800"/>
          <p14:tracePt t="100377" x="1301750" y="3924300"/>
          <p14:tracePt t="100393" x="1263650" y="3822700"/>
          <p14:tracePt t="100410" x="1250950" y="3784600"/>
          <p14:tracePt t="100427" x="1238250" y="3765550"/>
          <p14:tracePt t="100444" x="1225550" y="3765550"/>
          <p14:tracePt t="100460" x="1219200" y="3765550"/>
          <p14:tracePt t="100494" x="1212850" y="3765550"/>
          <p14:tracePt t="100509" x="1206500" y="3765550"/>
          <p14:tracePt t="100526" x="1206500" y="3771900"/>
          <p14:tracePt t="100544" x="1193800" y="3803650"/>
          <p14:tracePt t="100560" x="1181100" y="3835400"/>
          <p14:tracePt t="100576" x="1168400" y="3860800"/>
          <p14:tracePt t="100593" x="1136650" y="3930650"/>
          <p14:tracePt t="100610" x="1111250" y="3975100"/>
          <p14:tracePt t="100627" x="1022350" y="4102100"/>
          <p14:tracePt t="100643" x="996950" y="4146550"/>
          <p14:tracePt t="100660" x="971550" y="4165600"/>
          <p14:tracePt t="100677" x="946150" y="4210050"/>
          <p14:tracePt t="100692" x="933450" y="4235450"/>
          <p14:tracePt t="100709" x="927100" y="4241800"/>
          <p14:tracePt t="100726" x="920750" y="4254500"/>
          <p14:tracePt t="100742" x="914400" y="4260850"/>
          <p14:tracePt t="100809" x="914400" y="4267200"/>
          <p14:tracePt t="100964" x="920750" y="4267200"/>
          <p14:tracePt t="100992" x="927100" y="4267200"/>
          <p14:tracePt t="101020" x="933450" y="4267200"/>
          <p14:tracePt t="101034" x="939800" y="4267200"/>
          <p14:tracePt t="101042" x="946150" y="4267200"/>
          <p14:tracePt t="101062" x="958850" y="4267200"/>
          <p14:tracePt t="101069" x="971550" y="4267200"/>
          <p14:tracePt t="101083" x="990600" y="4267200"/>
          <p14:tracePt t="101097" x="1009650" y="4267200"/>
          <p14:tracePt t="101107" x="1041400" y="4267200"/>
          <p14:tracePt t="101124" x="1079500" y="4267200"/>
          <p14:tracePt t="101141" x="1143000" y="4267200"/>
          <p14:tracePt t="101157" x="1181100" y="4267200"/>
          <p14:tracePt t="101175" x="1231900" y="4267200"/>
          <p14:tracePt t="101191" x="1282700" y="4273550"/>
          <p14:tracePt t="101207" x="1295400" y="4273550"/>
          <p14:tracePt t="101224" x="1308100" y="4273550"/>
          <p14:tracePt t="101241" x="1314450" y="4273550"/>
          <p14:tracePt t="101257" x="1320800" y="4273550"/>
          <p14:tracePt t="101351" x="1314450" y="4267200"/>
          <p14:tracePt t="101420" x="1314450" y="4260850"/>
          <p14:tracePt t="101442" x="1314450" y="4254500"/>
          <p14:tracePt t="101463" x="1314450" y="4248150"/>
          <p14:tracePt t="101498" x="1308100" y="4248150"/>
          <p14:tracePt t="101512" x="1308100" y="4241800"/>
          <p14:tracePt t="101547" x="1301750" y="4235450"/>
          <p14:tracePt t="101554" x="1301750" y="4229100"/>
          <p14:tracePt t="101582" x="1295400" y="4229100"/>
          <p14:tracePt t="101591" x="1289050" y="4222750"/>
          <p14:tracePt t="101596" x="1282700" y="4222750"/>
          <p14:tracePt t="101618" x="1276350" y="4222750"/>
          <p14:tracePt t="101625" x="1276350" y="4216400"/>
          <p14:tracePt t="101653" x="1270000" y="4210050"/>
          <p14:tracePt t="101674" x="1257300" y="4210050"/>
          <p14:tracePt t="101680" x="1250950" y="4210050"/>
          <p14:tracePt t="101701" x="1244600" y="4210050"/>
          <p14:tracePt t="101716" x="1238250" y="4210050"/>
          <p14:tracePt t="101725" x="1238250" y="4203700"/>
          <p14:tracePt t="101738" x="1231900" y="4203700"/>
          <p14:tracePt t="101755" x="1231900" y="4197350"/>
          <p14:tracePt t="101773" x="1219200" y="4197350"/>
          <p14:tracePt t="101788" x="1212850" y="4197350"/>
          <p14:tracePt t="101822" x="1193800" y="4191000"/>
          <p14:tracePt t="101855" x="1187450" y="4191000"/>
          <p14:tracePt t="101884" x="1181100" y="4191000"/>
          <p14:tracePt t="101913" x="1168400" y="4191000"/>
          <p14:tracePt t="101934" x="1162050" y="4191000"/>
          <p14:tracePt t="101962" x="1155700" y="4191000"/>
          <p14:tracePt t="101997" x="1149350" y="4191000"/>
          <p14:tracePt t="102067" x="1143000" y="4191000"/>
          <p14:tracePt t="102166" x="1143000" y="4184650"/>
          <p14:tracePt t="102186" x="1155700" y="4184650"/>
          <p14:tracePt t="102215" x="1162050" y="4184650"/>
          <p14:tracePt t="102257" x="1168400" y="4184650"/>
          <p14:tracePt t="102292" x="1174750" y="4178300"/>
          <p14:tracePt t="102341" x="1181100" y="4178300"/>
          <p14:tracePt t="102383" x="1187450" y="4178300"/>
          <p14:tracePt t="102412" x="1200150" y="4178300"/>
          <p14:tracePt t="102426" x="1206500" y="4178300"/>
          <p14:tracePt t="102440" x="1225550" y="4178300"/>
          <p14:tracePt t="102455" x="1238250" y="4178300"/>
          <p14:tracePt t="102460" x="1257300" y="4178300"/>
          <p14:tracePt t="102474" x="1276350" y="4171950"/>
          <p14:tracePt t="102489" x="1308100" y="4171950"/>
          <p14:tracePt t="102503" x="1327150" y="4165600"/>
          <p14:tracePt t="102520" x="1346200" y="4165600"/>
          <p14:tracePt t="102536" x="1365250" y="4165600"/>
          <p14:tracePt t="102553" x="1403350" y="4159250"/>
          <p14:tracePt t="102570" x="1409700" y="4159250"/>
          <p14:tracePt t="102586" x="1416050" y="4159250"/>
          <p14:tracePt t="102603" x="1428750" y="4159250"/>
          <p14:tracePt t="102623" x="1435100" y="4152900"/>
          <p14:tracePt t="102679" x="1441450" y="4152900"/>
          <p14:tracePt t="102713" x="1447800" y="4152900"/>
          <p14:tracePt t="102763" x="1454150" y="4159250"/>
          <p14:tracePt t="102777" x="1460500" y="4159250"/>
          <p14:tracePt t="102791" x="1466850" y="4159250"/>
          <p14:tracePt t="102812" x="1473200" y="4159250"/>
          <p14:tracePt t="102826" x="1479550" y="4159250"/>
          <p14:tracePt t="102847" x="1485900" y="4159250"/>
          <p14:tracePt t="102875" x="1492250" y="4159250"/>
          <p14:tracePt t="102889" x="1504950" y="4159250"/>
          <p14:tracePt t="102896" x="1511300" y="4159250"/>
          <p14:tracePt t="102910" x="1524000" y="4159250"/>
          <p14:tracePt t="102924" x="1549400" y="4159250"/>
          <p14:tracePt t="102935" x="1562100" y="4159250"/>
          <p14:tracePt t="102952" x="1581150" y="4159250"/>
          <p14:tracePt t="102968" x="1612900" y="4159250"/>
          <p14:tracePt t="102984" x="1663700" y="4159250"/>
          <p14:tracePt t="103002" x="1689100" y="4159250"/>
          <p14:tracePt t="103018" x="1739900" y="4159250"/>
          <p14:tracePt t="103034" x="1758950" y="4159250"/>
          <p14:tracePt t="103051" x="1778000" y="4159250"/>
          <p14:tracePt t="103068" x="1809750" y="4159250"/>
          <p14:tracePt t="103085" x="1822450" y="4159250"/>
          <p14:tracePt t="103101" x="1841500" y="4159250"/>
          <p14:tracePt t="103117" x="1847850" y="4159250"/>
          <p14:tracePt t="103135" x="1854200" y="4159250"/>
          <p14:tracePt t="103150" x="1860550" y="4159250"/>
          <p14:tracePt t="103167" x="1866900" y="4152900"/>
          <p14:tracePt t="103185" x="1879600" y="4152900"/>
          <p14:tracePt t="103201" x="1885950" y="4152900"/>
          <p14:tracePt t="103217" x="1892300" y="4152900"/>
          <p14:tracePt t="103234" x="1905000" y="4152900"/>
          <p14:tracePt t="103267" x="1911350" y="4152900"/>
          <p14:tracePt t="103284" x="1924050" y="4152900"/>
          <p14:tracePt t="103300" x="1930400" y="4146550"/>
          <p14:tracePt t="103317" x="1936750" y="4146550"/>
          <p14:tracePt t="103333" x="1943100" y="4146550"/>
          <p14:tracePt t="103360" x="1949450" y="4146550"/>
          <p14:tracePt t="103369" x="1955800" y="4146550"/>
          <p14:tracePt t="103402" x="1962150" y="4140200"/>
          <p14:tracePt t="103444" x="1968500" y="4140200"/>
          <p14:tracePt t="103466" x="1974850" y="4140200"/>
          <p14:tracePt t="103550" x="1981200" y="4140200"/>
          <p14:tracePt t="103571" x="1987550" y="4140200"/>
          <p14:tracePt t="103585" x="1993900" y="4140200"/>
          <p14:tracePt t="103613" x="2000250" y="4140200"/>
          <p14:tracePt t="103619" x="2006600" y="4140200"/>
          <p14:tracePt t="103649" x="2012950" y="4140200"/>
          <p14:tracePt t="103669" x="2019300" y="4140200"/>
          <p14:tracePt t="103683" x="2025650" y="4140200"/>
          <p14:tracePt t="103697" x="2032000" y="4140200"/>
          <p14:tracePt t="103704" x="2044700" y="4140200"/>
          <p14:tracePt t="103718" x="2057400" y="4140200"/>
          <p14:tracePt t="103735" x="2070100" y="4140200"/>
          <p14:tracePt t="103748" x="2082800" y="4140200"/>
          <p14:tracePt t="103765" x="2095500" y="4140200"/>
          <p14:tracePt t="103782" x="2114550" y="4140200"/>
          <p14:tracePt t="103799" x="2127250" y="4140200"/>
          <p14:tracePt t="103816" x="2139950" y="4140200"/>
          <p14:tracePt t="103832" x="2152650" y="4140200"/>
          <p14:tracePt t="103849" x="2159000" y="4140200"/>
          <p14:tracePt t="103866" x="2165350" y="4140200"/>
          <p14:tracePt t="103898" x="2171700" y="4140200"/>
          <p14:tracePt t="103917" x="2178050" y="4140200"/>
          <p14:tracePt t="103950" x="2184400" y="4140200"/>
          <p14:tracePt t="103971" x="2190750" y="4140200"/>
          <p14:tracePt t="103999" x="2197100" y="4140200"/>
          <p14:tracePt t="104006" x="2203450" y="4140200"/>
          <p14:tracePt t="104041" x="2209800" y="4140200"/>
          <p14:tracePt t="104056" x="2216150" y="4133850"/>
          <p14:tracePt t="104070" x="2222500" y="4133850"/>
          <p14:tracePt t="104083" x="2228850" y="4133850"/>
          <p14:tracePt t="104091" x="2241550" y="4133850"/>
          <p14:tracePt t="104105" x="2247900" y="4127500"/>
          <p14:tracePt t="104119" x="2260600" y="4127500"/>
          <p14:tracePt t="104130" x="2273300" y="4127500"/>
          <p14:tracePt t="104148" x="2298700" y="4127500"/>
          <p14:tracePt t="104164" x="2317750" y="4121150"/>
          <p14:tracePt t="104181" x="2355850" y="4114800"/>
          <p14:tracePt t="104197" x="2368550" y="4108450"/>
          <p14:tracePt t="104214" x="2393950" y="4108450"/>
          <p14:tracePt t="104231" x="2432050" y="4108450"/>
          <p14:tracePt t="104247" x="2451100" y="4108450"/>
          <p14:tracePt t="104263" x="2476500" y="4108450"/>
          <p14:tracePt t="104281" x="2482850" y="4108450"/>
          <p14:tracePt t="104296" x="2495550" y="4108450"/>
          <p14:tracePt t="104313" x="2508250" y="4108450"/>
          <p14:tracePt t="104346" x="2527300" y="4108450"/>
          <p14:tracePt t="104386" x="2540000" y="4102100"/>
          <p14:tracePt t="104421" x="2546350" y="4102100"/>
          <p14:tracePt t="104456" x="2552700" y="4102100"/>
          <p14:tracePt t="104491" x="2559050" y="4102100"/>
          <p14:tracePt t="104526" x="2559050" y="4095750"/>
          <p14:tracePt t="104779" x="2552700" y="4095750"/>
          <p14:tracePt t="104793" x="2540000" y="4095750"/>
          <p14:tracePt t="104808" x="2533650" y="4095750"/>
          <p14:tracePt t="104815" x="2520950" y="4095750"/>
          <p14:tracePt t="104831" x="2495550" y="4095750"/>
          <p14:tracePt t="104845" x="2451100" y="4108450"/>
          <p14:tracePt t="104861" x="2400300" y="4114800"/>
          <p14:tracePt t="104878" x="2228850" y="4152900"/>
          <p14:tracePt t="104895" x="1987550" y="4210050"/>
          <p14:tracePt t="104911" x="1727200" y="4260850"/>
          <p14:tracePt t="104928" x="1524000" y="4324350"/>
          <p14:tracePt t="104944" x="1416050" y="4343400"/>
          <p14:tracePt t="104962" x="1270000" y="4394200"/>
          <p14:tracePt t="104978" x="1187450" y="4419600"/>
          <p14:tracePt t="104994" x="1155700" y="4425950"/>
          <p14:tracePt t="105011" x="1123950" y="4438650"/>
          <p14:tracePt t="105027" x="1111250" y="4438650"/>
          <p14:tracePt t="105044" x="1111250" y="4445000"/>
          <p14:tracePt t="105061" x="1104900" y="4445000"/>
          <p14:tracePt t="105077" x="1104900" y="4451350"/>
          <p14:tracePt t="105286" x="1098550" y="4451350"/>
          <p14:tracePt t="105306" x="1098550" y="4464050"/>
          <p14:tracePt t="105321" x="1098550" y="4470400"/>
          <p14:tracePt t="105329" x="1092200" y="4476750"/>
          <p14:tracePt t="105343" x="1085850" y="4476750"/>
          <p14:tracePt t="105360" x="1060450" y="4502150"/>
          <p14:tracePt t="105377" x="1041400" y="4540250"/>
          <p14:tracePt t="105393" x="1016000" y="4552950"/>
          <p14:tracePt t="105410" x="996950" y="4578350"/>
          <p14:tracePt t="105427" x="971550" y="4610100"/>
          <p14:tracePt t="105443" x="965200" y="4610100"/>
          <p14:tracePt t="105460" x="958850" y="4622800"/>
          <p14:tracePt t="105476" x="958850" y="4635500"/>
          <p14:tracePt t="105493" x="965200" y="4635500"/>
          <p14:tracePt t="105510" x="971550" y="4635500"/>
          <p14:tracePt t="105526" x="984250" y="4641850"/>
          <p14:tracePt t="105543" x="996950" y="4641850"/>
          <p14:tracePt t="105560" x="1028700" y="4641850"/>
          <p14:tracePt t="105576" x="1041400" y="4641850"/>
          <p14:tracePt t="105592" x="1092200" y="4641850"/>
          <p14:tracePt t="105609" x="1130300" y="4641850"/>
          <p14:tracePt t="105625" x="1143000" y="4641850"/>
          <p14:tracePt t="105642" x="1174750" y="4641850"/>
          <p14:tracePt t="105659" x="1193800" y="4641850"/>
          <p14:tracePt t="105675" x="1200150" y="4641850"/>
          <p14:tracePt t="105692" x="1206500" y="4641850"/>
          <p14:tracePt t="105826" x="1200150" y="4641850"/>
          <p14:tracePt t="105848" x="1193800" y="4648200"/>
          <p14:tracePt t="105861" x="1187450" y="4648200"/>
          <p14:tracePt t="105868" x="1187450" y="4654550"/>
          <p14:tracePt t="105883" x="1181100" y="4654550"/>
          <p14:tracePt t="105891" x="1174750" y="4660900"/>
          <p14:tracePt t="105908" x="1168400" y="4673600"/>
          <p14:tracePt t="105926" x="1136650" y="4711700"/>
          <p14:tracePt t="105941" x="1104900" y="4743450"/>
          <p14:tracePt t="105957" x="1085850" y="4768850"/>
          <p14:tracePt t="105974" x="1060450" y="4800600"/>
          <p14:tracePt t="105991" x="1041400" y="4826000"/>
          <p14:tracePt t="106007" x="1028700" y="4838700"/>
          <p14:tracePt t="106024" x="1022350" y="4851400"/>
          <p14:tracePt t="106041" x="1016000" y="4857750"/>
          <p14:tracePt t="106060" x="1009650" y="4864100"/>
          <p14:tracePt t="106079" x="1009650" y="4870450"/>
          <p14:tracePt t="106234" x="1009650" y="4876800"/>
          <p14:tracePt t="106290" x="1016000" y="4876800"/>
          <p14:tracePt t="106311" x="1022350" y="4876800"/>
          <p14:tracePt t="106318" x="1028700" y="4876800"/>
          <p14:tracePt t="106353" x="1035050" y="4876800"/>
          <p14:tracePt t="106360" x="1041400" y="4876800"/>
          <p14:tracePt t="106376" x="1047750" y="4876800"/>
          <p14:tracePt t="106389" x="1073150" y="4876800"/>
          <p14:tracePt t="106406" x="1092200" y="4876800"/>
          <p14:tracePt t="106424" x="1149350" y="4876800"/>
          <p14:tracePt t="106439" x="1187450" y="4876800"/>
          <p14:tracePt t="106456" x="1263650" y="4876800"/>
          <p14:tracePt t="106473" x="1346200" y="4876800"/>
          <p14:tracePt t="106489" x="1384300" y="4876800"/>
          <p14:tracePt t="106506" x="1466850" y="4870450"/>
          <p14:tracePt t="106523" x="1524000" y="4870450"/>
          <p14:tracePt t="106539" x="1543050" y="4870450"/>
          <p14:tracePt t="106556" x="1574800" y="4864100"/>
          <p14:tracePt t="106572" x="1600200" y="4864100"/>
          <p14:tracePt t="106589" x="1612900" y="4864100"/>
          <p14:tracePt t="106606" x="1619250" y="4857750"/>
          <p14:tracePt t="106622" x="1625600" y="4857750"/>
          <p14:tracePt t="106639" x="1631950" y="4857750"/>
          <p14:tracePt t="106672" x="1638300" y="4857750"/>
          <p14:tracePt t="107014" x="1651000" y="4857750"/>
          <p14:tracePt t="107022" x="1663700" y="4857750"/>
          <p14:tracePt t="107035" x="1689100" y="4857750"/>
          <p14:tracePt t="107042" x="1714500" y="4857750"/>
          <p14:tracePt t="107057" x="1739900" y="4857750"/>
          <p14:tracePt t="107071" x="1771650" y="4857750"/>
          <p14:tracePt t="107087" x="1835150" y="4864100"/>
          <p14:tracePt t="107104" x="1866900" y="4864100"/>
          <p14:tracePt t="107120" x="1924050" y="4864100"/>
          <p14:tracePt t="107137" x="1974850" y="4857750"/>
          <p14:tracePt t="107155" x="2006600" y="4857750"/>
          <p14:tracePt t="107170" x="2012950" y="4857750"/>
          <p14:tracePt t="107187" x="2019300" y="4851400"/>
          <p14:tracePt t="107204" x="2019300" y="4845050"/>
          <p14:tracePt t="107236" x="2019300" y="4838700"/>
          <p14:tracePt t="107253" x="2012950" y="4838700"/>
          <p14:tracePt t="107274" x="2006600" y="4832350"/>
          <p14:tracePt t="107289" x="2000250" y="4832350"/>
          <p14:tracePt t="107303" x="1987550" y="4826000"/>
          <p14:tracePt t="107320" x="1981200" y="4826000"/>
          <p14:tracePt t="107337" x="1943100" y="4819650"/>
          <p14:tracePt t="107353" x="1905000" y="4819650"/>
          <p14:tracePt t="107370" x="1809750" y="4813300"/>
          <p14:tracePt t="107387" x="1689100" y="4806950"/>
          <p14:tracePt t="107403" x="1638300" y="4794250"/>
          <p14:tracePt t="107419" x="1543050" y="4781550"/>
          <p14:tracePt t="107436" x="1492250" y="4768850"/>
          <p14:tracePt t="107452" x="1473200" y="4762500"/>
          <p14:tracePt t="107471" x="1447800" y="4756150"/>
          <p14:tracePt t="107486" x="1435100" y="4749800"/>
          <p14:tracePt t="107503" x="1428750" y="4749800"/>
          <p14:tracePt t="107596" x="1422400" y="4749800"/>
          <p14:tracePt t="107652" x="1416050" y="4749800"/>
          <p14:tracePt t="107737" x="1409700" y="4749800"/>
          <p14:tracePt t="107786" x="1409700" y="4756150"/>
          <p14:tracePt t="107815" x="1409700" y="4762500"/>
          <p14:tracePt t="107836" x="1416050" y="4768850"/>
          <p14:tracePt t="107850" x="1422400" y="4768850"/>
          <p14:tracePt t="107871" x="1435100" y="4768850"/>
          <p14:tracePt t="107878" x="1454150" y="4768850"/>
          <p14:tracePt t="107887" x="1485900" y="4775200"/>
          <p14:tracePt t="107901" x="1517650" y="4775200"/>
          <p14:tracePt t="107918" x="1555750" y="4775200"/>
          <p14:tracePt t="107934" x="1670050" y="4775200"/>
          <p14:tracePt t="107951" x="1784350" y="4762500"/>
          <p14:tracePt t="107967" x="1841500" y="4762500"/>
          <p14:tracePt t="107984" x="1943100" y="4743450"/>
          <p14:tracePt t="108000" x="2025650" y="4737100"/>
          <p14:tracePt t="108017" x="2057400" y="4737100"/>
          <p14:tracePt t="108034" x="2095500" y="4730750"/>
          <p14:tracePt t="108050" x="2120900" y="4730750"/>
          <p14:tracePt t="108068" x="2133600" y="4724400"/>
          <p14:tracePt t="108084" x="2139950" y="4724400"/>
          <p14:tracePt t="108131" x="2146300" y="4724400"/>
          <p14:tracePt t="108172" x="2152650" y="4730750"/>
          <p14:tracePt t="108250" x="2152650" y="4737100"/>
          <p14:tracePt t="108939" x="2133600" y="4737100"/>
          <p14:tracePt t="108953" x="2095500" y="4743450"/>
          <p14:tracePt t="108960" x="2051050" y="4749800"/>
          <p14:tracePt t="108974" x="2012950" y="4756150"/>
          <p14:tracePt t="108983" x="1968500" y="4775200"/>
          <p14:tracePt t="108997" x="1924050" y="4781550"/>
          <p14:tracePt t="109013" x="1898650" y="4781550"/>
          <p14:tracePt t="109031" x="1847850" y="4794250"/>
          <p14:tracePt t="109047" x="1828800" y="4794250"/>
          <p14:tracePt t="109064" x="1809750" y="4794250"/>
          <p14:tracePt t="109080" x="1771650" y="4800600"/>
          <p14:tracePt t="109114" x="1746250" y="4800600"/>
          <p14:tracePt t="109146" x="1739900" y="4800600"/>
          <p14:tracePt t="109164" x="1720850" y="4800600"/>
          <p14:tracePt t="109180" x="1714500" y="4800600"/>
          <p14:tracePt t="109196" x="1708150" y="4806950"/>
          <p14:tracePt t="109214" x="1689100" y="4813300"/>
          <p14:tracePt t="109230" x="1682750" y="4819650"/>
          <p14:tracePt t="109247" x="1676400" y="4819650"/>
          <p14:tracePt t="109263" x="1670050" y="4826000"/>
          <p14:tracePt t="109283" x="1663700" y="4826000"/>
          <p14:tracePt t="109318" x="1657350" y="4826000"/>
          <p14:tracePt t="109360" x="1651000" y="4826000"/>
          <p14:tracePt t="109395" x="1644650" y="4826000"/>
          <p14:tracePt t="109416" x="1638300" y="4819650"/>
          <p14:tracePt t="109445" x="1631950" y="4819650"/>
          <p14:tracePt t="109452" x="1625600" y="4813300"/>
          <p14:tracePt t="109473" x="1625600" y="4806950"/>
          <p14:tracePt t="109481" x="1619250" y="4806950"/>
          <p14:tracePt t="109495" x="1612900" y="4806950"/>
          <p14:tracePt t="109512" x="1606550" y="4806950"/>
          <p14:tracePt t="109529" x="1600200" y="4806950"/>
          <p14:tracePt t="109545" x="1593850" y="4800600"/>
          <p14:tracePt t="109562" x="1587500" y="4800600"/>
          <p14:tracePt t="109599" x="1581150" y="4794250"/>
          <p14:tracePt t="109648" x="1574800" y="4794250"/>
          <p14:tracePt t="109676" x="1568450" y="4794250"/>
          <p14:tracePt t="109712" x="1562100" y="4794250"/>
          <p14:tracePt t="109747" x="1555750" y="4800600"/>
          <p14:tracePt t="109782" x="1555750" y="4806950"/>
          <p14:tracePt t="109824" x="1555750" y="4813300"/>
          <p14:tracePt t="109838" x="1562100" y="4813300"/>
          <p14:tracePt t="109847" x="1562100" y="4819650"/>
          <p14:tracePt t="109873" x="1574800" y="4826000"/>
          <p14:tracePt t="109881" x="1574800" y="4832350"/>
          <p14:tracePt t="109897" x="1581150" y="4838700"/>
          <p14:tracePt t="109911" x="1587500" y="4845050"/>
          <p14:tracePt t="109927" x="1593850" y="4851400"/>
          <p14:tracePt t="109944" x="1625600" y="4870450"/>
          <p14:tracePt t="109960" x="1638300" y="4883150"/>
          <p14:tracePt t="109977" x="1651000" y="4889500"/>
          <p14:tracePt t="109994" x="1682750" y="4902200"/>
          <p14:tracePt t="110010" x="1695450" y="4908550"/>
          <p14:tracePt t="110027" x="1739900" y="4921250"/>
          <p14:tracePt t="110043" x="1771650" y="4933950"/>
          <p14:tracePt t="110060" x="1784350" y="4933950"/>
          <p14:tracePt t="110077" x="1803400" y="4940300"/>
          <p14:tracePt t="110093" x="1809750" y="4940300"/>
          <p14:tracePt t="110110" x="1816100" y="4940300"/>
          <p14:tracePt t="110143" x="1822450" y="4940300"/>
          <p14:tracePt t="110274" x="1822450" y="4933950"/>
          <p14:tracePt t="110443" x="1816100" y="4933950"/>
          <p14:tracePt t="110478" x="1809750" y="4933950"/>
          <p14:tracePt t="110493" x="1803400" y="4946650"/>
          <p14:tracePt t="110499" x="1797050" y="4953000"/>
          <p14:tracePt t="110508" x="1784350" y="4972050"/>
          <p14:tracePt t="110525" x="1771650" y="4991100"/>
          <p14:tracePt t="110542" x="1708150" y="5073650"/>
          <p14:tracePt t="110558" x="1606550" y="5168900"/>
          <p14:tracePt t="110576" x="1562100" y="5213350"/>
          <p14:tracePt t="110591" x="1454150" y="5295900"/>
          <p14:tracePt t="110608" x="1371600" y="5378450"/>
          <p14:tracePt t="110625" x="1320800" y="5416550"/>
          <p14:tracePt t="110641" x="1295400" y="5435600"/>
          <p14:tracePt t="110658" x="1289050" y="5448300"/>
          <p14:tracePt t="110675" x="1263650" y="5461000"/>
          <p14:tracePt t="110745" x="1257300" y="5461000"/>
          <p14:tracePt t="111040" x="1263650" y="5467350"/>
          <p14:tracePt t="111082" x="1270000" y="5467350"/>
          <p14:tracePt t="111096" x="1276350" y="5467350"/>
          <p14:tracePt t="111117" x="1282700" y="5467350"/>
          <p14:tracePt t="111131" x="1289050" y="5467350"/>
          <p14:tracePt t="111138" x="1295400" y="5467350"/>
          <p14:tracePt t="111160" x="1301750" y="5467350"/>
          <p14:tracePt t="111166" x="1308100" y="5467350"/>
          <p14:tracePt t="111180" x="1314450" y="5467350"/>
          <p14:tracePt t="111194" x="1333500" y="5467350"/>
          <p14:tracePt t="111206" x="1352550" y="5473700"/>
          <p14:tracePt t="111223" x="1371600" y="5473700"/>
          <p14:tracePt t="111240" x="1441450" y="5480050"/>
          <p14:tracePt t="111256" x="1485900" y="5486400"/>
          <p14:tracePt t="111273" x="1562100" y="5492750"/>
          <p14:tracePt t="111289" x="1606550" y="5492750"/>
          <p14:tracePt t="111305" x="1663700" y="5505450"/>
          <p14:tracePt t="111309" x="1682750" y="5505450"/>
          <p14:tracePt t="111322" x="1701800" y="5511800"/>
          <p14:tracePt t="111339" x="1714500" y="5511800"/>
          <p14:tracePt t="111356" x="1727200" y="5511800"/>
          <p14:tracePt t="111372" x="1739900" y="5511800"/>
          <p14:tracePt t="111518" x="1733550" y="5511800"/>
          <p14:tracePt t="111574" x="1727200" y="5518150"/>
          <p14:tracePt t="111581" x="1720850" y="5524500"/>
          <p14:tracePt t="111595" x="1720850" y="5530850"/>
          <p14:tracePt t="111605" x="1708150" y="5543550"/>
          <p14:tracePt t="111621" x="1701800" y="5562600"/>
          <p14:tracePt t="111638" x="1663700" y="5619750"/>
          <p14:tracePt t="111654" x="1600200" y="5708650"/>
          <p14:tracePt t="111671" x="1574800" y="5753100"/>
          <p14:tracePt t="111688" x="1511300" y="5842000"/>
          <p14:tracePt t="111704" x="1460500" y="5905500"/>
          <p14:tracePt t="111722" x="1435100" y="5943600"/>
          <p14:tracePt t="111738" x="1422400" y="5956300"/>
          <p14:tracePt t="111754" x="1409700" y="5975350"/>
          <p14:tracePt t="111771" x="1403350" y="5988050"/>
          <p14:tracePt t="111804" x="1397000" y="5988050"/>
          <p14:tracePt t="111822" x="1397000" y="5994400"/>
          <p14:tracePt t="111862" x="1390650" y="5994400"/>
          <p14:tracePt t="112009" x="1403350" y="6000750"/>
          <p14:tracePt t="112017" x="1409700" y="6000750"/>
          <p14:tracePt t="112038" x="1422400" y="6007100"/>
          <p14:tracePt t="112045" x="1435100" y="6007100"/>
          <p14:tracePt t="112059" x="1454150" y="6007100"/>
          <p14:tracePt t="112069" x="1479550" y="6013450"/>
          <p14:tracePt t="112087" x="1543050" y="6032500"/>
          <p14:tracePt t="112103" x="1625600" y="6045200"/>
          <p14:tracePt t="112120" x="1682750" y="6064250"/>
          <p14:tracePt t="112137" x="1758950" y="6076950"/>
          <p14:tracePt t="112153" x="1841500" y="6089650"/>
          <p14:tracePt t="112170" x="1873250" y="6089650"/>
          <p14:tracePt t="112186" x="1911350" y="6096000"/>
          <p14:tracePt t="112202" x="1924050" y="6096000"/>
          <p14:tracePt t="112220" x="1949450" y="6096000"/>
          <p14:tracePt t="112236" x="1955800" y="6096000"/>
          <p14:tracePt t="116331" x="1955800" y="6083300"/>
          <p14:tracePt t="116339" x="1955800" y="6064250"/>
          <p14:tracePt t="116352" x="1962150" y="6032500"/>
          <p14:tracePt t="116359" x="1962150" y="6007100"/>
          <p14:tracePt t="116375" x="1968500" y="5962650"/>
          <p14:tracePt t="116388" x="1968500" y="5924550"/>
          <p14:tracePt t="116405" x="1968500" y="5905500"/>
          <p14:tracePt t="116421" x="1962150" y="5880100"/>
          <p14:tracePt t="116438" x="1962150" y="5861050"/>
          <p14:tracePt t="116454" x="1955800" y="5848350"/>
          <p14:tracePt t="116472" x="1949450" y="5842000"/>
          <p14:tracePt t="116487" x="1943100" y="5829300"/>
          <p14:tracePt t="116504" x="1943100" y="5822950"/>
          <p14:tracePt t="116522" x="1936750" y="5810250"/>
          <p14:tracePt t="116555" x="1936750" y="5797550"/>
          <p14:tracePt t="116571" x="1930400" y="5778500"/>
          <p14:tracePt t="116588" x="1930400" y="5772150"/>
          <p14:tracePt t="116605" x="1924050" y="5772150"/>
          <p14:tracePt t="116621" x="1924050" y="5765800"/>
          <p14:tracePt t="116657" x="1924050" y="5759450"/>
          <p14:tracePt t="116671" x="1924050" y="5753100"/>
          <p14:tracePt t="116691" x="1917700" y="5746750"/>
          <p14:tracePt t="116711" x="1917700" y="5740400"/>
          <p14:tracePt t="116731" x="1917700" y="5727700"/>
          <p14:tracePt t="116754" x="1917700" y="5721350"/>
          <p14:tracePt t="116760" x="1911350" y="5715000"/>
          <p14:tracePt t="116774" x="1911350" y="5702300"/>
          <p14:tracePt t="116787" x="1911350" y="5689600"/>
          <p14:tracePt t="116803" x="1905000" y="5657850"/>
          <p14:tracePt t="116820" x="1898650" y="5638800"/>
          <p14:tracePt t="116837" x="1898650" y="5613400"/>
          <p14:tracePt t="116853" x="1892300" y="5581650"/>
          <p14:tracePt t="116870" x="1892300" y="5562600"/>
          <p14:tracePt t="116874" x="1885950" y="5543550"/>
          <p14:tracePt t="116889" x="1885950" y="5530850"/>
          <p14:tracePt t="116903" x="1885950" y="5518150"/>
          <p14:tracePt t="116920" x="1885950" y="5505450"/>
          <p14:tracePt t="116936" x="1879600" y="5492750"/>
          <p14:tracePt t="116952" x="1879600" y="5486400"/>
          <p14:tracePt t="117027" x="1879600" y="5480050"/>
          <p14:tracePt t="118661" x="1898650" y="5473700"/>
          <p14:tracePt t="118675" x="1943100" y="5454650"/>
          <p14:tracePt t="118683" x="1987550" y="5429250"/>
          <p14:tracePt t="118698" x="2032000" y="5378450"/>
          <p14:tracePt t="118713" x="2101850" y="5334000"/>
          <p14:tracePt t="118731" x="2349500" y="5073650"/>
          <p14:tracePt t="118747" x="2438400" y="4965700"/>
          <p14:tracePt t="118764" x="2520950" y="4832350"/>
          <p14:tracePt t="118781" x="2686050" y="4552950"/>
          <p14:tracePt t="118797" x="2844800" y="4279900"/>
          <p14:tracePt t="118815" x="2914650" y="4159250"/>
          <p14:tracePt t="118830" x="3022600" y="3905250"/>
          <p14:tracePt t="118846" x="3073400" y="3784600"/>
          <p14:tracePt t="118863" x="3149600" y="3562350"/>
          <p14:tracePt t="118880" x="3219450" y="3390900"/>
          <p14:tracePt t="118896" x="3232150" y="3327400"/>
          <p14:tracePt t="118899" x="3257550" y="3257550"/>
          <p14:tracePt t="118915" x="3270250" y="3206750"/>
          <p14:tracePt t="118930" x="3282950" y="3111500"/>
          <p14:tracePt t="118946" x="3289300" y="3086100"/>
          <p14:tracePt t="118963" x="3295650" y="3048000"/>
          <p14:tracePt t="118979" x="3295650" y="3035300"/>
          <p14:tracePt t="118996" x="3295650" y="3022600"/>
          <p14:tracePt t="119013" x="3295650" y="3016250"/>
          <p14:tracePt t="119131" x="3295650" y="3028950"/>
          <p14:tracePt t="119160" x="3289300" y="3028950"/>
          <p14:tracePt t="119173" x="3276600" y="3028950"/>
          <p14:tracePt t="119181" x="3251200" y="3016250"/>
          <p14:tracePt t="119195" x="3251200" y="3009900"/>
          <p14:tracePt t="119834" x="3251200" y="3016250"/>
          <p14:tracePt t="119841" x="3244850" y="3028950"/>
          <p14:tracePt t="119855" x="3232150" y="3041650"/>
          <p14:tracePt t="119863" x="3232150" y="3060700"/>
          <p14:tracePt t="119879" x="3225800" y="3079750"/>
          <p14:tracePt t="119893" x="3219450" y="3092450"/>
          <p14:tracePt t="119909" x="3213100" y="3117850"/>
          <p14:tracePt t="119926" x="3206750" y="3130550"/>
          <p14:tracePt t="119942" x="3206750" y="3136900"/>
          <p14:tracePt t="119946" x="3206750" y="3143250"/>
          <p14:tracePt t="119960" x="3200400" y="3149600"/>
          <p14:tracePt t="119981" x="3194050" y="3149600"/>
          <p14:tracePt t="120017" x="3187700" y="3149600"/>
          <p14:tracePt t="120115" x="3187700" y="3143250"/>
          <p14:tracePt t="120122" x="3187700" y="3136900"/>
          <p14:tracePt t="120136" x="3187700" y="3130550"/>
          <p14:tracePt t="120145" x="3187700" y="3124200"/>
          <p14:tracePt t="120171" x="3194050" y="3117850"/>
          <p14:tracePt t="120193" x="3200400" y="3105150"/>
          <p14:tracePt t="120206" x="3206750" y="3092450"/>
          <p14:tracePt t="120213" x="3206750" y="3060700"/>
          <p14:tracePt t="120228" x="3219450" y="3028950"/>
          <p14:tracePt t="120244" x="3225800" y="3003550"/>
          <p14:tracePt t="120258" x="3238500" y="2946400"/>
          <p14:tracePt t="120275" x="3257550" y="2895600"/>
          <p14:tracePt t="120291" x="3276600" y="2762250"/>
          <p14:tracePt t="120308" x="3295650" y="2698750"/>
          <p14:tracePt t="120325" x="3314700" y="2628900"/>
          <p14:tracePt t="120341" x="3340100" y="2495550"/>
          <p14:tracePt t="120358" x="3359150" y="2444750"/>
          <p14:tracePt t="120375" x="3384550" y="2343150"/>
          <p14:tracePt t="120391" x="3384550" y="2305050"/>
          <p14:tracePt t="120408" x="3397250" y="2254250"/>
          <p14:tracePt t="120424" x="3397250" y="2235200"/>
          <p14:tracePt t="120441" x="3397250" y="2209800"/>
          <p14:tracePt t="120458" x="3397250" y="2197100"/>
          <p14:tracePt t="120474" x="3403600" y="2190750"/>
          <p14:tracePt t="120783" x="3403600" y="2184400"/>
          <p14:tracePt t="120818" x="3403600" y="2178050"/>
          <p14:tracePt t="120824" x="3403600" y="2171700"/>
          <p14:tracePt t="120853" x="3403600" y="2165350"/>
          <p14:tracePt t="120860" x="3403600" y="2152650"/>
          <p14:tracePt t="120888" x="3403600" y="2146300"/>
          <p14:tracePt t="120922" x="3403600" y="2139950"/>
          <p14:tracePt t="120937" x="3403600" y="2133600"/>
          <p14:tracePt t="120944" x="3403600" y="2127250"/>
          <p14:tracePt t="120965" x="3403600" y="2120900"/>
          <p14:tracePt t="120979" x="3403600" y="2114550"/>
          <p14:tracePt t="121049" x="3403600" y="2108200"/>
          <p14:tracePt t="121078" x="3397250" y="2101850"/>
          <p14:tracePt t="121113" x="3397250" y="2095500"/>
          <p14:tracePt t="121148" x="3397250" y="2089150"/>
          <p14:tracePt t="121182" x="3397250" y="2082800"/>
          <p14:tracePt t="121189" x="3397250" y="2076450"/>
          <p14:tracePt t="121225" x="3390900" y="2076450"/>
          <p14:tracePt t="121288" x="3390900" y="2070100"/>
          <p14:tracePt t="121323" x="3384550" y="2063750"/>
          <p14:tracePt t="121358" x="3384550" y="2051050"/>
          <p14:tracePt t="121393" x="3378200" y="2044700"/>
          <p14:tracePt t="121400" x="3371850" y="2044700"/>
          <p14:tracePt t="121422" x="3365500" y="2038350"/>
          <p14:tracePt t="121443" x="3359150" y="2032000"/>
          <p14:tracePt t="121478" x="3352800" y="2032000"/>
          <p14:tracePt t="121498" x="3346450" y="2032000"/>
          <p14:tracePt t="121512" x="3340100" y="2032000"/>
          <p14:tracePt t="121527" x="3333750" y="2032000"/>
          <p14:tracePt t="121541" x="3327400" y="2032000"/>
          <p14:tracePt t="121548" x="3321050" y="2032000"/>
          <p14:tracePt t="121570" x="3314700" y="2032000"/>
          <p14:tracePt t="121583" x="3308350" y="2032000"/>
          <p14:tracePt t="121590" x="3295650" y="2038350"/>
          <p14:tracePt t="121604" x="3282950" y="2044700"/>
          <p14:tracePt t="121620" x="3238500" y="2070100"/>
          <p14:tracePt t="121637" x="3213100" y="2076450"/>
          <p14:tracePt t="121654" x="3149600" y="2108200"/>
          <p14:tracePt t="121671" x="3086100" y="2139950"/>
          <p14:tracePt t="121687" x="3054350" y="2152650"/>
          <p14:tracePt t="121703" x="3003550" y="2190750"/>
          <p14:tracePt t="121720" x="2978150" y="2216150"/>
          <p14:tracePt t="121737" x="2933700" y="2266950"/>
          <p14:tracePt t="121753" x="2889250" y="2355850"/>
          <p14:tracePt t="121770" x="2876550" y="2387600"/>
          <p14:tracePt t="121787" x="2857500" y="2470150"/>
          <p14:tracePt t="121803" x="2857500" y="2552700"/>
          <p14:tracePt t="121819" x="2870200" y="2603500"/>
          <p14:tracePt t="121837" x="2895600" y="2698750"/>
          <p14:tracePt t="121852" x="2952750" y="2794000"/>
          <p14:tracePt t="121870" x="2984500" y="2838450"/>
          <p14:tracePt t="121886" x="3067050" y="2908300"/>
          <p14:tracePt t="121903" x="3162300" y="2933700"/>
          <p14:tracePt t="121919" x="3213100" y="2933700"/>
          <p14:tracePt t="121936" x="3321050" y="2914650"/>
          <p14:tracePt t="121952" x="3390900" y="2882900"/>
          <p14:tracePt t="121969" x="3556000" y="2781300"/>
          <p14:tracePt t="121985" x="3638550" y="2711450"/>
          <p14:tracePt t="122002" x="3746500" y="2578100"/>
          <p14:tracePt t="122019" x="3816350" y="2457450"/>
          <p14:tracePt t="122035" x="3835400" y="2387600"/>
          <p14:tracePt t="122052" x="3841750" y="2273300"/>
          <p14:tracePt t="122069" x="3841750" y="2152650"/>
          <p14:tracePt t="122085" x="3822700" y="2089150"/>
          <p14:tracePt t="122102" x="3778250" y="1987550"/>
          <p14:tracePt t="122118" x="3708400" y="1860550"/>
          <p14:tracePt t="122135" x="3651250" y="1790700"/>
          <p14:tracePt t="122153" x="3454400" y="1619250"/>
          <p14:tracePt t="122168" x="3359150" y="1555750"/>
          <p14:tracePt t="122185" x="3175000" y="1454150"/>
          <p14:tracePt t="122202" x="2997200" y="1377950"/>
          <p14:tracePt t="122218" x="2857500" y="1377950"/>
          <p14:tracePt t="122236" x="2774950" y="1397000"/>
          <p14:tracePt t="122251" x="2641600" y="1454150"/>
          <p14:tracePt t="122268" x="2540000" y="1504950"/>
          <p14:tracePt t="122284" x="2482850" y="1568450"/>
          <p14:tracePt t="122301" x="2343150" y="1752600"/>
          <p14:tracePt t="122317" x="2317750" y="1809750"/>
          <p14:tracePt t="122335" x="2286000" y="1968500"/>
          <p14:tracePt t="122351" x="2279650" y="2057400"/>
          <p14:tracePt t="122367" x="2279650" y="2209800"/>
          <p14:tracePt t="122385" x="2311400" y="2305050"/>
          <p14:tracePt t="122401" x="2393950" y="2501900"/>
          <p14:tracePt t="122417" x="2495550" y="2673350"/>
          <p14:tracePt t="122434" x="2609850" y="2838450"/>
          <p14:tracePt t="122450" x="2673350" y="2908300"/>
          <p14:tracePt t="122467" x="2825750" y="3022600"/>
          <p14:tracePt t="122484" x="2971800" y="3105150"/>
          <p14:tracePt t="122500" x="3054350" y="3130550"/>
          <p14:tracePt t="122518" x="3200400" y="3162300"/>
          <p14:tracePt t="122534" x="3251200" y="3168650"/>
          <p14:tracePt t="122551" x="3308350" y="3168650"/>
          <p14:tracePt t="122567" x="3390900" y="3130550"/>
          <p14:tracePt t="122583" x="3435350" y="3105150"/>
          <p14:tracePt t="122600" x="3511550" y="3016250"/>
          <p14:tracePt t="122617" x="3549650" y="2959100"/>
          <p14:tracePt t="122633" x="3606800" y="2844800"/>
          <p14:tracePt t="122650" x="3625850" y="2781300"/>
          <p14:tracePt t="122666" x="3651250" y="2635250"/>
          <p14:tracePt t="122683" x="3651250" y="2584450"/>
          <p14:tracePt t="122701" x="3651250" y="2425700"/>
          <p14:tracePt t="122716" x="3632200" y="2362200"/>
          <p14:tracePt t="122733" x="3568700" y="2216150"/>
          <p14:tracePt t="122750" x="3448050" y="2038350"/>
          <p14:tracePt t="122766" x="3359150" y="1943100"/>
          <p14:tracePt t="122783" x="3276600" y="1847850"/>
          <p14:tracePt t="122800" x="3054350" y="1695450"/>
          <p14:tracePt t="122816" x="2984500" y="1663700"/>
          <p14:tracePt t="122833" x="2800350" y="1625600"/>
          <p14:tracePt t="122849" x="2622550" y="1612900"/>
          <p14:tracePt t="122866" x="2546350" y="1612900"/>
          <p14:tracePt t="122883" x="2362200" y="1663700"/>
          <p14:tracePt t="122899" x="2317750" y="1689100"/>
          <p14:tracePt t="122916" x="2292350" y="1714500"/>
          <p14:tracePt t="122933" x="2203450" y="1835150"/>
          <p14:tracePt t="122949" x="2178050" y="1892300"/>
          <p14:tracePt t="122965" x="2165350" y="1943100"/>
          <p14:tracePt t="122969" x="2159000" y="2012950"/>
          <p14:tracePt t="122982" x="2159000" y="2076450"/>
          <p14:tracePt t="122999" x="2171700" y="2197100"/>
          <p14:tracePt t="123016" x="2209800" y="2305050"/>
          <p14:tracePt t="123032" x="2228850" y="2362200"/>
          <p14:tracePt t="123048" x="2286000" y="2425700"/>
          <p14:tracePt t="123066" x="2330450" y="2482850"/>
          <p14:tracePt t="123082" x="2349500" y="2495550"/>
          <p14:tracePt t="123098" x="2381250" y="2514600"/>
          <p14:tracePt t="123115" x="2413000" y="2533650"/>
          <p14:tracePt t="123131" x="2425700" y="2533650"/>
          <p14:tracePt t="123148" x="2444750" y="2533650"/>
          <p14:tracePt t="123165" x="2463800" y="2533650"/>
          <p14:tracePt t="123181" x="2470150" y="2533650"/>
          <p14:tracePt t="123215" x="2476500" y="2533650"/>
          <p14:tracePt t="123235" x="2476500" y="2527300"/>
          <p14:tracePt t="123269" x="2476500" y="2520950"/>
          <p14:tracePt t="123276" x="2482850" y="2520950"/>
          <p14:tracePt t="123284" x="2482850" y="2514600"/>
          <p14:tracePt t="123300" x="2489200" y="2514600"/>
          <p14:tracePt t="123314" x="2489200" y="2508250"/>
          <p14:tracePt t="123331" x="2501900" y="2501900"/>
          <p14:tracePt t="123347" x="2508250" y="2501900"/>
          <p14:tracePt t="123364" x="2520950" y="2501900"/>
          <p14:tracePt t="123381" x="2546350" y="2501900"/>
          <p14:tracePt t="123397" x="2590800" y="2514600"/>
          <p14:tracePt t="123414" x="2622550" y="2540000"/>
          <p14:tracePt t="123431" x="2705100" y="2654300"/>
          <p14:tracePt t="123447" x="2806700" y="2832100"/>
          <p14:tracePt t="123464" x="2851150" y="2908300"/>
          <p14:tracePt t="123467" x="2889250" y="3003550"/>
          <p14:tracePt t="123483" x="2908300" y="3067050"/>
          <p14:tracePt t="123497" x="2940050" y="3200400"/>
          <p14:tracePt t="123514" x="2940050" y="3251200"/>
          <p14:tracePt t="123530" x="2927350" y="3346450"/>
          <p14:tracePt t="123547" x="2921000" y="3378200"/>
          <p14:tracePt t="123564" x="2908300" y="3422650"/>
          <p14:tracePt t="123580" x="2901950" y="3435350"/>
          <p14:tracePt t="123597" x="2889250" y="3448050"/>
          <p14:tracePt t="123630" x="2882900" y="3448050"/>
          <p14:tracePt t="123656" x="2876550" y="3448050"/>
          <p14:tracePt t="123684" x="2876550" y="3441700"/>
          <p14:tracePt t="123698" x="2882900" y="3435350"/>
          <p14:tracePt t="123705" x="2889250" y="3429000"/>
          <p14:tracePt t="123713" x="2895600" y="3429000"/>
          <p14:tracePt t="123730" x="2901950" y="3429000"/>
          <p14:tracePt t="123747" x="2914650" y="3416300"/>
          <p14:tracePt t="123763" x="2933700" y="3409950"/>
          <p14:tracePt t="123780" x="2978150" y="3390900"/>
          <p14:tracePt t="123797" x="3009900" y="3371850"/>
          <p14:tracePt t="123813" x="3130550" y="3314700"/>
          <p14:tracePt t="123829" x="3187700" y="3276600"/>
          <p14:tracePt t="123846" x="3365500" y="3181350"/>
          <p14:tracePt t="123862" x="3536950" y="3092450"/>
          <p14:tracePt t="123879" x="3606800" y="3054350"/>
          <p14:tracePt t="123895" x="3752850" y="2984500"/>
          <p14:tracePt t="123912" x="3867150" y="2927350"/>
          <p14:tracePt t="123930" x="3930650" y="2889250"/>
          <p14:tracePt t="123945" x="3956050" y="2870200"/>
          <p14:tracePt t="123962" x="3968750" y="2857500"/>
          <p14:tracePt t="123979" x="3981450" y="2844800"/>
          <p14:tracePt t="124000" x="3987800" y="2844800"/>
          <p14:tracePt t="124021" x="3994150" y="2844800"/>
          <p14:tracePt t="124091" x="4000500" y="2844800"/>
          <p14:tracePt t="124316" x="3994150" y="2851150"/>
          <p14:tracePt t="124323" x="3987800" y="2851150"/>
          <p14:tracePt t="124337" x="3987800" y="2857500"/>
          <p14:tracePt t="124347" x="3975100" y="2863850"/>
          <p14:tracePt t="124361" x="3949700" y="2870200"/>
          <p14:tracePt t="124377" x="3930650" y="2882900"/>
          <p14:tracePt t="124394" x="3810000" y="2959100"/>
          <p14:tracePt t="124411" x="3702050" y="3009900"/>
          <p14:tracePt t="124427" x="3416300" y="3213100"/>
          <p14:tracePt t="124444" x="3041650" y="3498850"/>
          <p14:tracePt t="124460" x="2851150" y="3663950"/>
          <p14:tracePt t="124478" x="2324100" y="4133850"/>
          <p14:tracePt t="124493" x="2190750" y="4279900"/>
          <p14:tracePt t="124510" x="2082800" y="4413250"/>
          <p14:tracePt t="124527" x="1885950" y="4629150"/>
          <p14:tracePt t="124543" x="1739900" y="4832350"/>
          <p14:tracePt t="124560" x="1689100" y="4933950"/>
          <p14:tracePt t="124577" x="1587500" y="5086350"/>
          <p14:tracePt t="124593" x="1524000" y="5187950"/>
          <p14:tracePt t="124611" x="1479550" y="5257800"/>
          <p14:tracePt t="124627" x="1473200" y="5283200"/>
          <p14:tracePt t="124643" x="1441450" y="5334000"/>
          <p14:tracePt t="124660" x="1428750" y="5359400"/>
          <p14:tracePt t="124676" x="1428750" y="5365750"/>
          <p14:tracePt t="124693" x="1422400" y="5378450"/>
          <p14:tracePt t="124710" x="1416050" y="5397500"/>
          <p14:tracePt t="124726" x="1416050" y="5410200"/>
          <p14:tracePt t="124743" x="1409700" y="5416550"/>
          <p14:tracePt t="124760" x="1403350" y="5461000"/>
          <p14:tracePt t="124776" x="1397000" y="5480050"/>
          <p14:tracePt t="124793" x="1397000" y="5505450"/>
          <p14:tracePt t="124809" x="1377950" y="5581650"/>
          <p14:tracePt t="124826" x="1371600" y="5657850"/>
          <p14:tracePt t="124843" x="1365250" y="5740400"/>
          <p14:tracePt t="124859" x="1358900" y="5772150"/>
          <p14:tracePt t="124875" x="1352550" y="5803900"/>
          <p14:tracePt t="124893" x="1352550" y="5810250"/>
          <p14:tracePt t="124909" x="1352550" y="5816600"/>
          <p14:tracePt t="124955" x="1358900" y="5816600"/>
          <p14:tracePt t="124962" x="1365250" y="5816600"/>
          <p14:tracePt t="124976" x="1377950" y="5816600"/>
          <p14:tracePt t="124992" x="1409700" y="5816600"/>
          <p14:tracePt t="125008" x="1428750" y="5816600"/>
          <p14:tracePt t="125025" x="1460500" y="5816600"/>
          <p14:tracePt t="125042" x="1612900" y="5810250"/>
          <p14:tracePt t="125058" x="1670050" y="5797550"/>
          <p14:tracePt t="125075" x="1758950" y="5791200"/>
          <p14:tracePt t="125091" x="1803400" y="5784850"/>
          <p14:tracePt t="125108" x="1860550" y="5778500"/>
          <p14:tracePt t="125125" x="1905000" y="5765800"/>
          <p14:tracePt t="125142" x="1924050" y="5759450"/>
          <p14:tracePt t="125159" x="1949450" y="5746750"/>
          <p14:tracePt t="125174" x="1974850" y="5740400"/>
          <p14:tracePt t="125191" x="1987550" y="5734050"/>
          <p14:tracePt t="125208" x="2006600" y="5734050"/>
          <p14:tracePt t="125224" x="2019300" y="5727700"/>
          <p14:tracePt t="125241" x="2025650" y="5727700"/>
          <p14:tracePt t="125258" x="2044700" y="5721350"/>
          <p14:tracePt t="125274" x="2063750" y="5715000"/>
          <p14:tracePt t="125291" x="2070100" y="5715000"/>
          <p14:tracePt t="125307" x="2082800" y="5708650"/>
          <p14:tracePt t="125324" x="2095500" y="5702300"/>
          <p14:tracePt t="125342" x="2114550" y="5695950"/>
          <p14:tracePt t="125357" x="2127250" y="5689600"/>
          <p14:tracePt t="125374" x="2133600" y="5689600"/>
          <p14:tracePt t="125392" x="2165350" y="5676900"/>
          <p14:tracePt t="125407" x="2171700" y="5670550"/>
          <p14:tracePt t="125424" x="2184400" y="5664200"/>
          <p14:tracePt t="125441" x="2209800" y="5657850"/>
          <p14:tracePt t="125457" x="2222500" y="5651500"/>
          <p14:tracePt t="125473" x="2228850" y="5651500"/>
          <p14:tracePt t="125490" x="2235200" y="5651500"/>
          <p14:tracePt t="125507" x="2247900" y="5645150"/>
          <p14:tracePt t="125524" x="2254250" y="5645150"/>
          <p14:tracePt t="125540" x="2254250" y="5638800"/>
          <p14:tracePt t="126875" x="2273300" y="5626100"/>
          <p14:tracePt t="126889" x="2298700" y="5594350"/>
          <p14:tracePt t="126896" x="2330450" y="5568950"/>
          <p14:tracePt t="126910" x="2362200" y="5537200"/>
          <p14:tracePt t="126920" x="2387600" y="5499100"/>
          <p14:tracePt t="126935" x="2425700" y="5467350"/>
          <p14:tracePt t="126953" x="2489200" y="5391150"/>
          <p14:tracePt t="126969" x="2514600" y="5365750"/>
          <p14:tracePt t="126985" x="2565400" y="5302250"/>
          <p14:tracePt t="127002" x="2622550" y="5232400"/>
          <p14:tracePt t="127018" x="2647950" y="5200650"/>
          <p14:tracePt t="127034" x="2698750" y="5124450"/>
          <p14:tracePt t="127051" x="2749550" y="5054600"/>
          <p14:tracePt t="127068" x="2762250" y="5035550"/>
          <p14:tracePt t="127085" x="2781300" y="4991100"/>
          <p14:tracePt t="127101" x="2794000" y="4978400"/>
          <p14:tracePt t="127117" x="2806700" y="4965700"/>
          <p14:tracePt t="127135" x="2813050" y="4953000"/>
          <p14:tracePt t="127151" x="2819400" y="4953000"/>
          <p14:tracePt t="127185" x="2819400" y="4946650"/>
          <p14:tracePt t="127240" x="2819400" y="4953000"/>
          <p14:tracePt t="127543" x="2787650" y="4972050"/>
          <p14:tracePt t="127551" x="2730500" y="5010150"/>
          <p14:tracePt t="127564" x="2660650" y="5060950"/>
          <p14:tracePt t="127570" x="2590800" y="5111750"/>
          <p14:tracePt t="127586" x="2508250" y="5175250"/>
          <p14:tracePt t="127600" x="2343150" y="5308600"/>
          <p14:tracePt t="127616" x="2273300" y="5365750"/>
          <p14:tracePt t="127633" x="2216150" y="5429250"/>
          <p14:tracePt t="127649" x="2082800" y="5556250"/>
          <p14:tracePt t="127666" x="1968500" y="5645150"/>
          <p14:tracePt t="127683" x="1879600" y="5708650"/>
          <p14:tracePt t="127699" x="1847850" y="5715000"/>
          <p14:tracePt t="127716" x="1797050" y="5740400"/>
          <p14:tracePt t="127733" x="1778000" y="5746750"/>
          <p14:tracePt t="127749" x="1771650" y="5746750"/>
          <p14:tracePt t="127765" x="1765300" y="5746750"/>
          <p14:tracePt t="127782" x="1758950" y="5740400"/>
          <p14:tracePt t="127815" x="1758950" y="5734050"/>
          <p14:tracePt t="127832" x="1758950" y="5727700"/>
          <p14:tracePt t="127848" x="1758950" y="5721350"/>
          <p14:tracePt t="127868" x="1758950" y="5708650"/>
          <p14:tracePt t="127882" x="1771650" y="5670550"/>
          <p14:tracePt t="127898" x="1790700" y="5651500"/>
          <p14:tracePt t="127916" x="1828800" y="5600700"/>
          <p14:tracePt t="127932" x="1854200" y="5556250"/>
          <p14:tracePt t="127948" x="1917700" y="5441950"/>
          <p14:tracePt t="127965" x="2006600" y="5314950"/>
          <p14:tracePt t="127981" x="2044700" y="5245100"/>
          <p14:tracePt t="127998" x="2095500" y="5162550"/>
          <p14:tracePt t="128015" x="2184400" y="5022850"/>
          <p14:tracePt t="128031" x="2222500" y="4965700"/>
          <p14:tracePt t="128049" x="2279650" y="4889500"/>
          <p14:tracePt t="128065" x="2311400" y="4864100"/>
          <p14:tracePt t="128082" x="2324100" y="4851400"/>
          <p14:tracePt t="128098" x="2355850" y="4838700"/>
          <p14:tracePt t="128114" x="2368550" y="4838700"/>
          <p14:tracePt t="128132" x="2374900" y="4838700"/>
          <p14:tracePt t="128148" x="2393950" y="4838700"/>
          <p14:tracePt t="128164" x="2406650" y="4838700"/>
          <p14:tracePt t="128182" x="2419350" y="4838700"/>
          <p14:tracePt t="128197" x="2432050" y="4838700"/>
          <p14:tracePt t="128214" x="2444750" y="4838700"/>
          <p14:tracePt t="128232" x="2476500" y="4838700"/>
          <p14:tracePt t="128247" x="2501900" y="4838700"/>
          <p14:tracePt t="128264" x="2514600" y="4845050"/>
          <p14:tracePt t="128281" x="2559050" y="4845050"/>
          <p14:tracePt t="128297" x="2590800" y="4845050"/>
          <p14:tracePt t="128314" x="2654300" y="4845050"/>
          <p14:tracePt t="128330" x="2724150" y="4845050"/>
          <p14:tracePt t="128347" x="2755900" y="4845050"/>
          <p14:tracePt t="128364" x="2787650" y="4851400"/>
          <p14:tracePt t="128380" x="2813050" y="4851400"/>
          <p14:tracePt t="128397" x="2819400" y="4857750"/>
          <p14:tracePt t="128414" x="2825750" y="4857750"/>
          <p14:tracePt t="128446" x="2832100" y="4857750"/>
          <p14:tracePt t="128526" x="2832100" y="4851400"/>
          <p14:tracePt t="128618" x="2832100" y="4845050"/>
          <p14:tracePt t="128646" x="2819400" y="4851400"/>
          <p14:tracePt t="128652" x="2813050" y="4864100"/>
          <p14:tracePt t="128667" x="2800350" y="4870450"/>
          <p14:tracePt t="128680" x="2781300" y="4895850"/>
          <p14:tracePt t="128696" x="2724150" y="4978400"/>
          <p14:tracePt t="128712" x="2673350" y="5035550"/>
          <p14:tracePt t="128729" x="2584450" y="5168900"/>
          <p14:tracePt t="128746" x="2495550" y="5295900"/>
          <p14:tracePt t="128762" x="2457450" y="5353050"/>
          <p14:tracePt t="128781" x="2393950" y="5461000"/>
          <p14:tracePt t="128795" x="2336800" y="5562600"/>
          <p14:tracePt t="128812" x="2311400" y="5607050"/>
          <p14:tracePt t="128829" x="2298700" y="5638800"/>
          <p14:tracePt t="128845" x="2266950" y="5683250"/>
          <p14:tracePt t="128862" x="2254250" y="5715000"/>
          <p14:tracePt t="128879" x="2241550" y="5715000"/>
          <p14:tracePt t="128934" x="2235200" y="5715000"/>
          <p14:tracePt t="129018" x="2235200" y="5708650"/>
          <p14:tracePt t="129025" x="2235200" y="5702300"/>
          <p14:tracePt t="129039" x="2228850" y="5695950"/>
          <p14:tracePt t="129047" x="2222500" y="5689600"/>
          <p14:tracePt t="129062" x="2216150" y="5683250"/>
          <p14:tracePt t="129077" x="2197100" y="5664200"/>
          <p14:tracePt t="129096" x="2165350" y="5638800"/>
          <p14:tracePt t="129111" x="2139950" y="5613400"/>
          <p14:tracePt t="129127" x="2120900" y="5600700"/>
          <p14:tracePt t="129145" x="2025650" y="5549900"/>
          <p14:tracePt t="129161" x="1981200" y="5530850"/>
          <p14:tracePt t="129177" x="1936750" y="5511800"/>
          <p14:tracePt t="129194" x="1866900" y="5499100"/>
          <p14:tracePt t="129211" x="1816100" y="5473700"/>
          <p14:tracePt t="129227" x="1797050" y="5467350"/>
          <p14:tracePt t="129244" x="1771650" y="5467350"/>
          <p14:tracePt t="129260" x="1758950" y="5461000"/>
          <p14:tracePt t="129278" x="1758950" y="5454650"/>
          <p14:tracePt t="129482" x="1752600" y="5454650"/>
          <p14:tracePt t="129489" x="1746250" y="5454650"/>
          <p14:tracePt t="129496" x="1739900" y="5467350"/>
          <p14:tracePt t="129512" x="1727200" y="5473700"/>
          <p14:tracePt t="129526" x="1714500" y="5480050"/>
          <p14:tracePt t="129543" x="1676400" y="5511800"/>
          <p14:tracePt t="129560" x="1644650" y="5524500"/>
          <p14:tracePt t="129576" x="1631950" y="5530850"/>
          <p14:tracePt t="129594" x="1606550" y="5549900"/>
          <p14:tracePt t="129610" x="1593850" y="5562600"/>
          <p14:tracePt t="129626" x="1587500" y="5562600"/>
          <p14:tracePt t="129643" x="1581150" y="5562600"/>
          <p14:tracePt t="129659" x="1581150" y="5568950"/>
          <p14:tracePt t="129693" x="1581150" y="5575300"/>
          <p14:tracePt t="129728" x="1593850" y="5581650"/>
          <p14:tracePt t="129749" x="1606550" y="5581650"/>
          <p14:tracePt t="129763" x="1612900" y="5588000"/>
          <p14:tracePt t="129770" x="1631950" y="5588000"/>
          <p14:tracePt t="129778" x="1644650" y="5594350"/>
          <p14:tracePt t="129793" x="1670050" y="5594350"/>
          <p14:tracePt t="129809" x="1708150" y="5600700"/>
          <p14:tracePt t="129826" x="1790700" y="5619750"/>
          <p14:tracePt t="129841" x="1898650" y="5645150"/>
          <p14:tracePt t="129858" x="1968500" y="5645150"/>
          <p14:tracePt t="129876" x="2095500" y="5676900"/>
          <p14:tracePt t="129891" x="2165350" y="5683250"/>
          <p14:tracePt t="129908" x="2279650" y="5695950"/>
          <p14:tracePt t="129925" x="2362200" y="5708650"/>
          <p14:tracePt t="129941" x="2406650" y="5727700"/>
          <p14:tracePt t="129958" x="2451100" y="5740400"/>
          <p14:tracePt t="129974" x="2463800" y="5740400"/>
          <p14:tracePt t="130029" x="2470150" y="5746750"/>
          <p14:tracePt t="130128" x="2476500" y="5746750"/>
          <p14:tracePt t="130142" x="2482850" y="5746750"/>
          <p14:tracePt t="130149" x="2489200" y="5746750"/>
          <p14:tracePt t="130163" x="2495550" y="5746750"/>
          <p14:tracePt t="130173" x="2501900" y="5746750"/>
          <p14:tracePt t="130191" x="2540000" y="5746750"/>
          <p14:tracePt t="130207" x="2571750" y="5746750"/>
          <p14:tracePt t="130224" x="2673350" y="5746750"/>
          <p14:tracePt t="130241" x="2736850" y="5746750"/>
          <p14:tracePt t="130257" x="2863850" y="5746750"/>
          <p14:tracePt t="130274" x="3003550" y="5746750"/>
          <p14:tracePt t="130291" x="3111500" y="5746750"/>
          <p14:tracePt t="130307" x="3149600" y="5746750"/>
          <p14:tracePt t="130323" x="3181350" y="5746750"/>
          <p14:tracePt t="130339" x="3232150" y="5753100"/>
          <p14:tracePt t="130357" x="3238500" y="5753100"/>
          <p14:tracePt t="130375" x="3251200" y="5753100"/>
          <p14:tracePt t="130409" x="3257550" y="5753100"/>
          <p14:tracePt t="130430" x="3263900" y="5753100"/>
          <p14:tracePt t="130444" x="3276600" y="5753100"/>
          <p14:tracePt t="130465" x="3289300" y="5753100"/>
          <p14:tracePt t="130474" x="3295650" y="5753100"/>
          <p14:tracePt t="130489" x="3308350" y="5753100"/>
          <p14:tracePt t="130506" x="3327400" y="5753100"/>
          <p14:tracePt t="130523" x="3365500" y="5746750"/>
          <p14:tracePt t="130539" x="3384550" y="5746750"/>
          <p14:tracePt t="130543" x="3409950" y="5740400"/>
          <p14:tracePt t="130556" x="3435350" y="5740400"/>
          <p14:tracePt t="130572" x="3473450" y="5727700"/>
          <p14:tracePt t="130589" x="3492500" y="5727700"/>
          <p14:tracePt t="130607" x="3511550" y="5721350"/>
          <p14:tracePt t="130623" x="3517900" y="5715000"/>
          <p14:tracePt t="130725" x="3511550" y="5715000"/>
          <p14:tracePt t="130732" x="3505200" y="5715000"/>
          <p14:tracePt t="130746" x="3498850" y="5715000"/>
          <p14:tracePt t="130755" x="3486150" y="5715000"/>
          <p14:tracePt t="130772" x="3460750" y="5715000"/>
          <p14:tracePt t="130789" x="3397250" y="5715000"/>
          <p14:tracePt t="130805" x="3308350" y="5715000"/>
          <p14:tracePt t="130822" x="3263900" y="5715000"/>
          <p14:tracePt t="130839" x="3162300" y="5721350"/>
          <p14:tracePt t="130855" x="3086100" y="5721350"/>
          <p14:tracePt t="130871" x="3054350" y="5727700"/>
          <p14:tracePt t="130888" x="3009900" y="5734050"/>
          <p14:tracePt t="130905" x="2984500" y="5740400"/>
          <p14:tracePt t="130922" x="2971800" y="5746750"/>
          <p14:tracePt t="130938" x="2965450" y="5746750"/>
          <p14:tracePt t="130972" x="2952750" y="5753100"/>
          <p14:tracePt t="131004" x="2946400" y="5759450"/>
          <p14:tracePt t="131021" x="2933700" y="5759450"/>
          <p14:tracePt t="131037" x="2927350" y="5772150"/>
          <p14:tracePt t="131041" x="2921000" y="5772150"/>
          <p14:tracePt t="131071" x="2908300" y="5778500"/>
          <p14:tracePt t="131087" x="2901950" y="5778500"/>
          <p14:tracePt t="131105" x="2895600" y="5778500"/>
          <p14:tracePt t="131196" x="2895600" y="5784850"/>
          <p14:tracePt t="131224" x="2901950" y="5784850"/>
          <p14:tracePt t="131238" x="2914650" y="5791200"/>
          <p14:tracePt t="131245" x="2927350" y="5791200"/>
          <p14:tracePt t="131254" x="2952750" y="5791200"/>
          <p14:tracePt t="131270" x="2984500" y="5791200"/>
          <p14:tracePt t="131288" x="3060700" y="5797550"/>
          <p14:tracePt t="131303" x="3117850" y="5797550"/>
          <p14:tracePt t="131320" x="3219450" y="5810250"/>
          <p14:tracePt t="131337" x="3308350" y="5810250"/>
          <p14:tracePt t="131353" x="3352800" y="5810250"/>
          <p14:tracePt t="131370" x="3397250" y="5810250"/>
          <p14:tracePt t="131387" x="3435350" y="5810250"/>
          <p14:tracePt t="131403" x="3448050" y="5803900"/>
          <p14:tracePt t="131420" x="3460750" y="5803900"/>
          <p14:tracePt t="131436" x="3467100" y="5803900"/>
          <p14:tracePt t="131470" x="3473450" y="5797550"/>
          <p14:tracePt t="131486" x="3479800" y="5797550"/>
          <p14:tracePt t="131506" x="3492500" y="5791200"/>
          <p14:tracePt t="131522" x="3498850" y="5791200"/>
          <p14:tracePt t="131535" x="3505200" y="5791200"/>
          <p14:tracePt t="131552" x="3511550" y="5791200"/>
          <p14:tracePt t="131569" x="3530600" y="5784850"/>
          <p14:tracePt t="131586" x="3543300" y="5784850"/>
          <p14:tracePt t="131602" x="3556000" y="5784850"/>
          <p14:tracePt t="131618" x="3594100" y="5784850"/>
          <p14:tracePt t="131635" x="3600450" y="5784850"/>
          <p14:tracePt t="131653" x="3625850" y="5784850"/>
          <p14:tracePt t="131669" x="3644900" y="5784850"/>
          <p14:tracePt t="131685" x="3651250" y="5784850"/>
          <p14:tracePt t="131702" x="3657600" y="5784850"/>
          <p14:tracePt t="131719" x="3663950" y="5784850"/>
          <p14:tracePt t="131757" x="3670300" y="5784850"/>
          <p14:tracePt t="135890" x="3663950" y="5784850"/>
          <p14:tracePt t="135905" x="3651250" y="5784850"/>
          <p14:tracePt t="135925" x="3644900" y="5784850"/>
          <p14:tracePt t="135932" x="3632200" y="5784850"/>
          <p14:tracePt t="135954" x="3619500" y="5778500"/>
          <p14:tracePt t="135961" x="3613150" y="5778500"/>
          <p14:tracePt t="135981" x="3600450" y="5772150"/>
          <p14:tracePt t="135995" x="3587750" y="5772150"/>
          <p14:tracePt t="136004" x="3581400" y="5772150"/>
          <p14:tracePt t="136020" x="3568700" y="5772150"/>
          <p14:tracePt t="136037" x="3536950" y="5759450"/>
          <p14:tracePt t="136053" x="3473450" y="5734050"/>
          <p14:tracePt t="136070" x="3435350" y="5727700"/>
          <p14:tracePt t="136087" x="3359150" y="5702300"/>
          <p14:tracePt t="136103" x="3276600" y="5676900"/>
          <p14:tracePt t="136120" x="3244850" y="5676900"/>
          <p14:tracePt t="136137" x="3206750" y="5664200"/>
          <p14:tracePt t="136153" x="3181350" y="5664200"/>
          <p14:tracePt t="136170" x="3175000" y="5664200"/>
          <p14:tracePt t="136186" x="3162300" y="5664200"/>
          <p14:tracePt t="136241" x="3155950" y="5670550"/>
          <p14:tracePt t="136255" x="3149600" y="5670550"/>
          <p14:tracePt t="136263" x="3143250" y="5683250"/>
          <p14:tracePt t="136277" x="3130550" y="5695950"/>
          <p14:tracePt t="136286" x="3124200" y="5702300"/>
          <p14:tracePt t="136303" x="3111500" y="5715000"/>
          <p14:tracePt t="136319" x="3079750" y="5765800"/>
          <p14:tracePt t="136336" x="3054350" y="5816600"/>
          <p14:tracePt t="136353" x="3041650" y="5848350"/>
          <p14:tracePt t="136369" x="3022600" y="5918200"/>
          <p14:tracePt t="136386" x="3003550" y="5988050"/>
          <p14:tracePt t="136403" x="2984500" y="6064250"/>
          <p14:tracePt t="136420" x="2971800" y="6089650"/>
          <p14:tracePt t="136436" x="2959100" y="6127750"/>
          <p14:tracePt t="136453" x="2952750" y="6146800"/>
          <p14:tracePt t="136468" x="2952750" y="6153150"/>
          <p14:tracePt t="136485" x="2946400" y="6153150"/>
          <p14:tracePt t="136502" x="2946400" y="6172200"/>
          <p14:tracePt t="136535" x="2946400" y="6178550"/>
          <p14:tracePt t="136552" x="2946400" y="6184900"/>
          <p14:tracePt t="136768" x="2946400" y="6172200"/>
          <p14:tracePt t="136775" x="2946400" y="6165850"/>
          <p14:tracePt t="136784" x="2946400" y="6159500"/>
          <p14:tracePt t="136801" x="2946400" y="6146800"/>
          <p14:tracePt t="136819" x="2952750" y="6102350"/>
          <p14:tracePt t="136834" x="2959100" y="6076950"/>
          <p14:tracePt t="136851" x="2965450" y="6013450"/>
          <p14:tracePt t="136868" x="2978150" y="5956300"/>
          <p14:tracePt t="136885" x="2984500" y="5924550"/>
          <p14:tracePt t="136901" x="2990850" y="5873750"/>
          <p14:tracePt t="136917" x="2997200" y="5842000"/>
          <p14:tracePt t="136934" x="2997200" y="5829300"/>
          <p14:tracePt t="136951" x="2997200" y="5822950"/>
          <p14:tracePt t="136967" x="2997200" y="5816600"/>
          <p14:tracePt t="137014" x="3003550" y="5816600"/>
          <p14:tracePt t="137098" x="3003550" y="5822950"/>
          <p14:tracePt t="137126" x="3003550" y="5829300"/>
          <p14:tracePt t="137154" x="3003550" y="5835650"/>
          <p14:tracePt t="137176" x="3003550" y="5842000"/>
          <p14:tracePt t="137197" x="3003550" y="5848350"/>
          <p14:tracePt t="137225" x="3003550" y="5854700"/>
          <p14:tracePt t="137239" x="3003550" y="5861050"/>
          <p14:tracePt t="137246" x="3009900" y="5867400"/>
          <p14:tracePt t="137260" x="3009900" y="5880100"/>
          <p14:tracePt t="137269" x="3009900" y="5892800"/>
          <p14:tracePt t="137282" x="3016250" y="5911850"/>
          <p14:tracePt t="137299" x="3022600" y="5969000"/>
          <p14:tracePt t="137317" x="3035300" y="6051550"/>
          <p14:tracePt t="137332" x="3048000" y="6108700"/>
          <p14:tracePt t="137349" x="3054350" y="6184900"/>
          <p14:tracePt t="137366" x="3054350" y="6235700"/>
          <p14:tracePt t="137382" x="3054350" y="6248400"/>
          <p14:tracePt t="137399" x="3054350" y="6261100"/>
          <p14:tracePt t="137415" x="3054350" y="6280150"/>
          <p14:tracePt t="137498" x="3060700" y="6280150"/>
          <p14:tracePt t="137541" x="3067050" y="6280150"/>
          <p14:tracePt t="138228" x="3067050" y="6267450"/>
          <p14:tracePt t="138242" x="3073400" y="6254750"/>
          <p14:tracePt t="138249" x="3079750" y="6235700"/>
          <p14:tracePt t="138265" x="3092450" y="6223000"/>
          <p14:tracePt t="138279" x="3124200" y="6178550"/>
          <p14:tracePt t="138295" x="3136900" y="6153150"/>
          <p14:tracePt t="138313" x="3162300" y="6115050"/>
          <p14:tracePt t="138329" x="3181350" y="6083300"/>
          <p14:tracePt t="138346" x="3206750" y="6045200"/>
          <p14:tracePt t="138362" x="3238500" y="6007100"/>
          <p14:tracePt t="138379" x="3251200" y="5981700"/>
          <p14:tracePt t="138396" x="3282950" y="5949950"/>
          <p14:tracePt t="138412" x="3314700" y="5930900"/>
          <p14:tracePt t="138429" x="3333750" y="5911850"/>
          <p14:tracePt t="138446" x="3352800" y="5899150"/>
          <p14:tracePt t="138462" x="3371850" y="5892800"/>
          <p14:tracePt t="138478" x="3378200" y="5886450"/>
          <p14:tracePt t="138496" x="3397250" y="5880100"/>
          <p14:tracePt t="138512" x="3416300" y="5873750"/>
          <p14:tracePt t="138528" x="3422650" y="5873750"/>
          <p14:tracePt t="138545" x="3435350" y="5861050"/>
          <p14:tracePt t="138578" x="3448050" y="5861050"/>
          <p14:tracePt t="138595" x="3454400" y="5854700"/>
          <p14:tracePt t="138611" x="3460750" y="5854700"/>
          <p14:tracePt t="138650" x="3467100" y="5854700"/>
          <p14:tracePt t="138692" x="3473450" y="5854700"/>
          <p14:tracePt t="138713" x="3479800" y="5854700"/>
          <p14:tracePt t="138741" x="3486150" y="5848350"/>
          <p14:tracePt t="138762" x="3492500" y="5848350"/>
          <p14:tracePt t="138790" x="3492500" y="5842000"/>
          <p14:tracePt t="138804" x="3498850" y="5842000"/>
          <p14:tracePt t="138832" x="3498850" y="5835650"/>
          <p14:tracePt t="138839" x="3498850" y="5829300"/>
          <p14:tracePt t="138854" x="3498850" y="5822950"/>
          <p14:tracePt t="138875" x="3498850" y="5816600"/>
          <p14:tracePt t="138896" x="3498850" y="5810250"/>
          <p14:tracePt t="138903" x="3498850" y="5803900"/>
          <p14:tracePt t="138952" x="3498850" y="5797550"/>
          <p14:tracePt t="138980" x="3492500" y="5791200"/>
          <p14:tracePt t="139001" x="3486150" y="5791200"/>
          <p14:tracePt t="139022" x="3479800" y="5791200"/>
          <p14:tracePt t="139043" x="3473450" y="5791200"/>
          <p14:tracePt t="139050" x="3473450" y="5797550"/>
          <p14:tracePt t="139092" x="3467100" y="5797550"/>
          <p14:tracePt t="139106" x="3467100" y="5803900"/>
          <p14:tracePt t="139113" x="3467100" y="5810250"/>
          <p14:tracePt t="139142" x="3467100" y="5816600"/>
          <p14:tracePt t="139156" x="3473450" y="5816600"/>
          <p14:tracePt t="139162" x="3479800" y="5822950"/>
          <p14:tracePt t="139179" x="3492500" y="5822950"/>
          <p14:tracePt t="139193" x="3517900" y="5822950"/>
          <p14:tracePt t="139209" x="3530600" y="5816600"/>
          <p14:tracePt t="139227" x="3568700" y="5810250"/>
          <p14:tracePt t="139242" x="3594100" y="5797550"/>
          <p14:tracePt t="139259" x="3619500" y="5772150"/>
          <p14:tracePt t="139276" x="3638550" y="5740400"/>
          <p14:tracePt t="139292" x="3644900" y="5721350"/>
          <p14:tracePt t="139309" x="3638550" y="5651500"/>
          <p14:tracePt t="139325" x="3594100" y="5581650"/>
          <p14:tracePt t="139342" x="3581400" y="5568950"/>
          <p14:tracePt t="139359" x="3536950" y="5530850"/>
          <p14:tracePt t="139375" x="3517900" y="5524500"/>
          <p14:tracePt t="139392" x="3505200" y="5524500"/>
          <p14:tracePt t="139409" x="3498850" y="5537200"/>
          <p14:tracePt t="139426" x="3492500" y="5549900"/>
          <p14:tracePt t="139442" x="3492500" y="5556250"/>
          <p14:tracePt t="139459" x="3492500" y="5568950"/>
          <p14:tracePt t="139475" x="3492500" y="5588000"/>
          <p14:tracePt t="139492" x="3492500" y="5594350"/>
          <p14:tracePt t="139508" x="3492500" y="5600700"/>
          <p14:tracePt t="139525" x="3492500" y="5607050"/>
          <p14:tracePt t="139543" x="3492500" y="5626100"/>
          <p14:tracePt t="139574" x="3498850" y="5632450"/>
          <p14:tracePt t="139592" x="3498850" y="5645150"/>
          <p14:tracePt t="139608" x="3505200" y="5645150"/>
          <p14:tracePt t="139625" x="3511550" y="5651500"/>
          <p14:tracePt t="139641" x="3517900" y="5657850"/>
          <p14:tracePt t="139658" x="3530600" y="5664200"/>
          <p14:tracePt t="139675" x="3543300" y="5670550"/>
          <p14:tracePt t="139691" x="3575050" y="5676900"/>
          <p14:tracePt t="139707" x="3600450" y="5676900"/>
          <p14:tracePt t="139726" x="3632200" y="5664200"/>
          <p14:tracePt t="139741" x="3644900" y="5657850"/>
          <p14:tracePt t="139757" x="3651250" y="5645150"/>
          <p14:tracePt t="139775" x="3670300" y="5619750"/>
          <p14:tracePt t="139791" x="3670300" y="5607050"/>
          <p14:tracePt t="139807" x="3670300" y="5600700"/>
          <p14:tracePt t="139824" x="3670300" y="5581650"/>
          <p14:tracePt t="139840" x="3670300" y="5575300"/>
          <p14:tracePt t="139857" x="3670300" y="5568950"/>
          <p14:tracePt t="139873" x="3657600" y="5562600"/>
          <p14:tracePt t="139890" x="3638550" y="5562600"/>
          <p14:tracePt t="139908" x="3613150" y="5562600"/>
          <p14:tracePt t="139923" x="3594100" y="5562600"/>
          <p14:tracePt t="139940" x="3549650" y="5588000"/>
          <p14:tracePt t="139957" x="3517900" y="5613400"/>
          <p14:tracePt t="139973" x="3492500" y="5638800"/>
          <p14:tracePt t="139990" x="3473450" y="5664200"/>
          <p14:tracePt t="140007" x="3467100" y="5702300"/>
          <p14:tracePt t="140023" x="3467100" y="5721350"/>
          <p14:tracePt t="140040" x="3473450" y="5765800"/>
          <p14:tracePt t="140056" x="3486150" y="5791200"/>
          <p14:tracePt t="140073" x="3492500" y="5803900"/>
          <p14:tracePt t="140090" x="3511550" y="5816600"/>
          <p14:tracePt t="140106" x="3524250" y="5816600"/>
          <p14:tracePt t="140123" x="3536950" y="5810250"/>
          <p14:tracePt t="140142" x="3543300" y="5810250"/>
          <p14:tracePt t="140157" x="3543300" y="5803900"/>
          <p14:tracePt t="141151" x="3517900" y="5797550"/>
          <p14:tracePt t="141158" x="3473450" y="5784850"/>
          <p14:tracePt t="141172" x="3422650" y="5765800"/>
          <p14:tracePt t="141186" x="3378200" y="5753100"/>
          <p14:tracePt t="141202" x="3282950" y="5727700"/>
          <p14:tracePt t="141219" x="3238500" y="5721350"/>
          <p14:tracePt t="141236" x="3168650" y="5695950"/>
          <p14:tracePt t="141252" x="3124200" y="5683250"/>
          <p14:tracePt t="141269" x="3111500" y="5676900"/>
          <p14:tracePt t="141285" x="3098800" y="5670550"/>
          <p14:tracePt t="141302" x="3086100" y="5670550"/>
          <p14:tracePt t="141321" x="3079750" y="5670550"/>
          <p14:tracePt t="141336" x="3073400" y="5670550"/>
          <p14:tracePt t="141371" x="3067050" y="5670550"/>
          <p14:tracePt t="141425" x="3073400" y="5670550"/>
          <p14:tracePt t="141432" x="3079750" y="5670550"/>
          <p14:tracePt t="141439" x="3086100" y="5670550"/>
          <p14:tracePt t="141455" x="3098800" y="5670550"/>
          <p14:tracePt t="141474" x="3111500" y="5670550"/>
          <p14:tracePt t="141485" x="3130550" y="5670550"/>
          <p14:tracePt t="141502" x="3200400" y="5670550"/>
          <p14:tracePt t="141517" x="3238500" y="5670550"/>
          <p14:tracePt t="141535" x="3346450" y="5657850"/>
          <p14:tracePt t="141552" x="3429000" y="5632450"/>
          <p14:tracePt t="141568" x="3460750" y="5626100"/>
          <p14:tracePt t="141584" x="3511550" y="5607050"/>
          <p14:tracePt t="141601" x="3530600" y="5594350"/>
          <p14:tracePt t="141664" x="3524250" y="5594350"/>
          <p14:tracePt t="141671" x="3505200" y="5594350"/>
          <p14:tracePt t="141686" x="3473450" y="5594350"/>
          <p14:tracePt t="141701" x="3435350" y="5594350"/>
          <p14:tracePt t="141717" x="3327400" y="5607050"/>
          <p14:tracePt t="141735" x="3187700" y="5619750"/>
          <p14:tracePt t="141751" x="3117850" y="5626100"/>
          <p14:tracePt t="141768" x="2978150" y="5626100"/>
          <p14:tracePt t="141784" x="2889250" y="5638800"/>
          <p14:tracePt t="141801" x="2870200" y="5638800"/>
          <p14:tracePt t="141817" x="2838450" y="5638800"/>
          <p14:tracePt t="141833" x="2832100" y="5638800"/>
          <p14:tracePt t="141850" x="2825750" y="5638800"/>
          <p14:tracePt t="141884" x="2825750" y="5645150"/>
          <p14:tracePt t="141924" x="2825750" y="5651500"/>
          <p14:tracePt t="141973" x="2832100" y="5651500"/>
          <p14:tracePt t="142405" x="2794000" y="5645150"/>
          <p14:tracePt t="142419" x="2736850" y="5632450"/>
          <p14:tracePt t="142425" x="2673350" y="5613400"/>
          <p14:tracePt t="142439" x="2603500" y="5588000"/>
          <p14:tracePt t="142454" x="2540000" y="5568950"/>
          <p14:tracePt t="142468" x="2444750" y="5549900"/>
          <p14:tracePt t="142482" x="2273300" y="5499100"/>
          <p14:tracePt t="142498" x="2197100" y="5480050"/>
          <p14:tracePt t="142514" x="2101850" y="5473700"/>
          <p14:tracePt t="142531" x="2019300" y="5454650"/>
          <p14:tracePt t="142548" x="1968500" y="5448300"/>
          <p14:tracePt t="142564" x="1949450" y="5448300"/>
          <p14:tracePt t="142581" x="1911350" y="5448300"/>
          <p14:tracePt t="142598" x="1885950" y="5448300"/>
          <p14:tracePt t="142615" x="1866900" y="5448300"/>
          <p14:tracePt t="142631" x="1860550" y="5448300"/>
          <p14:tracePt t="142699" x="1854200" y="5454650"/>
          <p14:tracePt t="142826" x="1860550" y="5448300"/>
          <p14:tracePt t="142840" x="1866900" y="5448300"/>
          <p14:tracePt t="142849" x="1873250" y="5441950"/>
          <p14:tracePt t="142863" x="1879600" y="5429250"/>
          <p14:tracePt t="142880" x="1905000" y="5403850"/>
          <p14:tracePt t="142897" x="1955800" y="5340350"/>
          <p14:tracePt t="142913" x="1981200" y="5302250"/>
          <p14:tracePt t="142930" x="2044700" y="5226050"/>
          <p14:tracePt t="142946" x="2108200" y="5137150"/>
          <p14:tracePt t="142963" x="2133600" y="5105400"/>
          <p14:tracePt t="142981" x="2171700" y="5035550"/>
          <p14:tracePt t="142996" x="2209800" y="4984750"/>
          <p14:tracePt t="143013" x="2216150" y="4965700"/>
          <p14:tracePt t="143030" x="2235200" y="4927600"/>
          <p14:tracePt t="143046" x="2241550" y="4908550"/>
          <p14:tracePt t="143063" x="2254250" y="4889500"/>
          <p14:tracePt t="143080" x="2260600" y="4876800"/>
          <p14:tracePt t="143135" x="2266950" y="4876800"/>
          <p14:tracePt t="143170" x="2266950" y="4889500"/>
          <p14:tracePt t="143177" x="2266950" y="4895850"/>
          <p14:tracePt t="143191" x="2260600" y="4908550"/>
          <p14:tracePt t="143199" x="2254250" y="4921250"/>
          <p14:tracePt t="143213" x="2247900" y="4940300"/>
          <p14:tracePt t="143229" x="2222500" y="5016500"/>
          <p14:tracePt t="143245" x="2216150" y="5054600"/>
          <p14:tracePt t="143262" x="2197100" y="5149850"/>
          <p14:tracePt t="143279" x="2184400" y="5232400"/>
          <p14:tracePt t="143295" x="2184400" y="5270500"/>
          <p14:tracePt t="143312" x="2184400" y="5327650"/>
          <p14:tracePt t="143328" x="2184400" y="5340350"/>
          <p14:tracePt t="143346" x="2190750" y="5372100"/>
          <p14:tracePt t="143362" x="2190750" y="5378450"/>
          <p14:tracePt t="143395" x="2197100" y="5384800"/>
          <p14:tracePt t="143412" x="2209800" y="5384800"/>
          <p14:tracePt t="143428" x="2222500" y="5391150"/>
          <p14:tracePt t="143444" x="2235200" y="5397500"/>
          <p14:tracePt t="143461" x="2292350" y="5416550"/>
          <p14:tracePt t="143478" x="2362200" y="5435600"/>
          <p14:tracePt t="143494" x="2559050" y="5492750"/>
          <p14:tracePt t="143511" x="2838450" y="5575300"/>
          <p14:tracePt t="143529" x="3117850" y="5651500"/>
          <p14:tracePt t="143544" x="3257550" y="5695950"/>
          <p14:tracePt t="143561" x="3517900" y="5772150"/>
          <p14:tracePt t="143578" x="3752850" y="5835650"/>
          <p14:tracePt t="143594" x="3854450" y="5867400"/>
          <p14:tracePt t="143611" x="3937000" y="5886450"/>
          <p14:tracePt t="143628" x="4133850" y="5918200"/>
          <p14:tracePt t="143644" x="4159250" y="5918200"/>
          <p14:tracePt t="143661" x="4203700" y="5911850"/>
          <p14:tracePt t="143678" x="4241800" y="5899150"/>
          <p14:tracePt t="143694" x="4267200" y="5892800"/>
          <p14:tracePt t="143697" x="4273550" y="5892800"/>
          <p14:tracePt t="143711" x="4279900" y="5886450"/>
          <p14:tracePt t="146949" x="4267200" y="5873750"/>
          <p14:tracePt t="146963" x="4241800" y="5867400"/>
          <p14:tracePt t="146969" x="4210050" y="5848350"/>
          <p14:tracePt t="146985" x="4171950" y="5829300"/>
          <p14:tracePt t="146999" x="4076700" y="5765800"/>
          <p14:tracePt t="147016" x="4032250" y="5740400"/>
          <p14:tracePt t="147033" x="3905250" y="5638800"/>
          <p14:tracePt t="147049" x="3835400" y="5588000"/>
          <p14:tracePt t="147066" x="3765550" y="5530850"/>
          <p14:tracePt t="147083" x="3536950" y="5289550"/>
          <p14:tracePt t="147099" x="3473450" y="5219700"/>
          <p14:tracePt t="147115" x="3365500" y="5080000"/>
          <p14:tracePt t="147132" x="3289300" y="4978400"/>
          <p14:tracePt t="147148" x="3251200" y="4927600"/>
          <p14:tracePt t="147165" x="3200400" y="4838700"/>
          <p14:tracePt t="147182" x="3136900" y="4737100"/>
          <p14:tracePt t="147198" x="3117850" y="4686300"/>
          <p14:tracePt t="147216" x="3079750" y="4584700"/>
          <p14:tracePt t="147232" x="3054350" y="4489450"/>
          <p14:tracePt t="147248" x="3035300" y="4445000"/>
          <p14:tracePt t="147266" x="3022600" y="4375150"/>
          <p14:tracePt t="147282" x="2984500" y="4279900"/>
          <p14:tracePt t="147298" x="2978150" y="4248150"/>
          <p14:tracePt t="147315" x="2952750" y="4178300"/>
          <p14:tracePt t="147331" x="2940050" y="4146550"/>
          <p14:tracePt t="147348" x="2927350" y="4095750"/>
          <p14:tracePt t="147365" x="2901950" y="4051300"/>
          <p14:tracePt t="147381" x="2889250" y="4038600"/>
          <p14:tracePt t="147398" x="2876550" y="4013200"/>
          <p14:tracePt t="147414" x="2863850" y="3987800"/>
          <p14:tracePt t="147432" x="2857500" y="3981450"/>
          <p14:tracePt t="147448" x="2851150" y="3975100"/>
          <p14:tracePt t="147464" x="2844800" y="3975100"/>
          <p14:tracePt t="147497" x="2838450" y="3987800"/>
          <p14:tracePt t="147514" x="2819400" y="4006850"/>
          <p14:tracePt t="147531" x="2806700" y="4013200"/>
          <p14:tracePt t="147547" x="2787650" y="4038600"/>
          <p14:tracePt t="147564" x="2743200" y="4083050"/>
          <p14:tracePt t="147581" x="2692400" y="4140200"/>
          <p14:tracePt t="147597" x="2660650" y="4184650"/>
          <p14:tracePt t="147614" x="2635250" y="4216400"/>
          <p14:tracePt t="147631" x="2533650" y="4343400"/>
          <p14:tracePt t="147647" x="2495550" y="4387850"/>
          <p14:tracePt t="147663" x="2457450" y="4445000"/>
          <p14:tracePt t="147680" x="2393950" y="4559300"/>
          <p14:tracePt t="147697" x="2330450" y="4673600"/>
          <p14:tracePt t="147700" x="2286000" y="4730750"/>
          <p14:tracePt t="147716" x="2260600" y="4781550"/>
          <p14:tracePt t="147730" x="2222500" y="4838700"/>
          <p14:tracePt t="147746" x="2171700" y="4921250"/>
          <p14:tracePt t="147764" x="2127250" y="4997450"/>
          <p14:tracePt t="147780" x="2114550" y="5016500"/>
          <p14:tracePt t="147796" x="2101850" y="5048250"/>
          <p14:tracePt t="147813" x="2095500" y="5060950"/>
          <p14:tracePt t="147829" x="2089150" y="5099050"/>
          <p14:tracePt t="147846" x="2089150" y="5105400"/>
          <p14:tracePt t="147863" x="2082800" y="5118100"/>
          <p14:tracePt t="147879" x="2082800" y="5124450"/>
          <p14:tracePt t="147896" x="2082800" y="5130800"/>
          <p14:tracePt t="147912" x="2089150" y="5149850"/>
          <p14:tracePt t="147929" x="2095500" y="5162550"/>
          <p14:tracePt t="147946" x="2108200" y="5175250"/>
          <p14:tracePt t="147962" x="2108200" y="5181600"/>
          <p14:tracePt t="147979" x="2127250" y="5213350"/>
          <p14:tracePt t="147996" x="2146300" y="5257800"/>
          <p14:tracePt t="148012" x="2159000" y="5289550"/>
          <p14:tracePt t="148029" x="2190750" y="5353050"/>
          <p14:tracePt t="148045" x="2216150" y="5403850"/>
          <p14:tracePt t="148062" x="2228850" y="5422900"/>
          <p14:tracePt t="148079" x="2241550" y="5467350"/>
          <p14:tracePt t="148095" x="2247900" y="5486400"/>
          <p14:tracePt t="148112" x="2254250" y="5486400"/>
          <p14:tracePt t="148129" x="2260600" y="5492750"/>
          <p14:tracePt t="148207" x="2260600" y="5486400"/>
          <p14:tracePt t="148221" x="2260600" y="5480050"/>
          <p14:tracePt t="148227" x="2260600" y="5467350"/>
          <p14:tracePt t="148234" x="2260600" y="5454650"/>
          <p14:tracePt t="148249" x="2254250" y="5429250"/>
          <p14:tracePt t="148261" x="2235200" y="5397500"/>
          <p14:tracePt t="148278" x="2209800" y="5308600"/>
          <p14:tracePt t="148294" x="2203450" y="5270500"/>
          <p14:tracePt t="148312" x="2165350" y="5149850"/>
          <p14:tracePt t="148328" x="2139950" y="5041900"/>
          <p14:tracePt t="148344" x="2120900" y="4984750"/>
          <p14:tracePt t="148361" x="2101850" y="4876800"/>
          <p14:tracePt t="148378" x="2101850" y="4762500"/>
          <p14:tracePt t="148394" x="2101850" y="4705350"/>
          <p14:tracePt t="148411" x="2114550" y="4603750"/>
          <p14:tracePt t="148427" x="2139950" y="4521200"/>
          <p14:tracePt t="148444" x="2152650" y="4489450"/>
          <p14:tracePt t="148461" x="2184400" y="4425950"/>
          <p14:tracePt t="148477" x="2235200" y="4368800"/>
          <p14:tracePt t="148494" x="2311400" y="4298950"/>
          <p14:tracePt t="148511" x="2362200" y="4260850"/>
          <p14:tracePt t="148527" x="2419350" y="4210050"/>
          <p14:tracePt t="148544" x="2559050" y="4114800"/>
          <p14:tracePt t="148560" x="2724150" y="4013200"/>
          <p14:tracePt t="148577" x="2800350" y="3962400"/>
          <p14:tracePt t="148594" x="2940050" y="3860800"/>
          <p14:tracePt t="148610" x="3054350" y="3803650"/>
          <p14:tracePt t="148628" x="3143250" y="3771900"/>
          <p14:tracePt t="148643" x="3168650" y="3765550"/>
          <p14:tracePt t="148660" x="3219450" y="3752850"/>
          <p14:tracePt t="148677" x="3270250" y="3746500"/>
          <p14:tracePt t="148693" x="3302000" y="3746500"/>
          <p14:tracePt t="148710" x="3352800" y="3746500"/>
          <p14:tracePt t="148727" x="3403600" y="3746500"/>
          <p14:tracePt t="148743" x="3422650" y="3746500"/>
          <p14:tracePt t="148759" x="3460750" y="3746500"/>
          <p14:tracePt t="148776" x="3479800" y="3740150"/>
          <p14:tracePt t="148793" x="3486150" y="3740150"/>
          <p14:tracePt t="148810" x="3498850" y="3733800"/>
          <p14:tracePt t="148826" x="3511550" y="3727450"/>
          <p14:tracePt t="148916" x="3505200" y="3727450"/>
          <p14:tracePt t="148930" x="3492500" y="3727450"/>
          <p14:tracePt t="148951" x="3479800" y="3727450"/>
          <p14:tracePt t="148959" x="3454400" y="3733800"/>
          <p14:tracePt t="148966" x="3416300" y="3746500"/>
          <p14:tracePt t="148979" x="3371850" y="3759200"/>
          <p14:tracePt t="148992" x="3321050" y="3778250"/>
          <p14:tracePt t="149009" x="3149600" y="3848100"/>
          <p14:tracePt t="149025" x="3054350" y="3892550"/>
          <p14:tracePt t="149043" x="2863850" y="3987800"/>
          <p14:tracePt t="149059" x="2679700" y="4089400"/>
          <p14:tracePt t="149075" x="2597150" y="4140200"/>
          <p14:tracePt t="149092" x="2457450" y="4248150"/>
          <p14:tracePt t="149108" x="2349500" y="4356100"/>
          <p14:tracePt t="149125" x="2298700" y="4425950"/>
          <p14:tracePt t="149141" x="2235200" y="4540250"/>
          <p14:tracePt t="149158" x="2203450" y="4597400"/>
          <p14:tracePt t="149175" x="2178050" y="4705350"/>
          <p14:tracePt t="149191" x="2171700" y="4826000"/>
          <p14:tracePt t="149208" x="2159000" y="4876800"/>
          <p14:tracePt t="149225" x="2152650" y="4972050"/>
          <p14:tracePt t="149241" x="2152650" y="5029200"/>
          <p14:tracePt t="149258" x="2159000" y="5054600"/>
          <p14:tracePt t="149275" x="2165350" y="5105400"/>
          <p14:tracePt t="149291" x="2178050" y="5143500"/>
          <p14:tracePt t="149307" x="2184400" y="5162550"/>
          <p14:tracePt t="149324" x="2190750" y="5187950"/>
          <p14:tracePt t="149341" x="2203450" y="5207000"/>
          <p14:tracePt t="149357" x="2203450" y="5213350"/>
          <p14:tracePt t="149374" x="2203450" y="5219700"/>
          <p14:tracePt t="149391" x="2209800" y="5226050"/>
          <p14:tracePt t="149449" x="2209800" y="5219700"/>
          <p14:tracePt t="149458" x="2216150" y="5219700"/>
          <p14:tracePt t="149478" x="2222500" y="5213350"/>
          <p14:tracePt t="149485" x="2222500" y="5207000"/>
          <p14:tracePt t="149990" x="2222500" y="5194300"/>
          <p14:tracePt t="150003" x="2209800" y="5181600"/>
          <p14:tracePt t="150011" x="2197100" y="5156200"/>
          <p14:tracePt t="150022" x="2171700" y="5137150"/>
          <p14:tracePt t="150039" x="2159000" y="5105400"/>
          <p14:tracePt t="150055" x="2120900" y="5054600"/>
          <p14:tracePt t="150071" x="2095500" y="5029200"/>
          <p14:tracePt t="150089" x="2051050" y="4940300"/>
          <p14:tracePt t="150105" x="2006600" y="4876800"/>
          <p14:tracePt t="150122" x="1974850" y="4832350"/>
          <p14:tracePt t="150138" x="1936750" y="4768850"/>
          <p14:tracePt t="150155" x="1898650" y="4711700"/>
          <p14:tracePt t="150171" x="1885950" y="4692650"/>
          <p14:tracePt t="150188" x="1847850" y="4641850"/>
          <p14:tracePt t="150205" x="1816100" y="4603750"/>
          <p14:tracePt t="150222" x="1790700" y="4578350"/>
          <p14:tracePt t="150238" x="1784350" y="4565650"/>
          <p14:tracePt t="150254" x="1771650" y="4546600"/>
          <p14:tracePt t="150272" x="1765300" y="4533900"/>
          <p14:tracePt t="150305" x="1765300" y="4527550"/>
          <p14:tracePt t="150362" x="1758950" y="4527550"/>
          <p14:tracePt t="150377" x="1752600" y="4527550"/>
          <p14:tracePt t="150384" x="1752600" y="4521200"/>
          <p14:tracePt t="150405" x="1746250" y="4514850"/>
          <p14:tracePt t="150411" x="1739900" y="4514850"/>
          <p14:tracePt t="150426" x="1739900" y="4508500"/>
          <p14:tracePt t="150437" x="1733550" y="4508500"/>
          <p14:tracePt t="150456" x="1727200" y="4502150"/>
          <p14:tracePt t="150470" x="1727200" y="4495800"/>
          <p14:tracePt t="150487" x="1708150" y="4483100"/>
          <p14:tracePt t="150504" x="1689100" y="4457700"/>
          <p14:tracePt t="150521" x="1663700" y="4445000"/>
          <p14:tracePt t="150538" x="1631950" y="4400550"/>
          <p14:tracePt t="150553" x="1574800" y="4356100"/>
          <p14:tracePt t="150570" x="1549400" y="4330700"/>
          <p14:tracePt t="150587" x="1511300" y="4305300"/>
          <p14:tracePt t="150603" x="1473200" y="4279900"/>
          <p14:tracePt t="150620" x="1454150" y="4267200"/>
          <p14:tracePt t="150637" x="1435100" y="4248150"/>
          <p14:tracePt t="150653" x="1422400" y="4248150"/>
          <p14:tracePt t="150670" x="1416050" y="4248150"/>
          <p14:tracePt t="150686" x="1409700" y="4248150"/>
          <p14:tracePt t="150784" x="1409700" y="4254500"/>
          <p14:tracePt t="150805" x="1422400" y="4254500"/>
          <p14:tracePt t="150812" x="1428750" y="4254500"/>
          <p14:tracePt t="150833" x="1441450" y="4254500"/>
          <p14:tracePt t="150847" x="1447800" y="4254500"/>
          <p14:tracePt t="150856" x="1447800" y="4260850"/>
          <p14:tracePt t="150871" x="1460500" y="4260850"/>
          <p14:tracePt t="150885" x="1511300" y="4260850"/>
          <p14:tracePt t="150902" x="1549400" y="4267200"/>
          <p14:tracePt t="150919" x="1657350" y="4279900"/>
          <p14:tracePt t="150935" x="1720850" y="4279900"/>
          <p14:tracePt t="150953" x="1873250" y="4286250"/>
          <p14:tracePt t="150969" x="2025650" y="4286250"/>
          <p14:tracePt t="150985" x="2101850" y="4286250"/>
          <p14:tracePt t="151002" x="2260600" y="4273550"/>
          <p14:tracePt t="151018" x="2387600" y="4267200"/>
          <p14:tracePt t="151035" x="2425700" y="4267200"/>
          <p14:tracePt t="151052" x="2508250" y="4248150"/>
          <p14:tracePt t="151068" x="2578100" y="4248150"/>
          <p14:tracePt t="151085" x="2597150" y="4241800"/>
          <p14:tracePt t="151101" x="2641600" y="4241800"/>
          <p14:tracePt t="151117" x="2647950" y="4241800"/>
          <p14:tracePt t="151136" x="2667000" y="4241800"/>
          <p14:tracePt t="151168" x="2673350" y="4241800"/>
          <p14:tracePt t="151297" x="2667000" y="4241800"/>
          <p14:tracePt t="151304" x="2654300" y="4241800"/>
          <p14:tracePt t="151320" x="2647950" y="4241800"/>
          <p14:tracePt t="151339" x="2628900" y="4241800"/>
          <p14:tracePt t="151351" x="2597150" y="4241800"/>
          <p14:tracePt t="151368" x="2508250" y="4241800"/>
          <p14:tracePt t="151384" x="2444750" y="4254500"/>
          <p14:tracePt t="151400" x="2279650" y="4286250"/>
          <p14:tracePt t="151417" x="2057400" y="4311650"/>
          <p14:tracePt t="151434" x="1955800" y="4324350"/>
          <p14:tracePt t="151451" x="1778000" y="4343400"/>
          <p14:tracePt t="151467" x="1631950" y="4356100"/>
          <p14:tracePt t="151483" x="1581150" y="4356100"/>
          <p14:tracePt t="151501" x="1524000" y="4368800"/>
          <p14:tracePt t="151517" x="1498600" y="4375150"/>
          <p14:tracePt t="151533" x="1485900" y="4375150"/>
          <p14:tracePt t="151551" x="1473200" y="4381500"/>
          <p14:tracePt t="151852" x="1473200" y="4387850"/>
          <p14:tracePt t="151880" x="1473200" y="4394200"/>
          <p14:tracePt t="151901" x="1473200" y="4406900"/>
          <p14:tracePt t="151908" x="1473200" y="4419600"/>
          <p14:tracePt t="151922" x="1479550" y="4438650"/>
          <p14:tracePt t="151932" x="1479550" y="4476750"/>
          <p14:tracePt t="151949" x="1492250" y="4521200"/>
          <p14:tracePt t="151966" x="1511300" y="4654550"/>
          <p14:tracePt t="151982" x="1536700" y="4794250"/>
          <p14:tracePt t="151998" x="1549400" y="4876800"/>
          <p14:tracePt t="152014" x="1568450" y="5041900"/>
          <p14:tracePt t="152032" x="1574800" y="5168900"/>
          <p14:tracePt t="152049" x="1587500" y="5289550"/>
          <p14:tracePt t="152065" x="1593850" y="5340350"/>
          <p14:tracePt t="152081" x="1612900" y="5435600"/>
          <p14:tracePt t="152099" x="1625600" y="5505450"/>
          <p14:tracePt t="152115" x="1631950" y="5537200"/>
          <p14:tracePt t="152131" x="1644650" y="5556250"/>
          <p14:tracePt t="152148" x="1657350" y="5588000"/>
          <p14:tracePt t="152164" x="1657350" y="5594350"/>
          <p14:tracePt t="152273" x="1663700" y="5594350"/>
          <p14:tracePt t="152330" x="1670050" y="5594350"/>
          <p14:tracePt t="152379" x="1676400" y="5594350"/>
          <p14:tracePt t="152421" x="1682750" y="5594350"/>
          <p14:tracePt t="152428" x="1689100" y="5594350"/>
          <p14:tracePt t="152449" x="1695450" y="5594350"/>
          <p14:tracePt t="152465" x="1708150" y="5594350"/>
          <p14:tracePt t="152470" x="1720850" y="5594350"/>
          <p14:tracePt t="152484" x="1739900" y="5594350"/>
          <p14:tracePt t="152497" x="1765300" y="5594350"/>
          <p14:tracePt t="152513" x="1854200" y="5588000"/>
          <p14:tracePt t="152530" x="1905000" y="5588000"/>
          <p14:tracePt t="152547" x="2032000" y="5575300"/>
          <p14:tracePt t="152563" x="2159000" y="5575300"/>
          <p14:tracePt t="152580" x="2228850" y="5575300"/>
          <p14:tracePt t="152597" x="2330450" y="5575300"/>
          <p14:tracePt t="152613" x="2406650" y="5568950"/>
          <p14:tracePt t="152630" x="2438400" y="5568950"/>
          <p14:tracePt t="152647" x="2470150" y="5568950"/>
          <p14:tracePt t="152663" x="2489200" y="5568950"/>
          <p14:tracePt t="152679" x="2495550" y="5568950"/>
          <p14:tracePt t="152696" x="2501900" y="5568950"/>
          <p14:tracePt t="152712" x="2508250" y="5568950"/>
          <p14:tracePt t="152850" x="2501900" y="5568950"/>
          <p14:tracePt t="152913" x="2495550" y="5568950"/>
          <p14:tracePt t="152976" x="2489200" y="5568950"/>
          <p14:tracePt t="153082" x="2482850" y="5568950"/>
          <p14:tracePt t="153103" x="2476500" y="5568950"/>
          <p14:tracePt t="153124" x="2476500" y="5575300"/>
          <p14:tracePt t="153138" x="2476500" y="5588000"/>
          <p14:tracePt t="153152" x="2476500" y="5600700"/>
          <p14:tracePt t="153166" x="2476500" y="5613400"/>
          <p14:tracePt t="153177" x="2476500" y="5632450"/>
          <p14:tracePt t="153195" x="2476500" y="5689600"/>
          <p14:tracePt t="153211" x="2482850" y="5734050"/>
          <p14:tracePt t="153228" x="2508250" y="5803900"/>
          <p14:tracePt t="153244" x="2559050" y="5886450"/>
          <p14:tracePt t="153261" x="2584450" y="5918200"/>
          <p14:tracePt t="153278" x="2660650" y="5969000"/>
          <p14:tracePt t="153294" x="2762250" y="6013450"/>
          <p14:tracePt t="153310" x="2800350" y="6019800"/>
          <p14:tracePt t="153328" x="2921000" y="6032500"/>
          <p14:tracePt t="153344" x="3048000" y="6026150"/>
          <p14:tracePt t="153360" x="3098800" y="6026150"/>
          <p14:tracePt t="153377" x="3206750" y="6000750"/>
          <p14:tracePt t="153394" x="3263900" y="5994400"/>
          <p14:tracePt t="153410" x="3333750" y="5981700"/>
          <p14:tracePt t="153427" x="3371850" y="5975350"/>
          <p14:tracePt t="153443" x="3390900" y="5969000"/>
          <p14:tracePt t="153461" x="3416300" y="5962650"/>
          <p14:tracePt t="153477" x="3441700" y="5949950"/>
          <p14:tracePt t="153511" x="3460750" y="5943600"/>
          <p14:tracePt t="153527" x="3467100" y="5943600"/>
          <p14:tracePt t="153543" x="3473450" y="5943600"/>
          <p14:tracePt t="153560" x="3479800" y="5943600"/>
          <p14:tracePt t="153636" x="3479800" y="5937250"/>
          <p14:tracePt t="153665" x="3473450" y="5937250"/>
          <p14:tracePt t="153686" x="3467100" y="5937250"/>
          <p14:tracePt t="153693" x="3460750" y="5937250"/>
          <p14:tracePt t="153707" x="3454400" y="5937250"/>
          <p14:tracePt t="153728" x="3441700" y="5937250"/>
          <p14:tracePt t="153735" x="3435350" y="5937250"/>
          <p14:tracePt t="153749" x="3422650" y="5937250"/>
          <p14:tracePt t="153758" x="3409950" y="5937250"/>
          <p14:tracePt t="153776" x="3390900" y="5937250"/>
          <p14:tracePt t="153793" x="3359150" y="5930900"/>
          <p14:tracePt t="153809" x="3327400" y="5930900"/>
          <p14:tracePt t="153826" x="3302000" y="5930900"/>
          <p14:tracePt t="153842" x="3289300" y="5930900"/>
          <p14:tracePt t="153858" x="3276600" y="5930900"/>
          <p14:tracePt t="153891" x="3289300" y="5924550"/>
          <p14:tracePt t="153908" x="3308350" y="5924550"/>
          <p14:tracePt t="153925" x="3359150" y="5924550"/>
          <p14:tracePt t="153942" x="3397250" y="5924550"/>
          <p14:tracePt t="153958" x="3429000" y="5924550"/>
          <p14:tracePt t="153975" x="3492500" y="5911850"/>
          <p14:tracePt t="153991" x="3517900" y="5905500"/>
          <p14:tracePt t="154009" x="3549650" y="5892800"/>
          <p14:tracePt t="154025" x="3562350" y="5886450"/>
          <p14:tracePt t="154041" x="3568700" y="5880100"/>
          <p14:tracePt t="154059" x="3568700" y="5873750"/>
          <p14:tracePt t="154074" x="3556000" y="5873750"/>
          <p14:tracePt t="154091" x="3517900" y="5867400"/>
          <p14:tracePt t="154108" x="3473450" y="5867400"/>
          <p14:tracePt t="154124" x="3435350" y="5867400"/>
          <p14:tracePt t="154142" x="3371850" y="5867400"/>
          <p14:tracePt t="154157" x="3321050" y="5867400"/>
          <p14:tracePt t="154174" x="3302000" y="5867400"/>
          <p14:tracePt t="154191" x="3276600" y="5867400"/>
          <p14:tracePt t="154207" x="3263900" y="5867400"/>
          <p14:tracePt t="154224" x="3257550" y="5873750"/>
          <p14:tracePt t="154257" x="3251200" y="5880100"/>
          <p14:tracePt t="154277" x="3251200" y="5886450"/>
          <p14:tracePt t="154297" x="3251200" y="5899150"/>
          <p14:tracePt t="154311" x="3251200" y="5911850"/>
          <p14:tracePt t="154324" x="3251200" y="5943600"/>
          <p14:tracePt t="154340" x="3251200" y="6019800"/>
          <p14:tracePt t="154357" x="3251200" y="6070600"/>
          <p14:tracePt t="154374" x="3251200" y="6165850"/>
          <p14:tracePt t="154390" x="3251200" y="6254750"/>
          <p14:tracePt t="154406" x="3257550" y="6286500"/>
          <p14:tracePt t="154424" x="3257550" y="6318250"/>
          <p14:tracePt t="154440" x="3263900" y="6337300"/>
          <p14:tracePt t="154473" x="3263900" y="6343650"/>
          <p14:tracePt t="154508" x="3270250" y="6343650"/>
          <p14:tracePt t="154529" x="3276600" y="6343650"/>
          <p14:tracePt t="154536" x="3276600" y="6337300"/>
          <p14:tracePt t="154557" x="3282950" y="6330950"/>
          <p14:tracePt t="154571" x="3282950" y="6324600"/>
          <p14:tracePt t="154578" x="3282950" y="6318250"/>
          <p14:tracePt t="154593" x="3282950" y="6305550"/>
          <p14:tracePt t="154607" x="3282950" y="6286500"/>
          <p14:tracePt t="154623" x="3295650" y="6254750"/>
          <p14:tracePt t="154640" x="3289300" y="6210300"/>
          <p14:tracePt t="154657" x="3282950" y="6108700"/>
          <p14:tracePt t="154673" x="3282950" y="6057900"/>
          <p14:tracePt t="154690" x="3263900" y="5924550"/>
          <p14:tracePt t="154705" x="3244850" y="5803900"/>
          <p14:tracePt t="154722" x="3232150" y="5734050"/>
          <p14:tracePt t="154740" x="3225800" y="5695950"/>
          <p14:tracePt t="154755" x="3213100" y="5670550"/>
          <p14:tracePt t="154789" x="3213100" y="5664200"/>
          <p14:tracePt t="154873" x="3213100" y="5670550"/>
          <p14:tracePt t="154887" x="3213100" y="5676900"/>
          <p14:tracePt t="154908" x="3213100" y="5683250"/>
          <p14:tracePt t="154923" x="3213100" y="5689600"/>
          <p14:tracePt t="154943" x="3213100" y="5695950"/>
          <p14:tracePt t="154950" x="3213100" y="5702300"/>
          <p14:tracePt t="154958" x="3213100" y="5721350"/>
          <p14:tracePt t="154974" x="3213100" y="5740400"/>
          <p14:tracePt t="154988" x="3213100" y="5759450"/>
          <p14:tracePt t="155005" x="3225800" y="5816600"/>
          <p14:tracePt t="155022" x="3238500" y="5911850"/>
          <p14:tracePt t="155038" x="3251200" y="5949950"/>
          <p14:tracePt t="155055" x="3263900" y="6032500"/>
          <p14:tracePt t="155071" x="3270250" y="6096000"/>
          <p14:tracePt t="155088" x="3289300" y="6121400"/>
          <p14:tracePt t="155105" x="3295650" y="6146800"/>
          <p14:tracePt t="155121" x="3302000" y="6165850"/>
          <p14:tracePt t="155137" x="3308350" y="6172200"/>
          <p14:tracePt t="155155" x="3308350" y="6178550"/>
          <p14:tracePt t="155231" x="3308350" y="6172200"/>
          <p14:tracePt t="155238" x="3308350" y="6165850"/>
          <p14:tracePt t="155273" x="3308350" y="6159500"/>
          <p14:tracePt t="155280" x="3308350" y="6153150"/>
          <p14:tracePt t="155294" x="3308350" y="6146800"/>
          <p14:tracePt t="155303" x="3308350" y="6140450"/>
          <p14:tracePt t="155320" x="3308350" y="6127750"/>
          <p14:tracePt t="155337" x="3295650" y="6089650"/>
          <p14:tracePt t="155353" x="3282950" y="6057900"/>
          <p14:tracePt t="155370" x="3244850" y="5956300"/>
          <p14:tracePt t="155387" x="3187700" y="5822950"/>
          <p14:tracePt t="155403" x="3149600" y="5753100"/>
          <p14:tracePt t="155421" x="3009900" y="5518150"/>
          <p14:tracePt t="155436" x="2952750" y="5435600"/>
          <p14:tracePt t="155453" x="2857500" y="5295900"/>
          <p14:tracePt t="155471" x="2749550" y="5194300"/>
          <p14:tracePt t="155487" x="2705100" y="5162550"/>
          <p14:tracePt t="155503" x="2679700" y="5130800"/>
          <p14:tracePt t="155520" x="2590800" y="5073650"/>
          <p14:tracePt t="155536" x="2571750" y="5060950"/>
          <p14:tracePt t="155553" x="2559050" y="5054600"/>
          <p14:tracePt t="155570" x="2514600" y="5041900"/>
          <p14:tracePt t="155586" x="2463800" y="5035550"/>
          <p14:tracePt t="155604" x="2419350" y="5016500"/>
          <p14:tracePt t="155619" x="2387600" y="5016500"/>
          <p14:tracePt t="155636" x="2330450" y="5010150"/>
          <p14:tracePt t="155653" x="2279650" y="5003800"/>
          <p14:tracePt t="155669" x="2254250" y="4997450"/>
          <p14:tracePt t="155686" x="2190750" y="4984750"/>
          <p14:tracePt t="155703" x="2108200" y="4959350"/>
          <p14:tracePt t="155720" x="2089150" y="4940300"/>
          <p14:tracePt t="155735" x="2057400" y="4921250"/>
          <p14:tracePt t="156540" x="2057400" y="4914900"/>
          <p14:tracePt t="156554" x="2057400" y="4902200"/>
          <p14:tracePt t="156561" x="2057400" y="4889500"/>
          <p14:tracePt t="156575" x="2057400" y="4870450"/>
          <p14:tracePt t="156585" x="2057400" y="4851400"/>
          <p14:tracePt t="156599" x="2057400" y="4832350"/>
          <p14:tracePt t="156616" x="2051050" y="4787900"/>
          <p14:tracePt t="156632" x="2038350" y="4730750"/>
          <p14:tracePt t="156649" x="2038350" y="4711700"/>
          <p14:tracePt t="156666" x="2032000" y="4667250"/>
          <p14:tracePt t="156682" x="2032000" y="4635500"/>
          <p14:tracePt t="156699" x="2032000" y="4629150"/>
          <p14:tracePt t="156716" x="2032000" y="4622800"/>
          <p14:tracePt t="156732" x="2032000" y="4616450"/>
          <p14:tracePt t="156766" x="2032000" y="4610100"/>
          <p14:tracePt t="157032" x="2038350" y="4610100"/>
          <p14:tracePt t="157074" x="2044700" y="4603750"/>
          <p14:tracePt t="157137" x="2051050" y="4597400"/>
          <p14:tracePt t="157187" x="2051050" y="4591050"/>
          <p14:tracePt t="157285" x="2057400" y="4584700"/>
          <p14:tracePt t="157362" x="2063750" y="4578350"/>
          <p14:tracePt t="157383" x="2063750" y="4572000"/>
          <p14:tracePt t="157404" x="2070100" y="4565650"/>
          <p14:tracePt t="157425" x="2076450" y="4559300"/>
          <p14:tracePt t="157447" x="2082800" y="4552950"/>
          <p14:tracePt t="157454" x="2082800" y="4546600"/>
          <p14:tracePt t="157475" x="2089150" y="4546600"/>
          <p14:tracePt t="157489" x="2095500" y="4546600"/>
          <p14:tracePt t="157497" x="2095500" y="4540250"/>
          <p14:tracePt t="157513" x="2095500" y="4533900"/>
          <p14:tracePt t="157529" x="2101850" y="4527550"/>
          <p14:tracePt t="157546" x="2108200" y="4521200"/>
          <p14:tracePt t="157566" x="2114550" y="4514850"/>
          <p14:tracePt t="157593" x="2120900" y="4514850"/>
          <p14:tracePt t="157615" x="2127250" y="4508500"/>
          <p14:tracePt t="157636" x="2127250" y="4502150"/>
          <p14:tracePt t="157643" x="2133600" y="4502150"/>
          <p14:tracePt t="157678" x="2133600" y="4495800"/>
          <p14:tracePt t="157685" x="2133600" y="4489450"/>
          <p14:tracePt t="157707" x="2139950" y="4489450"/>
          <p14:tracePt t="157735" x="2139950" y="4483100"/>
          <p14:tracePt t="157770" x="2146300" y="4476750"/>
          <p14:tracePt t="157805" x="2152650" y="4470400"/>
          <p14:tracePt t="157826" x="2152650" y="4464050"/>
          <p14:tracePt t="157917" x="2152650" y="4457700"/>
          <p14:tracePt t="158051" x="2146300" y="4457700"/>
          <p14:tracePt t="158058" x="2139950" y="4457700"/>
          <p14:tracePt t="158079" x="2133600" y="4451350"/>
          <p14:tracePt t="158086" x="2120900" y="4451350"/>
          <p14:tracePt t="158112" x="2101850" y="4445000"/>
          <p14:tracePt t="158130" x="2070100" y="4438650"/>
          <p14:tracePt t="158145" x="2051050" y="4438650"/>
          <p14:tracePt t="158165" x="2006600" y="4432300"/>
          <p14:tracePt t="158180" x="1962150" y="4432300"/>
          <p14:tracePt t="158195" x="1936750" y="4425950"/>
          <p14:tracePt t="158211" x="1905000" y="4425950"/>
          <p14:tracePt t="158229" x="1879600" y="4425950"/>
          <p14:tracePt t="158245" x="1873250" y="4425950"/>
          <p14:tracePt t="158262" x="1866900" y="4425950"/>
          <p14:tracePt t="158327" x="1860550" y="4432300"/>
          <p14:tracePt t="158427" x="1854200" y="4432300"/>
          <p14:tracePt t="158462" x="1847850" y="4432300"/>
          <p14:tracePt t="158496" x="1835150" y="4438650"/>
          <p14:tracePt t="158511" x="1828800" y="4438650"/>
          <p14:tracePt t="158529" x="1822450" y="4438650"/>
          <p14:tracePt t="158561" x="1809750" y="4438650"/>
          <p14:tracePt t="158578" x="1803400" y="4438650"/>
          <p14:tracePt t="158593" x="1790700" y="4445000"/>
          <p14:tracePt t="158611" x="1778000" y="4445000"/>
          <p14:tracePt t="158625" x="1746250" y="4445000"/>
          <p14:tracePt t="158642" x="1689100" y="4451350"/>
          <p14:tracePt t="158659" x="1651000" y="4457700"/>
          <p14:tracePt t="158676" x="1568450" y="4464050"/>
          <p14:tracePt t="158692" x="1498600" y="4476750"/>
          <p14:tracePt t="158708" x="1460500" y="4483100"/>
          <p14:tracePt t="158726" x="1403350" y="4489450"/>
          <p14:tracePt t="158742" x="1358900" y="4495800"/>
          <p14:tracePt t="158758" x="1346200" y="4502150"/>
          <p14:tracePt t="158775" x="1314450" y="4508500"/>
          <p14:tracePt t="158792" x="1295400" y="4514850"/>
          <p14:tracePt t="158808" x="1282700" y="4521200"/>
          <p14:tracePt t="158824" x="1270000" y="4527550"/>
          <p14:tracePt t="158841" x="1250950" y="4527550"/>
          <p14:tracePt t="158859" x="1244600" y="4533900"/>
          <p14:tracePt t="158861" x="1238250" y="4540250"/>
          <p14:tracePt t="158875" x="1231900" y="4546600"/>
          <p14:tracePt t="158891" x="1225550" y="4546600"/>
          <p14:tracePt t="158909" x="1219200" y="4559300"/>
          <p14:tracePt t="158924" x="1212850" y="4565650"/>
          <p14:tracePt t="158941" x="1206500" y="4565650"/>
          <p14:tracePt t="158958" x="1193800" y="4578350"/>
          <p14:tracePt t="158974" x="1187450" y="4584700"/>
          <p14:tracePt t="159007" x="1181100" y="4591050"/>
          <p14:tracePt t="159024" x="1174750" y="4603750"/>
          <p14:tracePt t="159084" x="1168400" y="4610100"/>
          <p14:tracePt t="159105" x="1162050" y="4616450"/>
          <p14:tracePt t="159133" x="1155700" y="4622800"/>
          <p14:tracePt t="159189" x="1149350" y="4622800"/>
          <p14:tracePt t="159322" x="1149350" y="4629150"/>
          <p14:tracePt t="159364" x="1149350" y="4635500"/>
          <p14:tracePt t="159393" x="1149350" y="4641850"/>
          <p14:tracePt t="159414" x="1149350" y="4648200"/>
          <p14:tracePt t="159421" x="1149350" y="4654550"/>
          <p14:tracePt t="159435" x="1143000" y="4660900"/>
          <p14:tracePt t="159457" x="1143000" y="4667250"/>
          <p14:tracePt t="159463" x="1143000" y="4679950"/>
          <p14:tracePt t="159472" x="1143000" y="4699000"/>
          <p14:tracePt t="159489" x="1136650" y="4724400"/>
          <p14:tracePt t="159506" x="1123950" y="4787900"/>
          <p14:tracePt t="159522" x="1117600" y="4845050"/>
          <p14:tracePt t="159539" x="1098550" y="4959350"/>
          <p14:tracePt t="159556" x="1073150" y="5073650"/>
          <p14:tracePt t="159572" x="1066800" y="5124450"/>
          <p14:tracePt t="159590" x="1047750" y="5232400"/>
          <p14:tracePt t="159605" x="1028700" y="5302250"/>
          <p14:tracePt t="159622" x="1022350" y="5334000"/>
          <p14:tracePt t="159639" x="1016000" y="5378450"/>
          <p14:tracePt t="159655" x="1009650" y="5422900"/>
          <p14:tracePt t="159672" x="1003300" y="5435600"/>
          <p14:tracePt t="159688" x="996950" y="5473700"/>
          <p14:tracePt t="159705" x="996950" y="5518150"/>
          <p14:tracePt t="159721" x="990600" y="5537200"/>
          <p14:tracePt t="159738" x="990600" y="5575300"/>
          <p14:tracePt t="159755" x="990600" y="5613400"/>
          <p14:tracePt t="159772" x="990600" y="5645150"/>
          <p14:tracePt t="159788" x="990600" y="5657850"/>
          <p14:tracePt t="159805" x="990600" y="5676900"/>
          <p14:tracePt t="159822" x="990600" y="5715000"/>
          <p14:tracePt t="159854" x="990600" y="5721350"/>
          <p14:tracePt t="159871" x="984250" y="5727700"/>
          <p14:tracePt t="159912" x="984250" y="5734050"/>
          <p14:tracePt t="160032" x="990600" y="5734050"/>
          <p14:tracePt t="160053" x="990600" y="5727700"/>
          <p14:tracePt t="160074" x="990600" y="5721350"/>
          <p14:tracePt t="160089" x="996950" y="5721350"/>
          <p14:tracePt t="160095" x="1003300" y="5721350"/>
          <p14:tracePt t="160104" x="1009650" y="5715000"/>
          <p14:tracePt t="160120" x="1016000" y="5708650"/>
          <p14:tracePt t="160138" x="1041400" y="5695950"/>
          <p14:tracePt t="160154" x="1054100" y="5689600"/>
          <p14:tracePt t="160170" x="1092200" y="5676900"/>
          <p14:tracePt t="160187" x="1162050" y="5651500"/>
          <p14:tracePt t="160203" x="1206500" y="5645150"/>
          <p14:tracePt t="160220" x="1289050" y="5626100"/>
          <p14:tracePt t="160237" x="1365250" y="5619750"/>
          <p14:tracePt t="160253" x="1397000" y="5613400"/>
          <p14:tracePt t="160271" x="1466850" y="5607050"/>
          <p14:tracePt t="160286" x="1524000" y="5607050"/>
          <p14:tracePt t="160303" x="1543050" y="5607050"/>
          <p14:tracePt t="160320" x="1587500" y="5607050"/>
          <p14:tracePt t="160336" x="1625600" y="5607050"/>
          <p14:tracePt t="160353" x="1644650" y="5607050"/>
          <p14:tracePt t="160370" x="1670050" y="5600700"/>
          <p14:tracePt t="160386" x="1701800" y="5600700"/>
          <p14:tracePt t="160403" x="1708150" y="5600700"/>
          <p14:tracePt t="160420" x="1727200" y="5600700"/>
          <p14:tracePt t="160439" x="1733550" y="5600700"/>
          <p14:tracePt t="160706" x="1727200" y="5607050"/>
          <p14:tracePt t="160805" x="1720850" y="5607050"/>
          <p14:tracePt t="160876" x="1720850" y="5600700"/>
          <p14:tracePt t="160924" x="1720850" y="5594350"/>
          <p14:tracePt t="163567" x="1708150" y="5594350"/>
          <p14:tracePt t="163575" x="1695450" y="5588000"/>
          <p14:tracePt t="163602" x="1670050" y="5581650"/>
          <p14:tracePt t="163609" x="1657350" y="5581650"/>
          <p14:tracePt t="163616" x="1631950" y="5568950"/>
          <p14:tracePt t="163630" x="1619250" y="5568950"/>
          <p14:tracePt t="163641" x="1606550" y="5562600"/>
          <p14:tracePt t="163660" x="1574800" y="5549900"/>
          <p14:tracePt t="163674" x="1562100" y="5549900"/>
          <p14:tracePt t="163691" x="1530350" y="5543550"/>
          <p14:tracePt t="163709" x="1498600" y="5537200"/>
          <p14:tracePt t="163724" x="1466850" y="5537200"/>
          <p14:tracePt t="163742" x="1428750" y="5537200"/>
          <p14:tracePt t="163758" x="1384300" y="5537200"/>
          <p14:tracePt t="163774" x="1365250" y="5537200"/>
          <p14:tracePt t="163792" x="1333500" y="5537200"/>
          <p14:tracePt t="163807" x="1301750" y="5537200"/>
          <p14:tracePt t="163824" x="1282700" y="5537200"/>
          <p14:tracePt t="163842" x="1250950" y="5537200"/>
          <p14:tracePt t="163857" x="1225550" y="5537200"/>
          <p14:tracePt t="163874" x="1193800" y="5537200"/>
          <p14:tracePt t="163891" x="1181100" y="5537200"/>
          <p14:tracePt t="163907" x="1155700" y="5530850"/>
          <p14:tracePt t="163924" x="1143000" y="5530850"/>
          <p14:tracePt t="163941" x="1123950" y="5530850"/>
          <p14:tracePt t="163957" x="1111250" y="5530850"/>
          <p14:tracePt t="163975" x="1092200" y="5530850"/>
          <p14:tracePt t="163990" x="1085850" y="5537200"/>
          <p14:tracePt t="164007" x="1073150" y="5537200"/>
          <p14:tracePt t="164024" x="1054100" y="5543550"/>
          <p14:tracePt t="164040" x="1047750" y="5543550"/>
          <p14:tracePt t="164057" x="1041400" y="5543550"/>
          <p14:tracePt t="164074" x="1035050" y="5543550"/>
          <p14:tracePt t="164129" x="1028700" y="5543550"/>
          <p14:tracePt t="164157" x="1022350" y="5543550"/>
          <p14:tracePt t="164186" x="1016000" y="5549900"/>
          <p14:tracePt t="164277" x="1022350" y="5549900"/>
          <p14:tracePt t="164291" x="1028700" y="5549900"/>
          <p14:tracePt t="164319" x="1041400" y="5549900"/>
          <p14:tracePt t="164326" x="1054100" y="5549900"/>
          <p14:tracePt t="164342" x="1085850" y="5549900"/>
          <p14:tracePt t="164355" x="1123950" y="5556250"/>
          <p14:tracePt t="164372" x="1162050" y="5556250"/>
          <p14:tracePt t="164390" x="1289050" y="5556250"/>
          <p14:tracePt t="164405" x="1365250" y="5556250"/>
          <p14:tracePt t="164422" x="1454150" y="5556250"/>
          <p14:tracePt t="164439" x="1631950" y="5556250"/>
          <p14:tracePt t="164455" x="1720850" y="5556250"/>
          <p14:tracePt t="164472" x="1797050" y="5549900"/>
          <p14:tracePt t="164489" x="1968500" y="5530850"/>
          <p14:tracePt t="164505" x="2019300" y="5524500"/>
          <p14:tracePt t="164522" x="2089150" y="5511800"/>
          <p14:tracePt t="164539" x="2190750" y="5499100"/>
          <p14:tracePt t="164555" x="2235200" y="5486400"/>
          <p14:tracePt t="164572" x="2292350" y="5473700"/>
          <p14:tracePt t="164588" x="2317750" y="5467350"/>
          <p14:tracePt t="164605" x="2343150" y="5467350"/>
          <p14:tracePt t="164622" x="2374900" y="5461000"/>
          <p14:tracePt t="164638" x="2387600" y="5461000"/>
          <p14:tracePt t="164655" x="2413000" y="5461000"/>
          <p14:tracePt t="164671" x="2432050" y="5461000"/>
          <p14:tracePt t="164688" x="2457450" y="5461000"/>
          <p14:tracePt t="164705" x="2470150" y="5461000"/>
          <p14:tracePt t="164720" x="2501900" y="5461000"/>
          <p14:tracePt t="164737" x="2520950" y="5461000"/>
          <p14:tracePt t="164755" x="2552700" y="5461000"/>
          <p14:tracePt t="164771" x="2571750" y="5461000"/>
          <p14:tracePt t="164787" x="2584450" y="5461000"/>
          <p14:tracePt t="164804" x="2603500" y="5467350"/>
          <p14:tracePt t="164821" x="2616200" y="5467350"/>
          <p14:tracePt t="164837" x="2622550" y="5467350"/>
          <p14:tracePt t="164854" x="2628900" y="5467350"/>
          <p14:tracePt t="164931" x="2622550" y="5467350"/>
          <p14:tracePt t="164958" x="2616200" y="5467350"/>
          <p14:tracePt t="164979" x="2609850" y="5467350"/>
          <p14:tracePt t="165008" x="2603500" y="5467350"/>
          <p14:tracePt t="165022" x="2590800" y="5467350"/>
          <p14:tracePt t="165029" x="2571750" y="5467350"/>
          <p14:tracePt t="165043" x="2540000" y="5473700"/>
          <p14:tracePt t="165057" x="2489200" y="5480050"/>
          <p14:tracePt t="165070" x="2419350" y="5492750"/>
          <p14:tracePt t="165087" x="2343150" y="5492750"/>
          <p14:tracePt t="165103" x="2254250" y="5499100"/>
          <p14:tracePt t="165120" x="2076450" y="5524500"/>
          <p14:tracePt t="165137" x="1974850" y="5524500"/>
          <p14:tracePt t="165153" x="1784350" y="5530850"/>
          <p14:tracePt t="165170" x="1670050" y="5530850"/>
          <p14:tracePt t="165186" x="1568450" y="5530850"/>
          <p14:tracePt t="165203" x="1377950" y="5530850"/>
          <p14:tracePt t="165220" x="1301750" y="5530850"/>
          <p14:tracePt t="165236" x="1225550" y="5530850"/>
          <p14:tracePt t="165253" x="1041400" y="5530850"/>
          <p14:tracePt t="165269" x="1016000" y="5530850"/>
          <p14:tracePt t="165286" x="958850" y="5530850"/>
          <p14:tracePt t="165303" x="920750" y="5530850"/>
          <p14:tracePt t="165319" x="901700" y="5524500"/>
          <p14:tracePt t="165336" x="882650" y="5524500"/>
          <p14:tracePt t="165353" x="831850" y="5511800"/>
          <p14:tracePt t="165369" x="812800" y="5511800"/>
          <p14:tracePt t="165386" x="787400" y="5499100"/>
          <p14:tracePt t="165402" x="749300" y="5492750"/>
          <p14:tracePt t="165419" x="717550" y="5492750"/>
          <p14:tracePt t="165422" x="704850" y="5492750"/>
          <p14:tracePt t="165438" x="692150" y="5492750"/>
          <p14:tracePt t="165452" x="685800" y="5492750"/>
          <p14:tracePt t="165469" x="679450" y="5492750"/>
          <p14:tracePt t="165492" x="673100" y="5492750"/>
          <p14:tracePt t="165605" x="679450" y="5492750"/>
          <p14:tracePt t="165626" x="692150" y="5492750"/>
          <p14:tracePt t="165633" x="698500" y="5492750"/>
          <p14:tracePt t="165654" x="704850" y="5492750"/>
          <p14:tracePt t="165669" x="717550" y="5492750"/>
          <p14:tracePt t="165675" x="730250" y="5492750"/>
          <p14:tracePt t="165689" x="762000" y="5492750"/>
          <p14:tracePt t="165702" x="787400" y="5492750"/>
          <p14:tracePt t="165718" x="876300" y="5492750"/>
          <p14:tracePt t="165734" x="952500" y="5492750"/>
          <p14:tracePt t="165751" x="1104900" y="5492750"/>
          <p14:tracePt t="165768" x="1295400" y="5492750"/>
          <p14:tracePt t="165784" x="1371600" y="5486400"/>
          <p14:tracePt t="165801" x="1549400" y="5486400"/>
          <p14:tracePt t="165817" x="1701800" y="5486400"/>
          <p14:tracePt t="165834" x="1784350" y="5486400"/>
          <p14:tracePt t="165851" x="1911350" y="5486400"/>
          <p14:tracePt t="165867" x="1949450" y="5486400"/>
          <p14:tracePt t="165884" x="2000250" y="5486400"/>
          <p14:tracePt t="165901" x="2095500" y="5499100"/>
          <p14:tracePt t="165917" x="2120900" y="5499100"/>
          <p14:tracePt t="165933" x="2152650" y="5505450"/>
          <p14:tracePt t="165950" x="2184400" y="5505450"/>
          <p14:tracePt t="165967" x="2203450" y="5505450"/>
          <p14:tracePt t="165985" x="2228850" y="5511800"/>
          <p14:tracePt t="166000" x="2235200" y="5511800"/>
          <p14:tracePt t="166017" x="2241550" y="5511800"/>
          <p14:tracePt t="166034" x="2254250" y="5511800"/>
          <p14:tracePt t="166050" x="2260600" y="5511800"/>
          <p14:tracePt t="166066" x="2266950" y="5511800"/>
          <p14:tracePt t="166083" x="2292350" y="5511800"/>
          <p14:tracePt t="166100" x="2298700" y="5511800"/>
          <p14:tracePt t="166116" x="2317750" y="5505450"/>
          <p14:tracePt t="166133" x="2349500" y="5499100"/>
          <p14:tracePt t="166150" x="2393950" y="5492750"/>
          <p14:tracePt t="166167" x="2406650" y="5486400"/>
          <p14:tracePt t="166182" x="2438400" y="5480050"/>
          <p14:tracePt t="166199" x="2457450" y="5480050"/>
          <p14:tracePt t="166216" x="2457450" y="5473700"/>
          <p14:tracePt t="166252" x="2463800" y="5473700"/>
          <p14:tracePt t="166490" x="2463800" y="5467350"/>
          <p14:tracePt t="166638" x="2457450" y="5467350"/>
          <p14:tracePt t="168194" x="2451100" y="5448300"/>
          <p14:tracePt t="168210" x="2444750" y="5435600"/>
          <p14:tracePt t="168215" x="2425700" y="5416550"/>
          <p14:tracePt t="168226" x="2413000" y="5372100"/>
          <p14:tracePt t="168242" x="2393950" y="5334000"/>
          <p14:tracePt t="168259" x="2368550" y="5276850"/>
          <p14:tracePt t="168276" x="2311400" y="5137150"/>
          <p14:tracePt t="168293" x="2266950" y="5054600"/>
          <p14:tracePt t="168309" x="2159000" y="4813300"/>
          <p14:tracePt t="168326" x="2127250" y="4737100"/>
          <p14:tracePt t="168343" x="2044700" y="4572000"/>
          <p14:tracePt t="168359" x="1974850" y="4438650"/>
          <p14:tracePt t="168375" x="1936750" y="4368800"/>
          <p14:tracePt t="168392" x="1860550" y="4254500"/>
          <p14:tracePt t="168408" x="1797050" y="4165600"/>
          <p14:tracePt t="168425" x="1771650" y="4121150"/>
          <p14:tracePt t="168442" x="1720850" y="4032250"/>
          <p14:tracePt t="168458" x="1689100" y="3981450"/>
          <p14:tracePt t="168476" x="1670050" y="3949700"/>
          <p14:tracePt t="168491" x="1657350" y="3937000"/>
          <p14:tracePt t="168508" x="1644650" y="3924300"/>
          <p14:tracePt t="168525" x="1638300" y="3917950"/>
          <p14:tracePt t="168637" x="1625600" y="3924300"/>
          <p14:tracePt t="168644" x="1619250" y="3924300"/>
          <p14:tracePt t="168661" x="1612900" y="3930650"/>
          <p14:tracePt t="168674" x="1612900" y="3937000"/>
          <p14:tracePt t="168691" x="1593850" y="3943350"/>
          <p14:tracePt t="168709" x="1568450" y="3956050"/>
          <p14:tracePt t="168724" x="1549400" y="3968750"/>
          <p14:tracePt t="168742" x="1498600" y="3994150"/>
          <p14:tracePt t="168758" x="1428750" y="4038600"/>
          <p14:tracePt t="168774" x="1397000" y="4051300"/>
          <p14:tracePt t="168791" x="1339850" y="4083050"/>
          <p14:tracePt t="168807" x="1301750" y="4114800"/>
          <p14:tracePt t="168824" x="1282700" y="4127500"/>
          <p14:tracePt t="168841" x="1270000" y="4133850"/>
          <p14:tracePt t="168857" x="1238250" y="4159250"/>
          <p14:tracePt t="168874" x="1225550" y="4165600"/>
          <p14:tracePt t="168892" x="1193800" y="4191000"/>
          <p14:tracePt t="168907" x="1174750" y="4210050"/>
          <p14:tracePt t="168923" x="1149350" y="4241800"/>
          <p14:tracePt t="168941" x="1117600" y="4267200"/>
          <p14:tracePt t="168957" x="1111250" y="4286250"/>
          <p14:tracePt t="168974" x="1104900" y="4286250"/>
          <p14:tracePt t="168990" x="1098550" y="4292600"/>
          <p14:tracePt t="169006" x="1092200" y="4292600"/>
          <p14:tracePt t="169030" x="1085850" y="4292600"/>
          <p14:tracePt t="169199" x="1092200" y="4298950"/>
          <p14:tracePt t="169241" x="1098550" y="4305300"/>
          <p14:tracePt t="169276" x="1098550" y="4311650"/>
          <p14:tracePt t="169297" x="1104900" y="4318000"/>
          <p14:tracePt t="169318" x="1111250" y="4324350"/>
          <p14:tracePt t="169332" x="1111250" y="4330700"/>
          <p14:tracePt t="169341" x="1117600" y="4337050"/>
          <p14:tracePt t="169355" x="1117600" y="4343400"/>
          <p14:tracePt t="169372" x="1123950" y="4368800"/>
          <p14:tracePt t="169389" x="1136650" y="4400550"/>
          <p14:tracePt t="169405" x="1143000" y="4419600"/>
          <p14:tracePt t="169422" x="1149350" y="4476750"/>
          <p14:tracePt t="169439" x="1155700" y="4533900"/>
          <p14:tracePt t="169455" x="1162050" y="4559300"/>
          <p14:tracePt t="169471" x="1162050" y="4578350"/>
          <p14:tracePt t="169488" x="1162050" y="4629150"/>
          <p14:tracePt t="169505" x="1162050" y="4635500"/>
          <p14:tracePt t="169524" x="1162050" y="4648200"/>
          <p14:tracePt t="169538" x="1162050" y="4654550"/>
          <p14:tracePt t="169554" x="1162050" y="4660900"/>
          <p14:tracePt t="169572" x="1162050" y="4667250"/>
          <p14:tracePt t="169588" x="1155700" y="4673600"/>
          <p14:tracePt t="169604" x="1155700" y="4679950"/>
          <p14:tracePt t="169623" x="1149350" y="4686300"/>
          <p14:tracePt t="169638" x="1149350" y="4692650"/>
          <p14:tracePt t="169654" x="1149350" y="4699000"/>
          <p14:tracePt t="169691" x="1143000" y="4699000"/>
          <p14:tracePt t="169719" x="1136650" y="4705350"/>
          <p14:tracePt t="169740" x="1136650" y="4711700"/>
          <p14:tracePt t="169768" x="1136650" y="4718050"/>
          <p14:tracePt t="169789" x="1136650" y="4724400"/>
          <p14:tracePt t="169810" x="1136650" y="4730750"/>
          <p14:tracePt t="169831" x="1130300" y="4730750"/>
          <p14:tracePt t="169839" x="1130300" y="4737100"/>
          <p14:tracePt t="171148" x="1104900" y="4737100"/>
          <p14:tracePt t="171155" x="1098550" y="4737100"/>
          <p14:tracePt t="171169" x="1085850" y="4730750"/>
          <p14:tracePt t="171183" x="1073150" y="4730750"/>
          <p14:tracePt t="171199" x="1047750" y="4718050"/>
          <p14:tracePt t="171215" x="1028700" y="4711700"/>
          <p14:tracePt t="171232" x="1003300" y="4705350"/>
          <p14:tracePt t="171249" x="965200" y="4692650"/>
          <p14:tracePt t="171265" x="952500" y="4686300"/>
          <p14:tracePt t="171282" x="920750" y="4679950"/>
          <p14:tracePt t="171299" x="895350" y="4679950"/>
          <p14:tracePt t="171315" x="882650" y="4679950"/>
          <p14:tracePt t="171332" x="850900" y="4679950"/>
          <p14:tracePt t="171348" x="831850" y="4673600"/>
          <p14:tracePt t="171365" x="825500" y="4673600"/>
          <p14:tracePt t="171382" x="812800" y="4673600"/>
          <p14:tracePt t="171398" x="806450" y="4673600"/>
          <p14:tracePt t="171417" x="800100" y="4673600"/>
          <p14:tracePt t="171448" x="793750" y="4673600"/>
          <p14:tracePt t="171535" x="800100" y="4673600"/>
          <p14:tracePt t="171549" x="806450" y="4673600"/>
          <p14:tracePt t="171556" x="812800" y="4673600"/>
          <p14:tracePt t="171570" x="825500" y="4673600"/>
          <p14:tracePt t="171591" x="838200" y="4673600"/>
          <p14:tracePt t="171600" x="857250" y="4660900"/>
          <p14:tracePt t="171614" x="882650" y="4660900"/>
          <p14:tracePt t="171631" x="939800" y="4660900"/>
          <p14:tracePt t="171648" x="1028700" y="4654550"/>
          <p14:tracePt t="171664" x="1066800" y="4654550"/>
          <p14:tracePt t="171681" x="1174750" y="4654550"/>
          <p14:tracePt t="171698" x="1276350" y="4648200"/>
          <p14:tracePt t="171714" x="1327150" y="4635500"/>
          <p14:tracePt t="171730" x="1384300" y="4635500"/>
          <p14:tracePt t="171747" x="1504950" y="4622800"/>
          <p14:tracePt t="171764" x="1543050" y="4622800"/>
          <p14:tracePt t="171782" x="1587500" y="4616450"/>
          <p14:tracePt t="171797" x="1593850" y="4616450"/>
          <p14:tracePt t="171813" x="1619250" y="4616450"/>
          <p14:tracePt t="171831" x="1638300" y="4616450"/>
          <p14:tracePt t="171846" x="1644650" y="4616450"/>
          <p14:tracePt t="171863" x="1651000" y="4610100"/>
          <p14:tracePt t="171880" x="1657350" y="4610100"/>
          <p14:tracePt t="171929" x="1663700" y="4610100"/>
          <p14:tracePt t="172230" x="1657350" y="4610100"/>
          <p14:tracePt t="172251" x="1651000" y="4610100"/>
          <p14:tracePt t="172258" x="1651000" y="4616450"/>
          <p14:tracePt t="172272" x="1644650" y="4622800"/>
          <p14:tracePt t="172281" x="1638300" y="4629150"/>
          <p14:tracePt t="172295" x="1638300" y="4641850"/>
          <p14:tracePt t="172312" x="1619250" y="4686300"/>
          <p14:tracePt t="172329" x="1600200" y="4718050"/>
          <p14:tracePt t="172345" x="1568450" y="4800600"/>
          <p14:tracePt t="172361" x="1549400" y="4857750"/>
          <p14:tracePt t="172379" x="1492250" y="5067300"/>
          <p14:tracePt t="172395" x="1479550" y="5124450"/>
          <p14:tracePt t="172411" x="1473200" y="5187950"/>
          <p14:tracePt t="172428" x="1447800" y="5295900"/>
          <p14:tracePt t="172445" x="1435100" y="5365750"/>
          <p14:tracePt t="172462" x="1435100" y="5384800"/>
          <p14:tracePt t="172478" x="1428750" y="5416550"/>
          <p14:tracePt t="172494" x="1428750" y="5435600"/>
          <p14:tracePt t="172527" x="1428750" y="5448300"/>
          <p14:tracePt t="172544" x="1428750" y="5454650"/>
          <p14:tracePt t="172722" x="1422400" y="5461000"/>
          <p14:tracePt t="172771" x="1416050" y="5461000"/>
          <p14:tracePt t="172821" x="1416050" y="5467350"/>
          <p14:tracePt t="172863" x="1416050" y="5473700"/>
          <p14:tracePt t="172870" x="1422400" y="5480050"/>
          <p14:tracePt t="172891" x="1422400" y="5486400"/>
          <p14:tracePt t="172912" x="1428750" y="5486400"/>
          <p14:tracePt t="172927" x="1435100" y="5486400"/>
          <p14:tracePt t="172933" x="1441450" y="5492750"/>
          <p14:tracePt t="172943" x="1454150" y="5505450"/>
          <p14:tracePt t="172960" x="1466850" y="5518150"/>
          <p14:tracePt t="172977" x="1504950" y="5556250"/>
          <p14:tracePt t="172993" x="1524000" y="5588000"/>
          <p14:tracePt t="173009" x="1568450" y="5651500"/>
          <p14:tracePt t="173026" x="1606550" y="5727700"/>
          <p14:tracePt t="173042" x="1625600" y="5772150"/>
          <p14:tracePt t="173060" x="1651000" y="5867400"/>
          <p14:tracePt t="173075" x="1682750" y="5975350"/>
          <p14:tracePt t="173092" x="1689100" y="6026150"/>
          <p14:tracePt t="173110" x="1708150" y="6108700"/>
          <p14:tracePt t="173125" x="1720850" y="6153150"/>
          <p14:tracePt t="173142" x="1727200" y="6172200"/>
          <p14:tracePt t="173159" x="1733550" y="6184900"/>
          <p14:tracePt t="173175" x="1739900" y="6197600"/>
          <p14:tracePt t="173194" x="1739900" y="6203950"/>
          <p14:tracePt t="173312" x="1739900" y="6197600"/>
          <p14:tracePt t="173333" x="1739900" y="6191250"/>
          <p14:tracePt t="173347" x="1746250" y="6184900"/>
          <p14:tracePt t="173361" x="1746250" y="6178550"/>
          <p14:tracePt t="173382" x="1746250" y="6165850"/>
          <p14:tracePt t="173397" x="1746250" y="6153150"/>
          <p14:tracePt t="173404" x="1746250" y="6140450"/>
          <p14:tracePt t="173418" x="1752600" y="6108700"/>
          <p14:tracePt t="173427" x="1752600" y="6070600"/>
          <p14:tracePt t="173441" x="1752600" y="6019800"/>
          <p14:tracePt t="173457" x="1752600" y="5911850"/>
          <p14:tracePt t="173476" x="1752600" y="5784850"/>
          <p14:tracePt t="173491" x="1752600" y="5721350"/>
          <p14:tracePt t="173508" x="1746250" y="5607050"/>
          <p14:tracePt t="173524" x="1746250" y="5524500"/>
          <p14:tracePt t="173541" x="1746250" y="5499100"/>
          <p14:tracePt t="173559" x="1746250" y="5461000"/>
          <p14:tracePt t="173574" x="1746250" y="5448300"/>
          <p14:tracePt t="173706" x="1746250" y="5454650"/>
          <p14:tracePt t="173713" x="1746250" y="5461000"/>
          <p14:tracePt t="173734" x="1746250" y="5467350"/>
          <p14:tracePt t="173783" x="1746250" y="5473700"/>
          <p14:tracePt t="173804" x="1752600" y="5480050"/>
          <p14:tracePt t="173818" x="1758950" y="5480050"/>
          <p14:tracePt t="173826" x="1771650" y="5480050"/>
          <p14:tracePt t="173843" x="1784350" y="5486400"/>
          <p14:tracePt t="173857" x="1841500" y="5499100"/>
          <p14:tracePt t="173873" x="1898650" y="5518150"/>
          <p14:tracePt t="173890" x="2057400" y="5556250"/>
          <p14:tracePt t="173906" x="2159000" y="5588000"/>
          <p14:tracePt t="173923" x="2406650" y="5664200"/>
          <p14:tracePt t="173939" x="2692400" y="5734050"/>
          <p14:tracePt t="173956" x="2832100" y="5740400"/>
          <p14:tracePt t="173973" x="3060700" y="5765800"/>
          <p14:tracePt t="173989" x="3251200" y="5759450"/>
          <p14:tracePt t="174006" x="3314700" y="5740400"/>
          <p14:tracePt t="174023" x="3397250" y="5721350"/>
          <p14:tracePt t="174039" x="3441700" y="5721350"/>
          <p14:tracePt t="174056" x="3454400" y="5721350"/>
          <p14:tracePt t="174072" x="3460750" y="5721350"/>
          <p14:tracePt t="175444" x="3505200" y="5708650"/>
          <p14:tracePt t="175452" x="3568700" y="5689600"/>
          <p14:tracePt t="175465" x="3638550" y="5657850"/>
          <p14:tracePt t="175471" x="3721100" y="5638800"/>
          <p14:tracePt t="175486" x="3810000" y="5607050"/>
          <p14:tracePt t="175501" x="4006850" y="5518150"/>
          <p14:tracePt t="175517" x="4102100" y="5473700"/>
          <p14:tracePt t="175534" x="4197350" y="5422900"/>
          <p14:tracePt t="175550" x="4356100" y="5340350"/>
          <p14:tracePt t="175567" x="4483100" y="5264150"/>
          <p14:tracePt t="175585" x="4572000" y="5207000"/>
          <p14:tracePt t="175600" x="4603750" y="5181600"/>
          <p14:tracePt t="175616" x="4629150" y="5168900"/>
          <p14:tracePt t="175634" x="4673600" y="5118100"/>
          <p14:tracePt t="175650" x="4686300" y="5092700"/>
          <p14:tracePt t="175667" x="4699000" y="5060950"/>
          <p14:tracePt t="183474" x="4699000" y="5048250"/>
          <p14:tracePt t="183481" x="4699000" y="5035550"/>
          <p14:tracePt t="183495" x="4699000" y="5022850"/>
          <p14:tracePt t="183506" x="4699000" y="5010150"/>
          <p14:tracePt t="183524" x="4673600" y="4965700"/>
          <p14:tracePt t="183539" x="4654550" y="4927600"/>
          <p14:tracePt t="183556" x="4603750" y="4864100"/>
          <p14:tracePt t="183573" x="4552950" y="4794250"/>
          <p14:tracePt t="183589" x="4521200" y="4762500"/>
          <p14:tracePt t="183605" x="4476750" y="4724400"/>
          <p14:tracePt t="183622" x="4381500" y="4641850"/>
          <p14:tracePt t="183639" x="4267200" y="4552950"/>
          <p14:tracePt t="183657" x="4140200" y="4464050"/>
          <p14:tracePt t="183672" x="3975100" y="4375150"/>
          <p14:tracePt t="183689" x="3898900" y="4337050"/>
          <p14:tracePt t="183706" x="3803650" y="4305300"/>
          <p14:tracePt t="183722" x="3619500" y="4229100"/>
          <p14:tracePt t="183739" x="3448050" y="4178300"/>
          <p14:tracePt t="183755" x="3314700" y="4133850"/>
          <p14:tracePt t="183772" x="3257550" y="4114800"/>
          <p14:tracePt t="183789" x="3143250" y="4108450"/>
          <p14:tracePt t="183805" x="3022600" y="4095750"/>
          <p14:tracePt t="183821" x="2984500" y="4089400"/>
          <p14:tracePt t="183839" x="2927350" y="4089400"/>
          <p14:tracePt t="183855" x="2857500" y="4095750"/>
          <p14:tracePt t="183871" x="2825750" y="4095750"/>
          <p14:tracePt t="183889" x="2768600" y="4108450"/>
          <p14:tracePt t="183905" x="2698750" y="4133850"/>
          <p14:tracePt t="183921" x="2667000" y="4152900"/>
          <p14:tracePt t="183938" x="2603500" y="4184650"/>
          <p14:tracePt t="183955" x="2540000" y="4216400"/>
          <p14:tracePt t="183972" x="2514600" y="4229100"/>
          <p14:tracePt t="183988" x="2463800" y="4267200"/>
          <p14:tracePt t="184005" x="2444750" y="4286250"/>
          <p14:tracePt t="184023" x="2381250" y="4356100"/>
          <p14:tracePt t="184037" x="2362200" y="4381500"/>
          <p14:tracePt t="184054" x="2336800" y="4419600"/>
          <p14:tracePt t="184071" x="2298700" y="4470400"/>
          <p14:tracePt t="184087" x="2266950" y="4521200"/>
          <p14:tracePt t="184104" x="2260600" y="4533900"/>
          <p14:tracePt t="184121" x="2241550" y="4572000"/>
          <p14:tracePt t="184137" x="2228850" y="4603750"/>
          <p14:tracePt t="184154" x="2222500" y="4616450"/>
          <p14:tracePt t="184170" x="2216150" y="4635500"/>
          <p14:tracePt t="184187" x="2209800" y="4654550"/>
          <p14:tracePt t="184204" x="2203450" y="4660900"/>
          <p14:tracePt t="184237" x="2197100" y="4667250"/>
          <p14:tracePt t="184289" x="2197100" y="4673600"/>
          <p14:tracePt t="184296" x="2190750" y="4673600"/>
          <p14:tracePt t="184304" x="2190750" y="4679950"/>
          <p14:tracePt t="184324" x="2190750" y="4686300"/>
          <p14:tracePt t="184359" x="2184400" y="4686300"/>
          <p14:tracePt t="184408" x="2178050" y="4692650"/>
          <p14:tracePt t="184654" x="2184400" y="4699000"/>
          <p14:tracePt t="184669" x="2190750" y="4699000"/>
          <p14:tracePt t="184675" x="2197100" y="4699000"/>
          <p14:tracePt t="184689" x="2209800" y="4711700"/>
          <p14:tracePt t="184703" x="2228850" y="4718050"/>
          <p14:tracePt t="184719" x="2286000" y="4768850"/>
          <p14:tracePt t="184735" x="2317750" y="4794250"/>
          <p14:tracePt t="184752" x="2419350" y="4857750"/>
          <p14:tracePt t="184769" x="2533650" y="4946650"/>
          <p14:tracePt t="184785" x="2578100" y="4991100"/>
          <p14:tracePt t="184802" x="2679700" y="5054600"/>
          <p14:tracePt t="184818" x="2755900" y="5099050"/>
          <p14:tracePt t="184835" x="2781300" y="5111750"/>
          <p14:tracePt t="184851" x="2806700" y="5124450"/>
          <p14:tracePt t="184868" x="2819400" y="5124450"/>
          <p14:tracePt t="184885" x="2825750" y="5130800"/>
          <p14:tracePt t="185140" x="2819400" y="5137150"/>
          <p14:tracePt t="185161" x="2819400" y="5143500"/>
          <p14:tracePt t="193015" x="2813050" y="5137150"/>
          <p14:tracePt t="193029" x="2806700" y="5137150"/>
          <p14:tracePt t="193036" x="2800350" y="5130800"/>
          <p14:tracePt t="193050" x="2787650" y="5118100"/>
          <p14:tracePt t="193059" x="2781300" y="5105400"/>
          <p14:tracePt t="193074" x="2768600" y="5099050"/>
          <p14:tracePt t="193090" x="2755900" y="5073650"/>
          <p14:tracePt t="193107" x="2705100" y="5029200"/>
          <p14:tracePt t="193123" x="2609850" y="4946650"/>
          <p14:tracePt t="193140" x="2565400" y="4908550"/>
          <p14:tracePt t="193157" x="2463800" y="4832350"/>
          <p14:tracePt t="193172" x="2393950" y="4787900"/>
          <p14:tracePt t="193190" x="2362200" y="4768850"/>
          <p14:tracePt t="193193" x="2343150" y="4762500"/>
          <p14:tracePt t="193206" x="2292350" y="4730750"/>
          <p14:tracePt t="193222" x="2266950" y="4711700"/>
          <p14:tracePt t="193239" x="2235200" y="4686300"/>
          <p14:tracePt t="193255" x="2171700" y="4635500"/>
          <p14:tracePt t="193272" x="2101850" y="4603750"/>
          <p14:tracePt t="193290" x="2063750" y="4578350"/>
          <p14:tracePt t="193305" x="2051050" y="4572000"/>
          <p14:tracePt t="193322" x="2019300" y="4552950"/>
          <p14:tracePt t="193340" x="2006600" y="4540250"/>
          <p14:tracePt t="193355" x="2000250" y="4533900"/>
          <p14:tracePt t="193372" x="1993900" y="4527550"/>
          <p14:tracePt t="193389" x="1987550" y="4521200"/>
        </p14:tracePtLst>
      </p14:laserTraceLst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3000" b="1" kern="0" dirty="0">
                <a:solidFill>
                  <a:srgbClr val="2D2DB9"/>
                </a:solidFill>
              </a:rPr>
              <a:t>annotation:</a:t>
            </a:r>
            <a:endParaRPr lang="en-US" altLang="en-US" sz="3000" kern="0" dirty="0">
              <a:solidFill>
                <a:schemeClr val="tx1"/>
              </a:solidFill>
            </a:endParaRP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800" kern="0" spc="-30" dirty="0">
                <a:solidFill>
                  <a:schemeClr val="tx1"/>
                </a:solidFill>
              </a:rPr>
              <a:t>A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label for: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a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varia</a:t>
            </a:r>
            <a:r>
              <a:rPr lang="en-US" altLang="en-US" sz="2800" kern="0" spc="-130" dirty="0">
                <a:solidFill>
                  <a:schemeClr val="tx1"/>
                </a:solidFill>
              </a:rPr>
              <a:t>ble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,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a class attribute,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a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function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paramete</a:t>
            </a:r>
            <a:r>
              <a:rPr lang="en-US" altLang="en-US" sz="2800" kern="0" spc="-130" dirty="0">
                <a:solidFill>
                  <a:schemeClr val="tx1"/>
                </a:solidFill>
              </a:rPr>
              <a:t>r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,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or</a:t>
            </a:r>
            <a:r>
              <a:rPr lang="en-US" altLang="en-US" sz="2800" kern="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a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function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return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valu</a:t>
            </a:r>
            <a:r>
              <a:rPr lang="en-US" altLang="en-US" sz="2800" kern="0" spc="-100" dirty="0">
                <a:solidFill>
                  <a:schemeClr val="tx1"/>
                </a:solidFill>
              </a:rPr>
              <a:t>e. </a:t>
            </a:r>
            <a:r>
              <a:rPr lang="en-US" altLang="en-US" sz="2800" kern="0" spc="-100" dirty="0">
                <a:solidFill>
                  <a:srgbClr val="00B050"/>
                </a:solidFill>
              </a:rPr>
              <a:t>B</a:t>
            </a:r>
            <a:r>
              <a:rPr lang="en-US" altLang="en-US" sz="2800" kern="0" spc="-30" dirty="0">
                <a:solidFill>
                  <a:srgbClr val="00B050"/>
                </a:solidFill>
              </a:rPr>
              <a:t>y</a:t>
            </a:r>
            <a:r>
              <a:rPr lang="en-US" altLang="en-US" sz="2400" kern="0" spc="-30" dirty="0">
                <a:solidFill>
                  <a:srgbClr val="00B050"/>
                </a:solidFill>
              </a:rPr>
              <a:t> </a:t>
            </a:r>
            <a:r>
              <a:rPr lang="en-US" altLang="en-US" sz="2800" kern="0" spc="-30" dirty="0">
                <a:solidFill>
                  <a:srgbClr val="00B050"/>
                </a:solidFill>
              </a:rPr>
              <a:t>c</a:t>
            </a:r>
            <a:r>
              <a:rPr lang="en-US" altLang="en-US" sz="2800" kern="0" spc="-80" dirty="0">
                <a:solidFill>
                  <a:srgbClr val="00B050"/>
                </a:solidFill>
              </a:rPr>
              <a:t>o</a:t>
            </a:r>
            <a:r>
              <a:rPr lang="en-US" altLang="en-US" sz="2800" kern="0" spc="-120" dirty="0">
                <a:solidFill>
                  <a:srgbClr val="00B050"/>
                </a:solidFill>
              </a:rPr>
              <a:t>nv</a:t>
            </a:r>
            <a:r>
              <a:rPr lang="en-US" altLang="en-US" sz="2800" kern="0" spc="-30" dirty="0">
                <a:solidFill>
                  <a:srgbClr val="00B050"/>
                </a:solidFill>
              </a:rPr>
              <a:t>ent</a:t>
            </a:r>
            <a:r>
              <a:rPr lang="en-US" altLang="en-US" sz="2800" kern="0" spc="-90" dirty="0">
                <a:solidFill>
                  <a:srgbClr val="00B050"/>
                </a:solidFill>
              </a:rPr>
              <a:t>ion</a:t>
            </a:r>
            <a:r>
              <a:rPr lang="en-US" altLang="en-US" sz="2800" kern="0" spc="-90" dirty="0">
                <a:solidFill>
                  <a:schemeClr val="tx1"/>
                </a:solidFill>
              </a:rPr>
              <a:t>,</a:t>
            </a:r>
            <a:r>
              <a:rPr lang="en-US" altLang="en-US" sz="2400" kern="0" spc="-9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90" dirty="0">
                <a:solidFill>
                  <a:schemeClr val="tx1"/>
                </a:solidFill>
              </a:rPr>
              <a:t>o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ften used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as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rgbClr val="00B050"/>
                </a:solidFill>
              </a:rPr>
              <a:t>a</a:t>
            </a:r>
            <a:r>
              <a:rPr lang="en-US" altLang="en-US" sz="2400" kern="0" spc="-30" dirty="0">
                <a:solidFill>
                  <a:srgbClr val="00B050"/>
                </a:solidFill>
              </a:rPr>
              <a:t> </a:t>
            </a:r>
            <a:r>
              <a:rPr lang="en-US" altLang="en-US" sz="2800" kern="0" spc="-30" dirty="0">
                <a:solidFill>
                  <a:srgbClr val="00B050"/>
                </a:solidFill>
              </a:rPr>
              <a:t>type</a:t>
            </a:r>
            <a:r>
              <a:rPr lang="en-US" altLang="en-US" sz="2400" kern="0" spc="-30" dirty="0">
                <a:solidFill>
                  <a:srgbClr val="00B050"/>
                </a:solidFill>
              </a:rPr>
              <a:t> </a:t>
            </a:r>
            <a:r>
              <a:rPr lang="en-US" altLang="en-US" sz="2800" kern="0" spc="-30" dirty="0">
                <a:solidFill>
                  <a:srgbClr val="00B050"/>
                </a:solidFill>
              </a:rPr>
              <a:t>hint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.</a:t>
            </a: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sz="1800" kern="0" dirty="0">
              <a:solidFill>
                <a:schemeClr val="tx1"/>
              </a:solidFill>
            </a:endParaRP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3000" b="1" kern="0" dirty="0">
                <a:solidFill>
                  <a:srgbClr val="2D2DB9"/>
                </a:solidFill>
              </a:rPr>
              <a:t>type hint:</a:t>
            </a:r>
            <a:endParaRPr lang="en-US" altLang="en-US" sz="3000" kern="0" dirty="0">
              <a:solidFill>
                <a:schemeClr val="tx1"/>
              </a:solidFill>
            </a:endParaRP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800" kern="0" dirty="0">
                <a:solidFill>
                  <a:schemeClr val="tx1"/>
                </a:solidFill>
              </a:rPr>
              <a:t>An annotation specifying the expected type for a variable, a class attribute, or a function parameter or return value. </a:t>
            </a:r>
            <a:br>
              <a:rPr lang="en-US" altLang="en-US" sz="2800" kern="0" dirty="0">
                <a:solidFill>
                  <a:schemeClr val="tx1"/>
                </a:solidFill>
              </a:rPr>
            </a:br>
            <a:r>
              <a:rPr lang="en-US" altLang="en-US" sz="2800" b="1" kern="0" dirty="0">
                <a:solidFill>
                  <a:srgbClr val="00B050"/>
                </a:solidFill>
              </a:rPr>
              <a:t>Type hints</a:t>
            </a:r>
            <a:r>
              <a:rPr lang="en-US" altLang="en-US" sz="2800" kern="0" dirty="0">
                <a:solidFill>
                  <a:srgbClr val="00B050"/>
                </a:solidFill>
              </a:rPr>
              <a:t> are </a:t>
            </a:r>
            <a:r>
              <a:rPr lang="en-US" altLang="en-US" sz="2800" b="1" kern="0" dirty="0">
                <a:solidFill>
                  <a:srgbClr val="00B050"/>
                </a:solidFill>
              </a:rPr>
              <a:t>optional</a:t>
            </a:r>
            <a:r>
              <a:rPr lang="en-US" altLang="en-US" sz="2800" kern="0" dirty="0">
                <a:solidFill>
                  <a:srgbClr val="00B050"/>
                </a:solidFill>
              </a:rPr>
              <a:t> and are </a:t>
            </a:r>
            <a:r>
              <a:rPr lang="en-US" altLang="en-US" sz="2800" b="1" kern="0" dirty="0">
                <a:solidFill>
                  <a:srgbClr val="00B050"/>
                </a:solidFill>
              </a:rPr>
              <a:t>not enforced by Python</a:t>
            </a:r>
            <a:r>
              <a:rPr lang="en-US" altLang="en-US" sz="2800" kern="0" dirty="0">
                <a:solidFill>
                  <a:schemeClr val="tx1"/>
                </a:solidFill>
              </a:rPr>
              <a:t>.</a:t>
            </a:r>
            <a:br>
              <a:rPr lang="en-US" altLang="en-US" sz="2800" kern="0" dirty="0">
                <a:solidFill>
                  <a:schemeClr val="tx1"/>
                </a:solidFill>
              </a:rPr>
            </a:br>
            <a:r>
              <a:rPr lang="en-US" altLang="en-US" sz="2800" kern="0" dirty="0">
                <a:solidFill>
                  <a:schemeClr val="tx1"/>
                </a:solidFill>
              </a:rPr>
              <a:t>(But t</a:t>
            </a:r>
            <a:r>
              <a:rPr lang="en-US" altLang="en-US" sz="2800" kern="0" spc="-70" dirty="0">
                <a:solidFill>
                  <a:schemeClr val="tx1"/>
                </a:solidFill>
              </a:rPr>
              <a:t>he</a:t>
            </a:r>
            <a:r>
              <a:rPr lang="en-US" altLang="en-US" sz="2800" kern="0" dirty="0">
                <a:solidFill>
                  <a:schemeClr val="tx1"/>
                </a:solidFill>
              </a:rPr>
              <a:t>y</a:t>
            </a:r>
            <a:r>
              <a:rPr lang="en-US" altLang="en-US" kern="0" dirty="0">
                <a:solidFill>
                  <a:schemeClr val="tx1"/>
                </a:solidFill>
              </a:rPr>
              <a:t> </a:t>
            </a:r>
            <a:r>
              <a:rPr lang="en-US" altLang="en-US" sz="2800" u="sng" kern="0" dirty="0">
                <a:solidFill>
                  <a:schemeClr val="tx1"/>
                </a:solidFill>
              </a:rPr>
              <a:t>can</a:t>
            </a:r>
            <a:r>
              <a:rPr lang="en-US" altLang="en-US" sz="2400" kern="0" dirty="0">
                <a:solidFill>
                  <a:schemeClr val="tx1"/>
                </a:solidFill>
              </a:rPr>
              <a:t> </a:t>
            </a:r>
            <a:r>
              <a:rPr lang="en-US" altLang="en-US" sz="2800" kern="0" dirty="0">
                <a:solidFill>
                  <a:schemeClr val="tx1"/>
                </a:solidFill>
              </a:rPr>
              <a:t>be</a:t>
            </a:r>
            <a:r>
              <a:rPr lang="en-US" altLang="en-US" sz="2400" kern="0" dirty="0">
                <a:solidFill>
                  <a:schemeClr val="tx1"/>
                </a:solidFill>
              </a:rPr>
              <a:t> </a:t>
            </a:r>
            <a:r>
              <a:rPr lang="en-US" altLang="en-US" sz="2800" kern="0" dirty="0">
                <a:solidFill>
                  <a:schemeClr val="tx1"/>
                </a:solidFill>
              </a:rPr>
              <a:t>enforced </a:t>
            </a:r>
            <a:r>
              <a:rPr lang="en-US" altLang="en-US" sz="2800" kern="0" spc="-100" dirty="0">
                <a:solidFill>
                  <a:schemeClr val="tx1"/>
                </a:solidFill>
              </a:rPr>
              <a:t>b</a:t>
            </a:r>
            <a:r>
              <a:rPr lang="en-US" altLang="en-US" sz="2800" kern="0" dirty="0">
                <a:solidFill>
                  <a:schemeClr val="tx1"/>
                </a:solidFill>
              </a:rPr>
              <a:t>y</a:t>
            </a:r>
            <a:r>
              <a:rPr lang="en-US" altLang="en-US" sz="2400" kern="0" dirty="0">
                <a:solidFill>
                  <a:schemeClr val="tx1"/>
                </a:solidFill>
              </a:rPr>
              <a:t> </a:t>
            </a:r>
            <a:r>
              <a:rPr lang="en-US" altLang="en-US" sz="2800" u="sng" kern="0" dirty="0">
                <a:solidFill>
                  <a:schemeClr val="tx1"/>
                </a:solidFill>
              </a:rPr>
              <a:t>3</a:t>
            </a:r>
            <a:r>
              <a:rPr lang="en-US" altLang="en-US" sz="2800" u="sng" kern="0" baseline="30000" dirty="0">
                <a:solidFill>
                  <a:schemeClr val="tx1"/>
                </a:solidFill>
              </a:rPr>
              <a:t>rd</a:t>
            </a:r>
            <a:r>
              <a:rPr lang="en-US" altLang="en-US" sz="2800" u="sng" kern="0" spc="-100" dirty="0">
                <a:solidFill>
                  <a:schemeClr val="tx1"/>
                </a:solidFill>
              </a:rPr>
              <a:t>-</a:t>
            </a:r>
            <a:r>
              <a:rPr lang="en-US" altLang="en-US" sz="2800" u="sng" kern="0" dirty="0">
                <a:solidFill>
                  <a:schemeClr val="tx1"/>
                </a:solidFill>
              </a:rPr>
              <a:t>party</a:t>
            </a:r>
            <a:r>
              <a:rPr lang="en-US" altLang="en-US" sz="2400" u="sng" kern="0" dirty="0">
                <a:solidFill>
                  <a:schemeClr val="tx1"/>
                </a:solidFill>
              </a:rPr>
              <a:t> </a:t>
            </a:r>
            <a:r>
              <a:rPr lang="en-US" altLang="en-US" sz="2800" u="sng" kern="0" dirty="0">
                <a:solidFill>
                  <a:schemeClr val="tx1"/>
                </a:solidFill>
              </a:rPr>
              <a:t>ty</a:t>
            </a:r>
            <a:r>
              <a:rPr lang="en-US" altLang="en-US" sz="2800" u="sng" kern="0" spc="-50" dirty="0">
                <a:solidFill>
                  <a:schemeClr val="tx1"/>
                </a:solidFill>
              </a:rPr>
              <a:t>pe</a:t>
            </a:r>
            <a:r>
              <a:rPr lang="en-US" altLang="en-US" sz="2400" u="sng" kern="0" spc="-50" dirty="0">
                <a:solidFill>
                  <a:schemeClr val="tx1"/>
                </a:solidFill>
              </a:rPr>
              <a:t> </a:t>
            </a:r>
            <a:r>
              <a:rPr lang="en-US" altLang="en-US" sz="2800" u="sng" kern="0" spc="-50" dirty="0">
                <a:solidFill>
                  <a:schemeClr val="tx1"/>
                </a:solidFill>
              </a:rPr>
              <a:t>c</a:t>
            </a:r>
            <a:r>
              <a:rPr lang="en-US" altLang="en-US" sz="2800" u="sng" kern="0" spc="-80" dirty="0">
                <a:solidFill>
                  <a:schemeClr val="tx1"/>
                </a:solidFill>
              </a:rPr>
              <a:t>h</a:t>
            </a:r>
            <a:r>
              <a:rPr lang="en-US" altLang="en-US" sz="2800" u="sng" kern="0" dirty="0">
                <a:solidFill>
                  <a:schemeClr val="tx1"/>
                </a:solidFill>
              </a:rPr>
              <a:t>ec</a:t>
            </a:r>
            <a:r>
              <a:rPr lang="en-US" altLang="en-US" sz="2800" u="sng" kern="0" spc="-150" dirty="0">
                <a:solidFill>
                  <a:schemeClr val="tx1"/>
                </a:solidFill>
              </a:rPr>
              <a:t>k</a:t>
            </a:r>
            <a:r>
              <a:rPr lang="en-US" altLang="en-US" sz="2800" u="sng" kern="0" dirty="0">
                <a:solidFill>
                  <a:schemeClr val="tx1"/>
                </a:solidFill>
              </a:rPr>
              <a:t>er</a:t>
            </a:r>
            <a:r>
              <a:rPr lang="en-US" altLang="en-US" u="sng" kern="0" dirty="0">
                <a:solidFill>
                  <a:schemeClr val="tx1"/>
                </a:solidFill>
              </a:rPr>
              <a:t> </a:t>
            </a:r>
            <a:r>
              <a:rPr lang="en-US" altLang="en-US" sz="2800" u="sng" kern="0" dirty="0">
                <a:solidFill>
                  <a:schemeClr val="tx1"/>
                </a:solidFill>
              </a:rPr>
              <a:t>pr</a:t>
            </a:r>
            <a:r>
              <a:rPr lang="en-US" altLang="en-US" sz="2800" u="sng" kern="0" spc="-100" dirty="0">
                <a:solidFill>
                  <a:schemeClr val="tx1"/>
                </a:solidFill>
              </a:rPr>
              <a:t>o</a:t>
            </a:r>
            <a:r>
              <a:rPr lang="en-US" altLang="en-US" sz="2800" u="sng" kern="0" dirty="0">
                <a:solidFill>
                  <a:schemeClr val="tx1"/>
                </a:solidFill>
              </a:rPr>
              <a:t>gram</a:t>
            </a:r>
            <a:r>
              <a:rPr lang="en-US" altLang="en-US" sz="2800" u="sng" kern="0" spc="-100" dirty="0">
                <a:solidFill>
                  <a:schemeClr val="tx1"/>
                </a:solidFill>
              </a:rPr>
              <a:t>s</a:t>
            </a:r>
            <a:r>
              <a:rPr lang="en-US" altLang="en-US" sz="2800" kern="0" spc="-300" dirty="0">
                <a:solidFill>
                  <a:schemeClr val="tx1"/>
                </a:solidFill>
              </a:rPr>
              <a:t>.</a:t>
            </a:r>
            <a:r>
              <a:rPr lang="en-US" altLang="en-US" sz="2800" kern="0" dirty="0">
                <a:solidFill>
                  <a:schemeClr val="tx1"/>
                </a:solidFill>
              </a:rPr>
              <a:t>)</a:t>
            </a: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sz="1800" b="1" kern="0" dirty="0">
              <a:solidFill>
                <a:srgbClr val="2D2DB9"/>
              </a:solidFill>
            </a:endParaRP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3000" b="1" kern="0" dirty="0">
                <a:solidFill>
                  <a:srgbClr val="2D2DB9"/>
                </a:solidFill>
              </a:rPr>
              <a:t>wrapper function:</a:t>
            </a:r>
            <a:endParaRPr lang="en-US" altLang="en-US" sz="3000" kern="0" dirty="0">
              <a:solidFill>
                <a:schemeClr val="tx1"/>
              </a:solidFill>
            </a:endParaRPr>
          </a:p>
          <a:p>
            <a:pPr marL="173038" lvl="1">
              <a:lnSpc>
                <a:spcPct val="80000"/>
              </a:lnSpc>
              <a:spcBef>
                <a:spcPts val="0"/>
              </a:spcBef>
            </a:pPr>
            <a:r>
              <a:rPr lang="en-US" altLang="en-US" sz="2800" kern="0" dirty="0">
                <a:solidFill>
                  <a:schemeClr val="tx1"/>
                </a:solidFill>
              </a:rPr>
              <a:t>A function whose main job is to call another function.</a:t>
            </a: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sz="1800" b="1" kern="0" dirty="0">
              <a:solidFill>
                <a:srgbClr val="2D2DB9"/>
              </a:solidFill>
            </a:endParaRP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3000" b="1" kern="0" dirty="0">
                <a:solidFill>
                  <a:srgbClr val="2D2DB9"/>
                </a:solidFill>
              </a:rPr>
              <a:t>boilerplate code:</a:t>
            </a: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800" kern="0" dirty="0">
                <a:solidFill>
                  <a:schemeClr val="tx1"/>
                </a:solidFill>
              </a:rPr>
              <a:t>Sect</a:t>
            </a:r>
            <a:r>
              <a:rPr lang="en-US" altLang="en-US" sz="2800" kern="0" spc="-100" dirty="0">
                <a:solidFill>
                  <a:schemeClr val="tx1"/>
                </a:solidFill>
              </a:rPr>
              <a:t>ions</a:t>
            </a:r>
            <a:r>
              <a:rPr lang="en-US" altLang="en-US" sz="2400" kern="0" spc="-10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100" dirty="0">
                <a:solidFill>
                  <a:schemeClr val="tx1"/>
                </a:solidFill>
              </a:rPr>
              <a:t>o</a:t>
            </a:r>
            <a:r>
              <a:rPr lang="en-US" altLang="en-US" sz="2800" kern="0" dirty="0">
                <a:solidFill>
                  <a:schemeClr val="tx1"/>
                </a:solidFill>
              </a:rPr>
              <a:t>f</a:t>
            </a:r>
            <a:r>
              <a:rPr lang="en-US" altLang="en-US" sz="2400" kern="0" dirty="0">
                <a:solidFill>
                  <a:schemeClr val="tx1"/>
                </a:solidFill>
              </a:rPr>
              <a:t> </a:t>
            </a:r>
            <a:r>
              <a:rPr lang="en-US" altLang="en-US" sz="2800" kern="0" dirty="0">
                <a:solidFill>
                  <a:schemeClr val="tx1"/>
                </a:solidFill>
              </a:rPr>
              <a:t>code that </a:t>
            </a:r>
            <a:r>
              <a:rPr lang="en-US" altLang="en-US" sz="2800" u="sng" kern="0" dirty="0">
                <a:solidFill>
                  <a:schemeClr val="tx1"/>
                </a:solidFill>
              </a:rPr>
              <a:t>repeat</a:t>
            </a:r>
            <a:r>
              <a:rPr lang="en-US" altLang="en-US" sz="2400" u="sng" kern="0" dirty="0">
                <a:solidFill>
                  <a:schemeClr val="tx1"/>
                </a:solidFill>
              </a:rPr>
              <a:t> </a:t>
            </a:r>
            <a:r>
              <a:rPr lang="en-US" altLang="en-US" sz="2800" u="sng" kern="0" dirty="0">
                <a:solidFill>
                  <a:schemeClr val="tx1"/>
                </a:solidFill>
              </a:rPr>
              <a:t>in</a:t>
            </a:r>
            <a:r>
              <a:rPr lang="en-US" altLang="en-US" sz="2400" u="sng" kern="0" dirty="0">
                <a:solidFill>
                  <a:schemeClr val="tx1"/>
                </a:solidFill>
              </a:rPr>
              <a:t> </a:t>
            </a:r>
            <a:r>
              <a:rPr lang="en-US" altLang="en-US" sz="2800" u="sng" kern="0" dirty="0">
                <a:solidFill>
                  <a:schemeClr val="tx1"/>
                </a:solidFill>
              </a:rPr>
              <a:t>ma</a:t>
            </a:r>
            <a:r>
              <a:rPr lang="en-US" altLang="en-US" sz="2800" u="sng" kern="0" spc="-80" dirty="0">
                <a:solidFill>
                  <a:schemeClr val="tx1"/>
                </a:solidFill>
              </a:rPr>
              <a:t>ny</a:t>
            </a:r>
            <a:r>
              <a:rPr lang="en-US" altLang="en-US" sz="2400" u="sng" kern="0" spc="-80" dirty="0">
                <a:solidFill>
                  <a:schemeClr val="tx1"/>
                </a:solidFill>
              </a:rPr>
              <a:t> </a:t>
            </a:r>
            <a:r>
              <a:rPr lang="en-US" altLang="en-US" sz="2800" u="sng" kern="0" spc="-100" dirty="0">
                <a:solidFill>
                  <a:schemeClr val="tx1"/>
                </a:solidFill>
              </a:rPr>
              <a:t>p</a:t>
            </a:r>
            <a:r>
              <a:rPr lang="en-US" altLang="en-US" sz="2800" u="sng" kern="0" spc="-80" dirty="0">
                <a:solidFill>
                  <a:schemeClr val="tx1"/>
                </a:solidFill>
              </a:rPr>
              <a:t>l</a:t>
            </a:r>
            <a:r>
              <a:rPr lang="en-US" altLang="en-US" sz="2800" u="sng" kern="0" dirty="0">
                <a:solidFill>
                  <a:schemeClr val="tx1"/>
                </a:solidFill>
              </a:rPr>
              <a:t>aces</a:t>
            </a:r>
            <a:r>
              <a:rPr lang="en-US" altLang="en-US" sz="2400" kern="0" dirty="0">
                <a:solidFill>
                  <a:schemeClr val="tx1"/>
                </a:solidFill>
              </a:rPr>
              <a:t> </a:t>
            </a:r>
            <a:r>
              <a:rPr lang="en-US" altLang="en-US" sz="2800" kern="0" dirty="0">
                <a:solidFill>
                  <a:schemeClr val="tx1"/>
                </a:solidFill>
              </a:rPr>
              <a:t>with</a:t>
            </a:r>
            <a:r>
              <a:rPr lang="en-US" altLang="en-US" sz="2400" kern="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50" dirty="0">
                <a:solidFill>
                  <a:schemeClr val="tx1"/>
                </a:solidFill>
              </a:rPr>
              <a:t>l</a:t>
            </a:r>
            <a:r>
              <a:rPr lang="en-US" altLang="en-US" sz="2800" kern="0" dirty="0">
                <a:solidFill>
                  <a:schemeClr val="tx1"/>
                </a:solidFill>
              </a:rPr>
              <a:t>it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t</a:t>
            </a:r>
            <a:r>
              <a:rPr lang="en-US" altLang="en-US" sz="2800" kern="0" spc="-80" dirty="0">
                <a:solidFill>
                  <a:schemeClr val="tx1"/>
                </a:solidFill>
              </a:rPr>
              <a:t>l</a:t>
            </a:r>
            <a:r>
              <a:rPr lang="en-US" altLang="en-US" sz="2800" kern="0" spc="-50" dirty="0">
                <a:solidFill>
                  <a:schemeClr val="tx1"/>
                </a:solidFill>
              </a:rPr>
              <a:t>e</a:t>
            </a:r>
            <a:r>
              <a:rPr lang="en-US" altLang="en-US" sz="2400" kern="0" spc="-5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50" dirty="0">
                <a:solidFill>
                  <a:schemeClr val="tx1"/>
                </a:solidFill>
              </a:rPr>
              <a:t>v</a:t>
            </a:r>
            <a:r>
              <a:rPr lang="en-US" altLang="en-US" sz="2800" kern="0" dirty="0">
                <a:solidFill>
                  <a:schemeClr val="tx1"/>
                </a:solidFill>
              </a:rPr>
              <a:t>ariat</a:t>
            </a:r>
            <a:r>
              <a:rPr lang="en-US" altLang="en-US" sz="2800" kern="0" spc="-70" dirty="0">
                <a:solidFill>
                  <a:schemeClr val="tx1"/>
                </a:solidFill>
              </a:rPr>
              <a:t>ion.</a:t>
            </a:r>
            <a:r>
              <a:rPr lang="en-US" altLang="en-US" sz="2800" kern="0" dirty="0">
                <a:solidFill>
                  <a:schemeClr val="tx1"/>
                </a:solidFill>
              </a:rPr>
              <a:t> Boilerplate can be reduced by:</a:t>
            </a:r>
          </a:p>
          <a:p>
            <a:pPr marL="396875" lvl="1" indent="-223838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2800" kern="0" spc="-100" dirty="0">
                <a:solidFill>
                  <a:schemeClr val="tx1"/>
                </a:solidFill>
              </a:rPr>
              <a:t>ha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vi</a:t>
            </a:r>
            <a:r>
              <a:rPr lang="en-US" altLang="en-US" sz="2800" kern="0" spc="-100" dirty="0">
                <a:solidFill>
                  <a:schemeClr val="tx1"/>
                </a:solidFill>
              </a:rPr>
              <a:t>n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g</a:t>
            </a:r>
            <a:r>
              <a:rPr lang="en-US" altLang="en-US" kern="0" spc="-2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Pyt</a:t>
            </a:r>
            <a:r>
              <a:rPr lang="en-US" altLang="en-US" sz="2800" kern="0" spc="-100" dirty="0">
                <a:solidFill>
                  <a:schemeClr val="tx1"/>
                </a:solidFill>
              </a:rPr>
              <a:t>ho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n</a:t>
            </a:r>
            <a:r>
              <a:rPr lang="en-US" altLang="en-US" kern="0" spc="-2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>
                <a:solidFill>
                  <a:srgbClr val="00B050"/>
                </a:solidFill>
              </a:rPr>
              <a:t>aut</a:t>
            </a:r>
            <a:r>
              <a:rPr lang="en-US" altLang="en-US" sz="2800" kern="0" spc="-100" dirty="0">
                <a:solidFill>
                  <a:srgbClr val="00B050"/>
                </a:solidFill>
              </a:rPr>
              <a:t>o</a:t>
            </a:r>
            <a:r>
              <a:rPr lang="en-US" altLang="en-US" sz="2800" kern="0" spc="-20" dirty="0">
                <a:solidFill>
                  <a:srgbClr val="00B050"/>
                </a:solidFill>
              </a:rPr>
              <a:t>mat</a:t>
            </a:r>
            <a:r>
              <a:rPr lang="en-US" altLang="en-US" sz="2800" kern="0" spc="-100" dirty="0">
                <a:solidFill>
                  <a:srgbClr val="00B050"/>
                </a:solidFill>
              </a:rPr>
              <a:t>i</a:t>
            </a:r>
            <a:r>
              <a:rPr lang="en-US" altLang="en-US" sz="2800" kern="0" spc="-20" dirty="0">
                <a:solidFill>
                  <a:srgbClr val="00B050"/>
                </a:solidFill>
              </a:rPr>
              <a:t>c</a:t>
            </a:r>
            <a:r>
              <a:rPr lang="en-US" altLang="en-US" sz="2800" kern="0" spc="-70" dirty="0">
                <a:solidFill>
                  <a:srgbClr val="00B050"/>
                </a:solidFill>
              </a:rPr>
              <a:t>al</a:t>
            </a:r>
            <a:r>
              <a:rPr lang="en-US" altLang="en-US" sz="2800" kern="0" spc="-20" dirty="0">
                <a:solidFill>
                  <a:srgbClr val="00B050"/>
                </a:solidFill>
              </a:rPr>
              <a:t>ly</a:t>
            </a:r>
            <a:r>
              <a:rPr lang="en-US" altLang="en-US" kern="0" spc="-20" dirty="0">
                <a:solidFill>
                  <a:srgbClr val="00B050"/>
                </a:solidFill>
              </a:rPr>
              <a:t> </a:t>
            </a:r>
            <a:r>
              <a:rPr lang="en-US" altLang="en-US" sz="2800" kern="0" spc="-60" dirty="0">
                <a:solidFill>
                  <a:srgbClr val="00B050"/>
                </a:solidFill>
              </a:rPr>
              <a:t>ins</a:t>
            </a:r>
            <a:r>
              <a:rPr lang="en-US" altLang="en-US" sz="2800" kern="0" spc="-20" dirty="0">
                <a:solidFill>
                  <a:srgbClr val="00B050"/>
                </a:solidFill>
              </a:rPr>
              <a:t>ert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 t</a:t>
            </a:r>
            <a:r>
              <a:rPr lang="en-US" altLang="en-US" sz="2800" kern="0" spc="-60" dirty="0">
                <a:solidFill>
                  <a:schemeClr val="tx1"/>
                </a:solidFill>
              </a:rPr>
              <a:t>he</a:t>
            </a:r>
            <a:r>
              <a:rPr lang="en-US" altLang="en-US" sz="2400" kern="0" spc="-6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60" dirty="0">
                <a:solidFill>
                  <a:schemeClr val="tx1"/>
                </a:solidFill>
              </a:rPr>
              <a:t>n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ee</a:t>
            </a:r>
            <a:r>
              <a:rPr lang="en-US" altLang="en-US" sz="2800" kern="0" spc="-60" dirty="0">
                <a:solidFill>
                  <a:schemeClr val="tx1"/>
                </a:solidFill>
              </a:rPr>
              <a:t>d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ed</a:t>
            </a:r>
            <a:r>
              <a:rPr lang="en-US" altLang="en-US" sz="2400" kern="0" spc="-2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b</a:t>
            </a:r>
            <a:r>
              <a:rPr lang="en-US" altLang="en-US" sz="2800" kern="0" spc="-120" dirty="0">
                <a:solidFill>
                  <a:schemeClr val="tx1"/>
                </a:solidFill>
              </a:rPr>
              <a:t>oil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er</a:t>
            </a:r>
            <a:r>
              <a:rPr lang="en-US" altLang="en-US" sz="2800" kern="0" spc="-100" dirty="0">
                <a:solidFill>
                  <a:schemeClr val="tx1"/>
                </a:solidFill>
              </a:rPr>
              <a:t>pl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ate</a:t>
            </a:r>
            <a:r>
              <a:rPr lang="en-US" altLang="en-US" sz="2400" kern="0" spc="-2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cod</a:t>
            </a:r>
            <a:r>
              <a:rPr lang="en-US" altLang="en-US" sz="2800" kern="0" spc="-120" dirty="0">
                <a:solidFill>
                  <a:schemeClr val="tx1"/>
                </a:solidFill>
              </a:rPr>
              <a:t>e,</a:t>
            </a:r>
            <a:r>
              <a:rPr lang="en-US" altLang="en-US" sz="2800" kern="0" dirty="0">
                <a:solidFill>
                  <a:schemeClr val="tx1"/>
                </a:solidFill>
              </a:rPr>
              <a:t> </a:t>
            </a:r>
          </a:p>
          <a:p>
            <a:pPr marL="396875" lvl="1" indent="-223838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2800" kern="0" spc="-20" dirty="0">
                <a:solidFill>
                  <a:schemeClr val="tx1"/>
                </a:solidFill>
              </a:rPr>
              <a:t>pr</a:t>
            </a:r>
            <a:r>
              <a:rPr lang="en-US" altLang="en-US" sz="2800" kern="0" spc="-60" dirty="0">
                <a:solidFill>
                  <a:schemeClr val="tx1"/>
                </a:solidFill>
              </a:rPr>
              <a:t>o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viding</a:t>
            </a:r>
            <a:r>
              <a:rPr lang="en-US" altLang="en-US" sz="2400" kern="0" spc="-2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some</a:t>
            </a:r>
            <a:r>
              <a:rPr lang="en-US" altLang="en-US" sz="2400" kern="0" spc="-2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mechanism</a:t>
            </a:r>
            <a:r>
              <a:rPr lang="en-US" altLang="en-US" sz="2400" kern="0" spc="-2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to</a:t>
            </a:r>
            <a:r>
              <a:rPr lang="en-US" altLang="en-US" sz="2400" kern="0" spc="-2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>
                <a:solidFill>
                  <a:srgbClr val="00B050"/>
                </a:solidFill>
              </a:rPr>
              <a:t>use</a:t>
            </a:r>
            <a:r>
              <a:rPr lang="en-US" altLang="en-US" sz="2400" kern="0" spc="-20" dirty="0">
                <a:solidFill>
                  <a:srgbClr val="00B050"/>
                </a:solidFill>
              </a:rPr>
              <a:t> </a:t>
            </a:r>
            <a:r>
              <a:rPr lang="en-US" altLang="en-US" sz="2800" kern="0" spc="-20" dirty="0">
                <a:solidFill>
                  <a:srgbClr val="00B050"/>
                </a:solidFill>
              </a:rPr>
              <a:t>reasona</a:t>
            </a:r>
            <a:r>
              <a:rPr lang="en-US" altLang="en-US" sz="2800" kern="0" spc="-70" dirty="0">
                <a:solidFill>
                  <a:srgbClr val="00B050"/>
                </a:solidFill>
              </a:rPr>
              <a:t>bl</a:t>
            </a:r>
            <a:r>
              <a:rPr lang="en-US" altLang="en-US" sz="2800" kern="0" spc="-20" dirty="0">
                <a:solidFill>
                  <a:srgbClr val="00B050"/>
                </a:solidFill>
              </a:rPr>
              <a:t>e</a:t>
            </a:r>
            <a:r>
              <a:rPr lang="en-US" altLang="en-US" sz="2400" kern="0" spc="-20" dirty="0">
                <a:solidFill>
                  <a:srgbClr val="00B050"/>
                </a:solidFill>
              </a:rPr>
              <a:t> </a:t>
            </a:r>
            <a:r>
              <a:rPr lang="en-US" altLang="en-US" sz="2800" kern="0" spc="-20" dirty="0">
                <a:solidFill>
                  <a:srgbClr val="00B050"/>
                </a:solidFill>
              </a:rPr>
              <a:t>default</a:t>
            </a:r>
            <a:r>
              <a:rPr lang="en-US" altLang="en-US" sz="2400" kern="0" spc="-20" dirty="0">
                <a:solidFill>
                  <a:srgbClr val="00B050"/>
                </a:solidFill>
              </a:rPr>
              <a:t> </a:t>
            </a:r>
            <a:r>
              <a:rPr lang="en-US" altLang="en-US" sz="2800" kern="0" spc="-20" dirty="0">
                <a:solidFill>
                  <a:srgbClr val="00B050"/>
                </a:solidFill>
              </a:rPr>
              <a:t>settings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.</a:t>
            </a:r>
          </a:p>
          <a:p>
            <a:pPr marL="173038">
              <a:lnSpc>
                <a:spcPct val="80000"/>
              </a:lnSpc>
            </a:pPr>
            <a:endParaRPr lang="en-US" altLang="en-US" sz="1800" b="1" kern="0" dirty="0">
              <a:solidFill>
                <a:srgbClr val="2D2DB9"/>
              </a:solidFill>
            </a:endParaRPr>
          </a:p>
          <a:p>
            <a:pPr marL="173038">
              <a:lnSpc>
                <a:spcPct val="80000"/>
              </a:lnSpc>
            </a:pPr>
            <a:r>
              <a:rPr lang="en-US" altLang="en-US" sz="3000" b="1" kern="0" dirty="0">
                <a:solidFill>
                  <a:srgbClr val="2D2DB9"/>
                </a:solidFill>
              </a:rPr>
              <a:t>syntactic sugar:</a:t>
            </a:r>
          </a:p>
          <a:p>
            <a:pPr marL="173038">
              <a:lnSpc>
                <a:spcPct val="8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Syntax added for convenience, but not affecting </a:t>
            </a:r>
            <a:r>
              <a:rPr lang="en-US" sz="2800" dirty="0">
                <a:solidFill>
                  <a:srgbClr val="00B050"/>
                </a:solidFill>
                <a:latin typeface="Times New Roman" charset="0"/>
              </a:rPr>
              <a:t>functionality. </a:t>
            </a:r>
            <a:endParaRPr lang="en-US" altLang="en-US" sz="2800" dirty="0">
              <a:solidFill>
                <a:srgbClr val="00B050"/>
              </a:solidFill>
              <a:ea typeface="source sans pro"/>
            </a:endParaRPr>
          </a:p>
          <a:p>
            <a:pPr marL="396875" lvl="1" indent="-223838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kumimoji="0" lang="en-US" sz="2800" b="0" i="0" u="none" strike="noStrike" cap="none" spc="-20" normalizeH="0" dirty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59026" y="3276600"/>
            <a:ext cx="8832574" cy="3581400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 flipH="1">
            <a:off x="6904495" y="411997"/>
            <a:ext cx="2895600" cy="762761"/>
            <a:chOff x="-617792" y="299658"/>
            <a:chExt cx="2586315" cy="762761"/>
          </a:xfrm>
        </p:grpSpPr>
        <p:sp>
          <p:nvSpPr>
            <p:cNvPr id="5" name="Trapezoid 4"/>
            <p:cNvSpPr/>
            <p:nvPr/>
          </p:nvSpPr>
          <p:spPr bwMode="auto">
            <a:xfrm rot="18900000">
              <a:off x="-617792" y="337317"/>
              <a:ext cx="2586315" cy="676095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 rot="18900000">
              <a:off x="-547293" y="299658"/>
              <a:ext cx="2456662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1800" spc="-6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 </a:t>
              </a:r>
              <a:r>
                <a:rPr kumimoji="1" lang="en-US" altLang="zh-TW" sz="2400" spc="-6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Slide</a:t>
              </a:r>
              <a:r>
                <a:rPr kumimoji="1" lang="en-US" altLang="zh-TW" sz="1200" spc="-6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 </a:t>
              </a:r>
              <a:r>
                <a:rPr kumimoji="1" lang="en-US" altLang="zh-TW" sz="2400" spc="-6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1 of</a:t>
              </a:r>
            </a:p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spc="-6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t</a:t>
              </a:r>
              <a:r>
                <a:rPr kumimoji="1" lang="en-US" altLang="zh-TW" sz="2400" spc="-10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he</a:t>
              </a:r>
              <a:r>
                <a:rPr kumimoji="1" lang="en-US" altLang="zh-TW" spc="-10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 </a:t>
              </a:r>
              <a:r>
                <a:rPr kumimoji="1" lang="en-US" altLang="zh-TW" sz="2400" spc="-6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pr</a:t>
              </a:r>
              <a:r>
                <a:rPr kumimoji="1" lang="en-US" altLang="zh-TW" sz="2400" spc="-9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e</a:t>
              </a:r>
              <a:r>
                <a:rPr kumimoji="1" lang="en-US" altLang="zh-TW" sz="2400" spc="-6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v</a:t>
              </a:r>
              <a:r>
                <a:rPr kumimoji="1" lang="en-US" altLang="zh-TW" sz="2400" spc="-9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ious</a:t>
              </a:r>
              <a:r>
                <a:rPr kumimoji="1" lang="en-US" altLang="zh-TW" spc="-9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 </a:t>
              </a:r>
              <a:r>
                <a:rPr kumimoji="1" lang="en-US" altLang="zh-TW" sz="2400" spc="-9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</a:t>
              </a:r>
              <a:r>
                <a:rPr kumimoji="1" lang="en-US" altLang="zh-TW" sz="2400" spc="-6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ecture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937016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040"/>
    </mc:Choice>
    <mc:Fallback xmlns="">
      <p:transition spd="slow" advTm="600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  <p:extLst>
    <p:ext uri="{3A86A75C-4F4B-4683-9AE1-C65F6400EC91}">
      <p14:laserTraceLst xmlns:p14="http://schemas.microsoft.com/office/powerpoint/2010/main">
        <p14:tracePtLst>
          <p14:tracePt t="487" x="7385050" y="1631950"/>
          <p14:tracePt t="494" x="7410450" y="1593850"/>
          <p14:tracePt t="508" x="7442200" y="1568450"/>
          <p14:tracePt t="517" x="7467600" y="1536700"/>
          <p14:tracePt t="533" x="7505700" y="1504950"/>
          <p14:tracePt t="551" x="7562850" y="1435100"/>
          <p14:tracePt t="567" x="7613650" y="1346200"/>
          <p14:tracePt t="584" x="7651750" y="1301750"/>
          <p14:tracePt t="600" x="7715250" y="1212850"/>
          <p14:tracePt t="617" x="7740650" y="1168400"/>
          <p14:tracePt t="634" x="7766050" y="1136650"/>
          <p14:tracePt t="650" x="7823200" y="1079500"/>
          <p14:tracePt t="667" x="7835900" y="1060450"/>
          <p14:tracePt t="685" x="7874000" y="1035050"/>
          <p14:tracePt t="700" x="7886700" y="1022350"/>
          <p14:tracePt t="716" x="7899400" y="1016000"/>
          <p14:tracePt t="733" x="7905750" y="1009650"/>
          <p14:tracePt t="760" x="7912100" y="1003300"/>
          <p14:tracePt t="810" x="7918450" y="1003300"/>
          <p14:tracePt t="859" x="7924800" y="1003300"/>
          <p14:tracePt t="867" x="7931150" y="1003300"/>
          <p14:tracePt t="880" x="7943850" y="1003300"/>
          <p14:tracePt t="894" x="7950200" y="996950"/>
          <p14:tracePt t="902" x="7962900" y="990600"/>
          <p14:tracePt t="918" x="7975600" y="984250"/>
          <p14:tracePt t="932" x="7988300" y="977900"/>
          <p14:tracePt t="949" x="8001000" y="971550"/>
          <p14:tracePt t="965" x="8039100" y="952500"/>
          <p14:tracePt t="982" x="8064500" y="946150"/>
          <p14:tracePt t="1000" x="8096250" y="933450"/>
          <p14:tracePt t="1016" x="8108950" y="933450"/>
          <p14:tracePt t="1032" x="8134350" y="927100"/>
          <p14:tracePt t="1050" x="8153400" y="927100"/>
          <p14:tracePt t="1065" x="8159750" y="927100"/>
          <p14:tracePt t="1082" x="8166100" y="927100"/>
          <p14:tracePt t="1099" x="8172450" y="927100"/>
          <p14:tracePt t="1115" x="8172450" y="933450"/>
          <p14:tracePt t="1133" x="8178800" y="939800"/>
          <p14:tracePt t="1149" x="8191500" y="939800"/>
          <p14:tracePt t="1182" x="8197850" y="946150"/>
          <p14:tracePt t="1198" x="8204200" y="952500"/>
          <p14:tracePt t="1232" x="8204200" y="958850"/>
          <p14:tracePt t="1248" x="8210550" y="958850"/>
          <p14:tracePt t="1267" x="8216900" y="958850"/>
          <p14:tracePt t="1287" x="8223250" y="965200"/>
          <p14:tracePt t="1316" x="8229600" y="971550"/>
          <p14:tracePt t="1336" x="8235950" y="971550"/>
          <p14:tracePt t="1357" x="8235950" y="977900"/>
          <p14:tracePt t="1379" x="8242300" y="977900"/>
          <p14:tracePt t="1400" x="8248650" y="990600"/>
          <p14:tracePt t="1407" x="8255000" y="990600"/>
          <p14:tracePt t="1427" x="8255000" y="996950"/>
          <p14:tracePt t="1442" x="8261350" y="1003300"/>
          <p14:tracePt t="1450" x="8267700" y="1003300"/>
          <p14:tracePt t="1470" x="8280400" y="1016000"/>
          <p14:tracePt t="1480" x="8286750" y="1028700"/>
          <p14:tracePt t="1498" x="8312150" y="1060450"/>
          <p14:tracePt t="1514" x="8318500" y="1079500"/>
          <p14:tracePt t="1530" x="8356600" y="1123950"/>
          <p14:tracePt t="1547" x="8362950" y="1143000"/>
          <p14:tracePt t="1564" x="8382000" y="1168400"/>
          <p14:tracePt t="1580" x="8394700" y="1181100"/>
          <p14:tracePt t="1598" x="8407400" y="1193800"/>
          <p14:tracePt t="1688" x="8401050" y="1187450"/>
          <p14:tracePt t="1701" x="8394700" y="1187450"/>
          <p14:tracePt t="1709" x="8394700" y="1181100"/>
          <p14:tracePt t="1723" x="8382000" y="1174750"/>
          <p14:tracePt t="1732" x="8369300" y="1168400"/>
          <p14:tracePt t="1746" x="8350250" y="1143000"/>
          <p14:tracePt t="1763" x="8312150" y="1111250"/>
          <p14:tracePt t="1780" x="8248650" y="1041400"/>
          <p14:tracePt t="1796" x="8216900" y="1009650"/>
          <p14:tracePt t="1814" x="8147050" y="939800"/>
          <p14:tracePt t="1829" x="8108950" y="895350"/>
          <p14:tracePt t="1847" x="8089900" y="882650"/>
          <p14:tracePt t="1863" x="8077200" y="863600"/>
          <p14:tracePt t="1879" x="8064500" y="857250"/>
          <p14:tracePt t="1896" x="8058150" y="857250"/>
          <p14:tracePt t="1929" x="8058150" y="863600"/>
          <p14:tracePt t="1946" x="8058150" y="869950"/>
          <p14:tracePt t="1963" x="8058150" y="882650"/>
          <p14:tracePt t="1979" x="8058150" y="895350"/>
          <p14:tracePt t="1996" x="8070850" y="914400"/>
          <p14:tracePt t="2012" x="8083550" y="933450"/>
          <p14:tracePt t="2029" x="8089900" y="958850"/>
          <p14:tracePt t="2046" x="8128000" y="1009650"/>
          <p14:tracePt t="2062" x="8172450" y="1085850"/>
          <p14:tracePt t="2078" x="8197850" y="1117600"/>
          <p14:tracePt t="2095" x="8242300" y="1206500"/>
          <p14:tracePt t="2111" x="8280400" y="1257300"/>
          <p14:tracePt t="2128" x="8293100" y="1289050"/>
          <p14:tracePt t="2144" x="8312150" y="1327150"/>
          <p14:tracePt t="2161" x="8324850" y="1352550"/>
          <p14:tracePt t="2179" x="8331200" y="1365250"/>
          <p14:tracePt t="2270" x="8324850" y="1365250"/>
          <p14:tracePt t="2298" x="8318500" y="1365250"/>
          <p14:tracePt t="2622" x="8248650" y="1365250"/>
          <p14:tracePt t="2629" x="8102600" y="1352550"/>
          <p14:tracePt t="2636" x="7912100" y="1327150"/>
          <p14:tracePt t="2650" x="7683500" y="1282700"/>
          <p14:tracePt t="2659" x="7461250" y="1244600"/>
          <p14:tracePt t="2676" x="7213600" y="1212850"/>
          <p14:tracePt t="2693" x="6489700" y="1155700"/>
          <p14:tracePt t="2709" x="6235700" y="1111250"/>
          <p14:tracePt t="2727" x="5645150" y="1047750"/>
          <p14:tracePt t="2743" x="5130800" y="977900"/>
          <p14:tracePt t="2759" x="4857750" y="946150"/>
          <p14:tracePt t="2777" x="4394200" y="889000"/>
          <p14:tracePt t="2793" x="4019550" y="876300"/>
          <p14:tracePt t="2809" x="3848100" y="895350"/>
          <p14:tracePt t="2826" x="3619500" y="946150"/>
          <p14:tracePt t="2843" x="3460750" y="1009650"/>
          <p14:tracePt t="2859" x="3390900" y="1035050"/>
          <p14:tracePt t="2863" x="3333750" y="1073150"/>
          <p14:tracePt t="2876" x="3289300" y="1098550"/>
          <p14:tracePt t="2892" x="3244850" y="1136650"/>
          <p14:tracePt t="2910" x="3130550" y="1212850"/>
          <p14:tracePt t="2926" x="3098800" y="1250950"/>
          <p14:tracePt t="2942" x="3073400" y="1282700"/>
          <p14:tracePt t="2959" x="3009900" y="1371600"/>
          <p14:tracePt t="2975" x="2959100" y="1447800"/>
          <p14:tracePt t="2992" x="2927350" y="1504950"/>
          <p14:tracePt t="3009" x="2882900" y="1606550"/>
          <p14:tracePt t="3026" x="2838450" y="1727200"/>
          <p14:tracePt t="3042" x="2806700" y="1822450"/>
          <p14:tracePt t="3058" x="2768600" y="2012950"/>
          <p14:tracePt t="3075" x="2743200" y="2228850"/>
          <p14:tracePt t="3092" x="2743200" y="2355850"/>
          <p14:tracePt t="3108" x="2762250" y="2628900"/>
          <p14:tracePt t="3125" x="2794000" y="2914650"/>
          <p14:tracePt t="3143" x="2813050" y="3181350"/>
          <p14:tracePt t="3158" x="2825750" y="3302000"/>
          <p14:tracePt t="3175" x="2825750" y="3429000"/>
          <p14:tracePt t="3191" x="2825750" y="3797300"/>
          <p14:tracePt t="3208" x="2825750" y="3937000"/>
          <p14:tracePt t="3225" x="2825750" y="4064000"/>
          <p14:tracePt t="3242" x="2819400" y="4324350"/>
          <p14:tracePt t="3258" x="2800350" y="4565650"/>
          <p14:tracePt t="3275" x="2781300" y="4775200"/>
          <p14:tracePt t="3291" x="2781300" y="4851400"/>
          <p14:tracePt t="3307" x="2749550" y="4978400"/>
          <p14:tracePt t="3325" x="2724150" y="5092700"/>
          <p14:tracePt t="3341" x="2711450" y="5118100"/>
          <p14:tracePt t="3357" x="2686050" y="5156200"/>
          <p14:tracePt t="3374" x="2654300" y="5181600"/>
          <p14:tracePt t="3391" x="2641600" y="5194300"/>
          <p14:tracePt t="3408" x="2603500" y="5219700"/>
          <p14:tracePt t="3423" x="2571750" y="5238750"/>
          <p14:tracePt t="3440" x="2552700" y="5238750"/>
          <p14:tracePt t="3458" x="2527300" y="5238750"/>
          <p14:tracePt t="3474" x="2501900" y="5232400"/>
          <p14:tracePt t="3490" x="2489200" y="5219700"/>
          <p14:tracePt t="3507" x="2451100" y="5156200"/>
          <p14:tracePt t="3523" x="2432050" y="5111750"/>
          <p14:tracePt t="3540" x="2393950" y="4965700"/>
          <p14:tracePt t="3557" x="2349500" y="4775200"/>
          <p14:tracePt t="3573" x="2330450" y="4629150"/>
          <p14:tracePt t="3590" x="2273300" y="4305300"/>
          <p14:tracePt t="3606" x="2190750" y="3879850"/>
          <p14:tracePt t="3623" x="2139950" y="3606800"/>
          <p14:tracePt t="3640" x="2082800" y="3092450"/>
          <p14:tracePt t="3656" x="2070100" y="2800350"/>
          <p14:tracePt t="3673" x="2076450" y="2171700"/>
          <p14:tracePt t="3690" x="2159000" y="1454150"/>
          <p14:tracePt t="3706" x="2209800" y="1149350"/>
          <p14:tracePt t="3723" x="2260600" y="711200"/>
          <p14:tracePt t="3739" x="2292350" y="508000"/>
          <p14:tracePt t="3755" x="2311400" y="450850"/>
          <p14:tracePt t="3774" x="2324100" y="400050"/>
          <p14:tracePt t="3789" x="2330450" y="387350"/>
          <p14:tracePt t="3823" x="2336800" y="381000"/>
          <p14:tracePt t="3864" x="2336800" y="393700"/>
          <p14:tracePt t="3878" x="2336800" y="406400"/>
          <p14:tracePt t="3885" x="2330450" y="419100"/>
          <p14:tracePt t="3892" x="2330450" y="438150"/>
          <p14:tracePt t="3908" x="2324100" y="463550"/>
          <p14:tracePt t="3922" x="2317750" y="488950"/>
          <p14:tracePt t="3939" x="2298700" y="622300"/>
          <p14:tracePt t="3956" x="2286000" y="863600"/>
          <p14:tracePt t="3972" x="2286000" y="1016000"/>
          <p14:tracePt t="3989" x="2286000" y="1225550"/>
          <p14:tracePt t="4005" x="2311400" y="1828800"/>
          <p14:tracePt t="4022" x="2330450" y="2533650"/>
          <p14:tracePt t="4038" x="2343150" y="2851150"/>
          <p14:tracePt t="4055" x="2355850" y="3632200"/>
          <p14:tracePt t="4072" x="2355850" y="3816350"/>
          <p14:tracePt t="4089" x="2355850" y="4070350"/>
          <p14:tracePt t="4105" x="2355850" y="4286250"/>
          <p14:tracePt t="4121" x="2355850" y="4387850"/>
          <p14:tracePt t="4138" x="2355850" y="4514850"/>
          <p14:tracePt t="4154" x="2355850" y="4552950"/>
          <p14:tracePt t="4171" x="2355850" y="4610100"/>
          <p14:tracePt t="4188" x="2355850" y="4667250"/>
          <p14:tracePt t="4205" x="2355850" y="4692650"/>
          <p14:tracePt t="4221" x="2355850" y="4718050"/>
          <p14:tracePt t="4238" x="2355850" y="4737100"/>
          <p14:tracePt t="4254" x="2362200" y="4743450"/>
          <p14:tracePt t="4271" x="2362200" y="4762500"/>
          <p14:tracePt t="4287" x="2362200" y="4787900"/>
          <p14:tracePt t="4304" x="2362200" y="4794250"/>
          <p14:tracePt t="4321" x="2362200" y="4813300"/>
          <p14:tracePt t="4337" x="2362200" y="4832350"/>
          <p14:tracePt t="4354" x="2362200" y="4838700"/>
          <p14:tracePt t="4371" x="2362200" y="4851400"/>
          <p14:tracePt t="4419" x="2368550" y="4851400"/>
          <p14:tracePt t="4454" x="2374900" y="4845050"/>
          <p14:tracePt t="4468" x="2374900" y="4838700"/>
          <p14:tracePt t="4475" x="2374900" y="4832350"/>
          <p14:tracePt t="4496" x="2381250" y="4819650"/>
          <p14:tracePt t="4506" x="2381250" y="4806950"/>
          <p14:tracePt t="4520" x="2381250" y="4800600"/>
          <p14:tracePt t="5076" x="2381250" y="4775200"/>
          <p14:tracePt t="5090" x="2381250" y="4743450"/>
          <p14:tracePt t="5097" x="2381250" y="4699000"/>
          <p14:tracePt t="5111" x="2381250" y="4654550"/>
          <p14:tracePt t="5120" x="2368550" y="4603750"/>
          <p14:tracePt t="5134" x="2362200" y="4527550"/>
          <p14:tracePt t="5152" x="2330450" y="4356100"/>
          <p14:tracePt t="5168" x="2292350" y="4184650"/>
          <p14:tracePt t="5184" x="2266950" y="4095750"/>
          <p14:tracePt t="5202" x="2228850" y="3898900"/>
          <p14:tracePt t="5218" x="2209800" y="3797300"/>
          <p14:tracePt t="5234" x="2178050" y="3683000"/>
          <p14:tracePt t="5252" x="2114550" y="3448050"/>
          <p14:tracePt t="5268" x="2044700" y="3168650"/>
          <p14:tracePt t="5284" x="2012950" y="3054350"/>
          <p14:tracePt t="5301" x="1974850" y="2806700"/>
          <p14:tracePt t="5317" x="1955800" y="2749550"/>
          <p14:tracePt t="5334" x="1936750" y="2641600"/>
          <p14:tracePt t="5351" x="1917700" y="2533650"/>
          <p14:tracePt t="5367" x="1911350" y="2482850"/>
          <p14:tracePt t="5384" x="1885950" y="2362200"/>
          <p14:tracePt t="5400" x="1835150" y="2203450"/>
          <p14:tracePt t="5417" x="1803400" y="2114550"/>
          <p14:tracePt t="5434" x="1765300" y="1917700"/>
          <p14:tracePt t="5450" x="1733550" y="1758950"/>
          <p14:tracePt t="5467" x="1720850" y="1682750"/>
          <p14:tracePt t="5483" x="1695450" y="1536700"/>
          <p14:tracePt t="5500" x="1676400" y="1416050"/>
          <p14:tracePt t="5517" x="1676400" y="1352550"/>
          <p14:tracePt t="5533" x="1670050" y="1250950"/>
          <p14:tracePt t="5550" x="1670050" y="1200150"/>
          <p14:tracePt t="5567" x="1670050" y="1104900"/>
          <p14:tracePt t="5583" x="1657350" y="1047750"/>
          <p14:tracePt t="5600" x="1657350" y="1035050"/>
          <p14:tracePt t="5616" x="1657350" y="996950"/>
          <p14:tracePt t="5633" x="1657350" y="977900"/>
          <p14:tracePt t="5650" x="1651000" y="952500"/>
          <p14:tracePt t="5666" x="1651000" y="889000"/>
          <p14:tracePt t="5683" x="1644650" y="844550"/>
          <p14:tracePt t="5701" x="1638300" y="742950"/>
          <p14:tracePt t="5716" x="1625600" y="679450"/>
          <p14:tracePt t="5733" x="1606550" y="584200"/>
          <p14:tracePt t="5750" x="1600200" y="488950"/>
          <p14:tracePt t="5766" x="1593850" y="431800"/>
          <p14:tracePt t="5782" x="1587500" y="412750"/>
          <p14:tracePt t="5799" x="1587500" y="381000"/>
          <p14:tracePt t="5815" x="1587500" y="368300"/>
          <p14:tracePt t="5832" x="1587500" y="349250"/>
          <p14:tracePt t="5849" x="1587500" y="342900"/>
          <p14:tracePt t="5865" x="1587500" y="336550"/>
          <p14:tracePt t="6121" x="1587500" y="342900"/>
          <p14:tracePt t="6149" x="1587500" y="349250"/>
          <p14:tracePt t="6157" x="1587500" y="355600"/>
          <p14:tracePt t="6177" x="1581150" y="355600"/>
          <p14:tracePt t="6185" x="1574800" y="355600"/>
          <p14:tracePt t="6198" x="1568450" y="355600"/>
          <p14:tracePt t="6214" x="1549400" y="361950"/>
          <p14:tracePt t="6231" x="1536700" y="361950"/>
          <p14:tracePt t="6248" x="1511300" y="368300"/>
          <p14:tracePt t="6264" x="1479550" y="368300"/>
          <p14:tracePt t="6281" x="1460500" y="368300"/>
          <p14:tracePt t="6297" x="1441450" y="368300"/>
          <p14:tracePt t="6314" x="1428750" y="374650"/>
          <p14:tracePt t="6347" x="1422400" y="374650"/>
          <p14:tracePt t="6364" x="1416050" y="374650"/>
          <p14:tracePt t="6395" x="1409700" y="381000"/>
          <p14:tracePt t="6451" x="1403350" y="381000"/>
          <p14:tracePt t="6522" x="1403350" y="387350"/>
          <p14:tracePt t="6585" x="1403350" y="393700"/>
          <p14:tracePt t="6634" x="1403350" y="400050"/>
          <p14:tracePt t="6676" x="1403350" y="406400"/>
          <p14:tracePt t="6704" x="1409700" y="406400"/>
          <p14:tracePt t="6712" x="1416050" y="406400"/>
          <p14:tracePt t="6725" x="1422400" y="406400"/>
          <p14:tracePt t="6747" x="1428750" y="406400"/>
          <p14:tracePt t="6768" x="1435100" y="406400"/>
          <p14:tracePt t="6774" x="1441450" y="406400"/>
          <p14:tracePt t="6782" x="1447800" y="406400"/>
          <p14:tracePt t="6798" x="1460500" y="406400"/>
          <p14:tracePt t="6812" x="1473200" y="406400"/>
          <p14:tracePt t="6829" x="1504950" y="406400"/>
          <p14:tracePt t="6845" x="1555750" y="406400"/>
          <p14:tracePt t="6862" x="1574800" y="406400"/>
          <p14:tracePt t="6879" x="1619250" y="406400"/>
          <p14:tracePt t="6895" x="1657350" y="406400"/>
          <p14:tracePt t="6912" x="1670050" y="406400"/>
          <p14:tracePt t="6929" x="1682750" y="406400"/>
          <p14:tracePt t="6945" x="1689100" y="406400"/>
          <p14:tracePt t="7041" x="1682750" y="406400"/>
          <p14:tracePt t="7055" x="1682750" y="412750"/>
          <p14:tracePt t="7069" x="1682750" y="419100"/>
          <p14:tracePt t="7078" x="1676400" y="431800"/>
          <p14:tracePt t="7094" x="1657350" y="450850"/>
          <p14:tracePt t="7111" x="1612900" y="552450"/>
          <p14:tracePt t="7128" x="1555750" y="698500"/>
          <p14:tracePt t="7144" x="1524000" y="774700"/>
          <p14:tracePt t="7161" x="1454150" y="965200"/>
          <p14:tracePt t="7178" x="1397000" y="1136650"/>
          <p14:tracePt t="7194" x="1371600" y="1212850"/>
          <p14:tracePt t="7211" x="1333500" y="1346200"/>
          <p14:tracePt t="7227" x="1308100" y="1441450"/>
          <p14:tracePt t="7245" x="1301750" y="1511300"/>
          <p14:tracePt t="7261" x="1301750" y="1530350"/>
          <p14:tracePt t="7277" x="1295400" y="1549400"/>
          <p14:tracePt t="7294" x="1295400" y="1562100"/>
          <p14:tracePt t="7310" x="1295400" y="1574800"/>
          <p14:tracePt t="7327" x="1295400" y="1581150"/>
          <p14:tracePt t="7344" x="1295400" y="1587500"/>
          <p14:tracePt t="7427" x="1295400" y="1593850"/>
          <p14:tracePt t="7518" x="1301750" y="1600200"/>
          <p14:tracePt t="7546" x="1314450" y="1600200"/>
          <p14:tracePt t="7568" x="1320800" y="1606550"/>
          <p14:tracePt t="7589" x="1333500" y="1606550"/>
          <p14:tracePt t="7595" x="1346200" y="1612900"/>
          <p14:tracePt t="7610" x="1371600" y="1612900"/>
          <p14:tracePt t="7626" x="1416050" y="1625600"/>
          <p14:tracePt t="7643" x="1447800" y="1631950"/>
          <p14:tracePt t="7659" x="1498600" y="1651000"/>
          <p14:tracePt t="7676" x="1549400" y="1663700"/>
          <p14:tracePt t="7693" x="1568450" y="1670050"/>
          <p14:tracePt t="7709" x="1600200" y="1676400"/>
          <p14:tracePt t="7726" x="1606550" y="1676400"/>
          <p14:tracePt t="7743" x="1625600" y="1682750"/>
          <p14:tracePt t="7779" x="1631950" y="1682750"/>
          <p14:tracePt t="7905" x="1631950" y="1676400"/>
          <p14:tracePt t="7968" x="1625600" y="1676400"/>
          <p14:tracePt t="8009" x="1619250" y="1670050"/>
          <p14:tracePt t="9993" x="1619250" y="1651000"/>
          <p14:tracePt t="10002" x="1612900" y="1606550"/>
          <p14:tracePt t="10015" x="1593850" y="1568450"/>
          <p14:tracePt t="10022" x="1581150" y="1524000"/>
          <p14:tracePt t="10034" x="1562100" y="1466850"/>
          <p14:tracePt t="10051" x="1536700" y="1371600"/>
          <p14:tracePt t="10068" x="1504950" y="1327150"/>
          <p14:tracePt t="10085" x="1492250" y="1270000"/>
          <p14:tracePt t="10101" x="1428750" y="1155700"/>
          <p14:tracePt t="10117" x="1416050" y="1130300"/>
          <p14:tracePt t="10134" x="1384300" y="1085850"/>
          <p14:tracePt t="10150" x="1371600" y="1066800"/>
          <p14:tracePt t="10167" x="1346200" y="1022350"/>
          <p14:tracePt t="10184" x="1314450" y="990600"/>
          <p14:tracePt t="10200" x="1295400" y="965200"/>
          <p14:tracePt t="10217" x="1257300" y="927100"/>
          <p14:tracePt t="10234" x="1225550" y="895350"/>
          <p14:tracePt t="10250" x="1219200" y="882650"/>
          <p14:tracePt t="10267" x="1187450" y="863600"/>
          <p14:tracePt t="10283" x="1181100" y="850900"/>
          <p14:tracePt t="10317" x="1174750" y="850900"/>
          <p14:tracePt t="10352" x="1174750" y="857250"/>
          <p14:tracePt t="10373" x="1174750" y="863600"/>
          <p14:tracePt t="10380" x="1174750" y="869950"/>
          <p14:tracePt t="10401" x="1168400" y="869950"/>
          <p14:tracePt t="11787" x="1174750" y="869950"/>
          <p14:tracePt t="11795" x="1193800" y="869950"/>
          <p14:tracePt t="11808" x="1225550" y="869950"/>
          <p14:tracePt t="11815" x="1250950" y="869950"/>
          <p14:tracePt t="11831" x="1282700" y="857250"/>
          <p14:tracePt t="11844" x="1333500" y="850900"/>
          <p14:tracePt t="11861" x="1466850" y="844550"/>
          <p14:tracePt t="11879" x="1593850" y="825500"/>
          <p14:tracePt t="11894" x="1670050" y="812800"/>
          <p14:tracePt t="11911" x="1752600" y="806450"/>
          <p14:tracePt t="11928" x="1905000" y="793750"/>
          <p14:tracePt t="11945" x="1968500" y="787400"/>
          <p14:tracePt t="11961" x="2076450" y="774700"/>
          <p14:tracePt t="11978" x="2114550" y="768350"/>
          <p14:tracePt t="11994" x="2139950" y="768350"/>
          <p14:tracePt t="12012" x="2146300" y="762000"/>
          <p14:tracePt t="12117" x="2146300" y="755650"/>
          <p14:tracePt t="12180" x="2146300" y="749300"/>
          <p14:tracePt t="12257" x="2146300" y="742950"/>
          <p14:tracePt t="12285" x="2139950" y="730250"/>
          <p14:tracePt t="12719" x="2159000" y="730250"/>
          <p14:tracePt t="12733" x="2197100" y="730250"/>
          <p14:tracePt t="12740" x="2247900" y="730250"/>
          <p14:tracePt t="12754" x="2311400" y="730250"/>
          <p14:tracePt t="12768" x="2374900" y="730250"/>
          <p14:tracePt t="12783" x="2457450" y="730250"/>
          <p14:tracePt t="12791" x="2533650" y="730250"/>
          <p14:tracePt t="12808" x="2597150" y="730250"/>
          <p14:tracePt t="12826" x="2736850" y="730250"/>
          <p14:tracePt t="12841" x="2800350" y="730250"/>
          <p14:tracePt t="12858" x="2851150" y="730250"/>
          <p14:tracePt t="12874" x="2946400" y="730250"/>
          <p14:tracePt t="12891" x="2984500" y="730250"/>
          <p14:tracePt t="12908" x="3009900" y="736600"/>
          <p14:tracePt t="12924" x="3048000" y="736600"/>
          <p14:tracePt t="12940" x="3060700" y="736600"/>
          <p14:tracePt t="12958" x="3067050" y="736600"/>
          <p14:tracePt t="12974" x="3073400" y="736600"/>
          <p14:tracePt t="13000" x="3079750" y="736600"/>
          <p14:tracePt t="13070" x="3086100" y="736600"/>
          <p14:tracePt t="13091" x="3092450" y="736600"/>
          <p14:tracePt t="13119" x="3098800" y="736600"/>
          <p14:tracePt t="13126" x="3105150" y="736600"/>
          <p14:tracePt t="13168" x="3111500" y="736600"/>
          <p14:tracePt t="13203" x="3117850" y="736600"/>
          <p14:tracePt t="13225" x="3124200" y="736600"/>
          <p14:tracePt t="13253" x="3136900" y="736600"/>
          <p14:tracePt t="13281" x="3143250" y="736600"/>
          <p14:tracePt t="13316" x="3149600" y="736600"/>
          <p14:tracePt t="13330" x="3155950" y="736600"/>
          <p14:tracePt t="13344" x="3168650" y="736600"/>
          <p14:tracePt t="13358" x="3194050" y="736600"/>
          <p14:tracePt t="13373" x="3219450" y="736600"/>
          <p14:tracePt t="13386" x="3257550" y="736600"/>
          <p14:tracePt t="13393" x="3308350" y="736600"/>
          <p14:tracePt t="13408" x="3371850" y="736600"/>
          <p14:tracePt t="13423" x="3435350" y="736600"/>
          <p14:tracePt t="13439" x="3498850" y="736600"/>
          <p14:tracePt t="13457" x="3638550" y="736600"/>
          <p14:tracePt t="13473" x="3714750" y="736600"/>
          <p14:tracePt t="13489" x="3765550" y="736600"/>
          <p14:tracePt t="13506" x="3873500" y="736600"/>
          <p14:tracePt t="13522" x="3924300" y="736600"/>
          <p14:tracePt t="13539" x="3949700" y="723900"/>
          <p14:tracePt t="13556" x="4000500" y="723900"/>
          <p14:tracePt t="13572" x="4019550" y="717550"/>
          <p14:tracePt t="13589" x="4044950" y="717550"/>
          <p14:tracePt t="13605" x="4070350" y="717550"/>
          <p14:tracePt t="13622" x="4076700" y="717550"/>
          <p14:tracePt t="13639" x="4089400" y="711200"/>
          <p14:tracePt t="13655" x="4095750" y="711200"/>
          <p14:tracePt t="13672" x="4102100" y="711200"/>
          <p14:tracePt t="13689" x="4108450" y="711200"/>
          <p14:tracePt t="13705" x="4108450" y="704850"/>
          <p14:tracePt t="13722" x="4114800" y="704850"/>
          <p14:tracePt t="13754" x="4114800" y="685800"/>
          <p14:tracePt t="14114" x="4146550" y="685800"/>
          <p14:tracePt t="14121" x="4197350" y="685800"/>
          <p14:tracePt t="14134" x="4248150" y="685800"/>
          <p14:tracePt t="14142" x="4324350" y="685800"/>
          <p14:tracePt t="14157" x="4400550" y="685800"/>
          <p14:tracePt t="14171" x="4565650" y="685800"/>
          <p14:tracePt t="14187" x="4654550" y="685800"/>
          <p14:tracePt t="14203" x="4730750" y="685800"/>
          <p14:tracePt t="14220" x="4927600" y="692150"/>
          <p14:tracePt t="14236" x="5016500" y="692150"/>
          <p14:tracePt t="14253" x="5092700" y="692150"/>
          <p14:tracePt t="14270" x="5207000" y="692150"/>
          <p14:tracePt t="14286" x="5257800" y="692150"/>
          <p14:tracePt t="14304" x="5314950" y="685800"/>
          <p14:tracePt t="14319" x="5353050" y="685800"/>
          <p14:tracePt t="14336" x="5384800" y="679450"/>
          <p14:tracePt t="14353" x="5441950" y="666750"/>
          <p14:tracePt t="14369" x="5473700" y="660400"/>
          <p14:tracePt t="14386" x="5499100" y="647700"/>
          <p14:tracePt t="14403" x="5549900" y="641350"/>
          <p14:tracePt t="14419" x="5568950" y="635000"/>
          <p14:tracePt t="14436" x="5607050" y="628650"/>
          <p14:tracePt t="14452" x="5619750" y="622300"/>
          <p14:tracePt t="14469" x="5632450" y="615950"/>
          <p14:tracePt t="14486" x="5657850" y="609600"/>
          <p14:tracePt t="14502" x="5670550" y="603250"/>
          <p14:tracePt t="14519" x="5676900" y="596900"/>
          <p14:tracePt t="14536" x="5683250" y="590550"/>
          <p14:tracePt t="14591" x="5683250" y="584200"/>
          <p14:tracePt t="14598" x="5683250" y="577850"/>
          <p14:tracePt t="14613" x="5676900" y="571500"/>
          <p14:tracePt t="14621" x="5676900" y="565150"/>
          <p14:tracePt t="15076" x="5670550" y="565150"/>
          <p14:tracePt t="15083" x="5638800" y="571500"/>
          <p14:tracePt t="15097" x="5594350" y="590550"/>
          <p14:tracePt t="15104" x="5511800" y="609600"/>
          <p14:tracePt t="15120" x="5435600" y="641350"/>
          <p14:tracePt t="15133" x="5327650" y="673100"/>
          <p14:tracePt t="15150" x="5048250" y="749300"/>
          <p14:tracePt t="15167" x="4749800" y="806450"/>
          <p14:tracePt t="15183" x="4578350" y="831850"/>
          <p14:tracePt t="15200" x="4248150" y="857250"/>
          <p14:tracePt t="15217" x="3981450" y="876300"/>
          <p14:tracePt t="15233" x="3854450" y="876300"/>
          <p14:tracePt t="15250" x="3663950" y="876300"/>
          <p14:tracePt t="15266" x="3524250" y="876300"/>
          <p14:tracePt t="15282" x="3448050" y="882650"/>
          <p14:tracePt t="15300" x="3327400" y="901700"/>
          <p14:tracePt t="15316" x="3219450" y="933450"/>
          <p14:tracePt t="15333" x="3168650" y="933450"/>
          <p14:tracePt t="15350" x="3098800" y="939800"/>
          <p14:tracePt t="15366" x="3028950" y="946150"/>
          <p14:tracePt t="15383" x="2990850" y="952500"/>
          <p14:tracePt t="15399" x="2921000" y="952500"/>
          <p14:tracePt t="15416" x="2882900" y="952500"/>
          <p14:tracePt t="15433" x="2768600" y="952500"/>
          <p14:tracePt t="15449" x="2654300" y="952500"/>
          <p14:tracePt t="15465" x="2578100" y="952500"/>
          <p14:tracePt t="15483" x="2451100" y="952500"/>
          <p14:tracePt t="15499" x="2355850" y="952500"/>
          <p14:tracePt t="15515" x="2317750" y="952500"/>
          <p14:tracePt t="15532" x="2247900" y="952500"/>
          <p14:tracePt t="15548" x="2197100" y="946150"/>
          <p14:tracePt t="15565" x="2184400" y="946150"/>
          <p14:tracePt t="15582" x="2171700" y="946150"/>
          <p14:tracePt t="15598" x="2165350" y="946150"/>
          <p14:tracePt t="15618" x="2159000" y="946150"/>
          <p14:tracePt t="15841" x="2159000" y="952500"/>
          <p14:tracePt t="15849" x="2165350" y="952500"/>
          <p14:tracePt t="15855" x="2171700" y="952500"/>
          <p14:tracePt t="15869" x="2178050" y="952500"/>
          <p14:tracePt t="15881" x="2197100" y="952500"/>
          <p14:tracePt t="15898" x="2247900" y="952500"/>
          <p14:tracePt t="15914" x="2286000" y="958850"/>
          <p14:tracePt t="15931" x="2374900" y="958850"/>
          <p14:tracePt t="15947" x="2482850" y="965200"/>
          <p14:tracePt t="15964" x="2520950" y="965200"/>
          <p14:tracePt t="15981" x="2603500" y="965200"/>
          <p14:tracePt t="15997" x="2660650" y="971550"/>
          <p14:tracePt t="16014" x="2673350" y="971550"/>
          <p14:tracePt t="16031" x="2698750" y="971550"/>
          <p14:tracePt t="16047" x="2705100" y="971550"/>
          <p14:tracePt t="16063" x="2711450" y="971550"/>
          <p14:tracePt t="16121" x="2717800" y="971550"/>
          <p14:tracePt t="16367" x="2724150" y="971550"/>
          <p14:tracePt t="16388" x="2730500" y="971550"/>
          <p14:tracePt t="16402" x="2736850" y="971550"/>
          <p14:tracePt t="16409" x="2743200" y="971550"/>
          <p14:tracePt t="16430" x="2755900" y="971550"/>
          <p14:tracePt t="16437" x="2768600" y="971550"/>
          <p14:tracePt t="16451" x="2781300" y="971550"/>
          <p14:tracePt t="16461" x="2813050" y="965200"/>
          <p14:tracePt t="16479" x="2882900" y="958850"/>
          <p14:tracePt t="16495" x="2921000" y="958850"/>
          <p14:tracePt t="16512" x="3003550" y="952500"/>
          <p14:tracePt t="16529" x="3079750" y="952500"/>
          <p14:tracePt t="16545" x="3117850" y="939800"/>
          <p14:tracePt t="16562" x="3168650" y="939800"/>
          <p14:tracePt t="16578" x="3206750" y="939800"/>
          <p14:tracePt t="16595" x="3219450" y="939800"/>
          <p14:tracePt t="16612" x="3232150" y="933450"/>
          <p14:tracePt t="16615" x="3238500" y="933450"/>
          <p14:tracePt t="16628" x="3244850" y="933450"/>
          <p14:tracePt t="16648" x="3251200" y="933450"/>
          <p14:tracePt t="16676" x="3251200" y="927100"/>
          <p14:tracePt t="16732" x="3251200" y="920750"/>
          <p14:tracePt t="17191" x="3282950" y="920750"/>
          <p14:tracePt t="17198" x="3314700" y="920750"/>
          <p14:tracePt t="17212" x="3352800" y="914400"/>
          <p14:tracePt t="17227" x="3378200" y="914400"/>
          <p14:tracePt t="17243" x="3435350" y="914400"/>
          <p14:tracePt t="17259" x="3473450" y="914400"/>
          <p14:tracePt t="17276" x="3556000" y="901700"/>
          <p14:tracePt t="17293" x="3638550" y="895350"/>
          <p14:tracePt t="17309" x="3676650" y="889000"/>
          <p14:tracePt t="17326" x="3759200" y="876300"/>
          <p14:tracePt t="17342" x="3848100" y="876300"/>
          <p14:tracePt t="17361" x="3917950" y="876300"/>
          <p14:tracePt t="17376" x="3937000" y="876300"/>
          <p14:tracePt t="17392" x="3962400" y="876300"/>
          <p14:tracePt t="17410" x="4013200" y="876300"/>
          <p14:tracePt t="17425" x="4019550" y="876300"/>
          <p14:tracePt t="17459" x="4025900" y="876300"/>
          <p14:tracePt t="17521" x="4032250" y="876300"/>
          <p14:tracePt t="17563" x="4032250" y="882650"/>
          <p14:tracePt t="17570" x="4038600" y="882650"/>
          <p14:tracePt t="17593" x="4044950" y="882650"/>
          <p14:tracePt t="17605" x="4057650" y="882650"/>
          <p14:tracePt t="17620" x="4064000" y="889000"/>
          <p14:tracePt t="17633" x="4076700" y="889000"/>
          <p14:tracePt t="17642" x="4095750" y="889000"/>
          <p14:tracePt t="17657" x="4121150" y="895350"/>
          <p14:tracePt t="17674" x="4159250" y="901700"/>
          <p14:tracePt t="17691" x="4324350" y="901700"/>
          <p14:tracePt t="17708" x="4400550" y="914400"/>
          <p14:tracePt t="17725" x="4572000" y="920750"/>
          <p14:tracePt t="17741" x="4660900" y="933450"/>
          <p14:tracePt t="17757" x="4762500" y="933450"/>
          <p14:tracePt t="17774" x="4953000" y="952500"/>
          <p14:tracePt t="17791" x="5118100" y="952500"/>
          <p14:tracePt t="17807" x="5181600" y="952500"/>
          <p14:tracePt t="17824" x="5289550" y="952500"/>
          <p14:tracePt t="17840" x="5327650" y="946150"/>
          <p14:tracePt t="17858" x="5340350" y="939800"/>
          <p14:tracePt t="17873" x="5346700" y="939800"/>
          <p14:tracePt t="17914" x="5353050" y="939800"/>
          <p14:tracePt t="17991" x="5353050" y="933450"/>
          <p14:tracePt t="18020" x="5346700" y="933450"/>
          <p14:tracePt t="18034" x="5340350" y="927100"/>
          <p14:tracePt t="18396" x="5384800" y="927100"/>
          <p14:tracePt t="18410" x="5473700" y="927100"/>
          <p14:tracePt t="18417" x="5588000" y="927100"/>
          <p14:tracePt t="18425" x="5676900" y="927100"/>
          <p14:tracePt t="18439" x="5778500" y="927100"/>
          <p14:tracePt t="18455" x="5867400" y="927100"/>
          <p14:tracePt t="18473" x="5943600" y="927100"/>
          <p14:tracePt t="18488" x="6096000" y="920750"/>
          <p14:tracePt t="18505" x="6146800" y="920750"/>
          <p14:tracePt t="18522" x="6216650" y="920750"/>
          <p14:tracePt t="18538" x="6235700" y="920750"/>
          <p14:tracePt t="18554" x="6248400" y="920750"/>
          <p14:tracePt t="18572" x="6261100" y="920750"/>
          <p14:tracePt t="18810" x="6267450" y="920750"/>
          <p14:tracePt t="18824" x="6273800" y="920750"/>
          <p14:tracePt t="18845" x="6286500" y="920750"/>
          <p14:tracePt t="18859" x="6318250" y="920750"/>
          <p14:tracePt t="18873" x="6337300" y="920750"/>
          <p14:tracePt t="18888" x="6369050" y="920750"/>
          <p14:tracePt t="18901" x="6407150" y="920750"/>
          <p14:tracePt t="18915" x="6457950" y="927100"/>
          <p14:tracePt t="18929" x="6515100" y="933450"/>
          <p14:tracePt t="18938" x="6578600" y="946150"/>
          <p14:tracePt t="18953" x="6616700" y="952500"/>
          <p14:tracePt t="18973" x="6673850" y="965200"/>
          <p14:tracePt t="18987" x="6711950" y="965200"/>
          <p14:tracePt t="19003" x="6756400" y="971550"/>
          <p14:tracePt t="19021" x="6794500" y="971550"/>
          <p14:tracePt t="19036" x="6832600" y="971550"/>
          <p14:tracePt t="19053" x="6864350" y="971550"/>
          <p14:tracePt t="19070" x="6940550" y="971550"/>
          <p14:tracePt t="19086" x="6978650" y="958850"/>
          <p14:tracePt t="19103" x="7010400" y="958850"/>
          <p14:tracePt t="19120" x="7061200" y="952500"/>
          <p14:tracePt t="19136" x="7080250" y="952500"/>
          <p14:tracePt t="19154" x="7099300" y="952500"/>
          <p14:tracePt t="19169" x="7112000" y="946150"/>
          <p14:tracePt t="19186" x="7124700" y="946150"/>
          <p14:tracePt t="19204" x="7150100" y="939800"/>
          <p14:tracePt t="19219" x="7156450" y="939800"/>
          <p14:tracePt t="19236" x="7162800" y="939800"/>
          <p14:tracePt t="19253" x="7169150" y="933450"/>
          <p14:tracePt t="19285" x="7175500" y="933450"/>
          <p14:tracePt t="19358" x="7181850" y="933450"/>
          <p14:tracePt t="19428" x="7188200" y="933450"/>
          <p14:tracePt t="19470" x="7194550" y="933450"/>
          <p14:tracePt t="19512" x="7200900" y="933450"/>
          <p14:tracePt t="19540" x="7207250" y="933450"/>
          <p14:tracePt t="19575" x="7213600" y="933450"/>
          <p14:tracePt t="19603" x="7219950" y="933450"/>
          <p14:tracePt t="19631" x="7226300" y="933450"/>
          <p14:tracePt t="19659" x="7232650" y="933450"/>
          <p14:tracePt t="19688" x="7239000" y="933450"/>
          <p14:tracePt t="19715" x="7245350" y="933450"/>
          <p14:tracePt t="19729" x="7251700" y="933450"/>
          <p14:tracePt t="19758" x="7264400" y="933450"/>
          <p14:tracePt t="19772" x="7277100" y="933450"/>
          <p14:tracePt t="19786" x="7296150" y="933450"/>
          <p14:tracePt t="19793" x="7327900" y="939800"/>
          <p14:tracePt t="19807" x="7359650" y="939800"/>
          <p14:tracePt t="19817" x="7397750" y="952500"/>
          <p14:tracePt t="19834" x="7435850" y="958850"/>
          <p14:tracePt t="19850" x="7505700" y="965200"/>
          <p14:tracePt t="19867" x="7543800" y="977900"/>
          <p14:tracePt t="19884" x="7613650" y="984250"/>
          <p14:tracePt t="19900" x="7664450" y="990600"/>
          <p14:tracePt t="19917" x="7677150" y="996950"/>
          <p14:tracePt t="19934" x="7708900" y="1003300"/>
          <p14:tracePt t="19950" x="7715250" y="1003300"/>
          <p14:tracePt t="19967" x="7734300" y="1003300"/>
          <p14:tracePt t="19999" x="7740650" y="1003300"/>
          <p14:tracePt t="20019" x="7747000" y="1003300"/>
          <p14:tracePt t="20116" x="7753350" y="1003300"/>
          <p14:tracePt t="20123" x="7759700" y="1003300"/>
          <p14:tracePt t="20136" x="7766050" y="1003300"/>
          <p14:tracePt t="20149" x="7772400" y="1003300"/>
          <p14:tracePt t="20166" x="7778750" y="1009650"/>
          <p14:tracePt t="20183" x="7791450" y="1009650"/>
          <p14:tracePt t="20200" x="7829550" y="1016000"/>
          <p14:tracePt t="20216" x="7848600" y="1022350"/>
          <p14:tracePt t="20232" x="7886700" y="1028700"/>
          <p14:tracePt t="20249" x="7956550" y="1035050"/>
          <p14:tracePt t="20266" x="8013700" y="1047750"/>
          <p14:tracePt t="20282" x="8039100" y="1047750"/>
          <p14:tracePt t="20299" x="8089900" y="1047750"/>
          <p14:tracePt t="20315" x="8102600" y="1054100"/>
          <p14:tracePt t="20332" x="8128000" y="1054100"/>
          <p14:tracePt t="20348" x="8140700" y="1054100"/>
          <p14:tracePt t="20579" x="8147050" y="1054100"/>
          <p14:tracePt t="20621" x="8147050" y="1047750"/>
          <p14:tracePt t="20628" x="8140700" y="1047750"/>
          <p14:tracePt t="20642" x="8115300" y="1047750"/>
          <p14:tracePt t="20650" x="8102600" y="1047750"/>
          <p14:tracePt t="20665" x="8064500" y="1047750"/>
          <p14:tracePt t="20681" x="8013700" y="1054100"/>
          <p14:tracePt t="20698" x="7829550" y="1085850"/>
          <p14:tracePt t="20714" x="7556500" y="1143000"/>
          <p14:tracePt t="20731" x="7334250" y="1181100"/>
          <p14:tracePt t="20748" x="6826250" y="1289050"/>
          <p14:tracePt t="20764" x="6521450" y="1352550"/>
          <p14:tracePt t="20781" x="6191250" y="1435100"/>
          <p14:tracePt t="20797" x="5575300" y="1593850"/>
          <p14:tracePt t="20814" x="5238750" y="1682750"/>
          <p14:tracePt t="20830" x="4883150" y="1765300"/>
          <p14:tracePt t="20847" x="4197350" y="1898650"/>
          <p14:tracePt t="20864" x="3651250" y="1974850"/>
          <p14:tracePt t="20881" x="3238500" y="2025650"/>
          <p14:tracePt t="20897" x="3067050" y="2051050"/>
          <p14:tracePt t="20913" x="2940050" y="2063750"/>
          <p14:tracePt t="20930" x="2749550" y="2089150"/>
          <p14:tracePt t="20946" x="2641600" y="2101850"/>
          <p14:tracePt t="20963" x="2476500" y="2120900"/>
          <p14:tracePt t="20980" x="2324100" y="2133600"/>
          <p14:tracePt t="20996" x="2260600" y="2133600"/>
          <p14:tracePt t="21013" x="2216150" y="2133600"/>
          <p14:tracePt t="21029" x="2146300" y="2127250"/>
          <p14:tracePt t="21046" x="2082800" y="2120900"/>
          <p14:tracePt t="21064" x="2000250" y="2114550"/>
          <p14:tracePt t="21079" x="1962150" y="2114550"/>
          <p14:tracePt t="21096" x="1905000" y="2108200"/>
          <p14:tracePt t="21113" x="1803400" y="2095500"/>
          <p14:tracePt t="21129" x="1714500" y="2070100"/>
          <p14:tracePt t="21145" x="1676400" y="2063750"/>
          <p14:tracePt t="21163" x="1644650" y="2051050"/>
          <p14:tracePt t="21179" x="1631950" y="2051050"/>
          <p14:tracePt t="21182" x="1619250" y="2044700"/>
          <p14:tracePt t="21212" x="1574800" y="2032000"/>
          <p14:tracePt t="21229" x="1524000" y="2019300"/>
          <p14:tracePt t="21246" x="1473200" y="2000250"/>
          <p14:tracePt t="21262" x="1447800" y="1993900"/>
          <p14:tracePt t="21278" x="1416050" y="1987550"/>
          <p14:tracePt t="21296" x="1365250" y="1974850"/>
          <p14:tracePt t="21312" x="1333500" y="1968500"/>
          <p14:tracePt t="21329" x="1295400" y="1949450"/>
          <p14:tracePt t="21346" x="1270000" y="1936750"/>
          <p14:tracePt t="21362" x="1257300" y="1936750"/>
          <p14:tracePt t="21379" x="1250950" y="1936750"/>
          <p14:tracePt t="21395" x="1238250" y="1936750"/>
          <p14:tracePt t="21478" x="1238250" y="1943100"/>
          <p14:tracePt t="22048" x="1238250" y="1949450"/>
          <p14:tracePt t="22056" x="1238250" y="1962150"/>
          <p14:tracePt t="22070" x="1238250" y="1974850"/>
          <p14:tracePt t="22079" x="1238250" y="1987550"/>
          <p14:tracePt t="22092" x="1238250" y="2000250"/>
          <p14:tracePt t="22112" x="1238250" y="2012950"/>
          <p14:tracePt t="22126" x="1238250" y="2025650"/>
          <p14:tracePt t="22142" x="1244600" y="2038350"/>
          <p14:tracePt t="22159" x="1244600" y="2044700"/>
          <p14:tracePt t="22176" x="1244600" y="2057400"/>
          <p14:tracePt t="22192" x="1244600" y="2063750"/>
          <p14:tracePt t="22209" x="1244600" y="2076450"/>
          <p14:tracePt t="22225" x="1244600" y="2082800"/>
          <p14:tracePt t="22242" x="1244600" y="2089150"/>
          <p14:tracePt t="22276" x="1244600" y="2095500"/>
          <p14:tracePt t="22357" x="1244600" y="2101850"/>
          <p14:tracePt t="22392" x="1250950" y="2108200"/>
          <p14:tracePt t="22399" x="1257300" y="2108200"/>
          <p14:tracePt t="22420" x="1263650" y="2108200"/>
          <p14:tracePt t="22449" x="1270000" y="2114550"/>
          <p14:tracePt t="22469" x="1276350" y="2114550"/>
          <p14:tracePt t="22490" x="1282700" y="2114550"/>
          <p14:tracePt t="22505" x="1289050" y="2114550"/>
          <p14:tracePt t="22512" x="1295400" y="2114550"/>
          <p14:tracePt t="22527" x="1301750" y="2114550"/>
          <p14:tracePt t="22541" x="1308100" y="2114550"/>
          <p14:tracePt t="22558" x="1346200" y="2114550"/>
          <p14:tracePt t="22576" x="1409700" y="2114550"/>
          <p14:tracePt t="22591" x="1447800" y="2114550"/>
          <p14:tracePt t="22608" x="1492250" y="2108200"/>
          <p14:tracePt t="22625" x="1593850" y="2108200"/>
          <p14:tracePt t="22641" x="1676400" y="2095500"/>
          <p14:tracePt t="22657" x="1714500" y="2089150"/>
          <p14:tracePt t="22674" x="1778000" y="2082800"/>
          <p14:tracePt t="22690" x="1797050" y="2082800"/>
          <p14:tracePt t="22707" x="1822450" y="2082800"/>
          <p14:tracePt t="22723" x="1854200" y="2076450"/>
          <p14:tracePt t="22740" x="1873250" y="2076450"/>
          <p14:tracePt t="22757" x="1885950" y="2070100"/>
          <p14:tracePt t="22773" x="1892300" y="2070100"/>
          <p14:tracePt t="22807" x="1898650" y="2070100"/>
          <p14:tracePt t="22877" x="1905000" y="2070100"/>
          <p14:tracePt t="22912" x="1917700" y="2070100"/>
          <p14:tracePt t="22919" x="1924050" y="2070100"/>
          <p14:tracePt t="22933" x="1936750" y="2070100"/>
          <p14:tracePt t="22942" x="1943100" y="2070100"/>
          <p14:tracePt t="22956" x="1949450" y="2070100"/>
          <p14:tracePt t="22973" x="1974850" y="2070100"/>
          <p14:tracePt t="22990" x="2019300" y="2076450"/>
          <p14:tracePt t="23006" x="2095500" y="2089150"/>
          <p14:tracePt t="23023" x="2120900" y="2095500"/>
          <p14:tracePt t="23039" x="2203450" y="2108200"/>
          <p14:tracePt t="23056" x="2241550" y="2114550"/>
          <p14:tracePt t="23074" x="2311400" y="2114550"/>
          <p14:tracePt t="23089" x="2349500" y="2114550"/>
          <p14:tracePt t="23106" x="2425700" y="2114550"/>
          <p14:tracePt t="23123" x="2489200" y="2114550"/>
          <p14:tracePt t="23139" x="2514600" y="2114550"/>
          <p14:tracePt t="23156" x="2533650" y="2114550"/>
          <p14:tracePt t="23172" x="2565400" y="2108200"/>
          <p14:tracePt t="23189" x="2597150" y="2108200"/>
          <p14:tracePt t="23207" x="2603500" y="2108200"/>
          <p14:tracePt t="23222" x="2609850" y="2108200"/>
          <p14:tracePt t="23305" x="2603500" y="2108200"/>
          <p14:tracePt t="23805" x="2647950" y="2108200"/>
          <p14:tracePt t="23821" x="2698750" y="2095500"/>
          <p14:tracePt t="23827" x="2781300" y="2076450"/>
          <p14:tracePt t="23841" x="2844800" y="2070100"/>
          <p14:tracePt t="23853" x="2908300" y="2051050"/>
          <p14:tracePt t="23870" x="3054350" y="2032000"/>
          <p14:tracePt t="23886" x="3117850" y="2032000"/>
          <p14:tracePt t="23904" x="3276600" y="2012950"/>
          <p14:tracePt t="23920" x="3340100" y="2000250"/>
          <p14:tracePt t="23936" x="3479800" y="1981200"/>
          <p14:tracePt t="23953" x="3625850" y="1955800"/>
          <p14:tracePt t="23969" x="3695700" y="1943100"/>
          <p14:tracePt t="23986" x="3759200" y="1924050"/>
          <p14:tracePt t="24003" x="3886200" y="1917700"/>
          <p14:tracePt t="24019" x="3943350" y="1917700"/>
          <p14:tracePt t="24036" x="4057650" y="1905000"/>
          <p14:tracePt t="24053" x="4191000" y="1898650"/>
          <p14:tracePt t="24069" x="4254500" y="1898650"/>
          <p14:tracePt t="24087" x="4394200" y="1879600"/>
          <p14:tracePt t="24102" x="4457700" y="1879600"/>
          <p14:tracePt t="24119" x="4565650" y="1879600"/>
          <p14:tracePt t="24136" x="4616450" y="1879600"/>
          <p14:tracePt t="24152" x="4654550" y="1879600"/>
          <p14:tracePt t="24169" x="4705350" y="1866900"/>
          <p14:tracePt t="24185" x="4813300" y="1854200"/>
          <p14:tracePt t="24201" x="4870450" y="1841500"/>
          <p14:tracePt t="24219" x="4921250" y="1841500"/>
          <p14:tracePt t="24235" x="4991100" y="1828800"/>
          <p14:tracePt t="24252" x="5010150" y="1828800"/>
          <p14:tracePt t="24255" x="5029200" y="1828800"/>
          <p14:tracePt t="24271" x="5035550" y="1828800"/>
          <p14:tracePt t="24285" x="5041900" y="1828800"/>
          <p14:tracePt t="24324" x="5041900" y="1816100"/>
          <p14:tracePt t="24648" x="5124450" y="1816100"/>
          <p14:tracePt t="24663" x="5283200" y="1835150"/>
          <p14:tracePt t="24670" x="5422900" y="1841500"/>
          <p14:tracePt t="24684" x="5581650" y="1854200"/>
          <p14:tracePt t="24700" x="5753100" y="1879600"/>
          <p14:tracePt t="24717" x="6051550" y="1911350"/>
          <p14:tracePt t="24733" x="6153150" y="1911350"/>
          <p14:tracePt t="24750" x="6242050" y="1924050"/>
          <p14:tracePt t="24768" x="6369050" y="1924050"/>
          <p14:tracePt t="24783" x="6407150" y="1924050"/>
          <p14:tracePt t="24799" x="6438900" y="1924050"/>
          <p14:tracePt t="24817" x="6457950" y="1924050"/>
          <p14:tracePt t="24833" x="6470650" y="1924050"/>
          <p14:tracePt t="24850" x="6477000" y="1924050"/>
          <p14:tracePt t="24921" x="6483350" y="1917700"/>
          <p14:tracePt t="24964" x="6489700" y="1911350"/>
          <p14:tracePt t="24978" x="6496050" y="1911350"/>
          <p14:tracePt t="24992" x="6502400" y="1911350"/>
          <p14:tracePt t="25006" x="6508750" y="1911350"/>
          <p14:tracePt t="25015" x="6515100" y="1911350"/>
          <p14:tracePt t="25032" x="6546850" y="1911350"/>
          <p14:tracePt t="25049" x="6604000" y="1911350"/>
          <p14:tracePt t="25066" x="6635750" y="1911350"/>
          <p14:tracePt t="25083" x="6680200" y="1911350"/>
          <p14:tracePt t="25099" x="6724650" y="1911350"/>
          <p14:tracePt t="25115" x="6750050" y="1911350"/>
          <p14:tracePt t="25133" x="6800850" y="1911350"/>
          <p14:tracePt t="25148" x="6826250" y="1911350"/>
          <p14:tracePt t="25165" x="6858000" y="1911350"/>
          <p14:tracePt t="25182" x="6915150" y="1911350"/>
          <p14:tracePt t="25198" x="6978650" y="1905000"/>
          <p14:tracePt t="25216" x="7004050" y="1905000"/>
          <p14:tracePt t="25232" x="7061200" y="1892300"/>
          <p14:tracePt t="25248" x="7092950" y="1885950"/>
          <p14:tracePt t="25266" x="7143750" y="1873250"/>
          <p14:tracePt t="25282" x="7188200" y="1866900"/>
          <p14:tracePt t="25299" x="7213600" y="1860550"/>
          <p14:tracePt t="25315" x="7232650" y="1860550"/>
          <p14:tracePt t="25331" x="7270750" y="1860550"/>
          <p14:tracePt t="25348" x="7308850" y="1854200"/>
          <p14:tracePt t="25365" x="7321550" y="1847850"/>
          <p14:tracePt t="25381" x="7353300" y="1847850"/>
          <p14:tracePt t="25399" x="7366000" y="1847850"/>
          <p14:tracePt t="25414" x="7391400" y="1841500"/>
          <p14:tracePt t="25431" x="7404100" y="1841500"/>
          <p14:tracePt t="25448" x="7423150" y="1835150"/>
          <p14:tracePt t="25464" x="7435850" y="1828800"/>
          <p14:tracePt t="25481" x="7442200" y="1828800"/>
          <p14:tracePt t="25498" x="7461250" y="1828800"/>
          <p14:tracePt t="25514" x="7467600" y="1828800"/>
          <p14:tracePt t="25548" x="7480300" y="1828800"/>
          <p14:tracePt t="25574" x="7486650" y="1828800"/>
          <p14:tracePt t="25617" x="7493000" y="1822450"/>
          <p14:tracePt t="25659" x="7499350" y="1822450"/>
          <p14:tracePt t="25687" x="7505700" y="1822450"/>
          <p14:tracePt t="25722" x="7505700" y="1816100"/>
          <p14:tracePt t="25764" x="7505700" y="1809750"/>
          <p14:tracePt t="25806" x="7493000" y="1809750"/>
          <p14:tracePt t="25820" x="7480300" y="1809750"/>
          <p14:tracePt t="25827" x="7461250" y="1809750"/>
          <p14:tracePt t="25841" x="7429500" y="1809750"/>
          <p14:tracePt t="25849" x="7372350" y="1809750"/>
          <p14:tracePt t="25864" x="7308850" y="1809750"/>
          <p14:tracePt t="25879" x="7207250" y="1809750"/>
          <p14:tracePt t="25896" x="6927850" y="1809750"/>
          <p14:tracePt t="25913" x="6737350" y="1822450"/>
          <p14:tracePt t="25929" x="6267450" y="1822450"/>
          <p14:tracePt t="25946" x="5638800" y="1828800"/>
          <p14:tracePt t="25963" x="5302250" y="1828800"/>
          <p14:tracePt t="25979" x="4959350" y="1816100"/>
          <p14:tracePt t="25996" x="4260850" y="1816100"/>
          <p14:tracePt t="26012" x="3949700" y="1816100"/>
          <p14:tracePt t="26029" x="3346450" y="1841500"/>
          <p14:tracePt t="26046" x="2813050" y="1885950"/>
          <p14:tracePt t="26062" x="2540000" y="1911350"/>
          <p14:tracePt t="26079" x="2349500" y="1924050"/>
          <p14:tracePt t="26095" x="1987550" y="1974850"/>
          <p14:tracePt t="26112" x="1714500" y="2019300"/>
          <p14:tracePt t="26130" x="1479550" y="2051050"/>
          <p14:tracePt t="26145" x="1377950" y="2070100"/>
          <p14:tracePt t="26162" x="1276350" y="2095500"/>
          <p14:tracePt t="26179" x="1117600" y="2120900"/>
          <p14:tracePt t="26195" x="1041400" y="2139950"/>
          <p14:tracePt t="26211" x="908050" y="2171700"/>
          <p14:tracePt t="26228" x="825500" y="2190750"/>
          <p14:tracePt t="26245" x="793750" y="2184400"/>
          <p14:tracePt t="26262" x="768350" y="2178050"/>
          <p14:tracePt t="26278" x="704850" y="2127250"/>
          <p14:tracePt t="26696" x="768350" y="2127250"/>
          <p14:tracePt t="26711" x="844550" y="2127250"/>
          <p14:tracePt t="26717" x="933450" y="2127250"/>
          <p14:tracePt t="26731" x="1035050" y="2127250"/>
          <p14:tracePt t="26742" x="1123950" y="2127250"/>
          <p14:tracePt t="26760" x="1339850" y="2146300"/>
          <p14:tracePt t="26776" x="1447800" y="2165350"/>
          <p14:tracePt t="26794" x="1638300" y="2197100"/>
          <p14:tracePt t="26809" x="1727200" y="2197100"/>
          <p14:tracePt t="26826" x="1835150" y="2203450"/>
          <p14:tracePt t="26844" x="1879600" y="2203450"/>
          <p14:tracePt t="26859" x="1898650" y="2203450"/>
          <p14:tracePt t="26876" x="1911350" y="2203450"/>
          <p14:tracePt t="26893" x="1924050" y="2203450"/>
          <p14:tracePt t="26909" x="1930400" y="2203450"/>
          <p14:tracePt t="27026" x="1936750" y="2203450"/>
          <p14:tracePt t="27061" x="1943100" y="2203450"/>
          <p14:tracePt t="27067" x="1949450" y="2203450"/>
          <p14:tracePt t="27082" x="1974850" y="2203450"/>
          <p14:tracePt t="27096" x="2000250" y="2203450"/>
          <p14:tracePt t="27109" x="2032000" y="2203450"/>
          <p14:tracePt t="27125" x="2133600" y="2222500"/>
          <p14:tracePt t="27142" x="2209800" y="2222500"/>
          <p14:tracePt t="27160" x="2381250" y="2254250"/>
          <p14:tracePt t="27175" x="2495550" y="2260600"/>
          <p14:tracePt t="27192" x="2698750" y="2292350"/>
          <p14:tracePt t="27209" x="2889250" y="2311400"/>
          <p14:tracePt t="27225" x="2965450" y="2324100"/>
          <p14:tracePt t="27242" x="3022600" y="2324100"/>
          <p14:tracePt t="27258" x="3098800" y="2330450"/>
          <p14:tracePt t="27275" x="3130550" y="2330450"/>
          <p14:tracePt t="27292" x="3149600" y="2324100"/>
          <p14:tracePt t="27308" x="3168650" y="2324100"/>
          <p14:tracePt t="27324" x="3175000" y="2324100"/>
          <p14:tracePt t="27377" x="3181350" y="2317750"/>
          <p14:tracePt t="27392" x="3181350" y="2311400"/>
          <p14:tracePt t="27738" x="3232150" y="2311400"/>
          <p14:tracePt t="27752" x="3359150" y="2317750"/>
          <p14:tracePt t="27760" x="3473450" y="2317750"/>
          <p14:tracePt t="27775" x="3600450" y="2317750"/>
          <p14:tracePt t="27789" x="3714750" y="2311400"/>
          <p14:tracePt t="27806" x="3981450" y="2305050"/>
          <p14:tracePt t="27823" x="4197350" y="2292350"/>
          <p14:tracePt t="27839" x="4298950" y="2292350"/>
          <p14:tracePt t="27857" x="4375150" y="2292350"/>
          <p14:tracePt t="27873" x="4527550" y="2292350"/>
          <p14:tracePt t="27889" x="4610100" y="2292350"/>
          <p14:tracePt t="27907" x="4635500" y="2292350"/>
          <p14:tracePt t="28131" x="4673600" y="2292350"/>
          <p14:tracePt t="28145" x="4724400" y="2298700"/>
          <p14:tracePt t="28159" x="4787900" y="2298700"/>
          <p14:tracePt t="28166" x="4864100" y="2298700"/>
          <p14:tracePt t="28180" x="4965700" y="2298700"/>
          <p14:tracePt t="28189" x="5054600" y="2298700"/>
          <p14:tracePt t="28204" x="5143500" y="2292350"/>
          <p14:tracePt t="28222" x="5314950" y="2273300"/>
          <p14:tracePt t="28238" x="5378450" y="2266950"/>
          <p14:tracePt t="28254" x="5486400" y="2254250"/>
          <p14:tracePt t="28272" x="5556250" y="2247900"/>
          <p14:tracePt t="28288" x="5568950" y="2241550"/>
          <p14:tracePt t="28304" x="5581650" y="2235200"/>
          <p14:tracePt t="28321" x="5594350" y="2228850"/>
          <p14:tracePt t="28338" x="5607050" y="2228850"/>
          <p14:tracePt t="28371" x="5619750" y="2222500"/>
          <p14:tracePt t="28387" x="5626100" y="2222500"/>
          <p14:tracePt t="28405" x="5632450" y="2222500"/>
          <p14:tracePt t="28421" x="5638800" y="2222500"/>
          <p14:tracePt t="28437" x="5651500" y="2222500"/>
          <p14:tracePt t="28454" x="5670550" y="2216150"/>
          <p14:tracePt t="28471" x="5683250" y="2216150"/>
          <p14:tracePt t="28487" x="5695950" y="2216150"/>
          <p14:tracePt t="28504" x="5727700" y="2216150"/>
          <p14:tracePt t="28520" x="5753100" y="2216150"/>
          <p14:tracePt t="28537" x="5784850" y="2216150"/>
          <p14:tracePt t="28553" x="5822950" y="2209800"/>
          <p14:tracePt t="28570" x="5873750" y="2209800"/>
          <p14:tracePt t="28587" x="5937250" y="2209800"/>
          <p14:tracePt t="28604" x="5988050" y="2209800"/>
          <p14:tracePt t="28620" x="6038850" y="2209800"/>
          <p14:tracePt t="28637" x="6134100" y="2203450"/>
          <p14:tracePt t="28653" x="6165850" y="2190750"/>
          <p14:tracePt t="28670" x="6184900" y="2190750"/>
          <p14:tracePt t="28687" x="6191250" y="2190750"/>
          <p14:tracePt t="28703" x="6203950" y="2184400"/>
          <p14:tracePt t="28791" x="6210300" y="2178050"/>
          <p14:tracePt t="28805" x="6210300" y="2171700"/>
          <p14:tracePt t="28861" x="6197600" y="2165350"/>
          <p14:tracePt t="28875" x="6165850" y="2165350"/>
          <p14:tracePt t="28882" x="6115050" y="2165350"/>
          <p14:tracePt t="28896" x="6038850" y="2165350"/>
          <p14:tracePt t="28905" x="5930900" y="2165350"/>
          <p14:tracePt t="28918" x="5772150" y="2165350"/>
          <p14:tracePt t="28936" x="5562600" y="2165350"/>
          <p14:tracePt t="28953" x="4972050" y="2165350"/>
          <p14:tracePt t="28969" x="4584700" y="2165350"/>
          <p14:tracePt t="28985" x="3759200" y="2165350"/>
          <p14:tracePt t="29002" x="2952750" y="2178050"/>
          <p14:tracePt t="29019" x="2616200" y="2178050"/>
          <p14:tracePt t="29035" x="2292350" y="2209800"/>
          <p14:tracePt t="29052" x="1727200" y="2266950"/>
          <p14:tracePt t="29068" x="1511300" y="2298700"/>
          <p14:tracePt t="29086" x="1187450" y="2355850"/>
          <p14:tracePt t="29102" x="1016000" y="2393950"/>
          <p14:tracePt t="29119" x="946150" y="2413000"/>
          <p14:tracePt t="29135" x="850900" y="2438400"/>
          <p14:tracePt t="29152" x="819150" y="2457450"/>
          <p14:tracePt t="29168" x="787400" y="2476500"/>
          <p14:tracePt t="29185" x="768350" y="2482850"/>
          <p14:tracePt t="29202" x="755650" y="2489200"/>
          <p14:tracePt t="29219" x="736600" y="2495550"/>
          <p14:tracePt t="29234" x="723900" y="2495550"/>
          <p14:tracePt t="29251" x="717550" y="2495550"/>
          <p14:tracePt t="29268" x="698500" y="2495550"/>
          <p14:tracePt t="29284" x="679450" y="2495550"/>
          <p14:tracePt t="29318" x="666750" y="2495550"/>
          <p14:tracePt t="29359" x="666750" y="2501900"/>
          <p14:tracePt t="29366" x="666750" y="2508250"/>
          <p14:tracePt t="29401" x="666750" y="2514600"/>
          <p14:tracePt t="29479" x="673100" y="2514600"/>
          <p14:tracePt t="29486" x="679450" y="2514600"/>
          <p14:tracePt t="29501" x="685800" y="2514600"/>
          <p14:tracePt t="29507" x="692150" y="2514600"/>
          <p14:tracePt t="29528" x="704850" y="2514600"/>
          <p14:tracePt t="29542" x="717550" y="2514600"/>
          <p14:tracePt t="29550" x="749300" y="2514600"/>
          <p14:tracePt t="29567" x="774700" y="2514600"/>
          <p14:tracePt t="29584" x="812800" y="2514600"/>
          <p14:tracePt t="29600" x="908050" y="2527300"/>
          <p14:tracePt t="29617" x="1035050" y="2533650"/>
          <p14:tracePt t="29633" x="1168400" y="2552700"/>
          <p14:tracePt t="29650" x="1231900" y="2565400"/>
          <p14:tracePt t="29666" x="1301750" y="2571750"/>
          <p14:tracePt t="29683" x="1416050" y="2590800"/>
          <p14:tracePt t="29700" x="1492250" y="2590800"/>
          <p14:tracePt t="29717" x="1600200" y="2609850"/>
          <p14:tracePt t="29733" x="1708150" y="2616200"/>
          <p14:tracePt t="29749" x="1746250" y="2622550"/>
          <p14:tracePt t="29767" x="1816100" y="2635250"/>
          <p14:tracePt t="29783" x="1841500" y="2641600"/>
          <p14:tracePt t="29799" x="1873250" y="2647950"/>
          <p14:tracePt t="29816" x="1885950" y="2654300"/>
          <p14:tracePt t="29832" x="1892300" y="2654300"/>
          <p14:tracePt t="29852" x="1905000" y="2654300"/>
          <p14:tracePt t="29866" x="1911350" y="2660650"/>
          <p14:tracePt t="29899" x="1924050" y="2660650"/>
          <p14:tracePt t="29935" x="1924050" y="2654300"/>
          <p14:tracePt t="29956" x="1930400" y="2647950"/>
          <p14:tracePt t="29970" x="1930400" y="2641600"/>
          <p14:tracePt t="30339" x="1943100" y="2635250"/>
          <p14:tracePt t="30347" x="1974850" y="2635250"/>
          <p14:tracePt t="30360" x="2000250" y="2628900"/>
          <p14:tracePt t="30367" x="2032000" y="2622550"/>
          <p14:tracePt t="30383" x="2063750" y="2616200"/>
          <p14:tracePt t="30397" x="2089150" y="2616200"/>
          <p14:tracePt t="30414" x="2146300" y="2609850"/>
          <p14:tracePt t="30431" x="2216150" y="2603500"/>
          <p14:tracePt t="30447" x="2254250" y="2603500"/>
          <p14:tracePt t="30463" x="2273300" y="2603500"/>
          <p14:tracePt t="30480" x="2317750" y="2603500"/>
          <p14:tracePt t="30497" x="2355850" y="2603500"/>
          <p14:tracePt t="30514" x="2368550" y="2603500"/>
          <p14:tracePt t="30530" x="2387600" y="2603500"/>
          <p14:tracePt t="30547" x="2393950" y="2603500"/>
          <p14:tracePt t="30564" x="2400300" y="2603500"/>
          <p14:tracePt t="30880" x="2406650" y="2597150"/>
          <p14:tracePt t="30908" x="2413000" y="2597150"/>
          <p14:tracePt t="30928" x="2419350" y="2597150"/>
          <p14:tracePt t="30950" x="2425700" y="2597150"/>
          <p14:tracePt t="30957" x="2432050" y="2597150"/>
          <p14:tracePt t="30971" x="2438400" y="2597150"/>
          <p14:tracePt t="31013" x="2444750" y="2597150"/>
          <p14:tracePt t="31020" x="2444750" y="2590800"/>
          <p14:tracePt t="31034" x="2451100" y="2590800"/>
          <p14:tracePt t="31055" x="2457450" y="2590800"/>
          <p14:tracePt t="31064" x="2463800" y="2590800"/>
          <p14:tracePt t="31078" x="2470150" y="2590800"/>
          <p14:tracePt t="31113" x="2476500" y="2590800"/>
          <p14:tracePt t="31133" x="2482850" y="2584450"/>
          <p14:tracePt t="31139" x="2489200" y="2584450"/>
          <p14:tracePt t="31154" x="2495550" y="2584450"/>
          <p14:tracePt t="31162" x="2514600" y="2584450"/>
          <p14:tracePt t="31178" x="2533650" y="2584450"/>
          <p14:tracePt t="31195" x="2565400" y="2584450"/>
          <p14:tracePt t="31211" x="2641600" y="2590800"/>
          <p14:tracePt t="31227" x="2768600" y="2603500"/>
          <p14:tracePt t="31245" x="2971800" y="2622550"/>
          <p14:tracePt t="31261" x="3079750" y="2641600"/>
          <p14:tracePt t="31278" x="3194050" y="2654300"/>
          <p14:tracePt t="31294" x="3409950" y="2654300"/>
          <p14:tracePt t="31311" x="3498850" y="2667000"/>
          <p14:tracePt t="31327" x="3638550" y="2667000"/>
          <p14:tracePt t="31344" x="3689350" y="2667000"/>
          <p14:tracePt t="31360" x="3727450" y="2667000"/>
          <p14:tracePt t="31364" x="3746500" y="2667000"/>
          <p14:tracePt t="31385" x="3771900" y="2667000"/>
          <p14:tracePt t="31399" x="3784600" y="2667000"/>
          <p14:tracePt t="31413" x="3797300" y="2667000"/>
          <p14:tracePt t="31441" x="3803650" y="2667000"/>
          <p14:tracePt t="31455" x="3810000" y="2667000"/>
          <p14:tracePt t="31469" x="3816350" y="2667000"/>
          <p14:tracePt t="31483" x="3822700" y="2667000"/>
          <p14:tracePt t="31497" x="3835400" y="2667000"/>
          <p14:tracePt t="31513" x="3848100" y="2667000"/>
          <p14:tracePt t="31527" x="3867150" y="2667000"/>
          <p14:tracePt t="31543" x="3917950" y="2654300"/>
          <p14:tracePt t="31561" x="3994150" y="2647950"/>
          <p14:tracePt t="31576" x="4032250" y="2641600"/>
          <p14:tracePt t="31593" x="4076700" y="2641600"/>
          <p14:tracePt t="31610" x="4178300" y="2635250"/>
          <p14:tracePt t="31626" x="4286250" y="2622550"/>
          <p14:tracePt t="31643" x="4349750" y="2622550"/>
          <p14:tracePt t="31660" x="4464050" y="2622550"/>
          <p14:tracePt t="31676" x="4514850" y="2628900"/>
          <p14:tracePt t="31694" x="4622800" y="2635250"/>
          <p14:tracePt t="31709" x="4673600" y="2635250"/>
          <p14:tracePt t="31726" x="4743450" y="2641600"/>
          <p14:tracePt t="31743" x="4813300" y="2641600"/>
          <p14:tracePt t="31759" x="4838700" y="2641600"/>
          <p14:tracePt t="31776" x="4870450" y="2635250"/>
          <p14:tracePt t="31793" x="4953000" y="2616200"/>
          <p14:tracePt t="31809" x="5041900" y="2616200"/>
          <p14:tracePt t="31825" x="5080000" y="2616200"/>
          <p14:tracePt t="31842" x="5162550" y="2616200"/>
          <p14:tracePt t="31859" x="5187950" y="2616200"/>
          <p14:tracePt t="31876" x="5238750" y="2616200"/>
          <p14:tracePt t="31892" x="5270500" y="2635250"/>
          <p14:tracePt t="31909" x="5308600" y="2635250"/>
          <p14:tracePt t="31925" x="5334000" y="2635250"/>
          <p14:tracePt t="32309" x="5397500" y="2635250"/>
          <p14:tracePt t="32316" x="5486400" y="2635250"/>
          <p14:tracePt t="32330" x="5588000" y="2635250"/>
          <p14:tracePt t="32340" x="5676900" y="2635250"/>
          <p14:tracePt t="32358" x="5829300" y="2635250"/>
          <p14:tracePt t="32374" x="5886450" y="2635250"/>
          <p14:tracePt t="32390" x="5924550" y="2635250"/>
          <p14:tracePt t="32394" x="5969000" y="2641600"/>
          <p14:tracePt t="32407" x="5994400" y="2654300"/>
          <p14:tracePt t="32423" x="6032500" y="2654300"/>
          <p14:tracePt t="32440" x="6057900" y="2660650"/>
          <p14:tracePt t="32457" x="6115050" y="2667000"/>
          <p14:tracePt t="32474" x="6140450" y="2667000"/>
          <p14:tracePt t="32490" x="6165850" y="2667000"/>
          <p14:tracePt t="32507" x="6191250" y="2667000"/>
          <p14:tracePt t="32523" x="6210300" y="2667000"/>
          <p14:tracePt t="32540" x="6254750" y="2660650"/>
          <p14:tracePt t="32556" x="6286500" y="2660650"/>
          <p14:tracePt t="32573" x="6305550" y="2660650"/>
          <p14:tracePt t="32590" x="6337300" y="2647950"/>
          <p14:tracePt t="32606" x="6356350" y="2647950"/>
          <p14:tracePt t="32623" x="6381750" y="2647950"/>
          <p14:tracePt t="32639" x="6438900" y="2641600"/>
          <p14:tracePt t="32656" x="6496050" y="2641600"/>
          <p14:tracePt t="32674" x="6584950" y="2641600"/>
          <p14:tracePt t="32689" x="6623050" y="2641600"/>
          <p14:tracePt t="32706" x="6661150" y="2635250"/>
          <p14:tracePt t="32723" x="6756400" y="2635250"/>
          <p14:tracePt t="32739" x="6832600" y="2635250"/>
          <p14:tracePt t="32756" x="6858000" y="2635250"/>
          <p14:tracePt t="32773" x="6927850" y="2635250"/>
          <p14:tracePt t="32789" x="6946900" y="2628900"/>
          <p14:tracePt t="32806" x="6978650" y="2628900"/>
          <p14:tracePt t="32823" x="7023100" y="2628900"/>
          <p14:tracePt t="32839" x="7080250" y="2622550"/>
          <p14:tracePt t="32856" x="7131050" y="2616200"/>
          <p14:tracePt t="32872" x="7162800" y="2616200"/>
          <p14:tracePt t="32889" x="7188200" y="2616200"/>
          <p14:tracePt t="32892" x="7207250" y="2616200"/>
          <p14:tracePt t="32906" x="7239000" y="2603500"/>
          <p14:tracePt t="32922" x="7283450" y="2597150"/>
          <p14:tracePt t="32939" x="7302500" y="2590800"/>
          <p14:tracePt t="32955" x="7334250" y="2578100"/>
          <p14:tracePt t="32972" x="7353300" y="2578100"/>
          <p14:tracePt t="32988" x="7391400" y="2571750"/>
          <p14:tracePt t="33005" x="7410450" y="2571750"/>
          <p14:tracePt t="33021" x="7435850" y="2571750"/>
          <p14:tracePt t="33039" x="7461250" y="2565400"/>
          <p14:tracePt t="33055" x="7473950" y="2565400"/>
          <p14:tracePt t="33071" x="7480300" y="2565400"/>
          <p14:tracePt t="33088" x="7499350" y="2565400"/>
          <p14:tracePt t="33104" x="7518400" y="2565400"/>
          <p14:tracePt t="33122" x="7531100" y="2565400"/>
          <p14:tracePt t="33138" x="7550150" y="2565400"/>
          <p14:tracePt t="33154" x="7556500" y="2565400"/>
          <p14:tracePt t="33173" x="7588250" y="2565400"/>
          <p14:tracePt t="33187" x="7613650" y="2565400"/>
          <p14:tracePt t="33204" x="7639050" y="2565400"/>
          <p14:tracePt t="33221" x="7664450" y="2559050"/>
          <p14:tracePt t="33254" x="7677150" y="2552700"/>
          <p14:tracePt t="33271" x="7683500" y="2552700"/>
          <p14:tracePt t="33287" x="7696200" y="2546350"/>
          <p14:tracePt t="33523" x="7696200" y="2540000"/>
          <p14:tracePt t="33586" x="7689850" y="2533650"/>
          <p14:tracePt t="33650" x="7683500" y="2533650"/>
          <p14:tracePt t="33713" x="7683500" y="2527300"/>
          <p14:tracePt t="33768" x="7677150" y="2527300"/>
          <p14:tracePt t="33782" x="7670800" y="2527300"/>
          <p14:tracePt t="33790" x="7658100" y="2527300"/>
          <p14:tracePt t="33805" x="7645400" y="2527300"/>
          <p14:tracePt t="33818" x="7620000" y="2527300"/>
          <p14:tracePt t="33835" x="7499350" y="2527300"/>
          <p14:tracePt t="33853" x="7296150" y="2540000"/>
          <p14:tracePt t="33869" x="7169150" y="2546350"/>
          <p14:tracePt t="33885" x="7016750" y="2546350"/>
          <p14:tracePt t="33888" x="6807200" y="2546350"/>
          <p14:tracePt t="33902" x="6546850" y="2546350"/>
          <p14:tracePt t="33919" x="6261100" y="2546350"/>
          <p14:tracePt t="33935" x="5956300" y="2546350"/>
          <p14:tracePt t="33952" x="5207000" y="2546350"/>
          <p14:tracePt t="33968" x="4400550" y="2546350"/>
          <p14:tracePt t="33985" x="4013200" y="2546350"/>
          <p14:tracePt t="34001" x="3314700" y="2540000"/>
          <p14:tracePt t="34017" x="3028950" y="2540000"/>
          <p14:tracePt t="34035" x="2501900" y="2546350"/>
          <p14:tracePt t="34051" x="2292350" y="2546350"/>
          <p14:tracePt t="34068" x="1892300" y="2571750"/>
          <p14:tracePt t="34085" x="1511300" y="2597150"/>
          <p14:tracePt t="34101" x="1384300" y="2616200"/>
          <p14:tracePt t="34118" x="1257300" y="2641600"/>
          <p14:tracePt t="34134" x="1054100" y="2679700"/>
          <p14:tracePt t="34150" x="882650" y="2711450"/>
          <p14:tracePt t="34168" x="819150" y="2717800"/>
          <p14:tracePt t="34184" x="698500" y="2749550"/>
          <p14:tracePt t="34201" x="641350" y="2755900"/>
          <p14:tracePt t="34218" x="558800" y="2774950"/>
          <p14:tracePt t="34234" x="539750" y="2774950"/>
          <p14:tracePt t="34250" x="508000" y="2781300"/>
          <p14:tracePt t="34268" x="482600" y="2787650"/>
          <p14:tracePt t="34284" x="476250" y="2787650"/>
          <p14:tracePt t="34300" x="469900" y="2787650"/>
          <p14:tracePt t="34317" x="463550" y="2794000"/>
          <p14:tracePt t="34333" x="457200" y="2806700"/>
          <p14:tracePt t="34350" x="457200" y="2813050"/>
          <p14:tracePt t="34367" x="457200" y="2819400"/>
          <p14:tracePt t="34384" x="463550" y="2825750"/>
          <p14:tracePt t="34401" x="482600" y="2832100"/>
          <p14:tracePt t="34417" x="501650" y="2832100"/>
          <p14:tracePt t="34433" x="558800" y="2838450"/>
          <p14:tracePt t="34450" x="615950" y="2851150"/>
          <p14:tracePt t="34466" x="774700" y="2889250"/>
          <p14:tracePt t="34483" x="876300" y="2908300"/>
          <p14:tracePt t="34500" x="1111250" y="2952750"/>
          <p14:tracePt t="34516" x="1225550" y="2971800"/>
          <p14:tracePt t="34533" x="1428750" y="3009900"/>
          <p14:tracePt t="34550" x="1549400" y="3028950"/>
          <p14:tracePt t="34566" x="1606550" y="3041650"/>
          <p14:tracePt t="34584" x="1670050" y="3041650"/>
          <p14:tracePt t="34599" x="1701800" y="3041650"/>
          <p14:tracePt t="34616" x="1720850" y="3041650"/>
          <p14:tracePt t="34633" x="1771650" y="3028950"/>
          <p14:tracePt t="34649" x="1822450" y="3016250"/>
          <p14:tracePt t="34666" x="1841500" y="3016250"/>
          <p14:tracePt t="34682" x="1879600" y="3009900"/>
          <p14:tracePt t="34698" x="1911350" y="3009900"/>
          <p14:tracePt t="34716" x="1949450" y="3009900"/>
          <p14:tracePt t="34732" x="2000250" y="3009900"/>
          <p14:tracePt t="34749" x="2025650" y="3009900"/>
          <p14:tracePt t="34767" x="2076450" y="3003550"/>
          <p14:tracePt t="34782" x="2108200" y="3003550"/>
          <p14:tracePt t="34799" x="2127250" y="3003550"/>
          <p14:tracePt t="34815" x="2184400" y="3003550"/>
          <p14:tracePt t="34832" x="2241550" y="3003550"/>
          <p14:tracePt t="34849" x="2260600" y="3003550"/>
          <p14:tracePt t="34865" x="2317750" y="2997200"/>
          <p14:tracePt t="34882" x="2355850" y="2997200"/>
          <p14:tracePt t="34899" x="2425700" y="2990850"/>
          <p14:tracePt t="34915" x="2540000" y="2978150"/>
          <p14:tracePt t="34931" x="2603500" y="2971800"/>
          <p14:tracePt t="34948" x="2749550" y="2959100"/>
          <p14:tracePt t="34965" x="2813050" y="2952750"/>
          <p14:tracePt t="34982" x="2927350" y="2952750"/>
          <p14:tracePt t="34998" x="2984500" y="2952750"/>
          <p14:tracePt t="35015" x="3035300" y="2952750"/>
          <p14:tracePt t="35033" x="3111500" y="2952750"/>
          <p14:tracePt t="35048" x="3149600" y="2952750"/>
          <p14:tracePt t="35064" x="3181350" y="2952750"/>
          <p14:tracePt t="35082" x="3219450" y="2952750"/>
          <p14:tracePt t="35098" x="3244850" y="2952750"/>
          <p14:tracePt t="35114" x="3276600" y="2952750"/>
          <p14:tracePt t="35131" x="3340100" y="2952750"/>
          <p14:tracePt t="35147" x="3371850" y="2952750"/>
          <p14:tracePt t="35164" x="3441700" y="2933700"/>
          <p14:tracePt t="35181" x="3517900" y="2927350"/>
          <p14:tracePt t="35197" x="3562350" y="2927350"/>
          <p14:tracePt t="35215" x="3663950" y="2927350"/>
          <p14:tracePt t="35230" x="3714750" y="2927350"/>
          <p14:tracePt t="35247" x="3822700" y="2908300"/>
          <p14:tracePt t="35264" x="3911600" y="2901950"/>
          <p14:tracePt t="35280" x="3956050" y="2895600"/>
          <p14:tracePt t="35297" x="3981450" y="2895600"/>
          <p14:tracePt t="35314" x="4032250" y="2895600"/>
          <p14:tracePt t="35330" x="4051300" y="2895600"/>
          <p14:tracePt t="35347" x="4076700" y="2889250"/>
          <p14:tracePt t="35363" x="4102100" y="2889250"/>
          <p14:tracePt t="35397" x="4108450" y="2889250"/>
          <p14:tracePt t="35413" x="4114800" y="2889250"/>
          <p14:tracePt t="35806" x="4146550" y="2889250"/>
          <p14:tracePt t="35820" x="4191000" y="2882900"/>
          <p14:tracePt t="35828" x="4229100" y="2882900"/>
          <p14:tracePt t="35841" x="4267200" y="2882900"/>
          <p14:tracePt t="35848" x="4286250" y="2882900"/>
          <p14:tracePt t="35864" x="4305300" y="2882900"/>
          <p14:tracePt t="35878" x="4318000" y="2882900"/>
          <p14:tracePt t="35895" x="4356100" y="2882900"/>
          <p14:tracePt t="35912" x="4368800" y="2882900"/>
          <p14:tracePt t="35928" x="4381500" y="2882900"/>
          <p14:tracePt t="35945" x="4394200" y="2882900"/>
          <p14:tracePt t="35961" x="4413250" y="2882900"/>
          <p14:tracePt t="35978" x="4425950" y="2889250"/>
          <p14:tracePt t="35994" x="4432300" y="2889250"/>
          <p14:tracePt t="36011" x="4451350" y="2895600"/>
          <p14:tracePt t="36027" x="4457700" y="2895600"/>
          <p14:tracePt t="36046" x="4476750" y="2901950"/>
          <p14:tracePt t="36077" x="4495800" y="2908300"/>
          <p14:tracePt t="36095" x="4508500" y="2914650"/>
          <p14:tracePt t="36111" x="4514850" y="2914650"/>
          <p14:tracePt t="36127" x="4521200" y="2914650"/>
          <p14:tracePt t="36144" x="4533900" y="2921000"/>
          <p14:tracePt t="36161" x="4552950" y="2927350"/>
          <p14:tracePt t="36177" x="4565650" y="2927350"/>
          <p14:tracePt t="36193" x="4597400" y="2933700"/>
          <p14:tracePt t="36210" x="4616450" y="2933700"/>
          <p14:tracePt t="36228" x="4667250" y="2933700"/>
          <p14:tracePt t="36244" x="4686300" y="2940050"/>
          <p14:tracePt t="36260" x="4718050" y="2940050"/>
          <p14:tracePt t="36277" x="4775200" y="2946400"/>
          <p14:tracePt t="36293" x="4800600" y="2946400"/>
          <p14:tracePt t="36310" x="4832350" y="2952750"/>
          <p14:tracePt t="36326" x="4851400" y="2952750"/>
          <p14:tracePt t="36343" x="4870450" y="2952750"/>
          <p14:tracePt t="36360" x="4895850" y="2959100"/>
          <p14:tracePt t="36377" x="4914900" y="2959100"/>
          <p14:tracePt t="36393" x="4946650" y="2959100"/>
          <p14:tracePt t="36410" x="4965700" y="2959100"/>
          <p14:tracePt t="36426" x="4997450" y="2965450"/>
          <p14:tracePt t="36443" x="5054600" y="2965450"/>
          <p14:tracePt t="36460" x="5124450" y="2971800"/>
          <p14:tracePt t="36476" x="5149850" y="2971800"/>
          <p14:tracePt t="36493" x="5187950" y="2971800"/>
          <p14:tracePt t="36509" x="5283200" y="2990850"/>
          <p14:tracePt t="36526" x="5397500" y="2990850"/>
          <p14:tracePt t="36543" x="5530850" y="2997200"/>
          <p14:tracePt t="36559" x="5581650" y="3009900"/>
          <p14:tracePt t="36576" x="5645150" y="3009900"/>
          <p14:tracePt t="36593" x="5740400" y="3009900"/>
          <p14:tracePt t="36609" x="5829300" y="2997200"/>
          <p14:tracePt t="36626" x="5861050" y="2997200"/>
          <p14:tracePt t="36643" x="5924550" y="2997200"/>
          <p14:tracePt t="36659" x="5956300" y="2990850"/>
          <p14:tracePt t="36676" x="5975350" y="2984500"/>
          <p14:tracePt t="36692" x="6032500" y="2978150"/>
          <p14:tracePt t="36708" x="6076950" y="2971800"/>
          <p14:tracePt t="36726" x="6108700" y="2959100"/>
          <p14:tracePt t="36742" x="6127750" y="2959100"/>
          <p14:tracePt t="36758" x="6153150" y="2940050"/>
          <p14:tracePt t="36776" x="6184900" y="2933700"/>
          <p14:tracePt t="36792" x="6216650" y="2927350"/>
          <p14:tracePt t="36809" x="6229350" y="2921000"/>
          <p14:tracePt t="36825" x="6261100" y="2921000"/>
          <p14:tracePt t="36842" x="6273800" y="2921000"/>
          <p14:tracePt t="36858" x="6286500" y="2914650"/>
          <p14:tracePt t="36875" x="6318250" y="2914650"/>
          <p14:tracePt t="36892" x="6343650" y="2914650"/>
          <p14:tracePt t="36909" x="6388100" y="2908300"/>
          <p14:tracePt t="36925" x="6400800" y="2908300"/>
          <p14:tracePt t="36941" x="6419850" y="2908300"/>
          <p14:tracePt t="36945" x="6432550" y="2908300"/>
          <p14:tracePt t="36957" x="6445250" y="2901950"/>
          <p14:tracePt t="36974" x="6464300" y="2895600"/>
          <p14:tracePt t="36991" x="6470650" y="2895600"/>
          <p14:tracePt t="37008" x="6477000" y="2889250"/>
          <p14:tracePt t="37024" x="6483350" y="2882900"/>
          <p14:tracePt t="37351" x="6496050" y="2882900"/>
          <p14:tracePt t="37358" x="6521450" y="2882900"/>
          <p14:tracePt t="37371" x="6565900" y="2882900"/>
          <p14:tracePt t="37379" x="6616700" y="2882900"/>
          <p14:tracePt t="37393" x="6667500" y="2889250"/>
          <p14:tracePt t="37407" x="6731000" y="2889250"/>
          <p14:tracePt t="37423" x="6838950" y="2901950"/>
          <p14:tracePt t="37439" x="6902450" y="2908300"/>
          <p14:tracePt t="37457" x="6997700" y="2921000"/>
          <p14:tracePt t="37473" x="7048500" y="2921000"/>
          <p14:tracePt t="37489" x="7073900" y="2921000"/>
          <p14:tracePt t="37506" x="7131050" y="2927350"/>
          <p14:tracePt t="37523" x="7162800" y="2927350"/>
          <p14:tracePt t="37540" x="7181850" y="2927350"/>
          <p14:tracePt t="37555" x="7200900" y="2927350"/>
          <p14:tracePt t="37572" x="7213600" y="2927350"/>
          <p14:tracePt t="37590" x="7258050" y="2927350"/>
          <p14:tracePt t="37605" x="7270750" y="2927350"/>
          <p14:tracePt t="37622" x="7283450" y="2927350"/>
          <p14:tracePt t="37639" x="7296150" y="2921000"/>
          <p14:tracePt t="37655" x="7308850" y="2921000"/>
          <p14:tracePt t="37672" x="7315200" y="2921000"/>
          <p14:tracePt t="37689" x="7327900" y="2914650"/>
          <p14:tracePt t="37705" x="7340600" y="2914650"/>
          <p14:tracePt t="37722" x="7346950" y="2914650"/>
          <p14:tracePt t="37738" x="7353300" y="2914650"/>
          <p14:tracePt t="37755" x="7359650" y="2914650"/>
          <p14:tracePt t="37773" x="7366000" y="2914650"/>
          <p14:tracePt t="37788" x="7372350" y="2914650"/>
          <p14:tracePt t="37805" x="7378700" y="2914650"/>
          <p14:tracePt t="37842" x="7385050" y="2908300"/>
          <p14:tracePt t="37877" x="7391400" y="2908300"/>
          <p14:tracePt t="37955" x="7397750" y="2901950"/>
          <p14:tracePt t="38310" x="7397750" y="2889250"/>
          <p14:tracePt t="38323" x="7397750" y="2863850"/>
          <p14:tracePt t="38331" x="7397750" y="2825750"/>
          <p14:tracePt t="38344" x="7391400" y="2781300"/>
          <p14:tracePt t="38352" x="7391400" y="2730500"/>
          <p14:tracePt t="38370" x="7372350" y="2673350"/>
          <p14:tracePt t="38387" x="7327900" y="2495550"/>
          <p14:tracePt t="38403" x="7296150" y="2374900"/>
          <p14:tracePt t="38420" x="7264400" y="2228850"/>
          <p14:tracePt t="38437" x="7207250" y="1905000"/>
          <p14:tracePt t="38453" x="7194550" y="1765300"/>
          <p14:tracePt t="38469" x="7175500" y="1651000"/>
          <p14:tracePt t="38486" x="7162800" y="1562100"/>
          <p14:tracePt t="38502" x="7162800" y="1485900"/>
          <p14:tracePt t="38520" x="7162800" y="1422400"/>
          <p14:tracePt t="38536" x="7162800" y="1339850"/>
          <p14:tracePt t="38552" x="7188200" y="1270000"/>
          <p14:tracePt t="38569" x="7200900" y="1257300"/>
          <p14:tracePt t="38585" x="7213600" y="1219200"/>
          <p14:tracePt t="38602" x="7219950" y="1206500"/>
          <p14:tracePt t="38619" x="7226300" y="1193800"/>
          <p14:tracePt t="38636" x="7232650" y="1181100"/>
          <p14:tracePt t="38652" x="7239000" y="1168400"/>
          <p14:tracePt t="38668" x="7239000" y="1149350"/>
          <p14:tracePt t="38685" x="7239000" y="1143000"/>
          <p14:tracePt t="38703" x="7239000" y="1130300"/>
          <p14:tracePt t="38718" x="7226300" y="1104900"/>
          <p14:tracePt t="38735" x="7137400" y="1035050"/>
          <p14:tracePt t="38752" x="6940550" y="933450"/>
          <p14:tracePt t="38768" x="6813550" y="863600"/>
          <p14:tracePt t="38785" x="6661150" y="819150"/>
          <p14:tracePt t="38802" x="6248400" y="704850"/>
          <p14:tracePt t="38818" x="5962650" y="641350"/>
          <p14:tracePt t="38835" x="5715000" y="596900"/>
          <p14:tracePt t="38851" x="5257800" y="558800"/>
          <p14:tracePt t="38868" x="4946650" y="533400"/>
          <p14:tracePt t="38885" x="4692650" y="546100"/>
          <p14:tracePt t="38901" x="4591050" y="558800"/>
          <p14:tracePt t="38918" x="4502150" y="577850"/>
          <p14:tracePt t="38935" x="4362450" y="628650"/>
          <p14:tracePt t="38951" x="4254500" y="673100"/>
          <p14:tracePt t="38968" x="4197350" y="698500"/>
          <p14:tracePt t="38984" x="4121150" y="742950"/>
          <p14:tracePt t="39001" x="4089400" y="768350"/>
          <p14:tracePt t="39019" x="4044950" y="800100"/>
          <p14:tracePt t="39034" x="4025900" y="812800"/>
          <p14:tracePt t="39051" x="3981450" y="844550"/>
          <p14:tracePt t="39068" x="3937000" y="876300"/>
          <p14:tracePt t="39084" x="3917950" y="889000"/>
          <p14:tracePt t="39101" x="3905250" y="895350"/>
          <p14:tracePt t="39117" x="3886200" y="908050"/>
          <p14:tracePt t="39134" x="3873500" y="914400"/>
          <p14:tracePt t="39150" x="3873500" y="920750"/>
          <p14:tracePt t="39167" x="3867150" y="920750"/>
          <p14:tracePt t="39183" x="3867150" y="927100"/>
          <p14:tracePt t="39201" x="3867150" y="933450"/>
          <p14:tracePt t="39217" x="3860800" y="933450"/>
          <p14:tracePt t="39233" x="3860800" y="939800"/>
          <p14:tracePt t="39250" x="3873500" y="939800"/>
          <p14:tracePt t="39266" x="3886200" y="946150"/>
          <p14:tracePt t="39283" x="3892550" y="946150"/>
          <p14:tracePt t="39300" x="3905250" y="946150"/>
          <p14:tracePt t="39316" x="3924300" y="946150"/>
          <p14:tracePt t="39334" x="3943350" y="946150"/>
          <p14:tracePt t="39349" x="3956050" y="946150"/>
          <p14:tracePt t="39367" x="3962400" y="946150"/>
          <p14:tracePt t="39383" x="4006850" y="946150"/>
          <p14:tracePt t="39399" x="4025900" y="952500"/>
          <p14:tracePt t="39416" x="4083050" y="952500"/>
          <p14:tracePt t="39433" x="4171950" y="965200"/>
          <p14:tracePt t="39449" x="4235450" y="971550"/>
          <p14:tracePt t="39466" x="4318000" y="984250"/>
          <p14:tracePt t="39483" x="4457700" y="1003300"/>
          <p14:tracePt t="39499" x="4622800" y="1009650"/>
          <p14:tracePt t="39517" x="4718050" y="1022350"/>
          <p14:tracePt t="39532" x="4895850" y="1047750"/>
          <p14:tracePt t="39549" x="4984750" y="1060450"/>
          <p14:tracePt t="39566" x="5156200" y="1079500"/>
          <p14:tracePt t="39582" x="5207000" y="1079500"/>
          <p14:tracePt t="39599" x="5295900" y="1092200"/>
          <p14:tracePt t="39616" x="5340350" y="1079500"/>
          <p14:tracePt t="39632" x="5359400" y="1073150"/>
          <p14:tracePt t="39649" x="5365750" y="1066800"/>
          <p14:tracePt t="39665" x="5378450" y="1060450"/>
          <p14:tracePt t="39682" x="5378450" y="1047750"/>
          <p14:tracePt t="39699" x="5378450" y="1028700"/>
          <p14:tracePt t="39715" x="5378450" y="1016000"/>
          <p14:tracePt t="39731" x="5372100" y="1003300"/>
          <p14:tracePt t="39749" x="5365750" y="996950"/>
          <p14:tracePt t="39764" x="5359400" y="984250"/>
          <p14:tracePt t="39782" x="5353050" y="965200"/>
          <p14:tracePt t="39798" x="5321300" y="927100"/>
          <p14:tracePt t="39814" x="5289550" y="908050"/>
          <p14:tracePt t="39832" x="5232400" y="869950"/>
          <p14:tracePt t="39848" x="5035550" y="793750"/>
          <p14:tracePt t="39864" x="4775200" y="730250"/>
          <p14:tracePt t="39882" x="4413250" y="692150"/>
          <p14:tracePt t="39898" x="4248150" y="679450"/>
          <p14:tracePt t="39914" x="4114800" y="679450"/>
          <p14:tracePt t="39931" x="3867150" y="704850"/>
          <p14:tracePt t="39947" x="3663950" y="768350"/>
          <p14:tracePt t="39964" x="3581400" y="800100"/>
          <p14:tracePt t="39981" x="3479800" y="863600"/>
          <p14:tracePt t="39997" x="3448050" y="889000"/>
          <p14:tracePt t="40015" x="3435350" y="908050"/>
          <p14:tracePt t="40030" x="3409950" y="933450"/>
          <p14:tracePt t="40047" x="3409950" y="958850"/>
          <p14:tracePt t="40064" x="3416300" y="971550"/>
          <p14:tracePt t="40081" x="3479800" y="996950"/>
          <p14:tracePt t="40097" x="3536950" y="1016000"/>
          <p14:tracePt t="40114" x="3740150" y="1066800"/>
          <p14:tracePt t="40130" x="4140200" y="1104900"/>
          <p14:tracePt t="40147" x="4394200" y="1104900"/>
          <p14:tracePt t="40163" x="4933950" y="1066800"/>
          <p14:tracePt t="40180" x="5162550" y="1009650"/>
          <p14:tracePt t="40198" x="5575300" y="901700"/>
          <p14:tracePt t="40213" x="5676900" y="869950"/>
          <p14:tracePt t="40230" x="5829300" y="800100"/>
          <p14:tracePt t="40248" x="5880100" y="730250"/>
          <p14:tracePt t="40263" x="5886450" y="717550"/>
          <p14:tracePt t="40280" x="5886450" y="704850"/>
          <p14:tracePt t="40296" x="5880100" y="679450"/>
          <p14:tracePt t="40313" x="5867400" y="673100"/>
          <p14:tracePt t="40329" x="5861050" y="666750"/>
          <p14:tracePt t="40346" x="5854700" y="660400"/>
          <p14:tracePt t="40387" x="5854700" y="666750"/>
          <p14:tracePt t="40401" x="5854700" y="673100"/>
          <p14:tracePt t="40429" x="5854700" y="685800"/>
          <p14:tracePt t="40443" x="5854700" y="698500"/>
          <p14:tracePt t="40450" x="5854700" y="711200"/>
          <p14:tracePt t="40462" x="5854700" y="717550"/>
          <p14:tracePt t="40479" x="5848350" y="723900"/>
          <p14:tracePt t="40783" x="5892800" y="755650"/>
          <p14:tracePt t="40790" x="5975350" y="806450"/>
          <p14:tracePt t="40804" x="6070600" y="857250"/>
          <p14:tracePt t="40814" x="6140450" y="920750"/>
          <p14:tracePt t="40827" x="6210300" y="958850"/>
          <p14:tracePt t="40844" x="6242050" y="984250"/>
          <p14:tracePt t="40861" x="6292850" y="1009650"/>
          <p14:tracePt t="40878" x="6330950" y="1028700"/>
          <p14:tracePt t="40895" x="6375400" y="1028700"/>
          <p14:tracePt t="40911" x="6388100" y="1035050"/>
          <p14:tracePt t="40927" x="6413500" y="1035050"/>
          <p14:tracePt t="40945" x="6457950" y="1041400"/>
          <p14:tracePt t="40961" x="6489700" y="1047750"/>
          <p14:tracePt t="40977" x="6578600" y="1047750"/>
          <p14:tracePt t="40994" x="6673850" y="1047750"/>
          <p14:tracePt t="41010" x="6737350" y="1047750"/>
          <p14:tracePt t="41027" x="6788150" y="1047750"/>
          <p14:tracePt t="41044" x="6940550" y="1047750"/>
          <p14:tracePt t="41060" x="7105650" y="1047750"/>
          <p14:tracePt t="41077" x="7169150" y="1047750"/>
          <p14:tracePt t="41093" x="7289800" y="1041400"/>
          <p14:tracePt t="41110" x="7327900" y="1035050"/>
          <p14:tracePt t="41128" x="7391400" y="1022350"/>
          <p14:tracePt t="41143" x="7410450" y="1022350"/>
          <p14:tracePt t="41160" x="7423150" y="1016000"/>
          <p14:tracePt t="41177" x="7429500" y="1016000"/>
          <p14:tracePt t="41193" x="7442200" y="1009650"/>
          <p14:tracePt t="41210" x="7448550" y="1009650"/>
          <p14:tracePt t="41243" x="7461250" y="1003300"/>
          <p14:tracePt t="41302" x="7461250" y="996950"/>
          <p14:tracePt t="41330" x="7467600" y="996950"/>
          <p14:tracePt t="41345" x="7473950" y="996950"/>
          <p14:tracePt t="41360" x="7486650" y="990600"/>
          <p14:tracePt t="41373" x="7499350" y="984250"/>
          <p14:tracePt t="41387" x="7518400" y="984250"/>
          <p14:tracePt t="41401" x="7531100" y="977900"/>
          <p14:tracePt t="41415" x="7556500" y="977900"/>
          <p14:tracePt t="41429" x="7562850" y="977900"/>
          <p14:tracePt t="41445" x="7575550" y="977900"/>
          <p14:tracePt t="41459" x="7581900" y="977900"/>
          <p14:tracePt t="41475" x="7594600" y="971550"/>
          <p14:tracePt t="41514" x="7594600" y="965200"/>
          <p14:tracePt t="41520" x="7594600" y="958850"/>
          <p14:tracePt t="41534" x="7581900" y="958850"/>
          <p14:tracePt t="41543" x="7556500" y="958850"/>
          <p14:tracePt t="41558" x="7505700" y="952500"/>
          <p14:tracePt t="41577" x="7327900" y="946150"/>
          <p14:tracePt t="41592" x="7169150" y="920750"/>
          <p14:tracePt t="41608" x="6705600" y="876300"/>
          <p14:tracePt t="41626" x="6013450" y="793750"/>
          <p14:tracePt t="41642" x="5613400" y="742950"/>
          <p14:tracePt t="41658" x="5238750" y="692150"/>
          <p14:tracePt t="41675" x="4464050" y="590550"/>
          <p14:tracePt t="41692" x="3790950" y="488950"/>
          <p14:tracePt t="41708" x="3492500" y="457200"/>
          <p14:tracePt t="41725" x="3003550" y="400050"/>
          <p14:tracePt t="41742" x="2813050" y="387350"/>
          <p14:tracePt t="41760" x="2533650" y="374650"/>
          <p14:tracePt t="41774" x="2419350" y="374650"/>
          <p14:tracePt t="41791" x="2228850" y="381000"/>
          <p14:tracePt t="41808" x="2076450" y="381000"/>
          <p14:tracePt t="41824" x="2000250" y="387350"/>
          <p14:tracePt t="41841" x="1949450" y="387350"/>
          <p14:tracePt t="41857" x="1828800" y="381000"/>
          <p14:tracePt t="41874" x="1739900" y="368300"/>
          <p14:tracePt t="41891" x="1695450" y="361950"/>
          <p14:tracePt t="41907" x="1619250" y="355600"/>
          <p14:tracePt t="41924" x="1587500" y="355600"/>
          <p14:tracePt t="41942" x="1530350" y="342900"/>
          <p14:tracePt t="41957" x="1511300" y="336550"/>
          <p14:tracePt t="41974" x="1492250" y="330200"/>
          <p14:tracePt t="41991" x="1485900" y="330200"/>
          <p14:tracePt t="42033" x="1485900" y="336550"/>
          <p14:tracePt t="42053" x="1498600" y="342900"/>
          <p14:tracePt t="42067" x="1498600" y="349250"/>
          <p14:tracePt t="42076" x="1517650" y="349250"/>
          <p14:tracePt t="42090" x="1543050" y="361950"/>
          <p14:tracePt t="42107" x="1581150" y="381000"/>
          <p14:tracePt t="42124" x="1765300" y="444500"/>
          <p14:tracePt t="42140" x="1917700" y="488950"/>
          <p14:tracePt t="42157" x="2387600" y="635000"/>
          <p14:tracePt t="42174" x="2959100" y="812800"/>
          <p14:tracePt t="42190" x="3244850" y="908050"/>
          <p14:tracePt t="42208" x="3733800" y="1041400"/>
          <p14:tracePt t="42223" x="3962400" y="1085850"/>
          <p14:tracePt t="42240" x="4133850" y="1111250"/>
          <p14:tracePt t="42256" x="4387850" y="1117600"/>
          <p14:tracePt t="42273" x="4552950" y="1104900"/>
          <p14:tracePt t="42289" x="4641850" y="1085850"/>
          <p14:tracePt t="42306" x="4794250" y="1028700"/>
          <p14:tracePt t="42323" x="4870450" y="996950"/>
          <p14:tracePt t="42339" x="4953000" y="965200"/>
          <p14:tracePt t="42356" x="5099050" y="939800"/>
          <p14:tracePt t="42373" x="5276850" y="895350"/>
          <p14:tracePt t="42389" x="5391150" y="889000"/>
          <p14:tracePt t="42406" x="5613400" y="857250"/>
          <p14:tracePt t="42422" x="5727700" y="831850"/>
          <p14:tracePt t="42439" x="5994400" y="812800"/>
          <p14:tracePt t="42455" x="6235700" y="793750"/>
          <p14:tracePt t="42472" x="6337300" y="781050"/>
          <p14:tracePt t="42489" x="6426200" y="774700"/>
          <p14:tracePt t="42505" x="6502400" y="774700"/>
          <p14:tracePt t="42522" x="6578600" y="774700"/>
          <p14:tracePt t="42525" x="6654800" y="762000"/>
          <p14:tracePt t="42539" x="6750050" y="749300"/>
          <p14:tracePt t="42555" x="6838950" y="749300"/>
          <p14:tracePt t="42572" x="6965950" y="755650"/>
          <p14:tracePt t="42588" x="7016750" y="755650"/>
          <p14:tracePt t="42605" x="7029450" y="762000"/>
          <p14:tracePt t="42622" x="7042150" y="762000"/>
          <p14:tracePt t="42685" x="7042150" y="768350"/>
          <p14:tracePt t="42727" x="7029450" y="768350"/>
          <p14:tracePt t="42755" x="7010400" y="768350"/>
          <p14:tracePt t="42769" x="6978650" y="774700"/>
          <p14:tracePt t="42777" x="6902450" y="793750"/>
          <p14:tracePt t="42791" x="6769100" y="819150"/>
          <p14:tracePt t="42805" x="6553200" y="844550"/>
          <p14:tracePt t="42821" x="5892800" y="889000"/>
          <p14:tracePt t="42837" x="5499100" y="908050"/>
          <p14:tracePt t="42854" x="4749800" y="908050"/>
          <p14:tracePt t="42871" x="4337050" y="895350"/>
          <p14:tracePt t="42889" x="3695700" y="831850"/>
          <p14:tracePt t="42904" x="3448050" y="806450"/>
          <p14:tracePt t="42920" x="3041650" y="762000"/>
          <p14:tracePt t="42938" x="2825750" y="762000"/>
          <p14:tracePt t="42954" x="2749550" y="762000"/>
          <p14:tracePt t="42970" x="2667000" y="762000"/>
          <p14:tracePt t="42987" x="2641600" y="762000"/>
          <p14:tracePt t="43003" x="2635250" y="762000"/>
          <p14:tracePt t="43020" x="2628900" y="768350"/>
          <p14:tracePt t="43037" x="2609850" y="774700"/>
          <p14:tracePt t="43054" x="2603500" y="793750"/>
          <p14:tracePt t="46904" x="2603500" y="806450"/>
          <p14:tracePt t="46911" x="2603500" y="825500"/>
          <p14:tracePt t="46926" x="2603500" y="838200"/>
          <p14:tracePt t="46940" x="2603500" y="857250"/>
          <p14:tracePt t="46957" x="2603500" y="889000"/>
          <p14:tracePt t="46973" x="2603500" y="908050"/>
          <p14:tracePt t="46990" x="2616200" y="977900"/>
          <p14:tracePt t="47006" x="2622550" y="1009650"/>
          <p14:tracePt t="47024" x="2667000" y="1104900"/>
          <p14:tracePt t="47040" x="2686050" y="1162050"/>
          <p14:tracePt t="47056" x="2730500" y="1282700"/>
          <p14:tracePt t="47073" x="2781300" y="1441450"/>
          <p14:tracePt t="47090" x="2800350" y="1524000"/>
          <p14:tracePt t="47106" x="2832100" y="1593850"/>
          <p14:tracePt t="47123" x="2870200" y="1714500"/>
          <p14:tracePt t="47139" x="2876550" y="1752600"/>
          <p14:tracePt t="47157" x="2895600" y="1797050"/>
          <p14:tracePt t="47172" x="2927350" y="1873250"/>
          <p14:tracePt t="47189" x="2940050" y="1905000"/>
          <p14:tracePt t="47206" x="2978150" y="1974850"/>
          <p14:tracePt t="47222" x="3028950" y="2063750"/>
          <p14:tracePt t="47239" x="3054350" y="2108200"/>
          <p14:tracePt t="47256" x="3105150" y="2178050"/>
          <p14:tracePt t="47272" x="3130550" y="2209800"/>
          <p14:tracePt t="47289" x="3200400" y="2292350"/>
          <p14:tracePt t="47306" x="3308350" y="2387600"/>
          <p14:tracePt t="47322" x="3365500" y="2457450"/>
          <p14:tracePt t="47339" x="3486150" y="2597150"/>
          <p14:tracePt t="47355" x="3549650" y="2660650"/>
          <p14:tracePt t="47372" x="3606800" y="2717800"/>
          <p14:tracePt t="47389" x="3702050" y="2813050"/>
          <p14:tracePt t="47405" x="3759200" y="2863850"/>
          <p14:tracePt t="47421" x="3778250" y="2876550"/>
          <p14:tracePt t="47438" x="3822700" y="2889250"/>
          <p14:tracePt t="47455" x="3841750" y="2901950"/>
          <p14:tracePt t="47472" x="3873500" y="2921000"/>
          <p14:tracePt t="47488" x="3917950" y="2940050"/>
          <p14:tracePt t="47505" x="3937000" y="2946400"/>
          <p14:tracePt t="47522" x="3981450" y="2959100"/>
          <p14:tracePt t="47538" x="4000500" y="2965450"/>
          <p14:tracePt t="47554" x="4019550" y="2965450"/>
          <p14:tracePt t="47572" x="4057650" y="2971800"/>
          <p14:tracePt t="47588" x="4095750" y="2971800"/>
          <p14:tracePt t="47604" x="4114800" y="2978150"/>
          <p14:tracePt t="47622" x="4165600" y="2978150"/>
          <p14:tracePt t="47637" x="4184650" y="2978150"/>
          <p14:tracePt t="47641" x="4216400" y="2978150"/>
          <p14:tracePt t="47654" x="4241800" y="2978150"/>
          <p14:tracePt t="47670" x="4286250" y="2965450"/>
          <p14:tracePt t="47687" x="4311650" y="2965450"/>
          <p14:tracePt t="47705" x="4362450" y="2959100"/>
          <p14:tracePt t="47721" x="4394200" y="2952750"/>
          <p14:tracePt t="47737" x="4413250" y="2952750"/>
          <p14:tracePt t="47755" x="4470400" y="2952750"/>
          <p14:tracePt t="47770" x="4495800" y="2952750"/>
          <p14:tracePt t="47787" x="4540250" y="2940050"/>
          <p14:tracePt t="47803" x="4641850" y="2927350"/>
          <p14:tracePt t="47820" x="4711700" y="2927350"/>
          <p14:tracePt t="47838" x="4864100" y="2927350"/>
          <p14:tracePt t="47853" x="4927600" y="2927350"/>
          <p14:tracePt t="47870" x="4991100" y="2927350"/>
          <p14:tracePt t="47887" x="5111750" y="2933700"/>
          <p14:tracePt t="47903" x="5226050" y="2933700"/>
          <p14:tracePt t="47920" x="5289550" y="2933700"/>
          <p14:tracePt t="47937" x="5378450" y="2933700"/>
          <p14:tracePt t="47953" x="5429250" y="2933700"/>
          <p14:tracePt t="47970" x="5499100" y="2933700"/>
          <p14:tracePt t="47986" x="5556250" y="2933700"/>
          <p14:tracePt t="48003" x="5581650" y="2933700"/>
          <p14:tracePt t="48020" x="5632450" y="2946400"/>
          <p14:tracePt t="48036" x="5664200" y="2946400"/>
          <p14:tracePt t="48053" x="5689600" y="2946400"/>
          <p14:tracePt t="48070" x="5759450" y="2946400"/>
          <p14:tracePt t="48086" x="5822950" y="2946400"/>
          <p14:tracePt t="48103" x="5867400" y="2952750"/>
          <p14:tracePt t="48119" x="5956300" y="2959100"/>
          <p14:tracePt t="48136" x="6007100" y="2959100"/>
          <p14:tracePt t="48153" x="6140450" y="2978150"/>
          <p14:tracePt t="48169" x="6286500" y="2997200"/>
          <p14:tracePt t="48186" x="6362700" y="3016250"/>
          <p14:tracePt t="48203" x="6515100" y="3028950"/>
          <p14:tracePt t="48219" x="6565900" y="3028950"/>
          <p14:tracePt t="48235" x="6623050" y="3035300"/>
          <p14:tracePt t="48253" x="6718300" y="3035300"/>
          <p14:tracePt t="48269" x="6743700" y="3035300"/>
          <p14:tracePt t="48285" x="6762750" y="3035300"/>
          <p14:tracePt t="48302" x="6794500" y="3028950"/>
          <p14:tracePt t="48319" x="6807200" y="3028950"/>
          <p14:tracePt t="48337" x="6832600" y="3022600"/>
          <p14:tracePt t="48352" x="6838950" y="3016250"/>
          <p14:tracePt t="48400" x="6838950" y="3009900"/>
          <p14:tracePt t="48428" x="6845300" y="3009900"/>
          <p14:tracePt t="48511" x="6845300" y="3016250"/>
          <p14:tracePt t="49148" x="6788150" y="3016250"/>
          <p14:tracePt t="49162" x="6699250" y="3016250"/>
          <p14:tracePt t="49169" x="6597650" y="3009900"/>
          <p14:tracePt t="49185" x="6483350" y="3003550"/>
          <p14:tracePt t="49199" x="6356350" y="2990850"/>
          <p14:tracePt t="49215" x="6115050" y="2978150"/>
          <p14:tracePt t="49233" x="5988050" y="2971800"/>
          <p14:tracePt t="49249" x="5873750" y="2971800"/>
          <p14:tracePt t="49265" x="5607050" y="2959100"/>
          <p14:tracePt t="49282" x="5359400" y="2946400"/>
          <p14:tracePt t="49298" x="5264150" y="2952750"/>
          <p14:tracePt t="49315" x="5162550" y="2946400"/>
          <p14:tracePt t="49332" x="5048250" y="2946400"/>
          <p14:tracePt t="49348" x="4940300" y="2946400"/>
          <p14:tracePt t="49366" x="4870450" y="2965450"/>
          <p14:tracePt t="49382" x="4845050" y="2971800"/>
          <p14:tracePt t="49398" x="4813300" y="2971800"/>
          <p14:tracePt t="49415" x="4762500" y="2978150"/>
          <p14:tracePt t="49431" x="4743450" y="2984500"/>
          <p14:tracePt t="49448" x="4711700" y="2990850"/>
          <p14:tracePt t="49464" x="4667250" y="2990850"/>
          <p14:tracePt t="49481" x="4654550" y="2997200"/>
          <p14:tracePt t="49499" x="4635500" y="2997200"/>
          <p14:tracePt t="49514" x="4578350" y="2997200"/>
          <p14:tracePt t="49531" x="4527550" y="2997200"/>
          <p14:tracePt t="49549" x="4483100" y="2997200"/>
          <p14:tracePt t="49564" x="4464050" y="3003550"/>
          <p14:tracePt t="49581" x="4432300" y="3003550"/>
          <p14:tracePt t="49598" x="4381500" y="3016250"/>
          <p14:tracePt t="49614" x="4362450" y="3016250"/>
          <p14:tracePt t="49631" x="4330700" y="3022600"/>
          <p14:tracePt t="49647" x="4305300" y="3028950"/>
          <p14:tracePt t="49664" x="4292600" y="3028950"/>
          <p14:tracePt t="49681" x="4273550" y="3028950"/>
          <p14:tracePt t="49697" x="4267200" y="3028950"/>
          <p14:tracePt t="49713" x="4241800" y="3028950"/>
          <p14:tracePt t="49731" x="4197350" y="3028950"/>
          <p14:tracePt t="49747" x="4191000" y="3022600"/>
          <p14:tracePt t="50696" x="4184650" y="3016250"/>
          <p14:tracePt t="50703" x="4171950" y="2997200"/>
          <p14:tracePt t="50717" x="4159250" y="2984500"/>
          <p14:tracePt t="50726" x="4140200" y="2959100"/>
          <p14:tracePt t="50743" x="4114800" y="2946400"/>
          <p14:tracePt t="50760" x="4051300" y="2889250"/>
          <p14:tracePt t="50777" x="4025900" y="2863850"/>
          <p14:tracePt t="50793" x="3962400" y="2819400"/>
          <p14:tracePt t="50810" x="3930650" y="2794000"/>
          <p14:tracePt t="50827" x="3860800" y="2743200"/>
          <p14:tracePt t="50844" x="3810000" y="2711450"/>
          <p14:tracePt t="50859" x="3790950" y="2705100"/>
          <p14:tracePt t="50876" x="3771900" y="2692400"/>
          <p14:tracePt t="50893" x="3721100" y="2667000"/>
          <p14:tracePt t="50909" x="3683000" y="2654300"/>
          <p14:tracePt t="50926" x="3663950" y="2647950"/>
          <p14:tracePt t="50943" x="3632200" y="2635250"/>
          <p14:tracePt t="50959" x="3619500" y="2628900"/>
          <p14:tracePt t="50976" x="3594100" y="2622550"/>
          <p14:tracePt t="50993" x="3587750" y="2616200"/>
          <p14:tracePt t="51009" x="3568700" y="2609850"/>
          <p14:tracePt t="51026" x="3556000" y="2597150"/>
          <p14:tracePt t="51042" x="3549650" y="2597150"/>
          <p14:tracePt t="51076" x="3543300" y="2597150"/>
          <p14:tracePt t="51092" x="3536950" y="2590800"/>
          <p14:tracePt t="51109" x="3524250" y="2590800"/>
          <p14:tracePt t="51126" x="3511550" y="2584450"/>
          <p14:tracePt t="51158" x="3492500" y="2571750"/>
          <p14:tracePt t="51175" x="3467100" y="2565400"/>
          <p14:tracePt t="51192" x="3448050" y="2559050"/>
          <p14:tracePt t="51209" x="3397250" y="2546350"/>
          <p14:tracePt t="51225" x="3365500" y="2540000"/>
          <p14:tracePt t="51242" x="3333750" y="2520950"/>
          <p14:tracePt t="51258" x="3270250" y="2495550"/>
          <p14:tracePt t="51275" x="3200400" y="2476500"/>
          <p14:tracePt t="51291" x="3168650" y="2463800"/>
          <p14:tracePt t="51308" x="3117850" y="2444750"/>
          <p14:tracePt t="51325" x="3098800" y="2438400"/>
          <p14:tracePt t="51342" x="3054350" y="2425700"/>
          <p14:tracePt t="51358" x="3022600" y="2413000"/>
          <p14:tracePt t="51375" x="3003550" y="2406650"/>
          <p14:tracePt t="51392" x="2978150" y="2393950"/>
          <p14:tracePt t="51408" x="2971800" y="2387600"/>
          <p14:tracePt t="51424" x="2959100" y="2387600"/>
          <p14:tracePt t="51441" x="2940050" y="2368550"/>
          <p14:tracePt t="51458" x="2914650" y="2349500"/>
          <p14:tracePt t="51476" x="2889250" y="2317750"/>
          <p14:tracePt t="51491" x="2863850" y="2305050"/>
          <p14:tracePt t="51507" x="2851150" y="2286000"/>
          <p14:tracePt t="51525" x="2813050" y="2241550"/>
          <p14:tracePt t="51541" x="2787650" y="2190750"/>
          <p14:tracePt t="51557" x="2768600" y="2146300"/>
          <p14:tracePt t="51574" x="2736850" y="2095500"/>
          <p14:tracePt t="51591" x="2730500" y="2063750"/>
          <p14:tracePt t="51607" x="2724150" y="2038350"/>
          <p14:tracePt t="51624" x="2698750" y="1987550"/>
          <p14:tracePt t="51640" x="2673350" y="1911350"/>
          <p14:tracePt t="51658" x="2654300" y="1879600"/>
          <p14:tracePt t="51673" x="2609850" y="1784350"/>
          <p14:tracePt t="51690" x="2590800" y="1727200"/>
          <p14:tracePt t="51707" x="2565400" y="1657350"/>
          <p14:tracePt t="51724" x="2495550" y="1498600"/>
          <p14:tracePt t="51740" x="2451100" y="1390650"/>
          <p14:tracePt t="51757" x="2387600" y="1206500"/>
          <p14:tracePt t="51774" x="2349500" y="1130300"/>
          <p14:tracePt t="51790" x="2330450" y="1047750"/>
          <p14:tracePt t="51806" x="2279650" y="914400"/>
          <p14:tracePt t="51823" x="2247900" y="825500"/>
          <p14:tracePt t="51841" x="2222500" y="774700"/>
          <p14:tracePt t="51856" x="2209800" y="755650"/>
          <p14:tracePt t="51873" x="2209800" y="742950"/>
          <p14:tracePt t="51890" x="2203450" y="723900"/>
          <p14:tracePt t="51906" x="2203450" y="717550"/>
          <p14:tracePt t="51945" x="2203450" y="730250"/>
          <p14:tracePt t="51960" x="2203450" y="736600"/>
          <p14:tracePt t="51981" x="2203450" y="742950"/>
          <p14:tracePt t="51995" x="2203450" y="749300"/>
          <p14:tracePt t="52006" x="2203450" y="755650"/>
          <p14:tracePt t="52024" x="2209800" y="774700"/>
          <p14:tracePt t="52039" x="2209800" y="787400"/>
          <p14:tracePt t="52056" x="2216150" y="800100"/>
          <p14:tracePt t="52073" x="2228850" y="857250"/>
          <p14:tracePt t="52089" x="2247900" y="901700"/>
          <p14:tracePt t="52105" x="2286000" y="1073150"/>
          <p14:tracePt t="52122" x="2374900" y="1308100"/>
          <p14:tracePt t="52139" x="2419350" y="1466850"/>
          <p14:tracePt t="52156" x="2501900" y="1638300"/>
          <p14:tracePt t="52172" x="2609850" y="1955800"/>
          <p14:tracePt t="52188" x="2667000" y="2076450"/>
          <p14:tracePt t="52206" x="2736850" y="2273300"/>
          <p14:tracePt t="52222" x="2787650" y="2419350"/>
          <p14:tracePt t="52238" x="2794000" y="2482850"/>
          <p14:tracePt t="52255" x="2813050" y="2565400"/>
          <p14:tracePt t="52272" x="2813050" y="2597150"/>
          <p14:tracePt t="52288" x="2819400" y="2628900"/>
          <p14:tracePt t="52304" x="2819400" y="2641600"/>
          <p14:tracePt t="52322" x="2819400" y="2647950"/>
          <p14:tracePt t="52683" x="2851150" y="2647950"/>
          <p14:tracePt t="52689" x="2895600" y="2647950"/>
          <p14:tracePt t="52706" x="2971800" y="2647950"/>
          <p14:tracePt t="52720" x="3060700" y="2647950"/>
          <p14:tracePt t="52737" x="3308350" y="2654300"/>
          <p14:tracePt t="52754" x="3486150" y="2660650"/>
          <p14:tracePt t="52770" x="3924300" y="2705100"/>
          <p14:tracePt t="52786" x="4184650" y="2717800"/>
          <p14:tracePt t="52789" x="4425950" y="2730500"/>
          <p14:tracePt t="52804" x="4667250" y="2749550"/>
          <p14:tracePt t="52820" x="4883150" y="2762250"/>
          <p14:tracePt t="52837" x="5073650" y="2774950"/>
          <p14:tracePt t="52853" x="5207000" y="2781300"/>
          <p14:tracePt t="52869" x="5334000" y="2781300"/>
          <p14:tracePt t="52887" x="5511800" y="2781300"/>
          <p14:tracePt t="52903" x="5568950" y="2781300"/>
          <p14:tracePt t="52919" x="5607050" y="2781300"/>
          <p14:tracePt t="52936" x="5651500" y="2768600"/>
          <p14:tracePt t="52952" x="5657850" y="2768600"/>
          <p14:tracePt t="52970" x="5664200" y="2762250"/>
          <p14:tracePt t="52986" x="5670550" y="2755900"/>
          <p14:tracePt t="53002" x="5683250" y="2755900"/>
          <p14:tracePt t="53020" x="5683250" y="2749550"/>
          <p14:tracePt t="53051" x="5689600" y="2743200"/>
          <p14:tracePt t="53069" x="5695950" y="2743200"/>
          <p14:tracePt t="53090" x="5702300" y="2743200"/>
          <p14:tracePt t="53101" x="5708650" y="2736850"/>
          <p14:tracePt t="53120" x="5715000" y="2736850"/>
          <p14:tracePt t="53139" x="5727700" y="2730500"/>
          <p14:tracePt t="53155" x="5734050" y="2724150"/>
          <p14:tracePt t="53168" x="5740400" y="2724150"/>
          <p14:tracePt t="53185" x="5740400" y="2717800"/>
          <p14:tracePt t="53203" x="5753100" y="2711450"/>
          <p14:tracePt t="53218" x="5759450" y="2711450"/>
          <p14:tracePt t="53235" x="5765800" y="2705100"/>
          <p14:tracePt t="53252" x="5778500" y="2705100"/>
          <p14:tracePt t="53284" x="5784850" y="2698750"/>
          <p14:tracePt t="53302" x="5803900" y="2698750"/>
          <p14:tracePt t="53318" x="5810250" y="2692400"/>
          <p14:tracePt t="53335" x="5816600" y="2692400"/>
          <p14:tracePt t="53351" x="5829300" y="2686050"/>
          <p14:tracePt t="53368" x="5842000" y="2679700"/>
          <p14:tracePt t="53401" x="5854700" y="2673350"/>
          <p14:tracePt t="53422" x="5854700" y="2667000"/>
          <p14:tracePt t="53451" x="5854700" y="2660650"/>
          <p14:tracePt t="53464" x="5848350" y="2660650"/>
          <p14:tracePt t="53478" x="5842000" y="2660650"/>
          <p14:tracePt t="53491" x="5835650" y="2660650"/>
          <p14:tracePt t="53501" x="5810250" y="2654300"/>
          <p14:tracePt t="53517" x="5784850" y="2647950"/>
          <p14:tracePt t="53535" x="5613400" y="2616200"/>
          <p14:tracePt t="53550" x="5511800" y="2597150"/>
          <p14:tracePt t="53567" x="5200650" y="2552700"/>
          <p14:tracePt t="53584" x="4978400" y="2508250"/>
          <p14:tracePt t="53600" x="4572000" y="2413000"/>
          <p14:tracePt t="53617" x="4362450" y="2362200"/>
          <p14:tracePt t="53633" x="4025900" y="2260600"/>
          <p14:tracePt t="53650" x="3879850" y="2197100"/>
          <p14:tracePt t="53667" x="3695700" y="2095500"/>
          <p14:tracePt t="53683" x="3625850" y="2032000"/>
          <p14:tracePt t="53700" x="3549650" y="1962150"/>
          <p14:tracePt t="53717" x="3435350" y="1784350"/>
          <p14:tracePt t="53733" x="3378200" y="1695450"/>
          <p14:tracePt t="53750" x="3270250" y="1466850"/>
          <p14:tracePt t="53767" x="3175000" y="1244600"/>
          <p14:tracePt t="53783" x="3117850" y="1143000"/>
          <p14:tracePt t="53799" x="3079750" y="1035050"/>
          <p14:tracePt t="53803" x="3028950" y="939800"/>
          <p14:tracePt t="53817" x="2984500" y="850900"/>
          <p14:tracePt t="53833" x="2946400" y="768350"/>
          <p14:tracePt t="53850" x="2889250" y="654050"/>
          <p14:tracePt t="53866" x="2857500" y="609600"/>
          <p14:tracePt t="53883" x="2857500" y="603250"/>
          <p14:tracePt t="53900" x="2851150" y="603250"/>
          <p14:tracePt t="53941" x="2851150" y="609600"/>
          <p14:tracePt t="53949" x="2851150" y="615950"/>
          <p14:tracePt t="53962" x="2851150" y="628650"/>
          <p14:tracePt t="53969" x="2851150" y="635000"/>
          <p14:tracePt t="53985" x="2851150" y="641350"/>
          <p14:tracePt t="54005" x="2844800" y="654050"/>
          <p14:tracePt t="54019" x="2844800" y="660400"/>
          <p14:tracePt t="54033" x="2838450" y="660400"/>
          <p14:tracePt t="54049" x="2794000" y="673100"/>
          <p14:tracePt t="54065" x="2768600" y="685800"/>
          <p14:tracePt t="54082" x="2686050" y="711200"/>
          <p14:tracePt t="54098" x="2628900" y="717550"/>
          <p14:tracePt t="54115" x="2514600" y="717550"/>
          <p14:tracePt t="54132" x="2406650" y="723900"/>
          <p14:tracePt t="54148" x="2355850" y="723900"/>
          <p14:tracePt t="54167" x="2273300" y="717550"/>
          <p14:tracePt t="54182" x="2247900" y="717550"/>
          <p14:tracePt t="54198" x="2203450" y="711200"/>
          <p14:tracePt t="54216" x="2184400" y="704850"/>
          <p14:tracePt t="54231" x="2171700" y="698500"/>
          <p14:tracePt t="54264" x="2165350" y="692150"/>
          <p14:tracePt t="54281" x="2159000" y="685800"/>
          <p14:tracePt t="54314" x="2159000" y="679450"/>
          <p14:tracePt t="54331" x="2159000" y="666750"/>
          <p14:tracePt t="54349" x="2165350" y="660400"/>
          <p14:tracePt t="54364" x="2165350" y="647700"/>
          <p14:tracePt t="54381" x="2165350" y="628650"/>
          <p14:tracePt t="54398" x="2165350" y="615950"/>
          <p14:tracePt t="54414" x="2165350" y="577850"/>
          <p14:tracePt t="54431" x="2146300" y="552450"/>
          <p14:tracePt t="54447" x="2095500" y="488950"/>
          <p14:tracePt t="54464" x="2012950" y="387350"/>
          <p14:tracePt t="54481" x="1968500" y="336550"/>
          <p14:tracePt t="54497" x="1847850" y="228600"/>
          <p14:tracePt t="54513" x="1803400" y="196850"/>
          <p14:tracePt t="54531" x="1720850" y="120650"/>
          <p14:tracePt t="54547" x="1701800" y="101600"/>
          <p14:tracePt t="54563" x="1682750" y="82550"/>
          <p14:tracePt t="54581" x="1670050" y="76200"/>
          <p14:tracePt t="54597" x="1663700" y="76200"/>
          <p14:tracePt t="54613" x="1663700" y="82550"/>
          <p14:tracePt t="54646" x="1663700" y="95250"/>
          <p14:tracePt t="54664" x="1663700" y="101600"/>
          <p14:tracePt t="54679" x="1663700" y="120650"/>
          <p14:tracePt t="54696" x="1670050" y="127000"/>
          <p14:tracePt t="54714" x="1676400" y="139700"/>
          <p14:tracePt t="54730" x="1682750" y="146050"/>
          <p14:tracePt t="54746" x="1695450" y="171450"/>
          <p14:tracePt t="54763" x="1733550" y="215900"/>
          <p14:tracePt t="54779" x="1752600" y="234950"/>
          <p14:tracePt t="54796" x="1778000" y="273050"/>
          <p14:tracePt t="54813" x="1847850" y="336550"/>
          <p14:tracePt t="54829" x="1905000" y="400050"/>
          <p14:tracePt t="54847" x="1962150" y="463550"/>
          <p14:tracePt t="54862" x="1987550" y="488950"/>
          <p14:tracePt t="54879" x="2006600" y="508000"/>
          <p14:tracePt t="54897" x="2044700" y="546100"/>
          <p14:tracePt t="54913" x="2063750" y="565150"/>
          <p14:tracePt t="54929" x="2101850" y="603250"/>
          <p14:tracePt t="54946" x="2127250" y="622300"/>
          <p14:tracePt t="54962" x="2133600" y="635000"/>
          <p14:tracePt t="54979" x="2139950" y="641350"/>
          <p14:tracePt t="54995" x="2152650" y="647700"/>
          <p14:tracePt t="55012" x="2152650" y="654050"/>
          <p14:tracePt t="55050" x="2159000" y="660400"/>
          <p14:tracePt t="55072" x="2165350" y="660400"/>
          <p14:tracePt t="55106" x="2165350" y="666750"/>
          <p14:tracePt t="55142" x="2171700" y="673100"/>
          <p14:tracePt t="55437" x="2171700" y="679450"/>
          <p14:tracePt t="55451" x="2178050" y="685800"/>
          <p14:tracePt t="55472" x="2178050" y="692150"/>
          <p14:tracePt t="55479" x="2184400" y="692150"/>
          <p14:tracePt t="55493" x="2184400" y="698500"/>
          <p14:tracePt t="55500" x="2190750" y="704850"/>
          <p14:tracePt t="55514" x="2197100" y="717550"/>
          <p14:tracePt t="55527" x="2203450" y="736600"/>
          <p14:tracePt t="55543" x="2209800" y="768350"/>
          <p14:tracePt t="55560" x="2254250" y="901700"/>
          <p14:tracePt t="55578" x="2317750" y="1098550"/>
          <p14:tracePt t="55593" x="2349500" y="1225550"/>
          <p14:tracePt t="55610" x="2393950" y="1358900"/>
          <p14:tracePt t="55627" x="2457450" y="1612900"/>
          <p14:tracePt t="55643" x="2514600" y="1860550"/>
          <p14:tracePt t="55660" x="2520950" y="1949450"/>
          <p14:tracePt t="55676" x="2552700" y="2108200"/>
          <p14:tracePt t="55693" x="2571750" y="2171700"/>
          <p14:tracePt t="55711" x="2578100" y="2241550"/>
          <p14:tracePt t="55726" x="2584450" y="2273300"/>
          <p14:tracePt t="55743" x="2584450" y="2305050"/>
          <p14:tracePt t="55760" x="2584450" y="2311400"/>
          <p14:tracePt t="55776" x="2584450" y="2317750"/>
          <p14:tracePt t="56034" x="2578100" y="2317750"/>
          <p14:tracePt t="56048" x="2571750" y="2324100"/>
          <p14:tracePt t="56054" x="2552700" y="2336800"/>
          <p14:tracePt t="56069" x="2533650" y="2349500"/>
          <p14:tracePt t="56078" x="2514600" y="2362200"/>
          <p14:tracePt t="56091" x="2482850" y="2368550"/>
          <p14:tracePt t="56108" x="2451100" y="2381250"/>
          <p14:tracePt t="56125" x="2362200" y="2425700"/>
          <p14:tracePt t="56142" x="2330450" y="2444750"/>
          <p14:tracePt t="56158" x="2273300" y="2463800"/>
          <p14:tracePt t="56175" x="2228850" y="2482850"/>
          <p14:tracePt t="56191" x="2216150" y="2489200"/>
          <p14:tracePt t="56209" x="2203450" y="2495550"/>
          <p14:tracePt t="56224" x="2197100" y="2501900"/>
          <p14:tracePt t="56241" x="2184400" y="2508250"/>
          <p14:tracePt t="56258" x="2184400" y="2514600"/>
          <p14:tracePt t="56290" x="2184400" y="2520950"/>
          <p14:tracePt t="56328" x="2190750" y="2520950"/>
          <p14:tracePt t="56349" x="2197100" y="2520950"/>
          <p14:tracePt t="56357" x="2203450" y="2520950"/>
          <p14:tracePt t="56371" x="2216150" y="2520950"/>
          <p14:tracePt t="56377" x="2222500" y="2520950"/>
          <p14:tracePt t="56393" x="2235200" y="2520950"/>
          <p14:tracePt t="56407" x="2247900" y="2514600"/>
          <p14:tracePt t="56424" x="2266950" y="2514600"/>
          <p14:tracePt t="56441" x="2330450" y="2514600"/>
          <p14:tracePt t="56457" x="2451100" y="2514600"/>
          <p14:tracePt t="56474" x="2527300" y="2514600"/>
          <p14:tracePt t="56490" x="2679700" y="2514600"/>
          <p14:tracePt t="56507" x="2743200" y="2514600"/>
          <p14:tracePt t="56523" x="2819400" y="2514600"/>
          <p14:tracePt t="56540" x="2933700" y="2520950"/>
          <p14:tracePt t="56557" x="3028950" y="2520950"/>
          <p14:tracePt t="56574" x="3054350" y="2520950"/>
          <p14:tracePt t="56590" x="3092450" y="2520950"/>
          <p14:tracePt t="56607" x="3105150" y="2520950"/>
          <p14:tracePt t="56624" x="3124200" y="2520950"/>
          <p14:tracePt t="56640" x="3130550" y="2520950"/>
          <p14:tracePt t="56674" x="3136900" y="2520950"/>
          <p14:tracePt t="56715" x="3143250" y="2520950"/>
          <p14:tracePt t="56735" x="3149600" y="2520950"/>
          <p14:tracePt t="56757" x="3155950" y="2520950"/>
          <p14:tracePt t="56771" x="3168650" y="2520950"/>
          <p14:tracePt t="56778" x="3175000" y="2520950"/>
          <p14:tracePt t="56792" x="3187700" y="2520950"/>
          <p14:tracePt t="56806" x="3200400" y="2520950"/>
          <p14:tracePt t="56823" x="3244850" y="2520950"/>
          <p14:tracePt t="56839" x="3276600" y="2520950"/>
          <p14:tracePt t="56842" x="3302000" y="2520950"/>
          <p14:tracePt t="56856" x="3346450" y="2533650"/>
          <p14:tracePt t="56872" x="3371850" y="2533650"/>
          <p14:tracePt t="56889" x="3441700" y="2533650"/>
          <p14:tracePt t="56905" x="3498850" y="2533650"/>
          <p14:tracePt t="56922" x="3517900" y="2533650"/>
          <p14:tracePt t="56940" x="3556000" y="2533650"/>
          <p14:tracePt t="56955" x="3568700" y="2533650"/>
          <p14:tracePt t="56972" x="3581400" y="2533650"/>
          <p14:tracePt t="56989" x="3632200" y="2533650"/>
          <p14:tracePt t="57005" x="3695700" y="2533650"/>
          <p14:tracePt t="57022" x="3759200" y="2533650"/>
          <p14:tracePt t="57038" x="3943350" y="2533650"/>
          <p14:tracePt t="57055" x="4070350" y="2546350"/>
          <p14:tracePt t="57072" x="4222750" y="2546350"/>
          <p14:tracePt t="57088" x="4533900" y="2546350"/>
          <p14:tracePt t="57105" x="4724400" y="2559050"/>
          <p14:tracePt t="57122" x="5092700" y="2559050"/>
          <p14:tracePt t="57138" x="5213350" y="2559050"/>
          <p14:tracePt t="57155" x="5321300" y="2546350"/>
          <p14:tracePt t="57172" x="5473700" y="2527300"/>
          <p14:tracePt t="57188" x="5530850" y="2514600"/>
          <p14:tracePt t="57204" x="5588000" y="2514600"/>
          <p14:tracePt t="57221" x="5626100" y="2514600"/>
          <p14:tracePt t="57238" x="5638800" y="2514600"/>
          <p14:tracePt t="57255" x="5657850" y="2514600"/>
          <p14:tracePt t="57271" x="5676900" y="2514600"/>
          <p14:tracePt t="57287" x="5689600" y="2514600"/>
          <p14:tracePt t="57305" x="5702300" y="2514600"/>
          <p14:tracePt t="57320" x="5708650" y="2514600"/>
          <p14:tracePt t="57337" x="5721350" y="2514600"/>
          <p14:tracePt t="57354" x="5734050" y="2514600"/>
          <p14:tracePt t="57371" x="5740400" y="2520950"/>
          <p14:tracePt t="57387" x="5759450" y="2520950"/>
          <p14:tracePt t="57404" x="5778500" y="2527300"/>
          <p14:tracePt t="57438" x="5797550" y="2527300"/>
          <p14:tracePt t="57454" x="5810250" y="2527300"/>
          <p14:tracePt t="57470" x="5842000" y="2527300"/>
          <p14:tracePt t="57487" x="5886450" y="2533650"/>
          <p14:tracePt t="57503" x="5911850" y="2540000"/>
          <p14:tracePt t="57520" x="5969000" y="2552700"/>
          <p14:tracePt t="57537" x="6083300" y="2559050"/>
          <p14:tracePt t="57553" x="6216650" y="2578100"/>
          <p14:tracePt t="57571" x="6292850" y="2590800"/>
          <p14:tracePt t="57586" x="6451600" y="2616200"/>
          <p14:tracePt t="57603" x="6540500" y="2628900"/>
          <p14:tracePt t="57620" x="6642100" y="2635250"/>
          <p14:tracePt t="57637" x="6845300" y="2647950"/>
          <p14:tracePt t="57653" x="6934200" y="2660650"/>
          <p14:tracePt t="57670" x="7112000" y="2660650"/>
          <p14:tracePt t="57686" x="7200900" y="2654300"/>
          <p14:tracePt t="57703" x="7277100" y="2654300"/>
          <p14:tracePt t="57719" x="7366000" y="2654300"/>
          <p14:tracePt t="57736" x="7461250" y="2641600"/>
          <p14:tracePt t="57753" x="7600950" y="2622550"/>
          <p14:tracePt t="57769" x="7651750" y="2622550"/>
          <p14:tracePt t="57786" x="7715250" y="2616200"/>
          <p14:tracePt t="57803" x="7753350" y="2616200"/>
          <p14:tracePt t="57819" x="7766050" y="2616200"/>
          <p14:tracePt t="57836" x="7772400" y="2616200"/>
          <p14:tracePt t="57852" x="7785100" y="2616200"/>
          <p14:tracePt t="57869" x="7791450" y="2616200"/>
          <p14:tracePt t="57885" x="7797800" y="2616200"/>
          <p14:tracePt t="57902" x="7810500" y="2609850"/>
          <p14:tracePt t="57936" x="7829550" y="2603500"/>
          <p14:tracePt t="57968" x="7848600" y="2597150"/>
          <p14:tracePt t="57986" x="7861300" y="2590800"/>
          <p14:tracePt t="58001" x="7874000" y="2590800"/>
          <p14:tracePt t="58018" x="7886700" y="2590800"/>
          <p14:tracePt t="58035" x="7912100" y="2584450"/>
          <p14:tracePt t="58051" x="7931150" y="2584450"/>
          <p14:tracePt t="58068" x="7937500" y="2584450"/>
          <p14:tracePt t="58085" x="7950200" y="2584450"/>
          <p14:tracePt t="58101" x="7956550" y="2584450"/>
          <p14:tracePt t="58119" x="7962900" y="2578100"/>
          <p14:tracePt t="58134" x="7969250" y="2578100"/>
          <p14:tracePt t="58151" x="7975600" y="2578100"/>
          <p14:tracePt t="58210" x="7975600" y="2584450"/>
          <p14:tracePt t="58677" x="7899400" y="2565400"/>
          <p14:tracePt t="58691" x="7785100" y="2520950"/>
          <p14:tracePt t="58700" x="7664450" y="2489200"/>
          <p14:tracePt t="58713" x="7537450" y="2444750"/>
          <p14:tracePt t="58720" x="7372350" y="2381250"/>
          <p14:tracePt t="58735" x="7188200" y="2330450"/>
          <p14:tracePt t="58749" x="7029450" y="2286000"/>
          <p14:tracePt t="58766" x="6661150" y="2165350"/>
          <p14:tracePt t="58785" x="6267450" y="2038350"/>
          <p14:tracePt t="58798" x="6083300" y="1987550"/>
          <p14:tracePt t="58815" x="5886450" y="1962150"/>
          <p14:tracePt t="58833" x="5486400" y="1885950"/>
          <p14:tracePt t="58849" x="5187950" y="1847850"/>
          <p14:tracePt t="58865" x="5041900" y="1828800"/>
          <p14:tracePt t="58882" x="4819650" y="1797050"/>
          <p14:tracePt t="58898" x="4711700" y="1797050"/>
          <p14:tracePt t="58915" x="4603750" y="1784350"/>
          <p14:tracePt t="58932" x="4400550" y="1765300"/>
          <p14:tracePt t="58948" x="4216400" y="1714500"/>
          <p14:tracePt t="58966" x="4070350" y="1625600"/>
          <p14:tracePt t="58982" x="3943350" y="1587500"/>
        </p14:tracePtLst>
      </p14:laserTraceLst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533400" y="76200"/>
            <a:ext cx="8077200" cy="762000"/>
          </a:xfrm>
        </p:spPr>
        <p:txBody>
          <a:bodyPr/>
          <a:lstStyle/>
          <a:p>
            <a:r>
              <a:rPr lang="en-US" altLang="en-US" b="1" dirty="0"/>
              <a:t>Function Annotations</a:t>
            </a:r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228600" y="987552"/>
            <a:ext cx="8763000" cy="5870448"/>
          </a:xfrm>
        </p:spPr>
        <p:txBody>
          <a:bodyPr/>
          <a:lstStyle/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:float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  <a:r>
              <a:rPr lang="en-US" altLang="en-US" sz="12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return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6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rgbClr val="FFCCCC"/>
                </a:solidFill>
                <a:latin typeface="Lucida Fax" panose="02060602050505020204" pitchFamily="18" charset="0"/>
              </a:rPr>
              <a:t>#</a:t>
            </a:r>
            <a:r>
              <a:rPr lang="en-US" altLang="en-US" spc="-50" dirty="0">
                <a:solidFill>
                  <a:srgbClr val="FFCCCC"/>
                </a:solidFill>
                <a:latin typeface="Lucida Fax" panose="02060602050505020204" pitchFamily="18" charset="0"/>
              </a:rPr>
              <a:t>an</a:t>
            </a:r>
            <a:r>
              <a:rPr lang="en-US" altLang="en-US" sz="2000" spc="-50" dirty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pc="-50" dirty="0">
                <a:solidFill>
                  <a:srgbClr val="FFCCCC"/>
                </a:solidFill>
                <a:latin typeface="Lucida Fax" panose="02060602050505020204" pitchFamily="18" charset="0"/>
              </a:rPr>
              <a:t>annotated</a:t>
            </a:r>
            <a:r>
              <a:rPr lang="en-US" altLang="en-US" sz="2000" spc="-50" dirty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pc="-50" dirty="0">
                <a:solidFill>
                  <a:srgbClr val="FF0000"/>
                </a:solidFill>
                <a:latin typeface="Lucida Fax" panose="02060602050505020204" pitchFamily="18" charset="0"/>
              </a:rPr>
              <a:t>argument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160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rgbClr val="FFC000"/>
                </a:solidFill>
                <a:latin typeface="Lucida Fax" panose="02060602050505020204" pitchFamily="18" charset="0"/>
              </a:rPr>
              <a:t>#It gave no error message, so </a:t>
            </a:r>
            <a:r>
              <a:rPr lang="en-US" altLang="en-US" dirty="0">
                <a:solidFill>
                  <a:srgbClr val="FF0000"/>
                </a:solidFill>
                <a:latin typeface="Lucida Fax" panose="02060602050505020204" pitchFamily="18" charset="0"/>
              </a:rPr>
              <a:t>this syntax </a:t>
            </a:r>
            <a:r>
              <a:rPr lang="en-US" altLang="en-US" dirty="0">
                <a:solidFill>
                  <a:srgbClr val="FFC000"/>
                </a:solidFill>
                <a:latin typeface="Lucida Fax" panose="02060602050505020204" pitchFamily="18" charset="0"/>
              </a:rPr>
              <a:t>is OK.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pc="-20" dirty="0">
                <a:solidFill>
                  <a:schemeClr val="tx1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b="1" spc="-20" dirty="0">
                <a:solidFill>
                  <a:srgbClr val="FF0000"/>
                </a:solidFill>
                <a:latin typeface="Lucida Console" panose="020B0609040504020204" pitchFamily="49" charset="0"/>
              </a:rPr>
              <a:t>1+2j</a:t>
            </a:r>
            <a:r>
              <a:rPr lang="en-US" altLang="en-US" spc="-1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pc="-20" dirty="0">
                <a:solidFill>
                  <a:srgbClr val="FFCCCC"/>
                </a:solidFill>
                <a:latin typeface="Lucida Fax" panose="02060602050505020204" pitchFamily="18" charset="0"/>
              </a:rPr>
              <a:t>#</a:t>
            </a:r>
            <a:r>
              <a:rPr lang="en-US" altLang="en-US" spc="-30" dirty="0">
                <a:solidFill>
                  <a:srgbClr val="FFCCCC"/>
                </a:solidFill>
                <a:latin typeface="Lucida Fax" panose="02060602050505020204" pitchFamily="18" charset="0"/>
              </a:rPr>
              <a:t>What</a:t>
            </a:r>
            <a:r>
              <a:rPr lang="en-US" altLang="en-US" sz="2000" spc="-30" dirty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pc="-30" dirty="0">
                <a:solidFill>
                  <a:srgbClr val="FFCCCC"/>
                </a:solidFill>
                <a:latin typeface="Lucida Fax" panose="02060602050505020204" pitchFamily="18" charset="0"/>
              </a:rPr>
              <a:t>happens</a:t>
            </a:r>
            <a:r>
              <a:rPr lang="en-US" altLang="en-US" sz="2000" spc="-30" dirty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pc="-30" dirty="0">
                <a:solidFill>
                  <a:srgbClr val="FFCCCC"/>
                </a:solidFill>
                <a:latin typeface="Lucida Fax" panose="02060602050505020204" pitchFamily="18" charset="0"/>
              </a:rPr>
              <a:t>if the</a:t>
            </a:r>
            <a:r>
              <a:rPr lang="en-US" altLang="en-US" sz="2000" spc="-30" dirty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pc="-30" dirty="0">
                <a:solidFill>
                  <a:srgbClr val="FFCCCC"/>
                </a:solidFill>
                <a:latin typeface="Lucida Fax" panose="02060602050505020204" pitchFamily="18" charset="0"/>
              </a:rPr>
              <a:t>argument</a:t>
            </a:r>
            <a:r>
              <a:rPr lang="en-US" altLang="en-US" sz="2000" spc="-30" dirty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pc="-30" dirty="0">
                <a:solidFill>
                  <a:srgbClr val="FFCCCC"/>
                </a:solidFill>
                <a:latin typeface="Lucida Fax" panose="02060602050505020204" pitchFamily="18" charset="0"/>
              </a:rPr>
              <a:t>is</a:t>
            </a:r>
            <a:r>
              <a:rPr lang="en-US" altLang="en-US" spc="-50" dirty="0">
                <a:solidFill>
                  <a:srgbClr val="FFCCCC"/>
                </a:solidFill>
                <a:latin typeface="Lucida Fax" panose="02060602050505020204" pitchFamily="18" charset="0"/>
              </a:rPr>
              <a:t>n't</a:t>
            </a:r>
            <a:r>
              <a:rPr lang="en-US" altLang="en-US" sz="2000" spc="-20" dirty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spc="-20" dirty="0">
                <a:solidFill>
                  <a:srgbClr val="FFCCCC"/>
                </a:solidFill>
                <a:latin typeface="Lucida Fax" panose="02060602050505020204" pitchFamily="18" charset="0"/>
              </a:rPr>
              <a:t>a</a:t>
            </a:r>
            <a:r>
              <a:rPr lang="en-US" altLang="en-US" sz="2000" spc="-20" dirty="0">
                <a:solidFill>
                  <a:srgbClr val="FFCCCC"/>
                </a:solidFill>
                <a:latin typeface="Lucida Fax" panose="02060602050505020204" pitchFamily="18" charset="0"/>
              </a:rPr>
              <a:t> </a:t>
            </a:r>
            <a:r>
              <a:rPr lang="en-US" altLang="en-US" b="1" spc="-20" dirty="0">
                <a:solidFill>
                  <a:srgbClr val="FF0000"/>
                </a:solidFill>
                <a:latin typeface="Lucida Fax" panose="02060602050505020204" pitchFamily="18" charset="0"/>
              </a:rPr>
              <a:t>float</a:t>
            </a:r>
            <a:r>
              <a:rPr lang="en-US" altLang="en-US" spc="-20" dirty="0">
                <a:solidFill>
                  <a:srgbClr val="FFCCCC"/>
                </a:solidFill>
                <a:latin typeface="Lucida Fax" panose="02060602050505020204" pitchFamily="18" charset="0"/>
              </a:rPr>
              <a:t>?</a:t>
            </a:r>
            <a:endParaRPr lang="en-US" altLang="en-US" spc="-2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(1+2j)</a:t>
            </a:r>
          </a:p>
          <a:p>
            <a:pPr marL="0" lvl="1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f(x)</a:t>
            </a:r>
            <a:r>
              <a:rPr lang="en-US" altLang="en-US" b="1" dirty="0">
                <a:solidFill>
                  <a:srgbClr val="C00000"/>
                </a:solidFill>
                <a:latin typeface="Lucida Console" panose="020B0609040504020204" pitchFamily="49" charset="0"/>
              </a:rPr>
              <a:t>-&gt;</a:t>
            </a:r>
            <a:r>
              <a:rPr lang="en-US" altLang="en-US" b="1" dirty="0" err="1">
                <a:solidFill>
                  <a:srgbClr val="C00000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  <a:r>
              <a:rPr lang="en-US" altLang="en-US" sz="14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return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12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rgbClr val="FFCCCC"/>
                </a:solidFill>
                <a:latin typeface="Lucida Fax" panose="02060602050505020204" pitchFamily="18" charset="0"/>
              </a:rPr>
              <a:t>#annotated </a:t>
            </a:r>
            <a:r>
              <a:rPr lang="en-US" altLang="en-US" dirty="0">
                <a:solidFill>
                  <a:srgbClr val="C00000"/>
                </a:solidFill>
                <a:latin typeface="Lucida Fax" panose="02060602050505020204" pitchFamily="18" charset="0"/>
              </a:rPr>
              <a:t>return value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160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rgbClr val="FFC000"/>
                </a:solidFill>
                <a:latin typeface="Lucida Fax" panose="02060602050505020204" pitchFamily="18" charset="0"/>
              </a:rPr>
              <a:t>#It gave no error message, so </a:t>
            </a:r>
            <a:r>
              <a:rPr lang="en-US" altLang="en-US" dirty="0">
                <a:solidFill>
                  <a:srgbClr val="C00000"/>
                </a:solidFill>
                <a:latin typeface="Lucida Fax" panose="02060602050505020204" pitchFamily="18" charset="0"/>
              </a:rPr>
              <a:t>this syntax </a:t>
            </a:r>
            <a:r>
              <a:rPr lang="en-US" altLang="en-US" dirty="0">
                <a:solidFill>
                  <a:srgbClr val="FFC000"/>
                </a:solidFill>
                <a:latin typeface="Lucida Fax" panose="02060602050505020204" pitchFamily="18" charset="0"/>
              </a:rPr>
              <a:t>is OK.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f(4.1)</a:t>
            </a:r>
            <a:r>
              <a:rPr lang="en-US" altLang="en-US" dirty="0">
                <a:solidFill>
                  <a:srgbClr val="FFCCCC"/>
                </a:solidFill>
                <a:latin typeface="Lucida Fax" panose="02060602050505020204" pitchFamily="18" charset="0"/>
              </a:rPr>
              <a:t>  #Will it return an </a:t>
            </a:r>
            <a:r>
              <a:rPr lang="en-US" altLang="en-US" b="1" dirty="0" err="1">
                <a:solidFill>
                  <a:srgbClr val="C00000"/>
                </a:solidFill>
                <a:latin typeface="Lucida Fax" panose="02060602050505020204" pitchFamily="18" charset="0"/>
              </a:rPr>
              <a:t>int</a:t>
            </a:r>
            <a:r>
              <a:rPr lang="en-US" altLang="en-US" dirty="0">
                <a:solidFill>
                  <a:srgbClr val="FFCCCC"/>
                </a:solidFill>
                <a:latin typeface="Lucida Fax" panose="02060602050505020204" pitchFamily="18" charset="0"/>
              </a:rPr>
              <a:t>?</a:t>
            </a:r>
            <a:endParaRPr lang="en-US" altLang="en-US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b="1" dirty="0">
                <a:solidFill>
                  <a:srgbClr val="C00000"/>
                </a:solidFill>
                <a:latin typeface="Lucida Console" panose="020B0609040504020204" pitchFamily="49" charset="0"/>
              </a:rPr>
              <a:t>4.1</a:t>
            </a:r>
          </a:p>
          <a:p>
            <a:pPr marL="0" lvl="1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pc="-30" dirty="0">
                <a:solidFill>
                  <a:schemeClr val="tx1"/>
                </a:solidFill>
                <a:latin typeface="Lucida Console" panose="020B0609040504020204" pitchFamily="49" charset="0"/>
              </a:rPr>
              <a:t>foo(</a:t>
            </a:r>
            <a:r>
              <a:rPr lang="en-US" altLang="en-US" spc="-3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a:int</a:t>
            </a:r>
            <a:r>
              <a:rPr lang="en-US" altLang="en-US" spc="-3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pc="-3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b:expression</a:t>
            </a:r>
            <a:r>
              <a:rPr lang="en-US" altLang="en-US" spc="-30" dirty="0">
                <a:solidFill>
                  <a:schemeClr val="tx1"/>
                </a:solidFill>
                <a:latin typeface="Lucida Console" panose="020B0609040504020204" pitchFamily="49" charset="0"/>
              </a:rPr>
              <a:t>):return</a:t>
            </a:r>
            <a:r>
              <a:rPr lang="en-US" altLang="en-US" sz="1800" spc="-3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3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a+b</a:t>
            </a:r>
            <a:r>
              <a:rPr lang="en-US" altLang="en-US" dirty="0" err="1">
                <a:solidFill>
                  <a:srgbClr val="FFCCCC"/>
                </a:solidFill>
                <a:latin typeface="Lucida Fax" panose="02060602050505020204" pitchFamily="18" charset="0"/>
              </a:rPr>
              <a:t>#</a:t>
            </a:r>
            <a:r>
              <a:rPr lang="en-US" altLang="en-US" b="1" dirty="0" err="1">
                <a:solidFill>
                  <a:srgbClr val="00B0F0"/>
                </a:solidFill>
                <a:latin typeface="Lucida Fax" panose="02060602050505020204" pitchFamily="18" charset="0"/>
              </a:rPr>
              <a:t>m</a:t>
            </a:r>
            <a:r>
              <a:rPr lang="en-US" altLang="en-US" b="1" dirty="0" err="1">
                <a:solidFill>
                  <a:srgbClr val="00B050"/>
                </a:solidFill>
                <a:latin typeface="Lucida Fax" panose="02060602050505020204" pitchFamily="18" charset="0"/>
              </a:rPr>
              <a:t>u</a:t>
            </a:r>
            <a:r>
              <a:rPr lang="en-US" altLang="en-US" b="1" dirty="0" err="1">
                <a:solidFill>
                  <a:srgbClr val="00B0F0"/>
                </a:solidFill>
                <a:latin typeface="Lucida Fax" panose="02060602050505020204" pitchFamily="18" charset="0"/>
              </a:rPr>
              <a:t>l</a:t>
            </a:r>
            <a:r>
              <a:rPr lang="en-US" altLang="en-US" b="1" dirty="0" err="1">
                <a:solidFill>
                  <a:srgbClr val="00B050"/>
                </a:solidFill>
                <a:latin typeface="Lucida Fax" panose="02060602050505020204" pitchFamily="18" charset="0"/>
              </a:rPr>
              <a:t>t</a:t>
            </a:r>
            <a:r>
              <a:rPr lang="en-US" altLang="en-US" b="1" dirty="0" err="1">
                <a:solidFill>
                  <a:srgbClr val="00B0F0"/>
                </a:solidFill>
                <a:latin typeface="Lucida Fax" panose="02060602050505020204" pitchFamily="18" charset="0"/>
              </a:rPr>
              <a:t>i</a:t>
            </a:r>
            <a:endParaRPr lang="en-US" altLang="en-US" b="1" dirty="0">
              <a:solidFill>
                <a:srgbClr val="00B0F0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def foo(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a,b:expression</a:t>
            </a:r>
            <a:r>
              <a:rPr lang="en-US" altLang="en-US" b="1" dirty="0">
                <a:solidFill>
                  <a:srgbClr val="C40C94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b="1" spc="-100" dirty="0">
                <a:solidFill>
                  <a:srgbClr val="C40C94"/>
                </a:solidFill>
                <a:latin typeface="Lucida Console" panose="020B0609040504020204" pitchFamily="49" charset="0"/>
              </a:rPr>
              <a:t>5</a:t>
            </a:r>
            <a:r>
              <a:rPr lang="en-US" altLang="en-US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):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return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a+b</a:t>
            </a:r>
            <a:r>
              <a:rPr lang="en-US" altLang="en-US" dirty="0" err="1">
                <a:solidFill>
                  <a:srgbClr val="FFCCCC"/>
                </a:solidFill>
                <a:latin typeface="Lucida Fax" panose="02060602050505020204" pitchFamily="18" charset="0"/>
              </a:rPr>
              <a:t>#</a:t>
            </a:r>
            <a:r>
              <a:rPr lang="en-US" altLang="en-US" b="1" dirty="0" err="1">
                <a:solidFill>
                  <a:srgbClr val="C40C94"/>
                </a:solidFill>
                <a:latin typeface="Lucida Fax" panose="02060602050505020204" pitchFamily="18" charset="0"/>
              </a:rPr>
              <a:t>default</a:t>
            </a:r>
            <a:endParaRPr lang="en-US" altLang="en-US" b="1" dirty="0">
              <a:solidFill>
                <a:srgbClr val="C40C94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f(</a:t>
            </a:r>
            <a:r>
              <a:rPr lang="en-US" altLang="en-US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:'what</a:t>
            </a:r>
            <a:r>
              <a:rPr lang="en-US" altLang="en-US" b="1" dirty="0">
                <a:solidFill>
                  <a:srgbClr val="FF0000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b="1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b="1" dirty="0">
                <a:solidFill>
                  <a:srgbClr val="00B050"/>
                </a:solidFill>
                <a:latin typeface="Lucida Console" panose="020B0609040504020204" pitchFamily="49" charset="0"/>
              </a:rPr>
              <a:t>y:'ever'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dirty="0">
                <a:solidFill>
                  <a:schemeClr val="accent2"/>
                </a:solidFill>
                <a:latin typeface="Lucida Console" panose="020B0609040504020204" pitchFamily="49" charset="0"/>
              </a:rPr>
              <a:t>-&gt;str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  <a:r>
              <a:rPr lang="en-US" altLang="en-US" sz="12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return</a:t>
            </a:r>
            <a:r>
              <a:rPr lang="en-US" alt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6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endParaRPr lang="en-US" altLang="en-US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</a:t>
            </a:r>
            <a:r>
              <a:rPr lang="en-US" altLang="en-US" sz="1600" dirty="0">
                <a:solidFill>
                  <a:schemeClr val="bg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00" dirty="0">
                <a:solidFill>
                  <a:srgbClr val="FFC000"/>
                </a:solidFill>
                <a:latin typeface="Lucida Fax" panose="02060602050505020204" pitchFamily="18" charset="0"/>
              </a:rPr>
              <a:t>#So what did we learn? Anno</a:t>
            </a:r>
            <a:r>
              <a:rPr lang="en-US" altLang="en-US" dirty="0">
                <a:solidFill>
                  <a:srgbClr val="FFC000"/>
                </a:solidFill>
                <a:latin typeface="Lucida Fax" panose="02060602050505020204" pitchFamily="18" charset="0"/>
              </a:rPr>
              <a:t>t</a:t>
            </a:r>
            <a:r>
              <a:rPr lang="en-US" altLang="en-US" spc="-100" dirty="0">
                <a:solidFill>
                  <a:srgbClr val="FFC000"/>
                </a:solidFill>
                <a:latin typeface="Lucida Fax" panose="02060602050505020204" pitchFamily="18" charset="0"/>
              </a:rPr>
              <a:t>a</a:t>
            </a:r>
            <a:r>
              <a:rPr lang="en-US" altLang="en-US" dirty="0">
                <a:solidFill>
                  <a:srgbClr val="FFC000"/>
                </a:solidFill>
                <a:latin typeface="Lucida Fax" panose="02060602050505020204" pitchFamily="18" charset="0"/>
              </a:rPr>
              <a:t>t</a:t>
            </a:r>
            <a:r>
              <a:rPr lang="en-US" altLang="en-US" spc="-100" dirty="0">
                <a:solidFill>
                  <a:srgbClr val="FFC000"/>
                </a:solidFill>
                <a:latin typeface="Lucida Fax" panose="02060602050505020204" pitchFamily="18" charset="0"/>
              </a:rPr>
              <a:t>ions are legal &amp; useless.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2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1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f.</a:t>
            </a:r>
            <a:r>
              <a:rPr lang="en-US" altLang="en-US" spc="-5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_annotat</a:t>
            </a:r>
            <a:r>
              <a:rPr lang="en-US" altLang="en-US" spc="-1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ion</a:t>
            </a:r>
            <a:r>
              <a:rPr lang="en-US" altLang="en-US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s</a:t>
            </a:r>
            <a:r>
              <a:rPr lang="en-US" altLang="en-US" spc="-5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_</a:t>
            </a:r>
            <a:r>
              <a:rPr lang="en-US" altLang="en-US" spc="-100" dirty="0" err="1">
                <a:solidFill>
                  <a:srgbClr val="C00000"/>
                </a:solidFill>
                <a:latin typeface="Lucida Fax" panose="02060602050505020204" pitchFamily="18" charset="0"/>
              </a:rPr>
              <a:t>#Well</a:t>
            </a:r>
            <a:r>
              <a:rPr lang="en-US" altLang="en-US" spc="-100" dirty="0">
                <a:solidFill>
                  <a:srgbClr val="C00000"/>
                </a:solidFill>
                <a:latin typeface="Lucida Fax" panose="02060602050505020204" pitchFamily="18" charset="0"/>
              </a:rPr>
              <a:t>, useless unless </a:t>
            </a:r>
            <a:r>
              <a:rPr lang="en-US" altLang="en-US" u="sng" spc="-100" dirty="0">
                <a:solidFill>
                  <a:srgbClr val="C00000"/>
                </a:solidFill>
                <a:latin typeface="Lucida Fax" panose="02060602050505020204" pitchFamily="18" charset="0"/>
              </a:rPr>
              <a:t>you</a:t>
            </a:r>
            <a:r>
              <a:rPr lang="en-US" altLang="en-US" spc="-100" dirty="0">
                <a:solidFill>
                  <a:srgbClr val="C00000"/>
                </a:solidFill>
                <a:latin typeface="Lucida Fax" panose="02060602050505020204" pitchFamily="18" charset="0"/>
              </a:rPr>
              <a:t> use them: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en-US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{</a:t>
            </a:r>
            <a:r>
              <a:rPr lang="en-US" altLang="en-US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'x':</a:t>
            </a:r>
            <a:r>
              <a:rPr lang="en-US" altLang="en-US" sz="2000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'what'</a:t>
            </a:r>
            <a:r>
              <a:rPr lang="en-US" altLang="en-US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0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'y':</a:t>
            </a:r>
            <a:r>
              <a:rPr lang="en-US" altLang="en-US" sz="2000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'ever'</a:t>
            </a:r>
            <a:r>
              <a:rPr lang="en-US" altLang="en-US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0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'return':</a:t>
            </a:r>
            <a:r>
              <a:rPr lang="en-US" altLang="en-US" sz="200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&lt;class</a:t>
            </a:r>
            <a:r>
              <a:rPr lang="en-US" altLang="en-US" sz="2000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'&gt;</a:t>
            </a:r>
            <a:r>
              <a:rPr lang="en-US" altLang="en-US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}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None/>
            </a:pPr>
            <a:endParaRPr lang="en-US" altLang="en-US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228600" y="987552"/>
            <a:ext cx="762000" cy="5870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</a:t>
            </a:r>
            <a:endParaRPr lang="en-US" altLang="en-US" kern="0" dirty="0">
              <a:solidFill>
                <a:schemeClr val="bg1">
                  <a:lumMod val="75000"/>
                </a:schemeClr>
              </a:solidFill>
              <a:latin typeface="Lucida Fax" panose="02060602050505020204" pitchFamily="18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</a:t>
            </a:r>
          </a:p>
          <a:p>
            <a:pPr marL="0" lvl="1" indent="0">
              <a:lnSpc>
                <a:spcPct val="95000"/>
              </a:lnSpc>
              <a:spcBef>
                <a:spcPts val="0"/>
              </a:spcBef>
              <a:buFontTx/>
              <a:buNone/>
            </a:pPr>
            <a:endParaRPr lang="en-US" altLang="en-US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5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</a:t>
            </a:r>
            <a:endParaRPr lang="en-US" altLang="en-US" kern="0" dirty="0">
              <a:solidFill>
                <a:schemeClr val="bg1">
                  <a:lumMod val="75000"/>
                </a:schemeClr>
              </a:solidFill>
              <a:latin typeface="Lucida Fax" panose="02060602050505020204" pitchFamily="18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 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</a:t>
            </a:r>
          </a:p>
          <a:p>
            <a:pPr marL="0" lvl="1" indent="0">
              <a:lnSpc>
                <a:spcPct val="95000"/>
              </a:lnSpc>
              <a:spcBef>
                <a:spcPts val="0"/>
              </a:spcBef>
              <a:buFontTx/>
              <a:buNone/>
            </a:pPr>
            <a:endParaRPr lang="en-US" altLang="en-US" b="1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95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 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kern="0" spc="-2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 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kern="0" spc="-2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</a:t>
            </a:r>
          </a:p>
          <a:p>
            <a:pPr marL="0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kern="0" spc="-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r>
              <a:rPr lang="en-US" altLang="en-US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</a:t>
            </a:r>
          </a:p>
        </p:txBody>
      </p:sp>
      <p:cxnSp>
        <p:nvCxnSpPr>
          <p:cNvPr id="6" name="Straight Arrow Connector 5"/>
          <p:cNvCxnSpPr/>
          <p:nvPr/>
        </p:nvCxnSpPr>
        <p:spPr bwMode="auto">
          <a:xfrm flipH="1" flipV="1">
            <a:off x="3269412" y="2760454"/>
            <a:ext cx="2277373" cy="50033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5" name="Straight Arrow Connector 14"/>
          <p:cNvCxnSpPr/>
          <p:nvPr/>
        </p:nvCxnSpPr>
        <p:spPr bwMode="auto">
          <a:xfrm flipH="1" flipV="1">
            <a:off x="3283789" y="1161692"/>
            <a:ext cx="2277373" cy="50033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grpSp>
        <p:nvGrpSpPr>
          <p:cNvPr id="12" name="Group 11"/>
          <p:cNvGrpSpPr/>
          <p:nvPr/>
        </p:nvGrpSpPr>
        <p:grpSpPr>
          <a:xfrm flipH="1">
            <a:off x="6904495" y="411997"/>
            <a:ext cx="2895600" cy="762761"/>
            <a:chOff x="-617792" y="299658"/>
            <a:chExt cx="2586315" cy="762761"/>
          </a:xfrm>
        </p:grpSpPr>
        <p:sp>
          <p:nvSpPr>
            <p:cNvPr id="13" name="Trapezoid 12"/>
            <p:cNvSpPr/>
            <p:nvPr/>
          </p:nvSpPr>
          <p:spPr bwMode="auto">
            <a:xfrm rot="18900000">
              <a:off x="-617792" y="337317"/>
              <a:ext cx="2586315" cy="676095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 rot="18900000">
              <a:off x="-547293" y="299658"/>
              <a:ext cx="2456662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1800" spc="-6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 </a:t>
              </a:r>
              <a:r>
                <a:rPr kumimoji="1" lang="en-US" altLang="zh-TW" sz="2400" spc="-6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Slide</a:t>
              </a:r>
              <a:r>
                <a:rPr kumimoji="1" lang="en-US" altLang="zh-TW" sz="1200" spc="-6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 </a:t>
              </a:r>
              <a:r>
                <a:rPr kumimoji="1" lang="en-US" altLang="zh-TW" sz="2400" spc="-6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2 of</a:t>
              </a:r>
            </a:p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spc="-6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t</a:t>
              </a:r>
              <a:r>
                <a:rPr kumimoji="1" lang="en-US" altLang="zh-TW" sz="2400" spc="-10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he</a:t>
              </a:r>
              <a:r>
                <a:rPr kumimoji="1" lang="en-US" altLang="zh-TW" spc="-10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 </a:t>
              </a:r>
              <a:r>
                <a:rPr kumimoji="1" lang="en-US" altLang="zh-TW" sz="2400" spc="-6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pr</a:t>
              </a:r>
              <a:r>
                <a:rPr kumimoji="1" lang="en-US" altLang="zh-TW" sz="2400" spc="-9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e</a:t>
              </a:r>
              <a:r>
                <a:rPr kumimoji="1" lang="en-US" altLang="zh-TW" sz="2400" spc="-6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v</a:t>
              </a:r>
              <a:r>
                <a:rPr kumimoji="1" lang="en-US" altLang="zh-TW" sz="2400" spc="-9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ious</a:t>
              </a:r>
              <a:r>
                <a:rPr kumimoji="1" lang="en-US" altLang="zh-TW" spc="-9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 </a:t>
              </a:r>
              <a:r>
                <a:rPr kumimoji="1" lang="en-US" altLang="zh-TW" sz="2400" spc="-9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</a:t>
              </a:r>
              <a:r>
                <a:rPr kumimoji="1" lang="en-US" altLang="zh-TW" sz="2400" spc="-6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ecture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814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181712">
        <p14:ripple/>
      </p:transition>
    </mc:Choice>
    <mc:Fallback xmlns="">
      <p:transition spd="slow" advTm="181712">
        <p:fade/>
      </p:transition>
    </mc:Fallback>
  </mc:AlternateContent>
  <p:extLst>
    <p:ext uri="{3A86A75C-4F4B-4683-9AE1-C65F6400EC91}">
      <p14:laserTraceLst xmlns:p14="http://schemas.microsoft.com/office/powerpoint/2010/main">
        <p14:tracePtLst>
          <p14:tracePt t="222" x="3949700" y="1587500"/>
          <p14:tracePt t="229" x="3962400" y="1587500"/>
          <p14:tracePt t="243" x="3975100" y="1587500"/>
          <p14:tracePt t="252" x="3994150" y="1587500"/>
          <p14:tracePt t="266" x="4019550" y="1587500"/>
          <p14:tracePt t="282" x="4044950" y="1587500"/>
          <p14:tracePt t="300" x="4102100" y="1587500"/>
          <p14:tracePt t="316" x="4197350" y="1574800"/>
          <p14:tracePt t="333" x="4260850" y="1568450"/>
          <p14:tracePt t="349" x="4413250" y="1549400"/>
          <p14:tracePt t="365" x="4508500" y="1524000"/>
          <p14:tracePt t="382" x="4635500" y="1517650"/>
          <p14:tracePt t="399" x="4991100" y="1466850"/>
          <p14:tracePt t="415" x="5232400" y="1441450"/>
          <p14:tracePt t="434" x="5727700" y="1365250"/>
          <p14:tracePt t="448" x="5956300" y="1320800"/>
          <p14:tracePt t="465" x="6330950" y="1244600"/>
          <p14:tracePt t="482" x="6654800" y="1130300"/>
          <p14:tracePt t="498" x="6794500" y="1073150"/>
          <p14:tracePt t="515" x="6915150" y="1035050"/>
          <p14:tracePt t="532" x="7112000" y="927100"/>
          <p14:tracePt t="548" x="7194550" y="889000"/>
          <p14:tracePt t="565" x="7264400" y="844550"/>
          <p14:tracePt t="581" x="7378700" y="793750"/>
          <p14:tracePt t="598" x="7429500" y="762000"/>
          <p14:tracePt t="615" x="7486650" y="736600"/>
          <p14:tracePt t="631" x="7543800" y="698500"/>
          <p14:tracePt t="648" x="7594600" y="660400"/>
          <p14:tracePt t="665" x="7658100" y="603250"/>
          <p14:tracePt t="681" x="7689850" y="584200"/>
          <p14:tracePt t="698" x="7715250" y="565150"/>
          <p14:tracePt t="714" x="7740650" y="558800"/>
          <p14:tracePt t="731" x="7766050" y="539750"/>
          <p14:tracePt t="748" x="7778750" y="533400"/>
          <p14:tracePt t="764" x="7791450" y="533400"/>
          <p14:tracePt t="781" x="7804150" y="533400"/>
          <p14:tracePt t="798" x="7829550" y="539750"/>
          <p14:tracePt t="814" x="7842250" y="546100"/>
          <p14:tracePt t="1180" x="7848600" y="577850"/>
          <p14:tracePt t="1187" x="7867650" y="609600"/>
          <p14:tracePt t="1201" x="7893050" y="666750"/>
          <p14:tracePt t="1212" x="7924800" y="717550"/>
          <p14:tracePt t="1230" x="7988300" y="831850"/>
          <p14:tracePt t="1246" x="8020050" y="889000"/>
          <p14:tracePt t="1262" x="8045450" y="946150"/>
          <p14:tracePt t="1279" x="8102600" y="1047750"/>
          <p14:tracePt t="1295" x="8134350" y="1123950"/>
          <p14:tracePt t="1312" x="8153400" y="1162050"/>
          <p14:tracePt t="1328" x="8166100" y="1206500"/>
          <p14:tracePt t="1345" x="8172450" y="1225550"/>
          <p14:tracePt t="1363" x="8178800" y="1250950"/>
          <p14:tracePt t="1379" x="8185150" y="1257300"/>
          <p14:tracePt t="1395" x="8191500" y="1276350"/>
          <p14:tracePt t="1412" x="8191500" y="1282700"/>
          <p14:tracePt t="1428" x="8191500" y="1289050"/>
          <p14:tracePt t="1445" x="8191500" y="1295400"/>
          <p14:tracePt t="1462" x="8197850" y="1308100"/>
          <p14:tracePt t="1478" x="8197850" y="1314450"/>
          <p14:tracePt t="1512" x="8197850" y="1320800"/>
          <p14:tracePt t="1528" x="8197850" y="1327150"/>
          <p14:tracePt t="1552" x="8197850" y="1333500"/>
          <p14:tracePt t="1573" x="8197850" y="1339850"/>
          <p14:tracePt t="1595" x="8197850" y="1346200"/>
          <p14:tracePt t="1615" x="8197850" y="1352550"/>
          <p14:tracePt t="2492" x="8128000" y="1365250"/>
          <p14:tracePt t="2499" x="8026400" y="1390650"/>
          <p14:tracePt t="2513" x="7886700" y="1409700"/>
          <p14:tracePt t="2528" x="7715250" y="1435100"/>
          <p14:tracePt t="2541" x="7524750" y="1447800"/>
          <p14:tracePt t="2558" x="6921500" y="1479550"/>
          <p14:tracePt t="2574" x="6584950" y="1479550"/>
          <p14:tracePt t="2591" x="5797550" y="1530350"/>
          <p14:tracePt t="2608" x="5410200" y="1530350"/>
          <p14:tracePt t="2625" x="4552950" y="1530350"/>
          <p14:tracePt t="2641" x="3803650" y="1517650"/>
          <p14:tracePt t="2657" x="3441700" y="1517650"/>
          <p14:tracePt t="2675" x="2870200" y="1517650"/>
          <p14:tracePt t="2691" x="2647950" y="1492250"/>
          <p14:tracePt t="2708" x="2305050" y="1479550"/>
          <p14:tracePt t="2724" x="2082800" y="1447800"/>
          <p14:tracePt t="2741" x="2032000" y="1441450"/>
          <p14:tracePt t="2757" x="1936750" y="1454150"/>
          <p14:tracePt t="3337" x="1936750" y="1460500"/>
          <p14:tracePt t="3344" x="1930400" y="1473200"/>
          <p14:tracePt t="3358" x="1924050" y="1485900"/>
          <p14:tracePt t="3372" x="1917700" y="1498600"/>
          <p14:tracePt t="3388" x="1905000" y="1530350"/>
          <p14:tracePt t="3405" x="1898650" y="1549400"/>
          <p14:tracePt t="3422" x="1892300" y="1574800"/>
          <p14:tracePt t="3438" x="1892300" y="1587500"/>
          <p14:tracePt t="3455" x="1885950" y="1600200"/>
          <p14:tracePt t="3471" x="1879600" y="1625600"/>
          <p14:tracePt t="3488" x="1873250" y="1651000"/>
          <p14:tracePt t="3506" x="1866900" y="1670050"/>
          <p14:tracePt t="3521" x="1866900" y="1676400"/>
          <p14:tracePt t="3555" x="1866900" y="1682750"/>
          <p14:tracePt t="3571" x="1860550" y="1689100"/>
          <p14:tracePt t="3605" x="1854200" y="1695450"/>
          <p14:tracePt t="3639" x="1847850" y="1695450"/>
          <p14:tracePt t="3646" x="1841500" y="1695450"/>
          <p14:tracePt t="3660" x="1835150" y="1695450"/>
          <p14:tracePt t="3681" x="1828800" y="1689100"/>
          <p14:tracePt t="3702" x="1822450" y="1689100"/>
          <p14:tracePt t="3709" x="1809750" y="1682750"/>
          <p14:tracePt t="3724" x="1797050" y="1676400"/>
          <p14:tracePt t="3737" x="1784350" y="1663700"/>
          <p14:tracePt t="3754" x="1733550" y="1638300"/>
          <p14:tracePt t="3770" x="1701800" y="1612900"/>
          <p14:tracePt t="3787" x="1631950" y="1568450"/>
          <p14:tracePt t="3803" x="1600200" y="1549400"/>
          <p14:tracePt t="3820" x="1536700" y="1504950"/>
          <p14:tracePt t="3837" x="1504950" y="1473200"/>
          <p14:tracePt t="3853" x="1447800" y="1441450"/>
          <p14:tracePt t="3871" x="1416050" y="1422400"/>
          <p14:tracePt t="3887" x="1403350" y="1416050"/>
          <p14:tracePt t="3903" x="1397000" y="1409700"/>
          <p14:tracePt t="3920" x="1384300" y="1403350"/>
          <p14:tracePt t="3936" x="1377950" y="1403350"/>
          <p14:tracePt t="4095" x="1377950" y="1409700"/>
          <p14:tracePt t="4130" x="1384300" y="1409700"/>
          <p14:tracePt t="4137" x="1390650" y="1409700"/>
          <p14:tracePt t="4153" x="1397000" y="1409700"/>
          <p14:tracePt t="4158" x="1403350" y="1409700"/>
          <p14:tracePt t="4173" x="1416050" y="1409700"/>
          <p14:tracePt t="4186" x="1422400" y="1409700"/>
          <p14:tracePt t="4202" x="1492250" y="1409700"/>
          <p14:tracePt t="4219" x="1530350" y="1409700"/>
          <p14:tracePt t="4236" x="1657350" y="1409700"/>
          <p14:tracePt t="4252" x="1739900" y="1416050"/>
          <p14:tracePt t="4269" x="1828800" y="1416050"/>
          <p14:tracePt t="4285" x="2032000" y="1441450"/>
          <p14:tracePt t="4302" x="2222500" y="1466850"/>
          <p14:tracePt t="4319" x="2311400" y="1479550"/>
          <p14:tracePt t="4335" x="2457450" y="1530350"/>
          <p14:tracePt t="4352" x="2501900" y="1543050"/>
          <p14:tracePt t="4369" x="2571750" y="1593850"/>
          <p14:tracePt t="4385" x="2616200" y="1638300"/>
          <p14:tracePt t="4402" x="2635250" y="1682750"/>
          <p14:tracePt t="4419" x="2667000" y="1771650"/>
          <p14:tracePt t="4435" x="2686050" y="1835150"/>
          <p14:tracePt t="4452" x="2705100" y="1905000"/>
          <p14:tracePt t="4468" x="2736850" y="1993900"/>
          <p14:tracePt t="4485" x="2768600" y="2108200"/>
          <p14:tracePt t="4502" x="2863850" y="2425700"/>
          <p14:tracePt t="4518" x="3016250" y="2832100"/>
          <p14:tracePt t="4534" x="3086100" y="3016250"/>
          <p14:tracePt t="4552" x="3168650" y="3327400"/>
          <p14:tracePt t="4568" x="3200400" y="3441700"/>
          <p14:tracePt t="4584" x="3232150" y="3562350"/>
          <p14:tracePt t="4601" x="3263900" y="3727450"/>
          <p14:tracePt t="4617" x="3270250" y="3797300"/>
          <p14:tracePt t="4634" x="3276600" y="3835400"/>
          <p14:tracePt t="4651" x="3276600" y="3841750"/>
          <p14:tracePt t="4686" x="3282950" y="3841750"/>
          <p14:tracePt t="4700" x="3282950" y="3835400"/>
          <p14:tracePt t="4717" x="3282950" y="3822700"/>
          <p14:tracePt t="4734" x="3289300" y="3803650"/>
          <p14:tracePt t="4750" x="3302000" y="3721100"/>
          <p14:tracePt t="4767" x="3302000" y="3644900"/>
          <p14:tracePt t="4784" x="3327400" y="3441700"/>
          <p14:tracePt t="4800" x="3327400" y="3302000"/>
          <p14:tracePt t="4817" x="3346450" y="3124200"/>
          <p14:tracePt t="4833" x="3378200" y="2673350"/>
          <p14:tracePt t="4850" x="3378200" y="2228850"/>
          <p14:tracePt t="4868" x="3371850" y="1778000"/>
          <p14:tracePt t="4883" x="3359150" y="1568450"/>
          <p14:tracePt t="4900" x="3346450" y="1377950"/>
          <p14:tracePt t="4917" x="3346450" y="1130300"/>
          <p14:tracePt t="4933" x="3346450" y="1022350"/>
          <p14:tracePt t="4950" x="3346450" y="1016000"/>
          <p14:tracePt t="4966" x="3352800" y="1009650"/>
          <p14:tracePt t="4983" x="3359150" y="1016000"/>
          <p14:tracePt t="4999" x="3359150" y="1028700"/>
          <p14:tracePt t="5016" x="3365500" y="1054100"/>
          <p14:tracePt t="5032" x="3371850" y="1092200"/>
          <p14:tracePt t="5050" x="3416300" y="1206500"/>
          <p14:tracePt t="5066" x="3460750" y="1320800"/>
          <p14:tracePt t="5082" x="3524250" y="1530350"/>
          <p14:tracePt t="5099" x="3702050" y="2127250"/>
          <p14:tracePt t="5116" x="3905250" y="2825750"/>
          <p14:tracePt t="5133" x="3987800" y="3130550"/>
          <p14:tracePt t="5149" x="4146550" y="3581400"/>
          <p14:tracePt t="5165" x="4197350" y="3740150"/>
          <p14:tracePt t="5182" x="4241800" y="3873500"/>
          <p14:tracePt t="5199" x="4318000" y="4108450"/>
          <p14:tracePt t="5215" x="4362450" y="4216400"/>
          <p14:tracePt t="5233" x="4457700" y="4438650"/>
          <p14:tracePt t="5248" x="4508500" y="4521200"/>
          <p14:tracePt t="5265" x="4578350" y="4679950"/>
          <p14:tracePt t="5282" x="4667250" y="4832350"/>
          <p14:tracePt t="5298" x="4705350" y="4889500"/>
          <p14:tracePt t="5315" x="4718050" y="4921250"/>
          <p14:tracePt t="5332" x="4762500" y="4972050"/>
          <p14:tracePt t="5348" x="4781550" y="5003800"/>
          <p14:tracePt t="5364" x="4794250" y="5010150"/>
          <p14:tracePt t="5381" x="4819650" y="5029200"/>
          <p14:tracePt t="5398" x="4832350" y="5035550"/>
          <p14:tracePt t="5415" x="4889500" y="5035550"/>
          <p14:tracePt t="5431" x="4914900" y="5035550"/>
          <p14:tracePt t="5447" x="5041900" y="4984750"/>
          <p14:tracePt t="5465" x="5181600" y="4883150"/>
          <p14:tracePt t="5481" x="5251450" y="4800600"/>
          <p14:tracePt t="5497" x="5340350" y="4692650"/>
          <p14:tracePt t="5514" x="5422900" y="4565650"/>
          <p14:tracePt t="5531" x="5518150" y="4387850"/>
          <p14:tracePt t="5548" x="5581650" y="4222750"/>
          <p14:tracePt t="5564" x="5651500" y="3987800"/>
          <p14:tracePt t="5581" x="5702300" y="3225800"/>
          <p14:tracePt t="5598" x="5626100" y="2457450"/>
          <p14:tracePt t="5614" x="5524500" y="2095500"/>
          <p14:tracePt t="5631" x="5403850" y="1778000"/>
          <p14:tracePt t="5647" x="5130800" y="1231900"/>
          <p14:tracePt t="5664" x="4978400" y="996950"/>
          <p14:tracePt t="5680" x="4730750" y="654050"/>
          <p14:tracePt t="5697" x="4578350" y="469900"/>
          <p14:tracePt t="5714" x="4514850" y="412750"/>
          <p14:tracePt t="5731" x="4419600" y="355600"/>
          <p14:tracePt t="5747" x="4387850" y="349250"/>
          <p14:tracePt t="5763" x="4337050" y="349250"/>
          <p14:tracePt t="5781" x="4305300" y="349250"/>
          <p14:tracePt t="5797" x="4286250" y="355600"/>
          <p14:tracePt t="5813" x="4260850" y="361950"/>
          <p14:tracePt t="5830" x="4203700" y="387350"/>
          <p14:tracePt t="5846" x="4178300" y="387350"/>
          <p14:tracePt t="5863" x="4121150" y="393700"/>
          <p14:tracePt t="5880" x="4013200" y="381000"/>
          <p14:tracePt t="5896" x="3962400" y="374650"/>
          <p14:tracePt t="5913" x="3848100" y="323850"/>
          <p14:tracePt t="5930" x="3771900" y="266700"/>
          <p14:tracePt t="5946" x="3740150" y="247650"/>
          <p14:tracePt t="6191" x="3708400" y="260350"/>
          <p14:tracePt t="6206" x="3676650" y="273050"/>
          <p14:tracePt t="6219" x="3632200" y="292100"/>
          <p14:tracePt t="6228" x="3587750" y="317500"/>
          <p14:tracePt t="6245" x="3530600" y="342900"/>
          <p14:tracePt t="6262" x="3416300" y="425450"/>
          <p14:tracePt t="6278" x="3365500" y="450850"/>
          <p14:tracePt t="6295" x="3263900" y="514350"/>
          <p14:tracePt t="6312" x="3155950" y="609600"/>
          <p14:tracePt t="6328" x="3111500" y="647700"/>
          <p14:tracePt t="6344" x="3073400" y="692150"/>
          <p14:tracePt t="6362" x="3009900" y="793750"/>
          <p14:tracePt t="6378" x="2978150" y="850900"/>
          <p14:tracePt t="6395" x="2959100" y="876300"/>
          <p14:tracePt t="6411" x="2952750" y="882650"/>
          <p14:tracePt t="6428" x="2952750" y="889000"/>
          <p14:tracePt t="6445" x="2946400" y="895350"/>
          <p14:tracePt t="6461" x="2940050" y="901700"/>
          <p14:tracePt t="6478" x="2933700" y="914400"/>
          <p14:tracePt t="6494" x="2927350" y="927100"/>
          <p14:tracePt t="6511" x="2921000" y="933450"/>
          <p14:tracePt t="6544" x="2914650" y="939800"/>
          <p14:tracePt t="6561" x="2889250" y="952500"/>
          <p14:tracePt t="6578" x="2870200" y="946150"/>
          <p14:tracePt t="6882" x="2851150" y="952500"/>
          <p14:tracePt t="6889" x="2819400" y="977900"/>
          <p14:tracePt t="6903" x="2787650" y="996950"/>
          <p14:tracePt t="6912" x="2743200" y="1022350"/>
          <p14:tracePt t="6926" x="2711450" y="1035050"/>
          <p14:tracePt t="6943" x="2679700" y="1060450"/>
          <p14:tracePt t="6959" x="2590800" y="1123950"/>
          <p14:tracePt t="6976" x="2501900" y="1168400"/>
          <p14:tracePt t="6995" x="2438400" y="1206500"/>
          <p14:tracePt t="7009" x="2406650" y="1225550"/>
          <p14:tracePt t="7026" x="2374900" y="1238250"/>
          <p14:tracePt t="7043" x="2324100" y="1263650"/>
          <p14:tracePt t="7059" x="2305050" y="1276350"/>
          <p14:tracePt t="7075" x="2292350" y="1282700"/>
          <p14:tracePt t="7093" x="2279650" y="1289050"/>
          <p14:tracePt t="7109" x="2260600" y="1295400"/>
          <p14:tracePt t="7142" x="2247900" y="1301750"/>
          <p14:tracePt t="7175" x="2247900" y="1308100"/>
          <p14:tracePt t="7289" x="2254250" y="1308100"/>
          <p14:tracePt t="7303" x="2254250" y="1301750"/>
          <p14:tracePt t="7317" x="2260600" y="1301750"/>
          <p14:tracePt t="7325" x="2266950" y="1295400"/>
          <p14:tracePt t="7341" x="2273300" y="1289050"/>
          <p14:tracePt t="7357" x="2279650" y="1289050"/>
          <p14:tracePt t="7374" x="2317750" y="1276350"/>
          <p14:tracePt t="7391" x="2336800" y="1276350"/>
          <p14:tracePt t="7408" x="2413000" y="1263650"/>
          <p14:tracePt t="7424" x="2463800" y="1263650"/>
          <p14:tracePt t="7441" x="2514600" y="1263650"/>
          <p14:tracePt t="7459" x="2628900" y="1250950"/>
          <p14:tracePt t="7474" x="2692400" y="1250950"/>
          <p14:tracePt t="7491" x="2787650" y="1257300"/>
          <p14:tracePt t="7507" x="2889250" y="1270000"/>
          <p14:tracePt t="7524" x="2978150" y="1289050"/>
          <p14:tracePt t="7541" x="3092450" y="1295400"/>
          <p14:tracePt t="7557" x="3289300" y="1339850"/>
          <p14:tracePt t="7574" x="3365500" y="1346200"/>
          <p14:tracePt t="7591" x="3416300" y="1358900"/>
          <p14:tracePt t="7607" x="3448050" y="1365250"/>
          <p14:tracePt t="7624" x="3467100" y="1371600"/>
          <p14:tracePt t="7640" x="3479800" y="1377950"/>
          <p14:tracePt t="7788" x="3479800" y="1371600"/>
          <p14:tracePt t="7802" x="3467100" y="1371600"/>
          <p14:tracePt t="7816" x="3454400" y="1371600"/>
          <p14:tracePt t="7829" x="3435350" y="1371600"/>
          <p14:tracePt t="7844" x="3403600" y="1377950"/>
          <p14:tracePt t="7865" x="3352800" y="1377950"/>
          <p14:tracePt t="7879" x="3289300" y="1384300"/>
          <p14:tracePt t="7893" x="3213100" y="1384300"/>
          <p14:tracePt t="7909" x="3117850" y="1397000"/>
          <p14:tracePt t="7922" x="3041650" y="1397000"/>
          <p14:tracePt t="7939" x="2978150" y="1397000"/>
          <p14:tracePt t="7956" x="2927350" y="1390650"/>
          <p14:tracePt t="7972" x="2889250" y="1390650"/>
          <p14:tracePt t="7989" x="2857500" y="1390650"/>
          <p14:tracePt t="8006" x="2825750" y="1390650"/>
          <p14:tracePt t="8022" x="2819400" y="1390650"/>
          <p14:tracePt t="8061" x="2813050" y="1390650"/>
          <p14:tracePt t="8071" x="2806700" y="1390650"/>
          <p14:tracePt t="8110" x="2806700" y="1384300"/>
          <p14:tracePt t="8117" x="2800350" y="1384300"/>
          <p14:tracePt t="8125" x="2800350" y="1377950"/>
          <p14:tracePt t="8141" x="2800350" y="1358900"/>
          <p14:tracePt t="8623" x="2800350" y="1365250"/>
          <p14:tracePt t="8630" x="2800350" y="1384300"/>
          <p14:tracePt t="8645" x="2800350" y="1403350"/>
          <p14:tracePt t="8654" x="2800350" y="1422400"/>
          <p14:tracePt t="8670" x="2806700" y="1447800"/>
          <p14:tracePt t="8687" x="2813050" y="1479550"/>
          <p14:tracePt t="8703" x="2819400" y="1498600"/>
          <p14:tracePt t="8720" x="2825750" y="1511300"/>
          <p14:tracePt t="8737" x="2825750" y="1543050"/>
          <p14:tracePt t="8753" x="2832100" y="1581150"/>
          <p14:tracePt t="8770" x="2832100" y="1593850"/>
          <p14:tracePt t="8786" x="2832100" y="1638300"/>
          <p14:tracePt t="8803" x="2832100" y="1670050"/>
          <p14:tracePt t="8820" x="2832100" y="1708150"/>
          <p14:tracePt t="8836" x="2838450" y="1809750"/>
          <p14:tracePt t="8852" x="2851150" y="1930400"/>
          <p14:tracePt t="8870" x="2857500" y="2070100"/>
          <p14:tracePt t="8886" x="2857500" y="2133600"/>
          <p14:tracePt t="8902" x="2870200" y="2209800"/>
          <p14:tracePt t="8920" x="2876550" y="2317750"/>
          <p14:tracePt t="8935" x="2876550" y="2368550"/>
          <p14:tracePt t="8952" x="2876550" y="2470150"/>
          <p14:tracePt t="8969" x="2889250" y="2552700"/>
          <p14:tracePt t="8986" x="2889250" y="2571750"/>
          <p14:tracePt t="9003" x="2889250" y="2628900"/>
          <p14:tracePt t="9019" x="2889250" y="2654300"/>
          <p14:tracePt t="9036" x="2889250" y="2698750"/>
          <p14:tracePt t="9053" x="2889250" y="2730500"/>
          <p14:tracePt t="9068" x="2889250" y="2743200"/>
          <p14:tracePt t="9085" x="2889250" y="2762250"/>
          <p14:tracePt t="9102" x="2889250" y="2774950"/>
          <p14:tracePt t="9118" x="2889250" y="2781300"/>
          <p14:tracePt t="9135" x="2889250" y="2794000"/>
          <p14:tracePt t="9152" x="2889250" y="2800350"/>
          <p14:tracePt t="9256" x="2889250" y="2806700"/>
          <p14:tracePt t="9277" x="2895600" y="2806700"/>
          <p14:tracePt t="9291" x="2901950" y="2806700"/>
          <p14:tracePt t="9305" x="2908300" y="2806700"/>
          <p14:tracePt t="9312" x="2914650" y="2806700"/>
          <p14:tracePt t="9326" x="2927350" y="2806700"/>
          <p14:tracePt t="9335" x="2946400" y="2806700"/>
          <p14:tracePt t="9351" x="2959100" y="2806700"/>
          <p14:tracePt t="9369" x="3016250" y="2806700"/>
          <p14:tracePt t="9384" x="3041650" y="2806700"/>
          <p14:tracePt t="9401" x="3086100" y="2806700"/>
          <p14:tracePt t="9418" x="3117850" y="2806700"/>
          <p14:tracePt t="9434" x="3130550" y="2806700"/>
          <p14:tracePt t="9451" x="3136900" y="2806700"/>
          <p14:tracePt t="9467" x="3143250" y="2813050"/>
          <p14:tracePt t="9558" x="3143250" y="2819400"/>
          <p14:tracePt t="9572" x="3143250" y="2825750"/>
          <p14:tracePt t="9579" x="3136900" y="2838450"/>
          <p14:tracePt t="9593" x="3136900" y="2844800"/>
          <p14:tracePt t="9603" x="3130550" y="2851150"/>
          <p14:tracePt t="9616" x="3117850" y="2876550"/>
          <p14:tracePt t="9633" x="3105150" y="2914650"/>
          <p14:tracePt t="9650" x="3079750" y="3022600"/>
          <p14:tracePt t="9667" x="3041650" y="3194050"/>
          <p14:tracePt t="9684" x="3028950" y="3282950"/>
          <p14:tracePt t="9699" x="2990850" y="3479800"/>
          <p14:tracePt t="9716" x="2978150" y="3581400"/>
          <p14:tracePt t="9734" x="2959100" y="3746500"/>
          <p14:tracePt t="9750" x="2952750" y="3810000"/>
          <p14:tracePt t="9767" x="2940050" y="3917950"/>
          <p14:tracePt t="9784" x="2940050" y="3987800"/>
          <p14:tracePt t="9799" x="2940050" y="4013200"/>
          <p14:tracePt t="9816" x="2940050" y="4032250"/>
          <p14:tracePt t="9832" x="2940050" y="4051300"/>
          <p14:tracePt t="9849" x="2940050" y="4057650"/>
          <p14:tracePt t="9867" x="2946400" y="4070350"/>
          <p14:tracePt t="9882" x="2946400" y="4083050"/>
          <p14:tracePt t="9899" x="2946400" y="4089400"/>
          <p14:tracePt t="9916" x="2946400" y="4102100"/>
          <p14:tracePt t="9932" x="2952750" y="4121150"/>
          <p14:tracePt t="9949" x="2952750" y="4133850"/>
          <p14:tracePt t="9966" x="2959100" y="4140200"/>
          <p14:tracePt t="9982" x="2959100" y="4146550"/>
          <p14:tracePt t="9999" x="2965450" y="4152900"/>
          <p14:tracePt t="10015" x="2965450" y="4159250"/>
          <p14:tracePt t="10032" x="2965450" y="4165600"/>
          <p14:tracePt t="10051" x="2965450" y="4171950"/>
          <p14:tracePt t="10070" x="2971800" y="4178300"/>
          <p14:tracePt t="10092" x="2978150" y="4178300"/>
          <p14:tracePt t="10113" x="2984500" y="4184650"/>
          <p14:tracePt t="10127" x="2990850" y="4184650"/>
          <p14:tracePt t="10135" x="2990850" y="4191000"/>
          <p14:tracePt t="10149" x="3003550" y="4191000"/>
          <p14:tracePt t="10165" x="3003550" y="4197350"/>
          <p14:tracePt t="10183" x="3048000" y="4210050"/>
          <p14:tracePt t="10198" x="3105150" y="4235450"/>
          <p14:tracePt t="10215" x="3162300" y="4241800"/>
          <p14:tracePt t="10232" x="3282950" y="4267200"/>
          <p14:tracePt t="10248" x="3359150" y="4286250"/>
          <p14:tracePt t="10264" x="3448050" y="4311650"/>
          <p14:tracePt t="10282" x="3644900" y="4362450"/>
          <p14:tracePt t="10298" x="3759200" y="4368800"/>
          <p14:tracePt t="10314" x="3873500" y="4394200"/>
          <p14:tracePt t="10331" x="4089400" y="4400550"/>
          <p14:tracePt t="10348" x="4286250" y="4425950"/>
          <p14:tracePt t="10365" x="4349750" y="4425950"/>
          <p14:tracePt t="10380" x="4464050" y="4425950"/>
          <p14:tracePt t="10397" x="4489450" y="4425950"/>
          <p14:tracePt t="10415" x="4540250" y="4419600"/>
          <p14:tracePt t="10431" x="4559300" y="4419600"/>
          <p14:tracePt t="10448" x="4565650" y="4419600"/>
          <p14:tracePt t="10464" x="4572000" y="4419600"/>
          <p14:tracePt t="10723" x="4565650" y="4419600"/>
          <p14:tracePt t="10744" x="4559300" y="4419600"/>
          <p14:tracePt t="10752" x="4552950" y="4419600"/>
          <p14:tracePt t="10766" x="4546600" y="4419600"/>
          <p14:tracePt t="10787" x="4533900" y="4419600"/>
          <p14:tracePt t="10795" x="4521200" y="4419600"/>
          <p14:tracePt t="10813" x="4502150" y="4419600"/>
          <p14:tracePt t="10829" x="4419600" y="4445000"/>
          <p14:tracePt t="10846" x="4362450" y="4457700"/>
          <p14:tracePt t="10862" x="4298950" y="4476750"/>
          <p14:tracePt t="10879" x="4140200" y="4502150"/>
          <p14:tracePt t="10895" x="4051300" y="4533900"/>
          <p14:tracePt t="10913" x="3867150" y="4578350"/>
          <p14:tracePt t="10929" x="3695700" y="4616450"/>
          <p14:tracePt t="10946" x="3632200" y="4622800"/>
          <p14:tracePt t="10963" x="3511550" y="4641850"/>
          <p14:tracePt t="10979" x="3460750" y="4641850"/>
          <p14:tracePt t="10995" x="3390900" y="4641850"/>
          <p14:tracePt t="11012" x="3346450" y="4622800"/>
          <p14:tracePt t="11359" x="3333750" y="4648200"/>
          <p14:tracePt t="11366" x="3308350" y="4692650"/>
          <p14:tracePt t="11381" x="3282950" y="4737100"/>
          <p14:tracePt t="11395" x="3251200" y="4781550"/>
          <p14:tracePt t="11411" x="3200400" y="4857750"/>
          <p14:tracePt t="11427" x="3187700" y="4902200"/>
          <p14:tracePt t="11444" x="3155950" y="4946650"/>
          <p14:tracePt t="11460" x="3117850" y="5022850"/>
          <p14:tracePt t="11477" x="3092450" y="5080000"/>
          <p14:tracePt t="11494" x="3054350" y="5143500"/>
          <p14:tracePt t="11510" x="3035300" y="5168900"/>
          <p14:tracePt t="11527" x="3022600" y="5187950"/>
          <p14:tracePt t="11543" x="2997200" y="5213350"/>
          <p14:tracePt t="11560" x="2990850" y="5219700"/>
          <p14:tracePt t="11577" x="2965450" y="5245100"/>
          <p14:tracePt t="11593" x="2946400" y="5264150"/>
          <p14:tracePt t="11610" x="2933700" y="5270500"/>
          <p14:tracePt t="11627" x="2921000" y="5276850"/>
          <p14:tracePt t="11643" x="2914650" y="5276850"/>
          <p14:tracePt t="11660" x="2908300" y="5276850"/>
          <p14:tracePt t="11696" x="2908300" y="5283200"/>
          <p14:tracePt t="11712" x="2908300" y="5289550"/>
          <p14:tracePt t="11726" x="2908300" y="5295900"/>
          <p14:tracePt t="11743" x="2901950" y="5302250"/>
          <p14:tracePt t="11776" x="2895600" y="5308600"/>
          <p14:tracePt t="11809" x="2889250" y="5314950"/>
          <p14:tracePt t="11826" x="2882900" y="5321300"/>
          <p14:tracePt t="11842" x="2876550" y="5321300"/>
          <p14:tracePt t="11859" x="2870200" y="5334000"/>
          <p14:tracePt t="11893" x="2870200" y="5340350"/>
          <p14:tracePt t="11908" x="2863850" y="5340350"/>
          <p14:tracePt t="11925" x="2857500" y="5346700"/>
          <p14:tracePt t="11959" x="2851150" y="5359400"/>
          <p14:tracePt t="11992" x="2851150" y="5365750"/>
          <p14:tracePt t="12008" x="2851150" y="5372100"/>
          <p14:tracePt t="12041" x="2851150" y="5378450"/>
          <p14:tracePt t="12075" x="2857500" y="5384800"/>
          <p14:tracePt t="12097" x="2870200" y="5391150"/>
          <p14:tracePt t="12104" x="2882900" y="5397500"/>
          <p14:tracePt t="12118" x="2908300" y="5403850"/>
          <p14:tracePt t="12132" x="2965450" y="5416550"/>
          <p14:tracePt t="12146" x="3016250" y="5422900"/>
          <p14:tracePt t="12158" x="3105150" y="5441950"/>
          <p14:tracePt t="12174" x="3365500" y="5486400"/>
          <p14:tracePt t="12191" x="3530600" y="5499100"/>
          <p14:tracePt t="12208" x="3727450" y="5524500"/>
          <p14:tracePt t="12224" x="4133850" y="5562600"/>
          <p14:tracePt t="12241" x="4305300" y="5588000"/>
          <p14:tracePt t="12258" x="4572000" y="5613400"/>
          <p14:tracePt t="12274" x="4724400" y="5619750"/>
          <p14:tracePt t="12291" x="4768850" y="5626100"/>
          <p14:tracePt t="12308" x="4806950" y="5626100"/>
          <p14:tracePt t="12324" x="4819650" y="5626100"/>
          <p14:tracePt t="12341" x="4826000" y="5626100"/>
          <p14:tracePt t="12806" x="4819650" y="5626100"/>
          <p14:tracePt t="12813" x="4806950" y="5626100"/>
          <p14:tracePt t="12827" x="4781550" y="5626100"/>
          <p14:tracePt t="12839" x="4743450" y="5626100"/>
          <p14:tracePt t="12856" x="4610100" y="5619750"/>
          <p14:tracePt t="12872" x="4533900" y="5607050"/>
          <p14:tracePt t="12889" x="4445000" y="5600700"/>
          <p14:tracePt t="12905" x="4216400" y="5581650"/>
          <p14:tracePt t="12922" x="3949700" y="5556250"/>
          <p14:tracePt t="12939" x="3695700" y="5549900"/>
          <p14:tracePt t="12955" x="3568700" y="5549900"/>
          <p14:tracePt t="12972" x="3467100" y="5549900"/>
          <p14:tracePt t="12989" x="3251200" y="5562600"/>
          <p14:tracePt t="13005" x="3162300" y="5581650"/>
          <p14:tracePt t="13022" x="3009900" y="5594350"/>
          <p14:tracePt t="13038" x="2876550" y="5600700"/>
          <p14:tracePt t="13055" x="2806700" y="5594350"/>
          <p14:tracePt t="15954" x="2806700" y="5588000"/>
          <p14:tracePt t="15968" x="2800350" y="5575300"/>
          <p14:tracePt t="15975" x="2794000" y="5568950"/>
          <p14:tracePt t="15989" x="2787650" y="5556250"/>
          <p14:tracePt t="15997" x="2774950" y="5537200"/>
          <p14:tracePt t="16012" x="2762250" y="5524500"/>
          <p14:tracePt t="16028" x="2749550" y="5499100"/>
          <p14:tracePt t="16045" x="2711450" y="5454650"/>
          <p14:tracePt t="16061" x="2698750" y="5435600"/>
          <p14:tracePt t="16078" x="2667000" y="5410200"/>
          <p14:tracePt t="16095" x="2603500" y="5334000"/>
          <p14:tracePt t="16111" x="2546350" y="5276850"/>
          <p14:tracePt t="16128" x="2527300" y="5251450"/>
          <p14:tracePt t="16145" x="2482850" y="5226050"/>
          <p14:tracePt t="16161" x="2470150" y="5219700"/>
          <p14:tracePt t="16177" x="2463800" y="5219700"/>
          <p14:tracePt t="16194" x="2444750" y="5219700"/>
          <p14:tracePt t="16210" x="2438400" y="5219700"/>
          <p14:tracePt t="16230" x="2432050" y="5219700"/>
          <p14:tracePt t="16243" x="2432050" y="5232400"/>
          <p14:tracePt t="16264" x="2425700" y="5232400"/>
          <p14:tracePt t="16277" x="2419350" y="5232400"/>
          <p14:tracePt t="16294" x="2413000" y="5245100"/>
          <p14:tracePt t="16327" x="2413000" y="5257800"/>
          <p14:tracePt t="16347" x="2413000" y="5264150"/>
          <p14:tracePt t="16382" x="2419350" y="5270500"/>
          <p14:tracePt t="16410" x="2425700" y="5270500"/>
          <p14:tracePt t="16424" x="2438400" y="5270500"/>
          <p14:tracePt t="16438" x="2438400" y="5276850"/>
          <p14:tracePt t="16446" x="2457450" y="5283200"/>
          <p14:tracePt t="16461" x="2489200" y="5289550"/>
          <p14:tracePt t="16476" x="2514600" y="5289550"/>
          <p14:tracePt t="16493" x="2609850" y="5314950"/>
          <p14:tracePt t="16509" x="2743200" y="5346700"/>
          <p14:tracePt t="16526" x="2806700" y="5365750"/>
          <p14:tracePt t="16544" x="2914650" y="5391150"/>
          <p14:tracePt t="16559" x="2978150" y="5391150"/>
          <p14:tracePt t="16576" x="3060700" y="5410200"/>
          <p14:tracePt t="16593" x="3124200" y="5410200"/>
          <p14:tracePt t="16609" x="3136900" y="5410200"/>
          <p14:tracePt t="16626" x="3155950" y="5410200"/>
          <p14:tracePt t="16642" x="3168650" y="5410200"/>
          <p14:tracePt t="16659" x="3175000" y="5410200"/>
          <p14:tracePt t="16676" x="3175000" y="5403850"/>
          <p14:tracePt t="16712" x="3181350" y="5403850"/>
          <p14:tracePt t="16754" x="3181350" y="5397500"/>
          <p14:tracePt t="16824" x="3175000" y="5391150"/>
          <p14:tracePt t="16853" x="3168650" y="5391150"/>
          <p14:tracePt t="16874" x="3155950" y="5384800"/>
          <p14:tracePt t="16888" x="3149600" y="5384800"/>
          <p14:tracePt t="16894" x="3136900" y="5384800"/>
          <p14:tracePt t="16911" x="3124200" y="5384800"/>
          <p14:tracePt t="16925" x="3105150" y="5378450"/>
          <p14:tracePt t="16942" x="3035300" y="5372100"/>
          <p14:tracePt t="16958" x="2933700" y="5353050"/>
          <p14:tracePt t="16975" x="2876550" y="5346700"/>
          <p14:tracePt t="16991" x="2825750" y="5334000"/>
          <p14:tracePt t="17008" x="2705100" y="5314950"/>
          <p14:tracePt t="17024" x="2635250" y="5302250"/>
          <p14:tracePt t="17042" x="2578100" y="5295900"/>
          <p14:tracePt t="17058" x="2565400" y="5289550"/>
          <p14:tracePt t="17074" x="2540000" y="5283200"/>
          <p14:tracePt t="17092" x="2527300" y="5283200"/>
          <p14:tracePt t="17108" x="2514600" y="5276850"/>
          <p14:tracePt t="17197" x="2514600" y="5283200"/>
          <p14:tracePt t="17266" x="2508250" y="5283200"/>
          <p14:tracePt t="17309" x="2501900" y="5289550"/>
          <p14:tracePt t="17343" x="2495550" y="5295900"/>
          <p14:tracePt t="17365" x="2495550" y="5302250"/>
          <p14:tracePt t="17386" x="2495550" y="5308600"/>
          <p14:tracePt t="17408" x="2489200" y="5314950"/>
          <p14:tracePt t="17428" x="2482850" y="5314950"/>
          <p14:tracePt t="17442" x="2482850" y="5321300"/>
          <p14:tracePt t="17463" x="2476500" y="5327650"/>
          <p14:tracePt t="17491" x="2470150" y="5334000"/>
          <p14:tracePt t="17520" x="2463800" y="5340350"/>
          <p14:tracePt t="17527" x="2463800" y="5346700"/>
          <p14:tracePt t="17569" x="2457450" y="5353050"/>
          <p14:tracePt t="17590" x="2457450" y="5359400"/>
          <p14:tracePt t="17646" x="2457450" y="5365750"/>
          <p14:tracePt t="17751" x="2451100" y="5365750"/>
          <p14:tracePt t="17793" x="2451100" y="5359400"/>
          <p14:tracePt t="17815" x="2451100" y="5353050"/>
          <p14:tracePt t="17857" x="2451100" y="5346700"/>
          <p14:tracePt t="17877" x="2451100" y="5340350"/>
          <p14:tracePt t="17899" x="2451100" y="5334000"/>
          <p14:tracePt t="17927" x="2451100" y="5327650"/>
          <p14:tracePt t="17990" x="2451100" y="5321300"/>
          <p14:tracePt t="18151" x="2451100" y="5327650"/>
          <p14:tracePt t="18159" x="2457450" y="5327650"/>
          <p14:tracePt t="18180" x="2457450" y="5334000"/>
          <p14:tracePt t="18200" x="2463800" y="5340350"/>
          <p14:tracePt t="18229" x="2470150" y="5346700"/>
          <p14:tracePt t="18243" x="2476500" y="5346700"/>
          <p14:tracePt t="18271" x="2482850" y="5353050"/>
          <p14:tracePt t="18285" x="2495550" y="5353050"/>
          <p14:tracePt t="18299" x="2508250" y="5359400"/>
          <p14:tracePt t="18306" x="2520950" y="5365750"/>
          <p14:tracePt t="18322" x="2546350" y="5365750"/>
          <p14:tracePt t="18337" x="2578100" y="5372100"/>
          <p14:tracePt t="18353" x="2667000" y="5378450"/>
          <p14:tracePt t="18370" x="2774950" y="5391150"/>
          <p14:tracePt t="18386" x="2825750" y="5397500"/>
          <p14:tracePt t="18404" x="2882900" y="5397500"/>
          <p14:tracePt t="18419" x="2946400" y="5403850"/>
          <p14:tracePt t="18436" x="2978150" y="5403850"/>
          <p14:tracePt t="18453" x="3028950" y="5410200"/>
          <p14:tracePt t="18469" x="3060700" y="5410200"/>
          <p14:tracePt t="18486" x="3073400" y="5410200"/>
          <p14:tracePt t="18503" x="3086100" y="5410200"/>
          <p14:tracePt t="18519" x="3092450" y="5410200"/>
          <p14:tracePt t="18536" x="3098800" y="5410200"/>
          <p14:tracePt t="18755" x="3092450" y="5403850"/>
          <p14:tracePt t="18826" x="3086100" y="5403850"/>
          <p14:tracePt t="18832" x="3079750" y="5403850"/>
          <p14:tracePt t="18846" x="3073400" y="5403850"/>
          <p14:tracePt t="18855" x="3067050" y="5403850"/>
          <p14:tracePt t="18870" x="3054350" y="5397500"/>
          <p14:tracePt t="18885" x="3041650" y="5397500"/>
          <p14:tracePt t="18901" x="2984500" y="5378450"/>
          <p14:tracePt t="18918" x="2889250" y="5353050"/>
          <p14:tracePt t="18934" x="2857500" y="5346700"/>
          <p14:tracePt t="18952" x="2762250" y="5327650"/>
          <p14:tracePt t="18968" x="2724150" y="5314950"/>
          <p14:tracePt t="18985" x="2654300" y="5302250"/>
          <p14:tracePt t="19001" x="2628900" y="5295900"/>
          <p14:tracePt t="19017" x="2597150" y="5289550"/>
          <p14:tracePt t="19035" x="2590800" y="5289550"/>
          <p14:tracePt t="19051" x="2584450" y="5289550"/>
          <p14:tracePt t="19067" x="2578100" y="5289550"/>
          <p14:tracePt t="19092" x="2571750" y="5289550"/>
          <p14:tracePt t="19184" x="2565400" y="5289550"/>
          <p14:tracePt t="19282" x="2565400" y="5283200"/>
          <p14:tracePt t="19507" x="2559050" y="5283200"/>
          <p14:tracePt t="19521" x="2552700" y="5283200"/>
          <p14:tracePt t="19528" x="2546350" y="5295900"/>
          <p14:tracePt t="19542" x="2540000" y="5302250"/>
          <p14:tracePt t="19550" x="2533650" y="5308600"/>
          <p14:tracePt t="19565" x="2520950" y="5314950"/>
          <p14:tracePt t="19582" x="2501900" y="5327650"/>
          <p14:tracePt t="19599" x="2482850" y="5353050"/>
          <p14:tracePt t="19615" x="2470150" y="5359400"/>
          <p14:tracePt t="19633" x="2451100" y="5372100"/>
          <p14:tracePt t="19649" x="2451100" y="5384800"/>
          <p14:tracePt t="19665" x="2444750" y="5391150"/>
          <p14:tracePt t="19698" x="2444750" y="5397500"/>
          <p14:tracePt t="19809" x="2438400" y="5403850"/>
          <p14:tracePt t="19865" x="2438400" y="5410200"/>
          <p14:tracePt t="19928" x="2444750" y="5416550"/>
          <p14:tracePt t="19984" x="2451100" y="5416550"/>
          <p14:tracePt t="19991" x="2451100" y="5422900"/>
          <p14:tracePt t="20005" x="2457450" y="5422900"/>
          <p14:tracePt t="20015" x="2463800" y="5429250"/>
          <p14:tracePt t="20031" x="2470150" y="5429250"/>
          <p14:tracePt t="20048" x="2495550" y="5435600"/>
          <p14:tracePt t="20064" x="2520950" y="5448300"/>
          <p14:tracePt t="20081" x="2565400" y="5473700"/>
          <p14:tracePt t="20097" x="2686050" y="5499100"/>
          <p14:tracePt t="20114" x="2857500" y="5537200"/>
          <p14:tracePt t="20132" x="2933700" y="5549900"/>
          <p14:tracePt t="20147" x="3092450" y="5562600"/>
          <p14:tracePt t="20164" x="3155950" y="5562600"/>
          <p14:tracePt t="20181" x="3257550" y="5556250"/>
          <p14:tracePt t="20197" x="3302000" y="5537200"/>
          <p14:tracePt t="20213" x="3352800" y="5524500"/>
          <p14:tracePt t="20231" x="3397250" y="5518150"/>
          <p14:tracePt t="20247" x="3409950" y="5511800"/>
          <p14:tracePt t="20263" x="3409950" y="5505450"/>
          <p14:tracePt t="20280" x="3416300" y="5499100"/>
          <p14:tracePt t="20455" x="3409950" y="5499100"/>
          <p14:tracePt t="20469" x="3403600" y="5499100"/>
          <p14:tracePt t="20475" x="3397250" y="5499100"/>
          <p14:tracePt t="20490" x="3378200" y="5492750"/>
          <p14:tracePt t="20498" x="3365500" y="5486400"/>
          <p14:tracePt t="20512" x="3327400" y="5473700"/>
          <p14:tracePt t="20529" x="3270250" y="5467350"/>
          <p14:tracePt t="20546" x="3149600" y="5441950"/>
          <p14:tracePt t="20562" x="3016250" y="5403850"/>
          <p14:tracePt t="20579" x="2940050" y="5378450"/>
          <p14:tracePt t="20596" x="2832100" y="5346700"/>
          <p14:tracePt t="20612" x="2787650" y="5334000"/>
          <p14:tracePt t="20629" x="2749550" y="5334000"/>
          <p14:tracePt t="20645" x="2705100" y="5327650"/>
          <p14:tracePt t="20662" x="2692400" y="5327650"/>
          <p14:tracePt t="20679" x="2679700" y="5327650"/>
          <p14:tracePt t="20695" x="2673350" y="5327650"/>
          <p14:tracePt t="20785" x="2667000" y="5334000"/>
          <p14:tracePt t="20939" x="2673350" y="5340350"/>
          <p14:tracePt t="21540" x="2679700" y="5334000"/>
          <p14:tracePt t="21554" x="2705100" y="5314950"/>
          <p14:tracePt t="21562" x="2717800" y="5302250"/>
          <p14:tracePt t="21578" x="2730500" y="5283200"/>
          <p14:tracePt t="21591" x="2743200" y="5270500"/>
          <p14:tracePt t="21609" x="2755900" y="5270500"/>
          <p14:tracePt t="21625" x="2768600" y="5264150"/>
          <p14:tracePt t="21673" x="2768600" y="5270500"/>
          <p14:tracePt t="21680" x="2762250" y="5276850"/>
          <p14:tracePt t="21702" x="2762250" y="5283200"/>
          <p14:tracePt t="21723" x="2749550" y="5289550"/>
          <p14:tracePt t="21737" x="2736850" y="5295900"/>
          <p14:tracePt t="21744" x="2717800" y="5295900"/>
          <p14:tracePt t="21760" x="2692400" y="5302250"/>
          <p14:tracePt t="21775" x="2673350" y="5314950"/>
          <p14:tracePt t="21791" x="2603500" y="5334000"/>
          <p14:tracePt t="21808" x="2533650" y="5340350"/>
          <p14:tracePt t="21825" x="2495550" y="5340350"/>
          <p14:tracePt t="21842" x="2451100" y="5346700"/>
          <p14:tracePt t="21858" x="2444750" y="5346700"/>
          <p14:tracePt t="21874" x="2425700" y="5346700"/>
          <p14:tracePt t="21892" x="2419350" y="5353050"/>
          <p14:tracePt t="21924" x="2413000" y="5353050"/>
          <p14:tracePt t="21947" x="2413000" y="5359400"/>
          <p14:tracePt t="21968" x="2406650" y="5365750"/>
          <p14:tracePt t="22017" x="2413000" y="5365750"/>
          <p14:tracePt t="22031" x="2425700" y="5365750"/>
          <p14:tracePt t="22045" x="2432050" y="5365750"/>
          <p14:tracePt t="22060" x="2438400" y="5365750"/>
          <p14:tracePt t="22066" x="2470150" y="5365750"/>
          <p14:tracePt t="22080" x="2495550" y="5365750"/>
          <p14:tracePt t="22091" x="2546350" y="5365750"/>
          <p14:tracePt t="22107" x="2609850" y="5359400"/>
          <p14:tracePt t="22124" x="2730500" y="5353050"/>
          <p14:tracePt t="22140" x="2794000" y="5353050"/>
          <p14:tracePt t="22157" x="2921000" y="5340350"/>
          <p14:tracePt t="22173" x="2978150" y="5334000"/>
          <p14:tracePt t="22190" x="3035300" y="5334000"/>
          <p14:tracePt t="22208" x="3067050" y="5327650"/>
          <p14:tracePt t="22223" x="3073400" y="5321300"/>
          <p14:tracePt t="22239" x="3079750" y="5321300"/>
          <p14:tracePt t="22291" x="3079750" y="5314950"/>
          <p14:tracePt t="22326" x="3073400" y="5314950"/>
          <p14:tracePt t="22333" x="3067050" y="5314950"/>
          <p14:tracePt t="22342" x="3054350" y="5314950"/>
          <p14:tracePt t="23680" x="3041650" y="5314950"/>
          <p14:tracePt t="23688" x="3028950" y="5314950"/>
          <p14:tracePt t="23703" x="3009900" y="5314950"/>
          <p14:tracePt t="23709" x="2984500" y="5314950"/>
          <p14:tracePt t="23722" x="2959100" y="5321300"/>
          <p14:tracePt t="23735" x="2940050" y="5321300"/>
          <p14:tracePt t="23751" x="2870200" y="5334000"/>
          <p14:tracePt t="23768" x="2825750" y="5346700"/>
          <p14:tracePt t="23786" x="2787650" y="5353050"/>
          <p14:tracePt t="23801" x="2717800" y="5353050"/>
          <p14:tracePt t="23817" x="2692400" y="5353050"/>
          <p14:tracePt t="23835" x="2641600" y="5353050"/>
          <p14:tracePt t="23851" x="2609850" y="5340350"/>
          <p14:tracePt t="23868" x="2597150" y="5340350"/>
          <p14:tracePt t="23885" x="2578100" y="5340350"/>
          <p14:tracePt t="23917" x="2565400" y="5340350"/>
          <p14:tracePt t="23968" x="2559050" y="5340350"/>
          <p14:tracePt t="24025" x="2559050" y="5346700"/>
          <p14:tracePt t="24130" x="2559050" y="5353050"/>
          <p14:tracePt t="24193" x="2565400" y="5353050"/>
          <p14:tracePt t="24214" x="2571750" y="5353050"/>
          <p14:tracePt t="24228" x="2578100" y="5353050"/>
          <p14:tracePt t="24250" x="2584450" y="5353050"/>
          <p14:tracePt t="24256" x="2590800" y="5353050"/>
          <p14:tracePt t="24270" x="2603500" y="5353050"/>
          <p14:tracePt t="24283" x="2616200" y="5353050"/>
          <p14:tracePt t="24299" x="2647950" y="5346700"/>
          <p14:tracePt t="24316" x="2679700" y="5346700"/>
          <p14:tracePt t="24333" x="2724150" y="5340350"/>
          <p14:tracePt t="24349" x="2755900" y="5334000"/>
          <p14:tracePt t="24366" x="2774950" y="5334000"/>
          <p14:tracePt t="24383" x="2832100" y="5327650"/>
          <p14:tracePt t="24399" x="2889250" y="5327650"/>
          <p14:tracePt t="24416" x="2914650" y="5327650"/>
          <p14:tracePt t="24419" x="2933700" y="5327650"/>
          <p14:tracePt t="24433" x="2952750" y="5327650"/>
          <p14:tracePt t="24449" x="2965450" y="5327650"/>
          <p14:tracePt t="24465" x="2984500" y="5327650"/>
          <p14:tracePt t="24482" x="2997200" y="5327650"/>
          <p14:tracePt t="24499" x="3003550" y="5327650"/>
          <p14:tracePt t="24516" x="3009900" y="5327650"/>
          <p14:tracePt t="24614" x="3009900" y="5321300"/>
          <p14:tracePt t="24663" x="3003550" y="5321300"/>
          <p14:tracePt t="24678" x="2997200" y="5321300"/>
          <p14:tracePt t="24699" x="2984500" y="5321300"/>
          <p14:tracePt t="24705" x="2971800" y="5321300"/>
          <p14:tracePt t="24719" x="2940050" y="5321300"/>
          <p14:tracePt t="24731" x="2914650" y="5321300"/>
          <p14:tracePt t="24748" x="2844800" y="5327650"/>
          <p14:tracePt t="24764" x="2806700" y="5327650"/>
          <p14:tracePt t="24781" x="2762250" y="5340350"/>
          <p14:tracePt t="24798" x="2692400" y="5346700"/>
          <p14:tracePt t="24814" x="2673350" y="5353050"/>
          <p14:tracePt t="24832" x="2635250" y="5353050"/>
          <p14:tracePt t="24847" x="2609850" y="5359400"/>
          <p14:tracePt t="24864" x="2603500" y="5359400"/>
          <p14:tracePt t="24881" x="2590800" y="5359400"/>
          <p14:tracePt t="24897" x="2584450" y="5359400"/>
          <p14:tracePt t="24914" x="2584450" y="5365750"/>
          <p14:tracePt t="24931" x="2597150" y="5365750"/>
          <p14:tracePt t="24947" x="2603500" y="5365750"/>
          <p14:tracePt t="24964" x="2609850" y="5365750"/>
          <p14:tracePt t="24980" x="2647950" y="5378450"/>
          <p14:tracePt t="24996" x="2673350" y="5384800"/>
          <p14:tracePt t="25014" x="2768600" y="5391150"/>
          <p14:tracePt t="25030" x="2876550" y="5397500"/>
          <p14:tracePt t="25047" x="2927350" y="5397500"/>
          <p14:tracePt t="25064" x="3041650" y="5410200"/>
          <p14:tracePt t="25080" x="3079750" y="5410200"/>
          <p14:tracePt t="25096" x="3187700" y="5416550"/>
          <p14:tracePt t="25113" x="3276600" y="5416550"/>
          <p14:tracePt t="25130" x="3308350" y="5416550"/>
          <p14:tracePt t="25147" x="3327400" y="5416550"/>
          <p14:tracePt t="25163" x="3352800" y="5416550"/>
          <p14:tracePt t="25180" x="3359150" y="5416550"/>
          <p14:tracePt t="25197" x="3365500" y="5416550"/>
          <p14:tracePt t="25317" x="3365500" y="5422900"/>
          <p14:tracePt t="25338" x="3365500" y="5429250"/>
          <p14:tracePt t="25359" x="3371850" y="5429250"/>
          <p14:tracePt t="25373" x="3378200" y="5435600"/>
          <p14:tracePt t="25387" x="3390900" y="5441950"/>
          <p14:tracePt t="25395" x="3403600" y="5448300"/>
          <p14:tracePt t="25413" x="3435350" y="5454650"/>
          <p14:tracePt t="25429" x="3530600" y="5492750"/>
          <p14:tracePt t="25445" x="3613150" y="5505450"/>
          <p14:tracePt t="25462" x="3778250" y="5530850"/>
          <p14:tracePt t="25479" x="3956050" y="5543550"/>
          <p14:tracePt t="25495" x="4032250" y="5543550"/>
          <p14:tracePt t="25513" x="4102100" y="5530850"/>
          <p14:tracePt t="25528" x="4165600" y="5530850"/>
          <p14:tracePt t="25545" x="4210050" y="5511800"/>
          <p14:tracePt t="25562" x="4260850" y="5499100"/>
          <p14:tracePt t="25578" x="4273550" y="5492750"/>
          <p14:tracePt t="25595" x="4286250" y="5486400"/>
          <p14:tracePt t="25612" x="4292600" y="5486400"/>
          <p14:tracePt t="25645" x="4292600" y="5480050"/>
          <p14:tracePt t="25689" x="4292600" y="5473700"/>
          <p14:tracePt t="25731" x="4298950" y="5473700"/>
          <p14:tracePt t="25745" x="4305300" y="5473700"/>
          <p14:tracePt t="25759" x="4311650" y="5473700"/>
          <p14:tracePt t="25773" x="4324350" y="5473700"/>
          <p14:tracePt t="25780" x="4349750" y="5473700"/>
          <p14:tracePt t="25797" x="4381500" y="5473700"/>
          <p14:tracePt t="25811" x="4438650" y="5473700"/>
          <p14:tracePt t="25827" x="4578350" y="5467350"/>
          <p14:tracePt t="25844" x="4667250" y="5467350"/>
          <p14:tracePt t="25861" x="4851400" y="5441950"/>
          <p14:tracePt t="25878" x="4991100" y="5422900"/>
          <p14:tracePt t="25893" x="5060950" y="5416550"/>
          <p14:tracePt t="25911" x="5099050" y="5416550"/>
          <p14:tracePt t="25928" x="5149850" y="5403850"/>
          <p14:tracePt t="25943" x="5162550" y="5397500"/>
          <p14:tracePt t="25960" x="5168900" y="5397500"/>
          <p14:tracePt t="26040" x="5162550" y="5397500"/>
          <p14:tracePt t="26046" x="5149850" y="5403850"/>
          <p14:tracePt t="26062" x="5130800" y="5410200"/>
          <p14:tracePt t="26076" x="5105400" y="5416550"/>
          <p14:tracePt t="26093" x="5067300" y="5429250"/>
          <p14:tracePt t="26110" x="4933950" y="5467350"/>
          <p14:tracePt t="26127" x="4851400" y="5486400"/>
          <p14:tracePt t="26142" x="4762500" y="5518150"/>
          <p14:tracePt t="26160" x="4552950" y="5562600"/>
          <p14:tracePt t="26176" x="4337050" y="5600700"/>
          <p14:tracePt t="26193" x="4235450" y="5626100"/>
          <p14:tracePt t="26209" x="4076700" y="5664200"/>
          <p14:tracePt t="26226" x="4019550" y="5683250"/>
          <p14:tracePt t="26243" x="3924300" y="5727700"/>
          <p14:tracePt t="26259" x="3867150" y="5753100"/>
          <p14:tracePt t="26276" x="3835400" y="5772150"/>
          <p14:tracePt t="26293" x="3765550" y="5797550"/>
          <p14:tracePt t="26787" x="3752850" y="5797550"/>
          <p14:tracePt t="26794" x="3714750" y="5791200"/>
          <p14:tracePt t="26810" x="3683000" y="5791200"/>
          <p14:tracePt t="26824" x="3644900" y="5784850"/>
          <p14:tracePt t="26841" x="3556000" y="5784850"/>
          <p14:tracePt t="26858" x="3467100" y="5784850"/>
          <p14:tracePt t="26874" x="3409950" y="5778500"/>
          <p14:tracePt t="26890" x="3359150" y="5778500"/>
          <p14:tracePt t="26907" x="3257550" y="5778500"/>
          <p14:tracePt t="26924" x="3149600" y="5778500"/>
          <p14:tracePt t="26941" x="3098800" y="5778500"/>
          <p14:tracePt t="26957" x="3028950" y="5778500"/>
          <p14:tracePt t="26973" x="3009900" y="5778500"/>
          <p14:tracePt t="26991" x="2978150" y="5778500"/>
          <p14:tracePt t="27006" x="2965450" y="5778500"/>
          <p14:tracePt t="27023" x="2952750" y="5778500"/>
          <p14:tracePt t="27040" x="2940050" y="5772150"/>
          <p14:tracePt t="27056" x="2927350" y="5765800"/>
          <p14:tracePt t="27073" x="2921000" y="5765800"/>
          <p14:tracePt t="27090" x="2914650" y="5765800"/>
          <p14:tracePt t="27106" x="2908300" y="5765800"/>
          <p14:tracePt t="27123" x="2901950" y="5765800"/>
          <p14:tracePt t="27139" x="2882900" y="5759450"/>
          <p14:tracePt t="27156" x="2870200" y="5753100"/>
          <p14:tracePt t="29873" x="2870200" y="5740400"/>
          <p14:tracePt t="29881" x="2870200" y="5721350"/>
          <p14:tracePt t="29895" x="2863850" y="5708650"/>
          <p14:tracePt t="29902" x="2863850" y="5695950"/>
          <p14:tracePt t="29916" x="2863850" y="5683250"/>
          <p14:tracePt t="29933" x="2863850" y="5670550"/>
          <p14:tracePt t="29951" x="2857500" y="5657850"/>
          <p14:tracePt t="29972" x="2857500" y="5651500"/>
          <p14:tracePt t="29980" x="2857500" y="5645150"/>
          <p14:tracePt t="29996" x="2851150" y="5638800"/>
          <p14:tracePt t="30042" x="2844800" y="5645150"/>
          <p14:tracePt t="30056" x="2844800" y="5651500"/>
          <p14:tracePt t="30084" x="2838450" y="5657850"/>
          <p14:tracePt t="30105" x="2832100" y="5657850"/>
          <p14:tracePt t="30140" x="2813050" y="5664200"/>
          <p14:tracePt t="30161" x="2806700" y="5664200"/>
          <p14:tracePt t="30175" x="2806700" y="5670550"/>
          <p14:tracePt t="30182" x="2800350" y="5670550"/>
          <p14:tracePt t="30198" x="2794000" y="5670550"/>
          <p14:tracePt t="30212" x="2787650" y="5670550"/>
          <p14:tracePt t="30228" x="2781300" y="5670550"/>
          <p14:tracePt t="30247" x="2768600" y="5670550"/>
          <p14:tracePt t="30278" x="2749550" y="5670550"/>
          <p14:tracePt t="30295" x="2698750" y="5670550"/>
          <p14:tracePt t="30312" x="2628900" y="5670550"/>
          <p14:tracePt t="30329" x="2590800" y="5670550"/>
          <p14:tracePt t="30345" x="2482850" y="5651500"/>
          <p14:tracePt t="30362" x="2432050" y="5645150"/>
          <p14:tracePt t="30379" x="2336800" y="5638800"/>
          <p14:tracePt t="30395" x="2311400" y="5638800"/>
          <p14:tracePt t="30412" x="2260600" y="5626100"/>
          <p14:tracePt t="30429" x="2228850" y="5619750"/>
          <p14:tracePt t="30445" x="2216150" y="5619750"/>
          <p14:tracePt t="30462" x="2203450" y="5613400"/>
          <p14:tracePt t="30478" x="2197100" y="5613400"/>
          <p14:tracePt t="30541" x="2203450" y="5613400"/>
          <p14:tracePt t="30548" x="2209800" y="5613400"/>
          <p14:tracePt t="30563" x="2216150" y="5607050"/>
          <p14:tracePt t="30578" x="2228850" y="5607050"/>
          <p14:tracePt t="30594" x="2260600" y="5600700"/>
          <p14:tracePt t="30612" x="2311400" y="5600700"/>
          <p14:tracePt t="30628" x="2343150" y="5594350"/>
          <p14:tracePt t="30644" x="2393950" y="5588000"/>
          <p14:tracePt t="30661" x="2489200" y="5575300"/>
          <p14:tracePt t="30677" x="2578100" y="5568950"/>
          <p14:tracePt t="30694" x="2622550" y="5562600"/>
          <p14:tracePt t="30710" x="2679700" y="5556250"/>
          <p14:tracePt t="30727" x="2698750" y="5549900"/>
          <p14:tracePt t="30744" x="2730500" y="5537200"/>
          <p14:tracePt t="30760" x="2743200" y="5530850"/>
          <p14:tracePt t="30777" x="2755900" y="5524500"/>
          <p14:tracePt t="30794" x="2762250" y="5524500"/>
          <p14:tracePt t="30827" x="2762250" y="5518150"/>
          <p14:tracePt t="30871" x="2755900" y="5518150"/>
          <p14:tracePt t="30878" x="2749550" y="5518150"/>
          <p14:tracePt t="30893" x="2743200" y="5518150"/>
          <p14:tracePt t="30899" x="2730500" y="5518150"/>
          <p14:tracePt t="30913" x="2717800" y="5518150"/>
          <p14:tracePt t="30926" x="2698750" y="5518150"/>
          <p14:tracePt t="30943" x="2647950" y="5524500"/>
          <p14:tracePt t="30960" x="2609850" y="5524500"/>
          <p14:tracePt t="30977" x="2527300" y="5530850"/>
          <p14:tracePt t="30993" x="2489200" y="5537200"/>
          <p14:tracePt t="31010" x="2451100" y="5537200"/>
          <p14:tracePt t="31026" x="2387600" y="5556250"/>
          <p14:tracePt t="31043" x="2349500" y="5562600"/>
          <p14:tracePt t="31059" x="2330450" y="5562600"/>
          <p14:tracePt t="31076" x="2311400" y="5568950"/>
          <p14:tracePt t="31092" x="2305050" y="5568950"/>
          <p14:tracePt t="31110" x="2298700" y="5568950"/>
          <p14:tracePt t="31126" x="2286000" y="5568950"/>
          <p14:tracePt t="31201" x="2292350" y="5568950"/>
          <p14:tracePt t="31215" x="2305050" y="5568950"/>
          <p14:tracePt t="31222" x="2317750" y="5568950"/>
          <p14:tracePt t="31237" x="2330450" y="5562600"/>
          <p14:tracePt t="31245" x="2349500" y="5562600"/>
          <p14:tracePt t="31259" x="2387600" y="5549900"/>
          <p14:tracePt t="31275" x="2419350" y="5543550"/>
          <p14:tracePt t="31292" x="2514600" y="5537200"/>
          <p14:tracePt t="31308" x="2616200" y="5518150"/>
          <p14:tracePt t="31325" x="2673350" y="5499100"/>
          <p14:tracePt t="31342" x="2705100" y="5492750"/>
          <p14:tracePt t="31359" x="2762250" y="5480050"/>
          <p14:tracePt t="31375" x="2806700" y="5473700"/>
          <p14:tracePt t="31392" x="2813050" y="5467350"/>
          <p14:tracePt t="31408" x="2819400" y="5461000"/>
          <p14:tracePt t="31447" x="2819400" y="5454650"/>
          <p14:tracePt t="31510" x="2813050" y="5454650"/>
          <p14:tracePt t="31531" x="2806700" y="5454650"/>
          <p14:tracePt t="31553" x="2794000" y="5454650"/>
          <p14:tracePt t="31567" x="2787650" y="5454650"/>
          <p14:tracePt t="31588" x="2781300" y="5454650"/>
          <p14:tracePt t="31602" x="2768600" y="5461000"/>
          <p14:tracePt t="31610" x="2743200" y="5467350"/>
          <p14:tracePt t="31625" x="2717800" y="5473700"/>
          <p14:tracePt t="31640" x="2686050" y="5492750"/>
          <p14:tracePt t="31658" x="2597150" y="5524500"/>
          <p14:tracePt t="31674" x="2514600" y="5562600"/>
          <p14:tracePt t="31690" x="2470150" y="5575300"/>
          <p14:tracePt t="31708" x="2393950" y="5600700"/>
          <p14:tracePt t="31724" x="2368550" y="5607050"/>
          <p14:tracePt t="31741" x="2317750" y="5632450"/>
          <p14:tracePt t="31757" x="2279650" y="5638800"/>
          <p14:tracePt t="31773" x="2273300" y="5645150"/>
          <p14:tracePt t="31806" x="2260600" y="5645150"/>
          <p14:tracePt t="31840" x="2260600" y="5651500"/>
          <p14:tracePt t="31890" x="2254250" y="5657850"/>
          <p14:tracePt t="32037" x="2260600" y="5657850"/>
          <p14:tracePt t="32051" x="2266950" y="5657850"/>
          <p14:tracePt t="32073" x="2286000" y="5657850"/>
          <p14:tracePt t="32080" x="2311400" y="5657850"/>
          <p14:tracePt t="32093" x="2330450" y="5657850"/>
          <p14:tracePt t="32106" x="2368550" y="5657850"/>
          <p14:tracePt t="32122" x="2470150" y="5651500"/>
          <p14:tracePt t="32139" x="2527300" y="5651500"/>
          <p14:tracePt t="32155" x="2578100" y="5651500"/>
          <p14:tracePt t="32172" x="2654300" y="5651500"/>
          <p14:tracePt t="32189" x="2717800" y="5645150"/>
          <p14:tracePt t="32206" x="2755900" y="5626100"/>
          <p14:tracePt t="32222" x="2768600" y="5626100"/>
          <p14:tracePt t="32238" x="2774950" y="5626100"/>
          <p14:tracePt t="32256" x="2781300" y="5619750"/>
          <p14:tracePt t="32272" x="2781300" y="5613400"/>
          <p14:tracePt t="32318" x="2781300" y="5626100"/>
          <p14:tracePt t="32332" x="2781300" y="5638800"/>
          <p14:tracePt t="34714" x="2774950" y="5651500"/>
          <p14:tracePt t="34721" x="2762250" y="5676900"/>
          <p14:tracePt t="34734" x="2736850" y="5702300"/>
          <p14:tracePt t="34750" x="2730500" y="5721350"/>
          <p14:tracePt t="34763" x="2705100" y="5753100"/>
          <p14:tracePt t="34780" x="2667000" y="5816600"/>
          <p14:tracePt t="34796" x="2641600" y="5861050"/>
          <p14:tracePt t="34813" x="2578100" y="5943600"/>
          <p14:tracePt t="34829" x="2565400" y="5962650"/>
          <p14:tracePt t="34847" x="2514600" y="6026150"/>
          <p14:tracePt t="34863" x="2476500" y="6089650"/>
          <p14:tracePt t="34879" x="2451100" y="6127750"/>
          <p14:tracePt t="34897" x="2419350" y="6178550"/>
          <p14:tracePt t="34913" x="2406650" y="6210300"/>
          <p14:tracePt t="34929" x="2381250" y="6229350"/>
          <p14:tracePt t="34946" x="2368550" y="6261100"/>
          <p14:tracePt t="34962" x="2355850" y="6280150"/>
          <p14:tracePt t="34979" x="2355850" y="6292850"/>
          <p14:tracePt t="34996" x="2355850" y="6299200"/>
          <p14:tracePt t="35261" x="2362200" y="6299200"/>
          <p14:tracePt t="35268" x="2368550" y="6292850"/>
          <p14:tracePt t="35289" x="2381250" y="6292850"/>
          <p14:tracePt t="35303" x="2393950" y="6286500"/>
          <p14:tracePt t="35312" x="2406650" y="6273800"/>
          <p14:tracePt t="35327" x="2425700" y="6267450"/>
          <p14:tracePt t="35345" x="2457450" y="6254750"/>
          <p14:tracePt t="35361" x="2489200" y="6248400"/>
          <p14:tracePt t="35378" x="2520950" y="6229350"/>
          <p14:tracePt t="35395" x="2628900" y="6197600"/>
          <p14:tracePt t="35411" x="2736850" y="6165850"/>
          <p14:tracePt t="35428" x="2794000" y="6146800"/>
          <p14:tracePt t="35444" x="2889250" y="6121400"/>
          <p14:tracePt t="35461" x="2940050" y="6115050"/>
          <p14:tracePt t="35477" x="3022600" y="6089650"/>
          <p14:tracePt t="35494" x="3105150" y="6070600"/>
          <p14:tracePt t="35511" x="3162300" y="6064250"/>
          <p14:tracePt t="35528" x="3206750" y="6045200"/>
          <p14:tracePt t="35544" x="3295650" y="6038850"/>
          <p14:tracePt t="35560" x="3390900" y="6026150"/>
          <p14:tracePt t="35578" x="3429000" y="6026150"/>
          <p14:tracePt t="35594" x="3486150" y="6026150"/>
          <p14:tracePt t="35610" x="3517900" y="6032500"/>
          <p14:tracePt t="35627" x="3556000" y="6032500"/>
          <p14:tracePt t="35644" x="3581400" y="6032500"/>
          <p14:tracePt t="35646" x="3606800" y="6032500"/>
          <p14:tracePt t="35660" x="3619500" y="6032500"/>
          <p14:tracePt t="35677" x="3651250" y="6032500"/>
          <p14:tracePt t="35693" x="3663950" y="6032500"/>
          <p14:tracePt t="35711" x="3670300" y="6032500"/>
          <p14:tracePt t="35743" x="3670300" y="6045200"/>
          <p14:tracePt t="35760" x="3670300" y="6057900"/>
          <p14:tracePt t="36182" x="3727450" y="6057900"/>
          <p14:tracePt t="36189" x="3816350" y="6076950"/>
          <p14:tracePt t="36203" x="3917950" y="6076950"/>
          <p14:tracePt t="36218" x="4019550" y="6076950"/>
          <p14:tracePt t="36231" x="4146550" y="6076950"/>
          <p14:tracePt t="36241" x="4267200" y="6076950"/>
          <p14:tracePt t="36258" x="4425950" y="6089650"/>
          <p14:tracePt t="36275" x="4679950" y="6115050"/>
          <p14:tracePt t="36291" x="4794250" y="6115050"/>
          <p14:tracePt t="36309" x="4984750" y="6121400"/>
          <p14:tracePt t="36324" x="5162550" y="6121400"/>
          <p14:tracePt t="36341" x="5245100" y="6108700"/>
          <p14:tracePt t="36359" x="5359400" y="6102350"/>
          <p14:tracePt t="36375" x="5397500" y="6102350"/>
          <p14:tracePt t="36391" x="5429250" y="6089650"/>
          <p14:tracePt t="36408" x="5480050" y="6083300"/>
          <p14:tracePt t="36424" x="5505450" y="6076950"/>
          <p14:tracePt t="36441" x="5511800" y="6076950"/>
          <p14:tracePt t="36457" x="5518150" y="6076950"/>
          <p14:tracePt t="36505" x="5511800" y="6083300"/>
          <p14:tracePt t="36519" x="5505450" y="6083300"/>
          <p14:tracePt t="36527" x="5505450" y="6089650"/>
          <p14:tracePt t="36543" x="5499100" y="6102350"/>
          <p14:tracePt t="36557" x="5499100" y="6108700"/>
          <p14:tracePt t="36574" x="5499100" y="6115050"/>
          <p14:tracePt t="36912" x="5556250" y="6115050"/>
          <p14:tracePt t="36926" x="5645150" y="6096000"/>
          <p14:tracePt t="36933" x="5746750" y="6076950"/>
          <p14:tracePt t="36947" x="5848350" y="6051550"/>
          <p14:tracePt t="36955" x="5956300" y="6032500"/>
          <p14:tracePt t="36972" x="6032500" y="6013450"/>
          <p14:tracePt t="36990" x="6197600" y="6013450"/>
          <p14:tracePt t="37005" x="6261100" y="6013450"/>
          <p14:tracePt t="37022" x="6330950" y="6013450"/>
          <p14:tracePt t="37039" x="6483350" y="6013450"/>
          <p14:tracePt t="37055" x="6610350" y="6026150"/>
          <p14:tracePt t="37072" x="6661150" y="6026150"/>
          <p14:tracePt t="37089" x="6781800" y="6013450"/>
          <p14:tracePt t="37105" x="6819900" y="6013450"/>
          <p14:tracePt t="37123" x="6877050" y="6007100"/>
          <p14:tracePt t="37138" x="6921500" y="5994400"/>
          <p14:tracePt t="37155" x="6934200" y="5994400"/>
          <p14:tracePt t="37172" x="6940550" y="5994400"/>
          <p14:tracePt t="37175" x="6946900" y="5994400"/>
          <p14:tracePt t="37319" x="6946900" y="6000750"/>
          <p14:tracePt t="37411" x="6940550" y="6000750"/>
          <p14:tracePt t="37439" x="6934200" y="6000750"/>
          <p14:tracePt t="37495" x="6927850" y="6000750"/>
          <p14:tracePt t="37699" x="6838950" y="5969000"/>
          <p14:tracePt t="37713" x="6680200" y="5867400"/>
          <p14:tracePt t="37722" x="6451600" y="5734050"/>
          <p14:tracePt t="37736" x="6146800" y="5562600"/>
          <p14:tracePt t="37753" x="5791200" y="5365750"/>
          <p14:tracePt t="37769" x="5035550" y="4953000"/>
          <p14:tracePt t="37786" x="4279900" y="4559300"/>
          <p14:tracePt t="37803" x="3905250" y="4394200"/>
          <p14:tracePt t="37820" x="3282950" y="4114800"/>
          <p14:tracePt t="37836" x="3067050" y="4025900"/>
          <p14:tracePt t="37854" x="2768600" y="3930650"/>
          <p14:tracePt t="37869" x="2692400" y="3911600"/>
          <p14:tracePt t="37886" x="2584450" y="3892550"/>
          <p14:tracePt t="37903" x="2533650" y="3886200"/>
          <p14:tracePt t="37919" x="2520950" y="3886200"/>
          <p14:tracePt t="37935" x="2514600" y="3898900"/>
          <p14:tracePt t="37952" x="2501900" y="3917950"/>
          <p14:tracePt t="37969" x="2501900" y="3956050"/>
          <p14:tracePt t="37985" x="2508250" y="3994150"/>
          <p14:tracePt t="38002" x="2520950" y="4102100"/>
          <p14:tracePt t="38018" x="2540000" y="4171950"/>
          <p14:tracePt t="38036" x="2571750" y="4311650"/>
          <p14:tracePt t="38052" x="2578100" y="4394200"/>
          <p14:tracePt t="38068" x="2603500" y="4546600"/>
          <p14:tracePt t="38086" x="2609850" y="4673600"/>
          <p14:tracePt t="38102" x="2609850" y="4718050"/>
          <p14:tracePt t="38118" x="2609850" y="4743450"/>
          <p14:tracePt t="38135" x="2603500" y="4794250"/>
          <p14:tracePt t="38151" x="2603500" y="4806950"/>
          <p14:tracePt t="38168" x="2603500" y="4813300"/>
          <p14:tracePt t="38201" x="2597150" y="4813300"/>
          <p14:tracePt t="38218" x="2584450" y="4794250"/>
          <p14:tracePt t="38234" x="2584450" y="4762500"/>
          <p14:tracePt t="38251" x="2559050" y="4660900"/>
          <p14:tracePt t="38268" x="2527300" y="4565650"/>
          <p14:tracePt t="38285" x="2444750" y="4318000"/>
          <p14:tracePt t="38301" x="2381250" y="4152900"/>
          <p14:tracePt t="38318" x="2247900" y="3689350"/>
          <p14:tracePt t="38334" x="2165350" y="3378200"/>
          <p14:tracePt t="38351" x="2082800" y="3048000"/>
          <p14:tracePt t="38367" x="1930400" y="2362200"/>
          <p14:tracePt t="38384" x="1809750" y="1803400"/>
          <p14:tracePt t="38401" x="1765300" y="1562100"/>
          <p14:tracePt t="38417" x="1752600" y="1504950"/>
          <p14:tracePt t="38433" x="1752600" y="1485900"/>
          <p14:tracePt t="38451" x="1752600" y="1460500"/>
          <p14:tracePt t="38492" x="1752600" y="1466850"/>
          <p14:tracePt t="38514" x="1752600" y="1473200"/>
          <p14:tracePt t="38521" x="1752600" y="1485900"/>
          <p14:tracePt t="38536" x="1752600" y="1492250"/>
          <p14:tracePt t="38550" x="1752600" y="1517650"/>
          <p14:tracePt t="38567" x="1758950" y="1568450"/>
          <p14:tracePt t="38584" x="1790700" y="1758950"/>
          <p14:tracePt t="38600" x="1905000" y="2184400"/>
          <p14:tracePt t="38616" x="1968500" y="2463800"/>
          <p14:tracePt t="38634" x="2165350" y="3136900"/>
          <p14:tracePt t="38650" x="2273300" y="3549650"/>
          <p14:tracePt t="38666" x="2400300" y="3987800"/>
          <p14:tracePt t="38683" x="2686050" y="4991100"/>
          <p14:tracePt t="38699" x="2895600" y="5765800"/>
          <p14:tracePt t="38716" x="2971800" y="6026150"/>
          <p14:tracePt t="38719" x="3016250" y="6140450"/>
          <p14:tracePt t="38732" x="3048000" y="6242050"/>
          <p14:tracePt t="38749" x="3067050" y="6324600"/>
          <p14:tracePt t="38767" x="3079750" y="6388100"/>
          <p14:tracePt t="38782" x="3092450" y="6400800"/>
          <p14:tracePt t="38816" x="3098800" y="6400800"/>
          <p14:tracePt t="38832" x="3105150" y="6388100"/>
          <p14:tracePt t="38852" x="3105150" y="6375400"/>
          <p14:tracePt t="38866" x="3117850" y="6362700"/>
          <p14:tracePt t="38882" x="3155950" y="6311900"/>
          <p14:tracePt t="38899" x="3181350" y="6254750"/>
          <p14:tracePt t="38915" x="3251200" y="6102350"/>
          <p14:tracePt t="38932" x="3295650" y="5988050"/>
          <p14:tracePt t="38949" x="3365500" y="5657850"/>
          <p14:tracePt t="38965" x="3409950" y="5168900"/>
          <p14:tracePt t="38982" x="3397250" y="4857750"/>
          <p14:tracePt t="39000" x="3289300" y="3803650"/>
          <p14:tracePt t="39015" x="3194050" y="3270250"/>
          <p14:tracePt t="39032" x="3136900" y="2774950"/>
          <p14:tracePt t="39048" x="3117850" y="2482850"/>
          <p14:tracePt t="39065" x="3117850" y="2343150"/>
          <p14:tracePt t="39082" x="3130550" y="2216150"/>
          <p14:tracePt t="39098" x="3143250" y="2178050"/>
          <p14:tracePt t="39115" x="3149600" y="2178050"/>
          <p14:tracePt t="39132" x="3155950" y="2178050"/>
          <p14:tracePt t="39148" x="3162300" y="2178050"/>
          <p14:tracePt t="39165" x="3168650" y="2184400"/>
          <p14:tracePt t="39182" x="3175000" y="2209800"/>
          <p14:tracePt t="39198" x="3175000" y="2228850"/>
          <p14:tracePt t="39201" x="3181350" y="2260600"/>
          <p14:tracePt t="39231" x="3263900" y="2393950"/>
          <p14:tracePt t="39247" x="3333750" y="2590800"/>
          <p14:tracePt t="39266" x="3448050" y="2863850"/>
          <p14:tracePt t="39281" x="3549650" y="3086100"/>
          <p14:tracePt t="39298" x="3676650" y="3359150"/>
          <p14:tracePt t="39315" x="3975100" y="3956050"/>
          <p14:tracePt t="39331" x="4152900" y="4305300"/>
          <p14:tracePt t="39347" x="4572000" y="4972050"/>
          <p14:tracePt t="39364" x="5048250" y="5600700"/>
          <p14:tracePt t="39381" x="5270500" y="5829300"/>
          <p14:tracePt t="39397" x="5448300" y="6019800"/>
          <p14:tracePt t="39414" x="5613400" y="6140450"/>
          <p14:tracePt t="39430" x="5791200" y="6254750"/>
          <p14:tracePt t="39447" x="5994400" y="6369050"/>
          <p14:tracePt t="39463" x="6280150" y="6451600"/>
          <p14:tracePt t="39479" x="6407150" y="6457950"/>
          <p14:tracePt t="39497" x="6521450" y="6457950"/>
          <p14:tracePt t="39513" x="6610350" y="6445250"/>
          <p14:tracePt t="39530" x="6686550" y="6413500"/>
          <p14:tracePt t="39547" x="6838950" y="6343650"/>
          <p14:tracePt t="39563" x="6921500" y="6292850"/>
          <p14:tracePt t="39580" x="7067550" y="6216650"/>
          <p14:tracePt t="39596" x="7194550" y="6165850"/>
          <p14:tracePt t="39613" x="7270750" y="6146800"/>
          <p14:tracePt t="39632" x="7416800" y="6115050"/>
          <p14:tracePt t="39646" x="7493000" y="6083300"/>
          <p14:tracePt t="39663" x="7562850" y="6057900"/>
          <p14:tracePt t="39681" x="7645400" y="6038850"/>
          <p14:tracePt t="39696" x="7696200" y="6026150"/>
          <p14:tracePt t="39712" x="7842250" y="5988050"/>
          <p14:tracePt t="39730" x="7918450" y="5969000"/>
          <p14:tracePt t="39746" x="8001000" y="5937250"/>
          <p14:tracePt t="39763" x="8147050" y="5918200"/>
          <p14:tracePt t="39779" x="8216900" y="5905500"/>
          <p14:tracePt t="39796" x="8235950" y="5899150"/>
          <p14:tracePt t="39814" x="8286750" y="5880100"/>
          <p14:tracePt t="39829" x="8305800" y="5880100"/>
          <p14:tracePt t="39846" x="8350250" y="5873750"/>
          <p14:tracePt t="39863" x="8382000" y="5873750"/>
          <p14:tracePt t="39879" x="8394700" y="5873750"/>
          <p14:tracePt t="39895" x="8407400" y="5873750"/>
          <p14:tracePt t="39912" x="8420100" y="5873750"/>
          <p14:tracePt t="39929" x="8426450" y="5873750"/>
          <p14:tracePt t="39945" x="8426450" y="5880100"/>
          <p14:tracePt t="39962" x="8426450" y="5886450"/>
          <p14:tracePt t="39978" x="8426450" y="5892800"/>
          <p14:tracePt t="40002" x="8420100" y="5892800"/>
          <p14:tracePt t="40023" x="8413750" y="5892800"/>
          <p14:tracePt t="40046" x="8407400" y="5892800"/>
          <p14:tracePt t="40080" x="8401050" y="5892800"/>
          <p14:tracePt t="40165" x="8394700" y="5892800"/>
          <p14:tracePt t="40221" x="8388350" y="5892800"/>
          <p14:tracePt t="40270" x="8382000" y="5892800"/>
          <p14:tracePt t="40305" x="8375650" y="5892800"/>
          <p14:tracePt t="40312" x="8369300" y="5892800"/>
          <p14:tracePt t="40328" x="8362950" y="5892800"/>
          <p14:tracePt t="40333" x="8356600" y="5892800"/>
          <p14:tracePt t="40347" x="8343900" y="5892800"/>
          <p14:tracePt t="40363" x="8312150" y="5892800"/>
          <p14:tracePt t="40377" x="8286750" y="5892800"/>
          <p14:tracePt t="40394" x="8223250" y="5880100"/>
          <p14:tracePt t="40411" x="8020050" y="5848350"/>
          <p14:tracePt t="40427" x="7874000" y="5816600"/>
          <p14:tracePt t="40443" x="7473950" y="5734050"/>
          <p14:tracePt t="40460" x="6991350" y="5632450"/>
          <p14:tracePt t="40477" x="6737350" y="5575300"/>
          <p14:tracePt t="40493" x="6451600" y="5492750"/>
          <p14:tracePt t="40510" x="5937250" y="5359400"/>
          <p14:tracePt t="40526" x="5391150" y="5187950"/>
          <p14:tracePt t="40545" x="4946650" y="5054600"/>
          <p14:tracePt t="40559" x="4718050" y="4997450"/>
          <p14:tracePt t="40576" x="4514850" y="4959350"/>
          <p14:tracePt t="40594" x="4133850" y="4883150"/>
          <p14:tracePt t="40610" x="3841750" y="4845050"/>
          <p14:tracePt t="40626" x="3683000" y="4832350"/>
          <p14:tracePt t="40643" x="3403600" y="4813300"/>
          <p14:tracePt t="40659" x="3289300" y="4813300"/>
          <p14:tracePt t="40676" x="3111500" y="4819650"/>
          <p14:tracePt t="40693" x="2965450" y="4864100"/>
          <p14:tracePt t="41070" x="2851150" y="4864100"/>
          <p14:tracePt t="41076" x="2736850" y="4838700"/>
          <p14:tracePt t="41084" x="2635250" y="4838700"/>
          <p14:tracePt t="41098" x="2533650" y="4838700"/>
          <p14:tracePt t="41108" x="2444750" y="4838700"/>
          <p14:tracePt t="41125" x="2349500" y="4857750"/>
          <p14:tracePt t="41141" x="2216150" y="4883150"/>
          <p14:tracePt t="41158" x="2165350" y="4908550"/>
          <p14:tracePt t="41174" x="2152650" y="4914900"/>
          <p14:tracePt t="41191" x="2139950" y="4921250"/>
          <p14:tracePt t="41225" x="2152650" y="4946650"/>
          <p14:tracePt t="41241" x="2228850" y="4997450"/>
          <p14:tracePt t="41258" x="2324100" y="5048250"/>
          <p14:tracePt t="41275" x="2540000" y="5194300"/>
          <p14:tracePt t="41290" x="2679700" y="5251450"/>
          <p14:tracePt t="41307" x="2819400" y="5308600"/>
          <p14:tracePt t="41324" x="3168650" y="5372100"/>
          <p14:tracePt t="41341" x="3543300" y="5384800"/>
          <p14:tracePt t="41358" x="3746500" y="5384800"/>
          <p14:tracePt t="41373" x="4095750" y="5327650"/>
          <p14:tracePt t="41390" x="4210050" y="5308600"/>
          <p14:tracePt t="41407" x="4406900" y="5289550"/>
          <p14:tracePt t="41423" x="4546600" y="5257800"/>
          <p14:tracePt t="41440" x="4616450" y="5238750"/>
          <p14:tracePt t="41457" x="4673600" y="5219700"/>
          <p14:tracePt t="41473" x="4737100" y="5194300"/>
          <p14:tracePt t="41490" x="4756150" y="5187950"/>
          <p14:tracePt t="41507" x="4762500" y="5175250"/>
          <p14:tracePt t="41523" x="4768850" y="5168900"/>
          <p14:tracePt t="41540" x="4768850" y="5162550"/>
          <p14:tracePt t="41557" x="4768850" y="5156200"/>
          <p14:tracePt t="41573" x="4749800" y="5143500"/>
          <p14:tracePt t="41590" x="4667250" y="5111750"/>
          <p14:tracePt t="41606" x="4597400" y="5080000"/>
          <p14:tracePt t="41623" x="4514850" y="5041900"/>
          <p14:tracePt t="41640" x="4318000" y="4965700"/>
          <p14:tracePt t="41656" x="4203700" y="4921250"/>
          <p14:tracePt t="41672" x="4057650" y="4889500"/>
          <p14:tracePt t="41689" x="3746500" y="4806950"/>
          <p14:tracePt t="41706" x="3613150" y="4775200"/>
          <p14:tracePt t="41723" x="3498850" y="4756150"/>
          <p14:tracePt t="41739" x="3378200" y="4737100"/>
          <p14:tracePt t="41756" x="3333750" y="4730750"/>
          <p14:tracePt t="41773" x="3314700" y="4730750"/>
          <p14:tracePt t="41789" x="3308350" y="4730750"/>
          <p14:tracePt t="41823" x="3302000" y="4730750"/>
          <p14:tracePt t="41836" x="3302000" y="4737100"/>
          <p14:tracePt t="41976" x="3302000" y="4730750"/>
          <p14:tracePt t="41998" x="3302000" y="4718050"/>
          <p14:tracePt t="42019" x="3308350" y="4718050"/>
          <p14:tracePt t="42297" x="3308350" y="4679950"/>
          <p14:tracePt t="42311" x="3314700" y="4641850"/>
          <p14:tracePt t="42318" x="3314700" y="4591050"/>
          <p14:tracePt t="42332" x="3321050" y="4533900"/>
          <p14:tracePt t="42340" x="3333750" y="4483100"/>
          <p14:tracePt t="42354" x="3333750" y="4432300"/>
          <p14:tracePt t="42370" x="3333750" y="4394200"/>
          <p14:tracePt t="42386" x="3333750" y="4349750"/>
          <p14:tracePt t="42403" x="3333750" y="4248150"/>
          <p14:tracePt t="42420" x="3333750" y="4197350"/>
          <p14:tracePt t="42437" x="3327400" y="4044950"/>
          <p14:tracePt t="42453" x="3321050" y="3962400"/>
          <p14:tracePt t="42470" x="3308350" y="3797300"/>
          <p14:tracePt t="42487" x="3289300" y="3670300"/>
          <p14:tracePt t="42503" x="3289300" y="3606800"/>
          <p14:tracePt t="42520" x="3282950" y="3549650"/>
          <p14:tracePt t="42536" x="3282950" y="3473450"/>
          <p14:tracePt t="42552" x="3276600" y="3416300"/>
          <p14:tracePt t="42570" x="3276600" y="3384550"/>
          <p14:tracePt t="42586" x="3270250" y="3333750"/>
          <p14:tracePt t="42603" x="3270250" y="3308350"/>
          <p14:tracePt t="42620" x="3251200" y="3263900"/>
          <p14:tracePt t="42636" x="3238500" y="3213100"/>
          <p14:tracePt t="42652" x="3232150" y="3194050"/>
          <p14:tracePt t="42670" x="3219450" y="3143250"/>
          <p14:tracePt t="42686" x="3213100" y="3124200"/>
          <p14:tracePt t="42703" x="3194050" y="3092450"/>
          <p14:tracePt t="42719" x="3181350" y="3041650"/>
          <p14:tracePt t="42735" x="3162300" y="2990850"/>
          <p14:tracePt t="42753" x="3143250" y="2933700"/>
          <p14:tracePt t="42768" x="3130550" y="2901950"/>
          <p14:tracePt t="42785" x="3130550" y="2882900"/>
          <p14:tracePt t="42788" x="3124200" y="2857500"/>
          <p14:tracePt t="42803" x="3117850" y="2838450"/>
          <p14:tracePt t="42818" x="3111500" y="2813050"/>
          <p14:tracePt t="42835" x="3105150" y="2800350"/>
          <p14:tracePt t="42852" x="3098800" y="2774950"/>
          <p14:tracePt t="42868" x="3098800" y="2762250"/>
          <p14:tracePt t="42885" x="3092450" y="2749550"/>
          <p14:tracePt t="42902" x="3092450" y="2730500"/>
          <p14:tracePt t="42918" x="3092450" y="2717800"/>
          <p14:tracePt t="42936" x="3086100" y="2711450"/>
          <p14:tracePt t="42951" x="3086100" y="2698750"/>
          <p14:tracePt t="42968" x="3086100" y="2692400"/>
          <p14:tracePt t="42985" x="3079750" y="2686050"/>
          <p14:tracePt t="43119" x="3073400" y="2686050"/>
          <p14:tracePt t="43175" x="3067050" y="2686050"/>
          <p14:tracePt t="43336" x="3067050" y="2692400"/>
          <p14:tracePt t="43379" x="3067050" y="2698750"/>
          <p14:tracePt t="43421" x="3067050" y="2705100"/>
          <p14:tracePt t="43428" x="3067050" y="2711450"/>
          <p14:tracePt t="43463" x="3067050" y="2717800"/>
          <p14:tracePt t="43814" x="3073400" y="2724150"/>
          <p14:tracePt t="43835" x="3073400" y="2730500"/>
          <p14:tracePt t="43878" x="3067050" y="2736850"/>
          <p14:tracePt t="43892" x="3060700" y="2743200"/>
          <p14:tracePt t="43913" x="3054350" y="2749550"/>
          <p14:tracePt t="43934" x="3054350" y="2755900"/>
          <p14:tracePt t="43955" x="3048000" y="2755900"/>
          <p14:tracePt t="43990" x="3041650" y="2755900"/>
          <p14:tracePt t="43998" x="3035300" y="2755900"/>
          <p14:tracePt t="44018" x="3028950" y="2762250"/>
          <p14:tracePt t="44039" x="3022600" y="2762250"/>
          <p14:tracePt t="44060" x="3016250" y="2768600"/>
          <p14:tracePt t="44082" x="3016250" y="2774950"/>
          <p14:tracePt t="44137" x="3009900" y="2781300"/>
          <p14:tracePt t="44158" x="3003550" y="2781300"/>
          <p14:tracePt t="44194" x="2997200" y="2787650"/>
          <p14:tracePt t="44222" x="2990850" y="2787650"/>
          <p14:tracePt t="44243" x="2984500" y="2794000"/>
          <p14:tracePt t="44263" x="2978150" y="2794000"/>
          <p14:tracePt t="44278" x="2971800" y="2794000"/>
          <p14:tracePt t="44285" x="2965450" y="2794000"/>
          <p14:tracePt t="44300" x="2959100" y="2794000"/>
          <p14:tracePt t="44313" x="2946400" y="2794000"/>
          <p14:tracePt t="44330" x="2940050" y="2794000"/>
          <p14:tracePt t="44347" x="2908300" y="2794000"/>
          <p14:tracePt t="44364" x="2876550" y="2794000"/>
          <p14:tracePt t="44380" x="2857500" y="2794000"/>
          <p14:tracePt t="44397" x="2838450" y="2794000"/>
          <p14:tracePt t="44413" x="2806700" y="2794000"/>
          <p14:tracePt t="44429" x="2774950" y="2794000"/>
          <p14:tracePt t="44447" x="2743200" y="2794000"/>
          <p14:tracePt t="44463" x="2730500" y="2794000"/>
          <p14:tracePt t="44480" x="2705100" y="2794000"/>
          <p14:tracePt t="44496" x="2679700" y="2787650"/>
          <p14:tracePt t="44513" x="2641600" y="2781300"/>
          <p14:tracePt t="44529" x="2635250" y="2781300"/>
          <p14:tracePt t="44546" x="2590800" y="2781300"/>
          <p14:tracePt t="44563" x="2571750" y="2774950"/>
          <p14:tracePt t="44580" x="2540000" y="2768600"/>
          <p14:tracePt t="44596" x="2514600" y="2768600"/>
          <p14:tracePt t="44612" x="2482850" y="2755900"/>
          <p14:tracePt t="44630" x="2463800" y="2755900"/>
          <p14:tracePt t="44646" x="2457450" y="2755900"/>
          <p14:tracePt t="44679" x="2444750" y="2755900"/>
          <p14:tracePt t="44715" x="2438400" y="2755900"/>
          <p14:tracePt t="44749" x="2432050" y="2755900"/>
          <p14:tracePt t="44805" x="2425700" y="2755900"/>
          <p14:tracePt t="44847" x="2425700" y="2762250"/>
          <p14:tracePt t="44889" x="2432050" y="2762250"/>
          <p14:tracePt t="44917" x="2438400" y="2768600"/>
          <p14:tracePt t="44924" x="2444750" y="2768600"/>
          <p14:tracePt t="44938" x="2451100" y="2768600"/>
          <p14:tracePt t="44947" x="2463800" y="2768600"/>
          <p14:tracePt t="44961" x="2489200" y="2768600"/>
          <p14:tracePt t="44978" x="2508250" y="2768600"/>
          <p14:tracePt t="44995" x="2571750" y="2768600"/>
          <p14:tracePt t="45011" x="2622550" y="2768600"/>
          <p14:tracePt t="45028" x="2698750" y="2768600"/>
          <p14:tracePt t="45044" x="2781300" y="2768600"/>
          <p14:tracePt t="45061" x="2806700" y="2768600"/>
          <p14:tracePt t="45078" x="2838450" y="2768600"/>
          <p14:tracePt t="45094" x="2882900" y="2768600"/>
          <p14:tracePt t="45111" x="2921000" y="2762250"/>
          <p14:tracePt t="45128" x="2946400" y="2762250"/>
          <p14:tracePt t="45144" x="2946400" y="2755900"/>
          <p14:tracePt t="45161" x="2952750" y="2755900"/>
          <p14:tracePt t="45177" x="2965450" y="2755900"/>
          <p14:tracePt t="45472" x="2959100" y="2755900"/>
          <p14:tracePt t="45855" x="2946400" y="2768600"/>
          <p14:tracePt t="45869" x="2927350" y="2787650"/>
          <p14:tracePt t="45877" x="2901950" y="2813050"/>
          <p14:tracePt t="45891" x="2870200" y="2844800"/>
          <p14:tracePt t="45908" x="2838450" y="2882900"/>
          <p14:tracePt t="45925" x="2743200" y="2984500"/>
          <p14:tracePt t="45941" x="2622550" y="3092450"/>
          <p14:tracePt t="45958" x="2540000" y="3155950"/>
          <p14:tracePt t="45974" x="2362200" y="3270250"/>
          <p14:tracePt t="45991" x="2184400" y="3403600"/>
          <p14:tracePt t="46008" x="2101850" y="3448050"/>
          <p14:tracePt t="46024" x="1930400" y="3549650"/>
          <p14:tracePt t="46041" x="1847850" y="3587750"/>
          <p14:tracePt t="46059" x="1714500" y="3651250"/>
          <p14:tracePt t="46074" x="1670050" y="3676650"/>
          <p14:tracePt t="46091" x="1606550" y="3702050"/>
          <p14:tracePt t="46108" x="1587500" y="3708400"/>
          <p14:tracePt t="46140" x="1581150" y="3708400"/>
          <p14:tracePt t="46248" x="1574800" y="3708400"/>
          <p14:tracePt t="46395" x="1581150" y="3708400"/>
          <p14:tracePt t="46410" x="1587500" y="3708400"/>
          <p14:tracePt t="46444" x="1593850" y="3708400"/>
          <p14:tracePt t="46473" x="1600200" y="3708400"/>
          <p14:tracePt t="46487" x="1606550" y="3708400"/>
          <p14:tracePt t="46494" x="1612900" y="3708400"/>
          <p14:tracePt t="46509" x="1612900" y="3702050"/>
          <p14:tracePt t="46522" x="1619250" y="3702050"/>
          <p14:tracePt t="46539" x="1625600" y="3702050"/>
          <p14:tracePt t="46558" x="1631950" y="3702050"/>
          <p14:tracePt t="46578" x="1638300" y="3702050"/>
          <p14:tracePt t="46593" x="1644650" y="3702050"/>
          <p14:tracePt t="46606" x="1657350" y="3702050"/>
          <p14:tracePt t="46622" x="1682750" y="3702050"/>
          <p14:tracePt t="46639" x="1695450" y="3702050"/>
          <p14:tracePt t="46656" x="1733550" y="3708400"/>
          <p14:tracePt t="46672" x="1752600" y="3708400"/>
          <p14:tracePt t="46689" x="1765300" y="3708400"/>
          <p14:tracePt t="46706" x="1803400" y="3708400"/>
          <p14:tracePt t="46721" x="1835150" y="3702050"/>
          <p14:tracePt t="46738" x="1841500" y="3702050"/>
          <p14:tracePt t="46755" x="1854200" y="3695700"/>
          <p14:tracePt t="46772" x="1860550" y="3695700"/>
          <p14:tracePt t="46789" x="1866900" y="3695700"/>
          <p14:tracePt t="46805" x="1879600" y="3695700"/>
          <p14:tracePt t="46821" x="1885950" y="3695700"/>
          <p14:tracePt t="46880" x="1892300" y="3695700"/>
          <p14:tracePt t="46922" x="1898650" y="3695700"/>
          <p14:tracePt t="46979" x="1905000" y="3695700"/>
          <p14:tracePt t="46993" x="1911350" y="3695700"/>
          <p14:tracePt t="47020" x="1917700" y="3695700"/>
          <p14:tracePt t="47048" x="1924050" y="3695700"/>
          <p14:tracePt t="47076" x="1930400" y="3695700"/>
          <p14:tracePt t="47097" x="1936750" y="3695700"/>
          <p14:tracePt t="47111" x="1943100" y="3695700"/>
          <p14:tracePt t="47118" x="1949450" y="3695700"/>
          <p14:tracePt t="47133" x="1955800" y="3695700"/>
          <p14:tracePt t="47155" x="1962150" y="3695700"/>
          <p14:tracePt t="47182" x="1968500" y="3695700"/>
          <p14:tracePt t="47203" x="1974850" y="3695700"/>
          <p14:tracePt t="47225" x="1981200" y="3695700"/>
          <p14:tracePt t="47246" x="1987550" y="3695700"/>
          <p14:tracePt t="47281" x="1987550" y="3689350"/>
          <p14:tracePt t="47316" x="1993900" y="3683000"/>
          <p14:tracePt t="47323" x="2000250" y="3683000"/>
          <p14:tracePt t="47386" x="1987550" y="3676650"/>
          <p14:tracePt t="47402" x="1981200" y="3676650"/>
          <p14:tracePt t="47407" x="1968500" y="3676650"/>
          <p14:tracePt t="47422" x="1949450" y="3676650"/>
          <p14:tracePt t="47436" x="1917700" y="3676650"/>
          <p14:tracePt t="47453" x="1854200" y="3676650"/>
          <p14:tracePt t="47469" x="1803400" y="3676650"/>
          <p14:tracePt t="47486" x="1689100" y="3676650"/>
          <p14:tracePt t="47502" x="1625600" y="3676650"/>
          <p14:tracePt t="47520" x="1517650" y="3676650"/>
          <p14:tracePt t="47536" x="1466850" y="3676650"/>
          <p14:tracePt t="47552" x="1371600" y="3695700"/>
          <p14:tracePt t="47569" x="1276350" y="3714750"/>
          <p14:tracePt t="47585" x="1238250" y="3721100"/>
          <p14:tracePt t="47602" x="1193800" y="3740150"/>
          <p14:tracePt t="47619" x="1104900" y="3765550"/>
          <p14:tracePt t="47635" x="1047750" y="3784600"/>
          <p14:tracePt t="47653" x="1016000" y="3790950"/>
          <p14:tracePt t="47668" x="952500" y="3822700"/>
          <p14:tracePt t="47685" x="927100" y="3835400"/>
          <p14:tracePt t="47702" x="882650" y="3854450"/>
          <p14:tracePt t="47719" x="863600" y="3867150"/>
          <p14:tracePt t="47735" x="819150" y="3879850"/>
          <p14:tracePt t="47752" x="787400" y="3898900"/>
          <p14:tracePt t="47768" x="774700" y="3898900"/>
          <p14:tracePt t="47785" x="762000" y="3911600"/>
          <p14:tracePt t="47801" x="736600" y="3917950"/>
          <p14:tracePt t="47818" x="717550" y="3924300"/>
          <p14:tracePt t="47835" x="711200" y="3924300"/>
          <p14:tracePt t="47851" x="704850" y="3924300"/>
          <p14:tracePt t="47867" x="698500" y="3924300"/>
          <p14:tracePt t="47885" x="692150" y="3924300"/>
          <p14:tracePt t="47927" x="692150" y="3930650"/>
          <p14:tracePt t="47955" x="692150" y="3937000"/>
          <p14:tracePt t="47990" x="692150" y="3943350"/>
          <p14:tracePt t="47997" x="685800" y="3943350"/>
          <p14:tracePt t="48011" x="685800" y="3949700"/>
          <p14:tracePt t="48020" x="679450" y="3956050"/>
          <p14:tracePt t="48034" x="679450" y="3962400"/>
          <p14:tracePt t="48054" x="673100" y="3968750"/>
          <p14:tracePt t="48068" x="666750" y="3975100"/>
          <p14:tracePt t="48084" x="654050" y="4000500"/>
          <p14:tracePt t="48100" x="641350" y="4019550"/>
          <p14:tracePt t="48117" x="628650" y="4064000"/>
          <p14:tracePt t="48134" x="622300" y="4083050"/>
          <p14:tracePt t="48150" x="615950" y="4095750"/>
          <p14:tracePt t="48167" x="609600" y="4146550"/>
          <p14:tracePt t="48183" x="609600" y="4191000"/>
          <p14:tracePt t="48201" x="609600" y="4210050"/>
          <p14:tracePt t="48216" x="609600" y="4235450"/>
          <p14:tracePt t="48250" x="615950" y="4248150"/>
          <p14:tracePt t="48266" x="622300" y="4248150"/>
          <p14:tracePt t="48283" x="628650" y="4254500"/>
          <p14:tracePt t="48300" x="641350" y="4254500"/>
          <p14:tracePt t="48333" x="647700" y="4254500"/>
          <p14:tracePt t="48349" x="666750" y="4254500"/>
          <p14:tracePt t="48366" x="698500" y="4254500"/>
          <p14:tracePt t="48382" x="711200" y="4254500"/>
          <p14:tracePt t="48399" x="749300" y="4254500"/>
          <p14:tracePt t="48416" x="774700" y="4248150"/>
          <p14:tracePt t="48433" x="806450" y="4229100"/>
          <p14:tracePt t="48449" x="838200" y="4210050"/>
          <p14:tracePt t="48466" x="844550" y="4197350"/>
          <p14:tracePt t="48482" x="857250" y="4191000"/>
          <p14:tracePt t="48499" x="863600" y="4184650"/>
          <p14:tracePt t="48524" x="863600" y="4178300"/>
          <p14:tracePt t="48609" x="857250" y="4178300"/>
          <p14:tracePt t="48630" x="850900" y="4178300"/>
          <p14:tracePt t="48651" x="844550" y="4178300"/>
          <p14:tracePt t="48665" x="838200" y="4178300"/>
          <p14:tracePt t="48686" x="831850" y="4178300"/>
          <p14:tracePt t="48693" x="825500" y="4178300"/>
          <p14:tracePt t="48707" x="819150" y="4184650"/>
          <p14:tracePt t="48721" x="806450" y="4184650"/>
          <p14:tracePt t="48731" x="787400" y="4184650"/>
          <p14:tracePt t="48749" x="742950" y="4191000"/>
          <p14:tracePt t="48765" x="717550" y="4191000"/>
          <p14:tracePt t="48782" x="692150" y="4197350"/>
          <p14:tracePt t="48799" x="654050" y="4210050"/>
          <p14:tracePt t="48814" x="622300" y="4216400"/>
          <p14:tracePt t="48831" x="609600" y="4216400"/>
          <p14:tracePt t="48848" x="590550" y="4222750"/>
          <p14:tracePt t="48864" x="584200" y="4229100"/>
          <p14:tracePt t="48881" x="577850" y="4229100"/>
          <p14:tracePt t="48897" x="571500" y="4229100"/>
          <p14:tracePt t="48952" x="571500" y="4235450"/>
          <p14:tracePt t="48988" x="571500" y="4241800"/>
          <p14:tracePt t="49079" x="571500" y="4248150"/>
          <p14:tracePt t="49114" x="577850" y="4254500"/>
          <p14:tracePt t="49135" x="584200" y="4254500"/>
          <p14:tracePt t="49170" x="590550" y="4254500"/>
          <p14:tracePt t="50013" x="596900" y="4254500"/>
          <p14:tracePt t="50028" x="603250" y="4254500"/>
          <p14:tracePt t="50034" x="615950" y="4254500"/>
          <p14:tracePt t="50048" x="622300" y="4254500"/>
          <p14:tracePt t="50060" x="641350" y="4254500"/>
          <p14:tracePt t="50077" x="698500" y="4235450"/>
          <p14:tracePt t="50093" x="755650" y="4216400"/>
          <p14:tracePt t="50110" x="812800" y="4184650"/>
          <p14:tracePt t="50127" x="971550" y="4114800"/>
          <p14:tracePt t="50143" x="1066800" y="4076700"/>
          <p14:tracePt t="50161" x="1263650" y="3968750"/>
          <p14:tracePt t="50176" x="1517650" y="3822700"/>
          <p14:tracePt t="50193" x="1638300" y="3752850"/>
          <p14:tracePt t="50211" x="1866900" y="3562350"/>
          <p14:tracePt t="50226" x="1981200" y="3460750"/>
          <p14:tracePt t="50243" x="2070100" y="3346450"/>
          <p14:tracePt t="50259" x="2146300" y="3251200"/>
          <p14:tracePt t="50276" x="2222500" y="3143250"/>
          <p14:tracePt t="50293" x="2286000" y="3035300"/>
          <p14:tracePt t="50309" x="2381250" y="2825750"/>
          <p14:tracePt t="50326" x="2406650" y="2736850"/>
          <p14:tracePt t="50344" x="2419350" y="2667000"/>
          <p14:tracePt t="50359" x="2438400" y="2616200"/>
          <p14:tracePt t="50376" x="2444750" y="2559050"/>
          <p14:tracePt t="50393" x="2457450" y="2520950"/>
          <p14:tracePt t="50409" x="2470150" y="2463800"/>
          <p14:tracePt t="50426" x="2482850" y="2413000"/>
          <p14:tracePt t="50442" x="2501900" y="2355850"/>
          <p14:tracePt t="50459" x="2520950" y="2279650"/>
          <p14:tracePt t="50476" x="2540000" y="2171700"/>
          <p14:tracePt t="50492" x="2590800" y="1993900"/>
          <p14:tracePt t="50509" x="2609850" y="1924050"/>
          <p14:tracePt t="50526" x="2616200" y="1828800"/>
          <p14:tracePt t="50542" x="2628900" y="1758950"/>
          <p14:tracePt t="50558" x="2635250" y="1739900"/>
          <p14:tracePt t="50576" x="2635250" y="1714500"/>
          <p14:tracePt t="50592" x="2635250" y="1657350"/>
          <p14:tracePt t="50609" x="2635250" y="1600200"/>
          <p14:tracePt t="50625" x="2635250" y="1543050"/>
          <p14:tracePt t="50642" x="2635250" y="1511300"/>
          <p14:tracePt t="50658" x="2635250" y="1492250"/>
          <p14:tracePt t="50675" x="2616200" y="1441450"/>
          <p14:tracePt t="50692" x="2616200" y="1416050"/>
          <p14:tracePt t="50709" x="2603500" y="1365250"/>
          <p14:tracePt t="50725" x="2597150" y="1314450"/>
          <p14:tracePt t="50741" x="2590800" y="1295400"/>
          <p14:tracePt t="50759" x="2584450" y="1250950"/>
          <p14:tracePt t="50774" x="2578100" y="1238250"/>
          <p14:tracePt t="50791" x="2578100" y="1219200"/>
          <p14:tracePt t="50808" x="2571750" y="1193800"/>
          <p14:tracePt t="50824" x="2571750" y="1187450"/>
          <p14:tracePt t="50841" x="2571750" y="1181100"/>
          <p14:tracePt t="50877" x="2571750" y="1174750"/>
          <p14:tracePt t="50940" x="2578100" y="1174750"/>
          <p14:tracePt t="50962" x="2578100" y="1181100"/>
          <p14:tracePt t="50989" x="2590800" y="1187450"/>
          <p14:tracePt t="51018" x="2597150" y="1193800"/>
          <p14:tracePt t="51039" x="2603500" y="1200150"/>
          <p14:tracePt t="51060" x="2609850" y="1206500"/>
          <p14:tracePt t="51066" x="2616200" y="1206500"/>
          <p14:tracePt t="51087" x="2628900" y="1206500"/>
          <p14:tracePt t="51102" x="2641600" y="1212850"/>
          <p14:tracePt t="51110" x="2654300" y="1212850"/>
          <p14:tracePt t="51126" x="2686050" y="1212850"/>
          <p14:tracePt t="51140" x="2705100" y="1206500"/>
          <p14:tracePt t="51156" x="2774950" y="1200150"/>
          <p14:tracePt t="51174" x="2857500" y="1187450"/>
          <p14:tracePt t="51190" x="2895600" y="1174750"/>
          <p14:tracePt t="51206" x="2959100" y="1155700"/>
          <p14:tracePt t="51222" x="2997200" y="1143000"/>
          <p14:tracePt t="51239" x="3016250" y="1136650"/>
          <p14:tracePt t="51257" x="3028950" y="1123950"/>
          <p14:tracePt t="51273" x="3028950" y="1117600"/>
          <p14:tracePt t="51306" x="3028950" y="1111250"/>
          <p14:tracePt t="51322" x="3028950" y="1104900"/>
          <p14:tracePt t="51342" x="3022600" y="1104900"/>
          <p14:tracePt t="51362" x="3016250" y="1098550"/>
          <p14:tracePt t="51372" x="3009900" y="1098550"/>
          <p14:tracePt t="51392" x="3003550" y="1098550"/>
          <p14:tracePt t="51406" x="2997200" y="1098550"/>
          <p14:tracePt t="51426" x="2990850" y="1098550"/>
          <p14:tracePt t="51441" x="2984500" y="1098550"/>
          <p14:tracePt t="51455" x="2971800" y="1098550"/>
          <p14:tracePt t="51472" x="2940050" y="1104900"/>
          <p14:tracePt t="51490" x="2895600" y="1111250"/>
          <p14:tracePt t="51505" x="2870200" y="1117600"/>
          <p14:tracePt t="51522" x="2806700" y="1130300"/>
          <p14:tracePt t="51539" x="2755900" y="1143000"/>
          <p14:tracePt t="51555" x="2711450" y="1149350"/>
          <p14:tracePt t="51573" x="2667000" y="1162050"/>
          <p14:tracePt t="51588" x="2654300" y="1162050"/>
          <p14:tracePt t="51605" x="2628900" y="1168400"/>
          <p14:tracePt t="51623" x="2616200" y="1168400"/>
          <p14:tracePt t="51658" x="2609850" y="1174750"/>
          <p14:tracePt t="51685" x="2609850" y="1181100"/>
          <p14:tracePt t="52177" x="2603500" y="1187450"/>
          <p14:tracePt t="52191" x="2597150" y="1193800"/>
          <p14:tracePt t="52205" x="2590800" y="1193800"/>
          <p14:tracePt t="52212" x="2584450" y="1200150"/>
          <p14:tracePt t="52226" x="2571750" y="1212850"/>
          <p14:tracePt t="52236" x="2559050" y="1225550"/>
          <p14:tracePt t="52252" x="2540000" y="1250950"/>
          <p14:tracePt t="52269" x="2444750" y="1339850"/>
          <p14:tracePt t="52286" x="2387600" y="1390650"/>
          <p14:tracePt t="52303" x="2292350" y="1504950"/>
          <p14:tracePt t="52319" x="2171700" y="1625600"/>
          <p14:tracePt t="52335" x="2114550" y="1682750"/>
          <p14:tracePt t="52353" x="2019300" y="1790700"/>
          <p14:tracePt t="52369" x="1924050" y="1879600"/>
          <p14:tracePt t="52385" x="1885950" y="1930400"/>
          <p14:tracePt t="52402" x="1816100" y="2006600"/>
          <p14:tracePt t="52419" x="1790700" y="2038350"/>
          <p14:tracePt t="52435" x="1765300" y="2076450"/>
          <p14:tracePt t="52452" x="1720850" y="2127250"/>
          <p14:tracePt t="52469" x="1708150" y="2152650"/>
          <p14:tracePt t="52486" x="1676400" y="2178050"/>
          <p14:tracePt t="52502" x="1670050" y="2190750"/>
          <p14:tracePt t="52518" x="1663700" y="2197100"/>
          <p14:tracePt t="52535" x="1663700" y="2203450"/>
          <p14:tracePt t="52556" x="1657350" y="2209800"/>
          <p14:tracePt t="52809" x="1663700" y="2209800"/>
          <p14:tracePt t="52823" x="1670050" y="2209800"/>
          <p14:tracePt t="52830" x="1676400" y="2209800"/>
          <p14:tracePt t="52872" x="1689100" y="2209800"/>
          <p14:tracePt t="52879" x="1695450" y="2209800"/>
          <p14:tracePt t="52907" x="1701800" y="2209800"/>
          <p14:tracePt t="52957" x="1708150" y="2209800"/>
          <p14:tracePt t="53013" x="1714500" y="2209800"/>
          <p14:tracePt t="53041" x="1708150" y="2209800"/>
          <p14:tracePt t="53048" x="1695450" y="2209800"/>
          <p14:tracePt t="53062" x="1689100" y="2209800"/>
          <p14:tracePt t="53076" x="1670050" y="2209800"/>
          <p14:tracePt t="53090" x="1644650" y="2209800"/>
          <p14:tracePt t="53099" x="1600200" y="2209800"/>
          <p14:tracePt t="53116" x="1543050" y="2209800"/>
          <p14:tracePt t="53133" x="1390650" y="2222500"/>
          <p14:tracePt t="53150" x="1314450" y="2222500"/>
          <p14:tracePt t="53167" x="1238250" y="2228850"/>
          <p14:tracePt t="53182" x="1111250" y="2228850"/>
          <p14:tracePt t="53199" x="1047750" y="2228850"/>
          <p14:tracePt t="53217" x="965200" y="2228850"/>
          <p14:tracePt t="53233" x="939800" y="2228850"/>
          <p14:tracePt t="53249" x="927100" y="2228850"/>
          <p14:tracePt t="53267" x="901700" y="2235200"/>
          <p14:tracePt t="53282" x="895350" y="2241550"/>
          <p14:tracePt t="53342" x="901700" y="2241550"/>
          <p14:tracePt t="53364" x="914400" y="2241550"/>
          <p14:tracePt t="53378" x="927100" y="2241550"/>
          <p14:tracePt t="53392" x="933450" y="2241550"/>
          <p14:tracePt t="53401" x="952500" y="2241550"/>
          <p14:tracePt t="53415" x="971550" y="2235200"/>
          <p14:tracePt t="53432" x="990600" y="2235200"/>
          <p14:tracePt t="53449" x="1085850" y="2228850"/>
          <p14:tracePt t="53465" x="1162050" y="2216150"/>
          <p14:tracePt t="53482" x="1238250" y="2209800"/>
          <p14:tracePt t="53499" x="1409700" y="2197100"/>
          <p14:tracePt t="53515" x="1485900" y="2184400"/>
          <p14:tracePt t="53532" x="1625600" y="2184400"/>
          <p14:tracePt t="53548" x="1676400" y="2184400"/>
          <p14:tracePt t="53565" x="1727200" y="2184400"/>
          <p14:tracePt t="53582" x="1784350" y="2178050"/>
          <p14:tracePt t="53598" x="1816100" y="2171700"/>
          <p14:tracePt t="53614" x="1828800" y="2171700"/>
          <p14:tracePt t="53632" x="1847850" y="2165350"/>
          <p14:tracePt t="53664" x="1847850" y="2159000"/>
          <p14:tracePt t="53701" x="1847850" y="2152650"/>
          <p14:tracePt t="53736" x="1841500" y="2152650"/>
          <p14:tracePt t="53778" x="1835150" y="2152650"/>
          <p14:tracePt t="53849" x="1835150" y="2146300"/>
          <p14:tracePt t="53933" x="1828800" y="2146300"/>
          <p14:tracePt t="53954" x="1822450" y="2146300"/>
          <p14:tracePt t="53967" x="1816100" y="2146300"/>
          <p14:tracePt t="53982" x="1809750" y="2146300"/>
          <p14:tracePt t="53997" x="1797050" y="2146300"/>
          <p14:tracePt t="54003" x="1771650" y="2146300"/>
          <p14:tracePt t="54017" x="1739900" y="2146300"/>
          <p14:tracePt t="54032" x="1682750" y="2146300"/>
          <p14:tracePt t="54046" x="1619250" y="2146300"/>
          <p14:tracePt t="54063" x="1543050" y="2159000"/>
          <p14:tracePt t="54080" x="1479550" y="2159000"/>
          <p14:tracePt t="54096" x="1333500" y="2165350"/>
          <p14:tracePt t="54113" x="1295400" y="2178050"/>
          <p14:tracePt t="54130" x="1212850" y="2178050"/>
          <p14:tracePt t="54146" x="1193800" y="2184400"/>
          <p14:tracePt t="54163" x="1174750" y="2190750"/>
          <p14:tracePt t="54180" x="1155700" y="2197100"/>
          <p14:tracePt t="54196" x="1143000" y="2197100"/>
          <p14:tracePt t="54213" x="1136650" y="2203450"/>
          <p14:tracePt t="54284" x="1143000" y="2209800"/>
          <p14:tracePt t="54298" x="1149350" y="2209800"/>
          <p14:tracePt t="54319" x="1155700" y="2209800"/>
          <p14:tracePt t="54333" x="1162050" y="2209800"/>
          <p14:tracePt t="54347" x="1168400" y="2209800"/>
          <p14:tracePt t="54354" x="1181100" y="2216150"/>
          <p14:tracePt t="54382" x="1187450" y="2216150"/>
          <p14:tracePt t="54389" x="1200150" y="2216150"/>
          <p14:tracePt t="54404" x="1212850" y="2216150"/>
          <p14:tracePt t="54418" x="1231900" y="2216150"/>
          <p14:tracePt t="54432" x="1263650" y="2222500"/>
          <p14:tracePt t="54446" x="1289050" y="2222500"/>
          <p14:tracePt t="54462" x="1327150" y="2222500"/>
          <p14:tracePt t="54478" x="1409700" y="2222500"/>
          <p14:tracePt t="54495" x="1460500" y="2216150"/>
          <p14:tracePt t="54512" x="1504950" y="2203450"/>
          <p14:tracePt t="54528" x="1600200" y="2197100"/>
          <p14:tracePt t="54545" x="1625600" y="2190750"/>
          <p14:tracePt t="54561" x="1670050" y="2178050"/>
          <p14:tracePt t="54579" x="1689100" y="2178050"/>
          <p14:tracePt t="54594" x="1695450" y="2171700"/>
          <p14:tracePt t="54611" x="1701800" y="2171700"/>
          <p14:tracePt t="54684" x="1695450" y="2165350"/>
          <p14:tracePt t="54706" x="1695450" y="2159000"/>
          <p14:tracePt t="54741" x="1689100" y="2159000"/>
          <p14:tracePt t="54769" x="1682750" y="2159000"/>
          <p14:tracePt t="54775" x="1676400" y="2159000"/>
          <p14:tracePt t="54804" x="1670050" y="2159000"/>
          <p14:tracePt t="54818" x="1663700" y="2165350"/>
          <p14:tracePt t="54825" x="1657350" y="2165350"/>
          <p14:tracePt t="54839" x="1651000" y="2165350"/>
          <p14:tracePt t="54853" x="1644650" y="2165350"/>
          <p14:tracePt t="54888" x="1638300" y="2171700"/>
          <p14:tracePt t="54909" x="1631950" y="2171700"/>
          <p14:tracePt t="54952" x="1625600" y="2178050"/>
          <p14:tracePt t="55035" x="1638300" y="2178050"/>
          <p14:tracePt t="55043" x="1644650" y="2178050"/>
          <p14:tracePt t="55071" x="1651000" y="2171700"/>
          <p14:tracePt t="55085" x="1657350" y="2171700"/>
          <p14:tracePt t="55093" x="1663700" y="2165350"/>
          <p14:tracePt t="55106" x="1676400" y="2159000"/>
          <p14:tracePt t="55119" x="1689100" y="2152650"/>
          <p14:tracePt t="55129" x="1708150" y="2146300"/>
          <p14:tracePt t="55142" x="1733550" y="2133600"/>
          <p14:tracePt t="55159" x="1771650" y="2095500"/>
          <p14:tracePt t="55176" x="1847850" y="2044700"/>
          <p14:tracePt t="55192" x="1892300" y="2006600"/>
          <p14:tracePt t="55209" x="1936750" y="1974850"/>
          <p14:tracePt t="55226" x="2070100" y="1860550"/>
          <p14:tracePt t="55242" x="2139950" y="1803400"/>
          <p14:tracePt t="55259" x="2305050" y="1676400"/>
          <p14:tracePt t="55275" x="2482850" y="1543050"/>
          <p14:tracePt t="55292" x="2565400" y="1479550"/>
          <p14:tracePt t="55309" x="2717800" y="1371600"/>
          <p14:tracePt t="55325" x="2819400" y="1282700"/>
          <p14:tracePt t="55342" x="2870200" y="1244600"/>
          <p14:tracePt t="55359" x="2946400" y="1187450"/>
          <p14:tracePt t="55375" x="3003550" y="1136650"/>
          <p14:tracePt t="55392" x="3016250" y="1123950"/>
          <p14:tracePt t="55408" x="3035300" y="1104900"/>
          <p14:tracePt t="55425" x="3048000" y="1098550"/>
          <p14:tracePt t="55442" x="3054350" y="1092200"/>
          <p14:tracePt t="55548" x="3048000" y="1098550"/>
          <p14:tracePt t="55562" x="3048000" y="1104900"/>
          <p14:tracePt t="55569" x="3035300" y="1111250"/>
          <p14:tracePt t="55577" x="3022600" y="1123950"/>
          <p14:tracePt t="55592" x="3009900" y="1136650"/>
          <p14:tracePt t="55608" x="2927350" y="1200150"/>
          <p14:tracePt t="55625" x="2882900" y="1238250"/>
          <p14:tracePt t="55641" x="2743200" y="1346200"/>
          <p14:tracePt t="55658" x="2647950" y="1397000"/>
          <p14:tracePt t="55674" x="2451100" y="1524000"/>
          <p14:tracePt t="55691" x="2260600" y="1631950"/>
          <p14:tracePt t="55707" x="2178050" y="1682750"/>
          <p14:tracePt t="55724" x="2051050" y="1758950"/>
          <p14:tracePt t="55741" x="1955800" y="1803400"/>
          <p14:tracePt t="55757" x="1930400" y="1828800"/>
          <p14:tracePt t="55774" x="1892300" y="1847850"/>
          <p14:tracePt t="55791" x="1866900" y="1854200"/>
          <p14:tracePt t="55808" x="1860550" y="1866900"/>
          <p14:tracePt t="55823" x="1854200" y="1866900"/>
          <p14:tracePt t="55840" x="1847850" y="1866900"/>
          <p14:tracePt t="55874" x="1847850" y="1873250"/>
          <p14:tracePt t="55927" x="1847850" y="1879600"/>
          <p14:tracePt t="55948" x="1847850" y="1885950"/>
          <p14:tracePt t="55955" x="1841500" y="1885950"/>
          <p14:tracePt t="55976" x="1835150" y="1892300"/>
          <p14:tracePt t="55991" x="1835150" y="1898650"/>
          <p14:tracePt t="55997" x="1828800" y="1905000"/>
          <p14:tracePt t="56025" x="1828800" y="1911350"/>
          <p14:tracePt t="56041" x="1828800" y="1917700"/>
          <p14:tracePt t="56060" x="1822450" y="1917700"/>
          <p14:tracePt t="56074" x="1822450" y="1924050"/>
          <p14:tracePt t="56103" x="1822450" y="1930400"/>
          <p14:tracePt t="56110" x="1822450" y="1936750"/>
          <p14:tracePt t="56158" x="1835150" y="1936750"/>
          <p14:tracePt t="56173" x="1847850" y="1930400"/>
          <p14:tracePt t="56180" x="1873250" y="1924050"/>
          <p14:tracePt t="56194" x="1898650" y="1905000"/>
          <p14:tracePt t="56209" x="1936750" y="1879600"/>
          <p14:tracePt t="56222" x="1993900" y="1841500"/>
          <p14:tracePt t="56239" x="2051050" y="1797050"/>
          <p14:tracePt t="56256" x="2190750" y="1695450"/>
          <p14:tracePt t="56272" x="2330450" y="1581150"/>
          <p14:tracePt t="56289" x="2400300" y="1536700"/>
          <p14:tracePt t="56306" x="2520950" y="1435100"/>
          <p14:tracePt t="56322" x="2597150" y="1377950"/>
          <p14:tracePt t="56338" x="2628900" y="1352550"/>
          <p14:tracePt t="56356" x="2667000" y="1320800"/>
          <p14:tracePt t="56372" x="2679700" y="1308100"/>
          <p14:tracePt t="56388" x="2686050" y="1308100"/>
          <p14:tracePt t="56467" x="2679700" y="1308100"/>
          <p14:tracePt t="56482" x="2679700" y="1314450"/>
          <p14:tracePt t="56490" x="2673350" y="1320800"/>
          <p14:tracePt t="56504" x="2667000" y="1320800"/>
          <p14:tracePt t="56521" x="2654300" y="1333500"/>
          <p14:tracePt t="56538" x="2628900" y="1358900"/>
          <p14:tracePt t="56554" x="2565400" y="1416050"/>
          <p14:tracePt t="56572" x="2501900" y="1473200"/>
          <p14:tracePt t="56588" x="2292350" y="1644650"/>
          <p14:tracePt t="56604" x="2209800" y="1701800"/>
          <p14:tracePt t="56621" x="2139950" y="1746250"/>
          <p14:tracePt t="56637" x="2000250" y="1860550"/>
          <p14:tracePt t="56654" x="1930400" y="1911350"/>
          <p14:tracePt t="56671" x="1803400" y="2000250"/>
          <p14:tracePt t="56687" x="1752600" y="2032000"/>
          <p14:tracePt t="56704" x="1708150" y="2063750"/>
          <p14:tracePt t="56721" x="1657350" y="2101850"/>
          <p14:tracePt t="56737" x="1644650" y="2108200"/>
          <p14:tracePt t="56754" x="1631950" y="2114550"/>
          <p14:tracePt t="56770" x="1625600" y="2114550"/>
          <p14:tracePt t="57043" x="1612900" y="2120900"/>
          <p14:tracePt t="57050" x="1600200" y="2139950"/>
          <p14:tracePt t="57065" x="1581150" y="2152650"/>
          <p14:tracePt t="57072" x="1568450" y="2159000"/>
          <p14:tracePt t="57086" x="1549400" y="2165350"/>
          <p14:tracePt t="57102" x="1530350" y="2178050"/>
          <p14:tracePt t="57119" x="1524000" y="2178050"/>
          <p14:tracePt t="57136" x="1511300" y="2184400"/>
          <p14:tracePt t="57163" x="1504950" y="2190750"/>
          <p14:tracePt t="57191" x="1504950" y="2197100"/>
          <p14:tracePt t="57212" x="1511300" y="2197100"/>
          <p14:tracePt t="57220" x="1517650" y="2197100"/>
          <p14:tracePt t="57233" x="1517650" y="2203450"/>
          <p14:tracePt t="57261" x="1530350" y="2203450"/>
          <p14:tracePt t="57269" x="1536700" y="2203450"/>
          <p14:tracePt t="57281" x="1555750" y="2203450"/>
          <p14:tracePt t="57295" x="1562100" y="2203450"/>
          <p14:tracePt t="57309" x="1593850" y="2203450"/>
          <p14:tracePt t="57319" x="1625600" y="2203450"/>
          <p14:tracePt t="57335" x="1651000" y="2197100"/>
          <p14:tracePt t="57353" x="1701800" y="2197100"/>
          <p14:tracePt t="57368" x="1720850" y="2197100"/>
          <p14:tracePt t="57385" x="1733550" y="2197100"/>
          <p14:tracePt t="57402" x="1765300" y="2190750"/>
          <p14:tracePt t="57418" x="1778000" y="2190750"/>
          <p14:tracePt t="57435" x="1784350" y="2190750"/>
          <p14:tracePt t="57452" x="1797050" y="2190750"/>
          <p14:tracePt t="57479" x="1803400" y="2184400"/>
          <p14:tracePt t="57528" x="1803400" y="2178050"/>
          <p14:tracePt t="57585" x="1809750" y="2178050"/>
          <p14:tracePt t="57672" x="1816100" y="2178050"/>
          <p14:tracePt t="57707" x="1822450" y="2178050"/>
          <p14:tracePt t="57729" x="1828800" y="2178050"/>
          <p14:tracePt t="57763" x="1835150" y="2184400"/>
          <p14:tracePt t="57813" x="1841500" y="2184400"/>
          <p14:tracePt t="57974" x="1847850" y="2184400"/>
          <p14:tracePt t="61563" x="1847850" y="2171700"/>
          <p14:tracePt t="61571" x="1847850" y="2152650"/>
          <p14:tracePt t="61577" x="1854200" y="2127250"/>
          <p14:tracePt t="61592" x="1866900" y="2101850"/>
          <p14:tracePt t="61604" x="1873250" y="2070100"/>
          <p14:tracePt t="61621" x="1898650" y="2025650"/>
          <p14:tracePt t="61637" x="1924050" y="1993900"/>
          <p14:tracePt t="61654" x="1949450" y="1962150"/>
          <p14:tracePt t="61657" x="1987550" y="1917700"/>
          <p14:tracePt t="61670" x="2032000" y="1860550"/>
          <p14:tracePt t="61686" x="2095500" y="1803400"/>
          <p14:tracePt t="61704" x="2216150" y="1638300"/>
          <p14:tracePt t="61720" x="2292350" y="1549400"/>
          <p14:tracePt t="61736" x="2413000" y="1397000"/>
          <p14:tracePt t="61753" x="2508250" y="1295400"/>
          <p14:tracePt t="61770" x="2533650" y="1250950"/>
          <p14:tracePt t="61787" x="2571750" y="1200150"/>
          <p14:tracePt t="61803" x="2590800" y="1174750"/>
          <p14:tracePt t="61820" x="2597150" y="1168400"/>
          <p14:tracePt t="61837" x="2603500" y="1162050"/>
          <p14:tracePt t="61869" x="2603500" y="1168400"/>
          <p14:tracePt t="61886" x="2603500" y="1174750"/>
          <p14:tracePt t="61902" x="2603500" y="1187450"/>
          <p14:tracePt t="61919" x="2597150" y="1200150"/>
          <p14:tracePt t="61936" x="2559050" y="1244600"/>
          <p14:tracePt t="61952" x="2527300" y="1276350"/>
          <p14:tracePt t="61969" x="2476500" y="1320800"/>
          <p14:tracePt t="61985" x="2241550" y="1530350"/>
          <p14:tracePt t="62002" x="2159000" y="1612900"/>
          <p14:tracePt t="62019" x="1905000" y="1841500"/>
          <p14:tracePt t="62035" x="1847850" y="1917700"/>
          <p14:tracePt t="62052" x="1797050" y="1974850"/>
          <p14:tracePt t="62070" x="1682750" y="2089150"/>
          <p14:tracePt t="62085" x="1670050" y="2101850"/>
          <p14:tracePt t="62102" x="1663700" y="2114550"/>
          <p14:tracePt t="62118" x="1657350" y="2120900"/>
          <p14:tracePt t="62139" x="1663700" y="2120900"/>
          <p14:tracePt t="62155" x="1676400" y="2120900"/>
          <p14:tracePt t="62169" x="1695450" y="2108200"/>
          <p14:tracePt t="62185" x="1778000" y="2063750"/>
          <p14:tracePt t="62202" x="1885950" y="1968500"/>
          <p14:tracePt t="62218" x="1968500" y="1905000"/>
          <p14:tracePt t="62235" x="2063750" y="1822450"/>
          <p14:tracePt t="62252" x="2254250" y="1625600"/>
          <p14:tracePt t="62268" x="2425700" y="1473200"/>
          <p14:tracePt t="62285" x="2482850" y="1403350"/>
          <p14:tracePt t="62301" x="2565400" y="1308100"/>
          <p14:tracePt t="62318" x="2603500" y="1250950"/>
          <p14:tracePt t="62335" x="2609850" y="1238250"/>
          <p14:tracePt t="62350" x="2616200" y="1219200"/>
          <p14:tracePt t="62387" x="2622550" y="1219200"/>
          <p14:tracePt t="62406" x="2616200" y="1231900"/>
          <p14:tracePt t="62417" x="2597150" y="1244600"/>
          <p14:tracePt t="62434" x="2527300" y="1301750"/>
          <p14:tracePt t="62451" x="2470150" y="1339850"/>
          <p14:tracePt t="62467" x="2413000" y="1390650"/>
          <p14:tracePt t="62484" x="2178050" y="1593850"/>
          <p14:tracePt t="62501" x="2095500" y="1676400"/>
          <p14:tracePt t="62518" x="1962150" y="1835150"/>
          <p14:tracePt t="62534" x="1847850" y="1974850"/>
          <p14:tracePt t="62550" x="1803400" y="2019300"/>
          <p14:tracePt t="62567" x="1727200" y="2114550"/>
          <p14:tracePt t="62584" x="1689100" y="2165350"/>
          <p14:tracePt t="62600" x="1676400" y="2178050"/>
          <p14:tracePt t="62617" x="1663700" y="2190750"/>
          <p14:tracePt t="62633" x="1657350" y="2203450"/>
          <p14:tracePt t="62701" x="1663700" y="2203450"/>
          <p14:tracePt t="62714" x="1676400" y="2197100"/>
          <p14:tracePt t="62722" x="1682750" y="2190750"/>
          <p14:tracePt t="62736" x="1701800" y="2178050"/>
          <p14:tracePt t="62750" x="1714500" y="2165350"/>
          <p14:tracePt t="62766" x="1739900" y="2133600"/>
          <p14:tracePt t="62783" x="1752600" y="2120900"/>
          <p14:tracePt t="62800" x="1765300" y="2095500"/>
          <p14:tracePt t="62816" x="1778000" y="2076450"/>
          <p14:tracePt t="62833" x="1778000" y="2070100"/>
          <p14:tracePt t="62849" x="1778000" y="2063750"/>
          <p14:tracePt t="62884" x="1778000" y="2057400"/>
          <p14:tracePt t="62911" x="1771650" y="2057400"/>
          <p14:tracePt t="62925" x="1765300" y="2057400"/>
          <p14:tracePt t="62933" x="1752600" y="2063750"/>
          <p14:tracePt t="62946" x="1746250" y="2063750"/>
          <p14:tracePt t="62953" x="1733550" y="2063750"/>
          <p14:tracePt t="62968" x="1720850" y="2063750"/>
          <p14:tracePt t="62983" x="1689100" y="2063750"/>
          <p14:tracePt t="62999" x="1670050" y="2063750"/>
          <p14:tracePt t="63016" x="1651000" y="2063750"/>
          <p14:tracePt t="63032" x="1600200" y="2032000"/>
          <p14:tracePt t="63049" x="1536700" y="1993900"/>
          <p14:tracePt t="63066" x="1511300" y="1962150"/>
          <p14:tracePt t="63082" x="1447800" y="1866900"/>
          <p14:tracePt t="63098" x="1377950" y="1708150"/>
          <p14:tracePt t="63115" x="1333500" y="1498600"/>
          <p14:tracePt t="63132" x="1314450" y="1397000"/>
          <p14:tracePt t="63148" x="1295400" y="1231900"/>
          <p14:tracePt t="63165" x="1282700" y="1162050"/>
          <p14:tracePt t="63182" x="1282700" y="1111250"/>
          <p14:tracePt t="63185" x="1282700" y="1073150"/>
          <p14:tracePt t="63199" x="1282700" y="1054100"/>
          <p14:tracePt t="63215" x="1289050" y="1035050"/>
          <p14:tracePt t="63231" x="1289050" y="1016000"/>
          <p14:tracePt t="63270" x="1289050" y="1022350"/>
          <p14:tracePt t="63290" x="1289050" y="1035050"/>
          <p14:tracePt t="63300" x="1289050" y="1041400"/>
          <p14:tracePt t="63314" x="1282700" y="1054100"/>
          <p14:tracePt t="63332" x="1276350" y="1085850"/>
          <p14:tracePt t="63347" x="1257300" y="1136650"/>
          <p14:tracePt t="63364" x="1250950" y="1168400"/>
          <p14:tracePt t="63382" x="1244600" y="1270000"/>
          <p14:tracePt t="63397" x="1225550" y="1403350"/>
          <p14:tracePt t="63414" x="1225550" y="1479550"/>
          <p14:tracePt t="63431" x="1212850" y="1631950"/>
          <p14:tracePt t="63447" x="1219200" y="1797050"/>
          <p14:tracePt t="63464" x="1225550" y="1879600"/>
          <p14:tracePt t="63481" x="1238250" y="2032000"/>
          <p14:tracePt t="63497" x="1257300" y="2139950"/>
          <p14:tracePt t="63514" x="1263650" y="2165350"/>
          <p14:tracePt t="63530" x="1270000" y="2203450"/>
          <p14:tracePt t="63547" x="1270000" y="2209800"/>
          <p14:tracePt t="63564" x="1276350" y="2216150"/>
          <p14:tracePt t="63600" x="1276350" y="2222500"/>
          <p14:tracePt t="63627" x="1282700" y="2222500"/>
          <p14:tracePt t="63634" x="1289050" y="2216150"/>
          <p14:tracePt t="63656" x="1295400" y="2209800"/>
          <p14:tracePt t="63669" x="1308100" y="2197100"/>
          <p14:tracePt t="63679" x="1327150" y="2171700"/>
          <p14:tracePt t="63696" x="1339850" y="2146300"/>
          <p14:tracePt t="63713" x="1390650" y="2051050"/>
          <p14:tracePt t="63730" x="1447800" y="1924050"/>
          <p14:tracePt t="63747" x="1511300" y="1765300"/>
          <p14:tracePt t="63763" x="1549400" y="1689100"/>
          <p14:tracePt t="63779" x="1600200" y="1517650"/>
          <p14:tracePt t="63797" x="1638300" y="1371600"/>
          <p14:tracePt t="63813" x="1657350" y="1314450"/>
          <p14:tracePt t="63829" x="1676400" y="1231900"/>
          <p14:tracePt t="63846" x="1689100" y="1187450"/>
          <p14:tracePt t="63862" x="1695450" y="1168400"/>
          <p14:tracePt t="63879" x="1695450" y="1162050"/>
          <p14:tracePt t="63896" x="1701800" y="1162050"/>
          <p14:tracePt t="63930" x="1701800" y="1174750"/>
          <p14:tracePt t="63936" x="1701800" y="1181100"/>
          <p14:tracePt t="63950" x="1701800" y="1187450"/>
          <p14:tracePt t="63962" x="1701800" y="1206500"/>
          <p14:tracePt t="63979" x="1682750" y="1276350"/>
          <p14:tracePt t="63995" x="1670050" y="1327150"/>
          <p14:tracePt t="64012" x="1625600" y="1485900"/>
          <p14:tracePt t="64029" x="1587500" y="1695450"/>
          <p14:tracePt t="64045" x="1568450" y="1809750"/>
          <p14:tracePt t="64062" x="1524000" y="2038350"/>
          <p14:tracePt t="64078" x="1492250" y="2222500"/>
          <p14:tracePt t="64095" x="1485900" y="2286000"/>
          <p14:tracePt t="64112" x="1473200" y="2400300"/>
          <p14:tracePt t="64128" x="1466850" y="2476500"/>
          <p14:tracePt t="64145" x="1466850" y="2495550"/>
          <p14:tracePt t="64162" x="1466850" y="2514600"/>
          <p14:tracePt t="64178" x="1466850" y="2520950"/>
          <p14:tracePt t="64266" x="1466850" y="2514600"/>
          <p14:tracePt t="64308" x="1466850" y="2520950"/>
          <p14:tracePt t="64315" x="1466850" y="2527300"/>
          <p14:tracePt t="64811" x="1466850" y="2552700"/>
          <p14:tracePt t="64818" x="1485900" y="2584450"/>
          <p14:tracePt t="64832" x="1498600" y="2616200"/>
          <p14:tracePt t="64842" x="1511300" y="2635250"/>
          <p14:tracePt t="64860" x="1536700" y="2667000"/>
          <p14:tracePt t="64876" x="1587500" y="2743200"/>
          <p14:tracePt t="64892" x="1670050" y="2825750"/>
          <p14:tracePt t="64910" x="1784350" y="2921000"/>
          <p14:tracePt t="64925" x="1860550" y="2984500"/>
          <p14:tracePt t="64942" x="1987550" y="3073400"/>
          <p14:tracePt t="64959" x="2089150" y="3136900"/>
          <p14:tracePt t="64975" x="2114550" y="3143250"/>
          <p14:tracePt t="64992" x="2146300" y="3162300"/>
          <p14:tracePt t="65009" x="2197100" y="3162300"/>
          <p14:tracePt t="65025" x="2241550" y="3149600"/>
          <p14:tracePt t="65043" x="2273300" y="3130550"/>
          <p14:tracePt t="65058" x="2286000" y="3124200"/>
          <p14:tracePt t="65075" x="2305050" y="3105150"/>
          <p14:tracePt t="65092" x="2317750" y="3086100"/>
          <p14:tracePt t="65108" x="2324100" y="3073400"/>
          <p14:tracePt t="65125" x="2336800" y="3054350"/>
          <p14:tracePt t="65142" x="2343150" y="3028950"/>
          <p14:tracePt t="65158" x="2349500" y="3003550"/>
          <p14:tracePt t="65175" x="2362200" y="2965450"/>
          <p14:tracePt t="65191" x="2381250" y="2933700"/>
          <p14:tracePt t="65208" x="2387600" y="2901950"/>
          <p14:tracePt t="65225" x="2419350" y="2794000"/>
          <p14:tracePt t="65241" x="2482850" y="2622550"/>
          <p14:tracePt t="65258" x="2514600" y="2508250"/>
          <p14:tracePt t="65275" x="2578100" y="2273300"/>
          <p14:tracePt t="65291" x="2609850" y="2159000"/>
          <p14:tracePt t="65308" x="2641600" y="2051050"/>
          <p14:tracePt t="65324" x="2692400" y="1905000"/>
          <p14:tracePt t="65341" x="2717800" y="1847850"/>
          <p14:tracePt t="65357" x="2730500" y="1828800"/>
          <p14:tracePt t="65374" x="2755900" y="1790700"/>
          <p14:tracePt t="65391" x="2768600" y="1784350"/>
          <p14:tracePt t="65408" x="2774950" y="1778000"/>
          <p14:tracePt t="65423" x="2781300" y="1778000"/>
          <p14:tracePt t="65440" x="2787650" y="1778000"/>
          <p14:tracePt t="65458" x="2806700" y="1790700"/>
          <p14:tracePt t="65474" x="2819400" y="1803400"/>
          <p14:tracePt t="65490" x="2863850" y="1828800"/>
          <p14:tracePt t="65507" x="2927350" y="1860550"/>
          <p14:tracePt t="65523" x="2959100" y="1885950"/>
          <p14:tracePt t="65542" x="3105150" y="2012950"/>
          <p14:tracePt t="65557" x="3181350" y="2101850"/>
          <p14:tracePt t="65573" x="3257550" y="2222500"/>
          <p14:tracePt t="65590" x="3505200" y="2635250"/>
          <p14:tracePt t="65606" x="3810000" y="3162300"/>
          <p14:tracePt t="65623" x="3975100" y="3441700"/>
          <p14:tracePt t="65640" x="4343400" y="4076700"/>
          <p14:tracePt t="65656" x="4445000" y="4235450"/>
          <p14:tracePt t="65673" x="4508500" y="4330700"/>
          <p14:tracePt t="65689" x="4641850" y="4451350"/>
          <p14:tracePt t="65706" x="4743450" y="4502150"/>
          <p14:tracePt t="65724" x="4800600" y="4514850"/>
          <p14:tracePt t="65739" x="4819650" y="4508500"/>
          <p14:tracePt t="65756" x="4851400" y="4489450"/>
          <p14:tracePt t="65773" x="4876800" y="4457700"/>
          <p14:tracePt t="65789" x="4895850" y="4445000"/>
          <p14:tracePt t="65806" x="4933950" y="4413250"/>
          <p14:tracePt t="65823" x="4953000" y="4381500"/>
          <p14:tracePt t="65839" x="4959350" y="4356100"/>
          <p14:tracePt t="65855" x="4972050" y="4349750"/>
          <p14:tracePt t="65872" x="4978400" y="4330700"/>
          <p14:tracePt t="65906" x="4978400" y="4324350"/>
          <p14:tracePt t="65922" x="4978400" y="4318000"/>
          <p14:tracePt t="65942" x="4978400" y="4311650"/>
          <p14:tracePt t="65983" x="4972050" y="4305300"/>
          <p14:tracePt t="65990" x="4959350" y="4305300"/>
          <p14:tracePt t="66005" x="4946650" y="4298950"/>
          <p14:tracePt t="66011" x="4940300" y="4292600"/>
          <p14:tracePt t="66025" x="4933950" y="4292600"/>
          <p14:tracePt t="66039" x="4921250" y="4292600"/>
          <p14:tracePt t="66055" x="4876800" y="4298950"/>
          <p14:tracePt t="66071" x="4857750" y="4305300"/>
          <p14:tracePt t="66089" x="4794250" y="4349750"/>
          <p14:tracePt t="66105" x="4730750" y="4445000"/>
          <p14:tracePt t="66121" x="4699000" y="4495800"/>
          <p14:tracePt t="66138" x="4654550" y="4654550"/>
          <p14:tracePt t="66154" x="4610100" y="4838700"/>
          <p14:tracePt t="66173" x="4578350" y="5022850"/>
          <p14:tracePt t="66188" x="4572000" y="5111750"/>
          <p14:tracePt t="66204" x="4572000" y="5226050"/>
          <p14:tracePt t="66223" x="4572000" y="5283200"/>
          <p14:tracePt t="66238" x="4572000" y="5295900"/>
          <p14:tracePt t="66254" x="4572000" y="5308600"/>
          <p14:tracePt t="66272" x="4565650" y="5321300"/>
          <p14:tracePt t="66287" x="4565650" y="5327650"/>
          <p14:tracePt t="66304" x="4565650" y="5340350"/>
          <p14:tracePt t="66321" x="4546600" y="5365750"/>
          <p14:tracePt t="66588" x="4546600" y="5422900"/>
          <p14:tracePt t="66594" x="4559300" y="5499100"/>
          <p14:tracePt t="66603" x="4584700" y="5594350"/>
          <p14:tracePt t="66620" x="4597400" y="5670550"/>
          <p14:tracePt t="66637" x="4616450" y="5803900"/>
          <p14:tracePt t="66653" x="4622800" y="5854700"/>
          <p14:tracePt t="66669" x="4635500" y="5937250"/>
          <p14:tracePt t="66687" x="4641850" y="5969000"/>
          <p14:tracePt t="66703" x="4648200" y="5981700"/>
          <p14:tracePt t="66719" x="4648200" y="5988050"/>
          <p14:tracePt t="66736" x="4648200" y="6000750"/>
          <p14:tracePt t="66806" x="4654550" y="6000750"/>
          <p14:tracePt t="66876" x="4660900" y="6000750"/>
          <p14:tracePt t="66946" x="4667250" y="6000750"/>
          <p14:tracePt t="66974" x="4673600" y="6000750"/>
          <p14:tracePt t="66988" x="4679950" y="6000750"/>
          <p14:tracePt t="66995" x="4686300" y="6000750"/>
          <p14:tracePt t="67009" x="4699000" y="5994400"/>
          <p14:tracePt t="67018" x="4705350" y="5994400"/>
          <p14:tracePt t="67035" x="4711700" y="5994400"/>
          <p14:tracePt t="67053" x="4781550" y="5994400"/>
          <p14:tracePt t="67068" x="4813300" y="5994400"/>
          <p14:tracePt t="67085" x="4902200" y="5994400"/>
          <p14:tracePt t="67101" x="4991100" y="5994400"/>
          <p14:tracePt t="67118" x="5060950" y="5994400"/>
          <p14:tracePt t="67135" x="5187950" y="5975350"/>
          <p14:tracePt t="67151" x="5334000" y="5956300"/>
          <p14:tracePt t="67168" x="5410200" y="5956300"/>
          <p14:tracePt t="67185" x="5537200" y="5943600"/>
          <p14:tracePt t="67201" x="5670550" y="5937250"/>
          <p14:tracePt t="67217" x="5734050" y="5937250"/>
          <p14:tracePt t="67234" x="5848350" y="5918200"/>
          <p14:tracePt t="67251" x="5969000" y="5899150"/>
          <p14:tracePt t="67267" x="6038850" y="5886450"/>
          <p14:tracePt t="67270" x="6089650" y="5886450"/>
          <p14:tracePt t="67284" x="6140450" y="5880100"/>
          <p14:tracePt t="67301" x="6235700" y="5880100"/>
          <p14:tracePt t="67319" x="6305550" y="5892800"/>
          <p14:tracePt t="67334" x="6343650" y="5892800"/>
          <p14:tracePt t="67350" x="6419850" y="5892800"/>
          <p14:tracePt t="67368" x="6496050" y="5892800"/>
          <p14:tracePt t="67384" x="6540500" y="5892800"/>
          <p14:tracePt t="67402" x="6604000" y="5886450"/>
          <p14:tracePt t="67417" x="6673850" y="5886450"/>
          <p14:tracePt t="67433" x="6705600" y="5886450"/>
          <p14:tracePt t="67450" x="6731000" y="5886450"/>
          <p14:tracePt t="67467" x="6800850" y="5892800"/>
          <p14:tracePt t="67483" x="6826250" y="5892800"/>
          <p14:tracePt t="67501" x="6908800" y="5886450"/>
          <p14:tracePt t="67516" x="6940550" y="5880100"/>
          <p14:tracePt t="67533" x="6965950" y="5880100"/>
          <p14:tracePt t="67550" x="7023100" y="5880100"/>
          <p14:tracePt t="67566" x="7042150" y="5880100"/>
          <p14:tracePt t="67583" x="7073900" y="5880100"/>
          <p14:tracePt t="67600" x="7086600" y="5880100"/>
          <p14:tracePt t="67616" x="7112000" y="5880100"/>
          <p14:tracePt t="67634" x="7118350" y="5880100"/>
          <p14:tracePt t="67649" x="7124700" y="5880100"/>
          <p14:tracePt t="67666" x="7137400" y="5880100"/>
          <p14:tracePt t="67699" x="7150100" y="5880100"/>
          <p14:tracePt t="67716" x="7156450" y="5880100"/>
          <p14:tracePt t="67733" x="7181850" y="5880100"/>
          <p14:tracePt t="67749" x="7207250" y="5880100"/>
          <p14:tracePt t="67766" x="7226300" y="5880100"/>
          <p14:tracePt t="67769" x="7251700" y="5880100"/>
          <p14:tracePt t="67782" x="7289800" y="5880100"/>
          <p14:tracePt t="67799" x="7385050" y="5880100"/>
          <p14:tracePt t="67816" x="7448550" y="5880100"/>
          <p14:tracePt t="67832" x="7588250" y="5880100"/>
          <p14:tracePt t="67849" x="7727950" y="5892800"/>
          <p14:tracePt t="67867" x="7848600" y="5886450"/>
          <p14:tracePt t="67882" x="7899400" y="5886450"/>
          <p14:tracePt t="67898" x="7975600" y="5880100"/>
          <p14:tracePt t="67916" x="8032750" y="5880100"/>
          <p14:tracePt t="67932" x="8058150" y="5880100"/>
          <p14:tracePt t="67948" x="8083550" y="5873750"/>
          <p14:tracePt t="67965" x="8096250" y="5873750"/>
          <p14:tracePt t="67981" x="8102600" y="5867400"/>
          <p14:tracePt t="68119" x="8102600" y="5861050"/>
          <p14:tracePt t="68203" x="8096250" y="5861050"/>
          <p14:tracePt t="68238" x="8089900" y="5861050"/>
          <p14:tracePt t="68259" x="8083550" y="5854700"/>
          <p14:tracePt t="68301" x="8077200" y="5854700"/>
          <p14:tracePt t="68308" x="8070850" y="5854700"/>
          <p14:tracePt t="68343" x="8064500" y="5854700"/>
          <p14:tracePt t="68378" x="8058150" y="5854700"/>
          <p14:tracePt t="68399" x="8051800" y="5854700"/>
          <p14:tracePt t="68420" x="8039100" y="5854700"/>
          <p14:tracePt t="68442" x="8032750" y="5854700"/>
          <p14:tracePt t="68463" x="8026400" y="5854700"/>
          <p14:tracePt t="68469" x="8020050" y="5854700"/>
          <p14:tracePt t="68484" x="8013700" y="5854700"/>
          <p14:tracePt t="68496" x="7988300" y="5861050"/>
          <p14:tracePt t="68513" x="7899400" y="5873750"/>
          <p14:tracePt t="68530" x="7835900" y="5880100"/>
          <p14:tracePt t="68547" x="7626350" y="5911850"/>
          <p14:tracePt t="68563" x="7308850" y="5943600"/>
          <p14:tracePt t="68579" x="7099300" y="5943600"/>
          <p14:tracePt t="68597" x="6546850" y="5975350"/>
          <p14:tracePt t="68613" x="5962650" y="6007100"/>
          <p14:tracePt t="68629" x="5702300" y="6007100"/>
          <p14:tracePt t="68646" x="5276850" y="6032500"/>
          <p14:tracePt t="68662" x="4927600" y="6045200"/>
          <p14:tracePt t="68680" x="4686300" y="6064250"/>
          <p14:tracePt t="68696" x="4597400" y="6076950"/>
          <p14:tracePt t="68712" x="4445000" y="6083300"/>
          <p14:tracePt t="68730" x="4324350" y="6115050"/>
          <p14:tracePt t="68746" x="4292600" y="6121400"/>
          <p14:tracePt t="68762" x="4248150" y="6140450"/>
          <p14:tracePt t="68766" x="4229100" y="6153150"/>
          <p14:tracePt t="68779" x="4197350" y="6172200"/>
          <p14:tracePt t="68795" x="4171950" y="6178550"/>
          <p14:tracePt t="68812" x="4159250" y="6191250"/>
          <p14:tracePt t="68829" x="4140200" y="6203950"/>
          <p14:tracePt t="68845" x="4140200" y="6210300"/>
          <p14:tracePt t="68863" x="4133850" y="6216650"/>
          <p14:tracePt t="68879" x="4121150" y="6223000"/>
          <p14:tracePt t="68895" x="4114800" y="6229350"/>
          <p14:tracePt t="68912" x="4108450" y="6242050"/>
          <p14:tracePt t="68928" x="4095750" y="6248400"/>
          <p14:tracePt t="68945" x="4089400" y="6267450"/>
          <p14:tracePt t="69552" x="4095750" y="6261100"/>
          <p14:tracePt t="69566" x="4108450" y="6248400"/>
          <p14:tracePt t="69573" x="4127500" y="6229350"/>
          <p14:tracePt t="69586" x="4140200" y="6223000"/>
          <p14:tracePt t="69595" x="4165600" y="6210300"/>
          <p14:tracePt t="69609" x="4184650" y="6197600"/>
          <p14:tracePt t="69625" x="4216400" y="6172200"/>
          <p14:tracePt t="69643" x="4254500" y="6140450"/>
          <p14:tracePt t="69659" x="4273550" y="6127750"/>
          <p14:tracePt t="69676" x="4305300" y="6089650"/>
          <p14:tracePt t="69693" x="4330700" y="6064250"/>
          <p14:tracePt t="69709" x="4343400" y="6051550"/>
          <p14:tracePt t="69726" x="4349750" y="6045200"/>
          <p14:tracePt t="69742" x="4368800" y="6026150"/>
          <p14:tracePt t="69759" x="4375150" y="6019800"/>
          <p14:tracePt t="69792" x="4381500" y="6013450"/>
          <p14:tracePt t="69808" x="4387850" y="6007100"/>
          <p14:tracePt t="69826" x="4394200" y="6000750"/>
          <p14:tracePt t="69858" x="4394200" y="5994400"/>
          <p14:tracePt t="70057" x="4387850" y="5994400"/>
          <p14:tracePt t="70064" x="4381500" y="5994400"/>
          <p14:tracePt t="70078" x="4381500" y="6000750"/>
          <p14:tracePt t="70091" x="4375150" y="6007100"/>
          <p14:tracePt t="70108" x="4343400" y="6019800"/>
          <p14:tracePt t="70124" x="4330700" y="6038850"/>
          <p14:tracePt t="70141" x="4254500" y="6083300"/>
          <p14:tracePt t="70157" x="4165600" y="6134100"/>
          <p14:tracePt t="70174" x="4108450" y="6165850"/>
          <p14:tracePt t="70191" x="4019550" y="6216650"/>
          <p14:tracePt t="70207" x="3956050" y="6254750"/>
          <p14:tracePt t="70224" x="3937000" y="6267450"/>
          <p14:tracePt t="70241" x="3892550" y="6286500"/>
          <p14:tracePt t="70257" x="3873500" y="6292850"/>
          <p14:tracePt t="70274" x="3873500" y="6299200"/>
          <p14:tracePt t="70290" x="3860800" y="6299200"/>
          <p14:tracePt t="70556" x="3835400" y="6299200"/>
          <p14:tracePt t="70570" x="3816350" y="6299200"/>
          <p14:tracePt t="70577" x="3784600" y="6286500"/>
          <p14:tracePt t="70589" x="3759200" y="6286500"/>
          <p14:tracePt t="70606" x="3708400" y="6280150"/>
          <p14:tracePt t="70622" x="3683000" y="6273800"/>
          <p14:tracePt t="70640" x="3644900" y="6267450"/>
          <p14:tracePt t="70655" x="3613150" y="6254750"/>
          <p14:tracePt t="70672" x="3600450" y="6248400"/>
          <p14:tracePt t="70690" x="3575050" y="6242050"/>
          <p14:tracePt t="70705" x="3568700" y="6242050"/>
          <p14:tracePt t="70722" x="3549650" y="6242050"/>
          <p14:tracePt t="70739" x="3530600" y="6242050"/>
          <p14:tracePt t="70755" x="3524250" y="6242050"/>
          <p14:tracePt t="70773" x="3505200" y="6242050"/>
          <p14:tracePt t="70788" x="3479800" y="6242050"/>
          <p14:tracePt t="70805" x="3467100" y="6242050"/>
          <p14:tracePt t="70808" x="3454400" y="6242050"/>
          <p14:tracePt t="70822" x="3435350" y="6242050"/>
          <p14:tracePt t="70838" x="3384550" y="6242050"/>
          <p14:tracePt t="70855" x="3365500" y="6242050"/>
          <p14:tracePt t="70872" x="3333750" y="6248400"/>
          <p14:tracePt t="71920" x="3371850" y="6248400"/>
          <p14:tracePt t="71927" x="3422650" y="6248400"/>
          <p14:tracePt t="71935" x="3498850" y="6248400"/>
          <p14:tracePt t="71951" x="3575050" y="6248400"/>
          <p14:tracePt t="71968" x="3765550" y="6235700"/>
          <p14:tracePt t="71984" x="3968750" y="6223000"/>
          <p14:tracePt t="72001" x="4070350" y="6223000"/>
          <p14:tracePt t="72018" x="4387850" y="6229350"/>
          <p14:tracePt t="72034" x="4476750" y="6223000"/>
          <p14:tracePt t="72051" x="4552950" y="6223000"/>
          <p14:tracePt t="72068" x="4686300" y="6203950"/>
          <p14:tracePt t="72084" x="4800600" y="6197600"/>
          <p14:tracePt t="72101" x="4857750" y="6191250"/>
          <p14:tracePt t="72117" x="4946650" y="6191250"/>
          <p14:tracePt t="72134" x="5016500" y="6172200"/>
          <p14:tracePt t="72151" x="5067300" y="6159500"/>
          <p14:tracePt t="72167" x="5099050" y="6153150"/>
          <p14:tracePt t="72184" x="5149850" y="6134100"/>
          <p14:tracePt t="72201" x="5200650" y="6121400"/>
          <p14:tracePt t="72217" x="5219700" y="6121400"/>
          <p14:tracePt t="72234" x="5238750" y="6121400"/>
          <p14:tracePt t="72251" x="5308600" y="6121400"/>
          <p14:tracePt t="72267" x="5346700" y="6121400"/>
          <p14:tracePt t="72285" x="5397500" y="6115050"/>
          <p14:tracePt t="72300" x="5422900" y="6115050"/>
          <p14:tracePt t="72316" x="5499100" y="6115050"/>
          <p14:tracePt t="72334" x="5568950" y="6121400"/>
          <p14:tracePt t="72350" x="5600700" y="6127750"/>
          <p14:tracePt t="72366" x="5638800" y="6127750"/>
          <p14:tracePt t="72383" x="5695950" y="6146800"/>
          <p14:tracePt t="72400" x="5727700" y="6146800"/>
          <p14:tracePt t="72416" x="5765800" y="6153150"/>
          <p14:tracePt t="72433" x="5803900" y="6159500"/>
          <p14:tracePt t="72449" x="5810250" y="6159500"/>
          <p14:tracePt t="72466" x="5816600" y="6159500"/>
          <p14:tracePt t="72793" x="5835650" y="6159500"/>
          <p14:tracePt t="72800" x="5867400" y="6172200"/>
          <p14:tracePt t="72813" x="5899150" y="6191250"/>
          <p14:tracePt t="72820" x="5943600" y="6210300"/>
          <p14:tracePt t="72835" x="6000750" y="6235700"/>
          <p14:tracePt t="72847" x="6038850" y="6254750"/>
          <p14:tracePt t="72864" x="6115050" y="6280150"/>
          <p14:tracePt t="72881" x="6146800" y="6292850"/>
          <p14:tracePt t="72898" x="6223000" y="6324600"/>
          <p14:tracePt t="72915" x="6292850" y="6350000"/>
          <p14:tracePt t="72931" x="6311900" y="6369050"/>
          <p14:tracePt t="72948" x="6381750" y="6394450"/>
          <p14:tracePt t="72964" x="6413500" y="6419850"/>
          <p14:tracePt t="72981" x="6426200" y="6426200"/>
          <p14:tracePt t="72997" x="6445250" y="6438900"/>
          <p14:tracePt t="73014" x="6451600" y="6445250"/>
          <p14:tracePt t="73032" x="6457950" y="6451600"/>
          <p14:tracePt t="73064" x="6457950" y="6457950"/>
          <p14:tracePt t="73081" x="6464300" y="6464300"/>
          <p14:tracePt t="73123" x="6470650" y="6464300"/>
          <p14:tracePt t="73144" x="6477000" y="6470650"/>
          <p14:tracePt t="73186" x="6483350" y="6477000"/>
          <p14:tracePt t="73221" x="6489700" y="6477000"/>
          <p14:tracePt t="73334" x="6483350" y="6477000"/>
          <p14:tracePt t="73397" x="6477000" y="6477000"/>
          <p14:tracePt t="73425" x="6470650" y="6477000"/>
          <p14:tracePt t="73572" x="6477000" y="6477000"/>
          <p14:tracePt t="73587" x="6483350" y="6477000"/>
          <p14:tracePt t="73594" x="6489700" y="6477000"/>
          <p14:tracePt t="73615" x="6496050" y="6477000"/>
          <p14:tracePt t="73630" x="6502400" y="6477000"/>
          <p14:tracePt t="73650" x="6508750" y="6477000"/>
          <p14:tracePt t="73664" x="6515100" y="6477000"/>
          <p14:tracePt t="73679" x="6521450" y="6477000"/>
          <p14:tracePt t="73685" x="6527800" y="6477000"/>
          <p14:tracePt t="73706" x="6534150" y="6477000"/>
          <p14:tracePt t="73727" x="6540500" y="6477000"/>
          <p14:tracePt t="73755" x="6540500" y="6470650"/>
          <p14:tracePt t="73783" x="6546850" y="6470650"/>
          <p14:tracePt t="73804" x="6553200" y="6464300"/>
          <p14:tracePt t="73826" x="6553200" y="6457950"/>
          <p14:tracePt t="73840" x="6553200" y="6451600"/>
          <p14:tracePt t="73853" x="6546850" y="6451600"/>
          <p14:tracePt t="73874" x="6546850" y="6445250"/>
          <p14:tracePt t="73889" x="6540500" y="6445250"/>
          <p14:tracePt t="73897" x="6527800" y="6445250"/>
          <p14:tracePt t="73912" x="6515100" y="6438900"/>
          <p14:tracePt t="73927" x="6470650" y="6419850"/>
          <p14:tracePt t="73945" x="6407150" y="6413500"/>
          <p14:tracePt t="73961" x="6362700" y="6407150"/>
          <p14:tracePt t="73978" x="6324600" y="6400800"/>
          <p14:tracePt t="73995" x="6210300" y="6381750"/>
          <p14:tracePt t="74010" x="6172200" y="6381750"/>
          <p14:tracePt t="74027" x="6146800" y="6375400"/>
          <p14:tracePt t="74044" x="6096000" y="6375400"/>
          <p14:tracePt t="74060" x="6051550" y="6369050"/>
          <p14:tracePt t="74077" x="6038850" y="6362700"/>
          <p14:tracePt t="74094" x="6013450" y="6356350"/>
          <p14:tracePt t="74110" x="6007100" y="6356350"/>
          <p14:tracePt t="74176" x="6000750" y="6350000"/>
          <p14:tracePt t="74289" x="5994400" y="6350000"/>
          <p14:tracePt t="74296" x="5988050" y="6350000"/>
          <p14:tracePt t="74312" x="5981700" y="6350000"/>
          <p14:tracePt t="74326" x="5969000" y="6350000"/>
          <p14:tracePt t="74343" x="5956300" y="6350000"/>
          <p14:tracePt t="74360" x="5911850" y="6343650"/>
          <p14:tracePt t="74376" x="5873750" y="6343650"/>
          <p14:tracePt t="74380" x="5848350" y="6343650"/>
          <p14:tracePt t="74393" x="5784850" y="6337300"/>
          <p14:tracePt t="74409" x="5619750" y="6324600"/>
          <p14:tracePt t="74425" x="5518150" y="6318250"/>
          <p14:tracePt t="74443" x="5327650" y="6305550"/>
          <p14:tracePt t="74459" x="5124450" y="6286500"/>
          <p14:tracePt t="74476" x="5016500" y="6273800"/>
          <p14:tracePt t="74493" x="4826000" y="6267450"/>
          <p14:tracePt t="74509" x="4660900" y="6254750"/>
          <p14:tracePt t="74525" x="4584700" y="6254750"/>
          <p14:tracePt t="74543" x="4457700" y="6248400"/>
          <p14:tracePt t="74559" x="4324350" y="6261100"/>
          <p14:tracePt t="74575" x="4292600" y="6267450"/>
          <p14:tracePt t="74592" x="4267200" y="6273800"/>
          <p14:tracePt t="74901" x="4210050" y="6261100"/>
          <p14:tracePt t="74909" x="4133850" y="6242050"/>
          <p14:tracePt t="74922" x="4051300" y="6223000"/>
          <p14:tracePt t="74930" x="3987800" y="6191250"/>
          <p14:tracePt t="74944" x="3905250" y="6153150"/>
          <p14:tracePt t="74958" x="3752850" y="6096000"/>
          <p14:tracePt t="74974" x="3695700" y="6057900"/>
          <p14:tracePt t="74990" x="3638550" y="6019800"/>
          <p14:tracePt t="75008" x="3530600" y="5969000"/>
          <p14:tracePt t="75024" x="3429000" y="5918200"/>
          <p14:tracePt t="75041" x="3384550" y="5899150"/>
          <p14:tracePt t="75057" x="3308350" y="5848350"/>
          <p14:tracePt t="75074" x="3244850" y="5803900"/>
          <p14:tracePt t="75092" x="3194050" y="5765800"/>
          <p14:tracePt t="75106" x="3181350" y="5753100"/>
          <p14:tracePt t="75123" x="3149600" y="5727700"/>
          <p14:tracePt t="75141" x="3124200" y="5702300"/>
          <p14:tracePt t="75157" x="3111500" y="5695950"/>
          <p14:tracePt t="75173" x="3086100" y="5676900"/>
          <p14:tracePt t="75190" x="3067050" y="5657850"/>
          <p14:tracePt t="75207" x="3054350" y="5651500"/>
          <p14:tracePt t="75223" x="3048000" y="5638800"/>
          <p14:tracePt t="75240" x="3022600" y="5594350"/>
          <p14:tracePt t="75256" x="3009900" y="5581650"/>
          <p14:tracePt t="75274" x="3003550" y="5568950"/>
          <p14:tracePt t="75290" x="2984500" y="5549900"/>
          <p14:tracePt t="75307" x="2965450" y="5543550"/>
          <p14:tracePt t="75323" x="2952750" y="5524500"/>
          <p14:tracePt t="75339" x="2946400" y="5518150"/>
          <p14:tracePt t="75356" x="2940050" y="5505450"/>
          <p14:tracePt t="75373" x="2940050" y="5492750"/>
          <p14:tracePt t="75389" x="2933700" y="5492750"/>
          <p14:tracePt t="75423" x="2933700" y="5486400"/>
          <p14:tracePt t="75464" x="2927350" y="5486400"/>
          <p14:tracePt t="75506" x="2927350" y="5480050"/>
          <p14:tracePt t="75520" x="2933700" y="5480050"/>
          <p14:tracePt t="75534" x="2940050" y="5480050"/>
          <p14:tracePt t="75548" x="2946400" y="5480050"/>
          <p14:tracePt t="75558" x="2952750" y="5480050"/>
          <p14:tracePt t="75572" x="2965450" y="5480050"/>
          <p14:tracePt t="75588" x="2990850" y="5480050"/>
          <p14:tracePt t="75605" x="3124200" y="5480050"/>
          <p14:tracePt t="75622" x="3200400" y="5480050"/>
          <p14:tracePt t="75639" x="3365500" y="5480050"/>
          <p14:tracePt t="75655" x="3556000" y="5467350"/>
          <p14:tracePt t="75672" x="3670300" y="5467350"/>
          <p14:tracePt t="75689" x="3860800" y="5461000"/>
          <p14:tracePt t="75705" x="4044950" y="5435600"/>
          <p14:tracePt t="75721" x="4108450" y="5429250"/>
          <p14:tracePt t="75738" x="4222750" y="5429250"/>
          <p14:tracePt t="75755" x="4311650" y="5429250"/>
          <p14:tracePt t="75772" x="4356100" y="5429250"/>
          <p14:tracePt t="75788" x="4387850" y="5429250"/>
          <p14:tracePt t="75804" x="4406900" y="5429250"/>
          <p14:tracePt t="75822" x="4413250" y="5422900"/>
          <p14:tracePt t="75854" x="4413250" y="5416550"/>
          <p14:tracePt t="75872" x="4413250" y="5410200"/>
          <p14:tracePt t="75913" x="4406900" y="5410200"/>
          <p14:tracePt t="75956" x="4400550" y="5410200"/>
          <p14:tracePt t="75963" x="4387850" y="5410200"/>
          <p14:tracePt t="75977" x="4381500" y="5410200"/>
          <p14:tracePt t="75987" x="4375150" y="5410200"/>
          <p14:tracePt t="76003" x="4349750" y="5410200"/>
          <p14:tracePt t="76021" x="4273550" y="5410200"/>
          <p14:tracePt t="76037" x="4121150" y="5410200"/>
          <p14:tracePt t="76055" x="3943350" y="5403850"/>
          <p14:tracePt t="76070" x="3829050" y="5391150"/>
          <p14:tracePt t="76087" x="3714750" y="5391150"/>
          <p14:tracePt t="76104" x="3397250" y="5391150"/>
          <p14:tracePt t="76120" x="3308350" y="5391150"/>
          <p14:tracePt t="76137" x="3232150" y="5391150"/>
          <p14:tracePt t="76153" x="3079750" y="5397500"/>
          <p14:tracePt t="76170" x="3048000" y="5397500"/>
          <p14:tracePt t="76187" x="3028950" y="5397500"/>
          <p14:tracePt t="76203" x="3009900" y="5397500"/>
          <p14:tracePt t="76220" x="2990850" y="5397500"/>
          <p14:tracePt t="76237" x="2984500" y="5410200"/>
          <p14:tracePt t="76269" x="2984500" y="5416550"/>
          <p14:tracePt t="76490" x="2971800" y="5416550"/>
          <p14:tracePt t="76497" x="2959100" y="5422900"/>
          <p14:tracePt t="76505" x="2946400" y="5429250"/>
          <p14:tracePt t="76518" x="2921000" y="5435600"/>
          <p14:tracePt t="76535" x="2901950" y="5435600"/>
          <p14:tracePt t="76553" x="2851150" y="5454650"/>
          <p14:tracePt t="76568" x="2813050" y="5461000"/>
          <p14:tracePt t="76585" x="2800350" y="5467350"/>
          <p14:tracePt t="76602" x="2774950" y="5473700"/>
          <p14:tracePt t="76618" x="2768600" y="5473700"/>
          <p14:tracePt t="76658" x="2768600" y="5480050"/>
          <p14:tracePt t="76679" x="2781300" y="5480050"/>
          <p14:tracePt t="76687" x="2787650" y="5480050"/>
          <p14:tracePt t="76701" x="2813050" y="5480050"/>
          <p14:tracePt t="76718" x="2838450" y="5480050"/>
          <p14:tracePt t="76735" x="2914650" y="5480050"/>
          <p14:tracePt t="76751" x="2971800" y="5473700"/>
          <p14:tracePt t="76768" x="3073400" y="5454650"/>
          <p14:tracePt t="76785" x="3117850" y="5448300"/>
          <p14:tracePt t="76801" x="3175000" y="5435600"/>
          <p14:tracePt t="76818" x="3187700" y="5435600"/>
          <p14:tracePt t="76834" x="3200400" y="5429250"/>
          <p14:tracePt t="76890" x="3194050" y="5429250"/>
          <p14:tracePt t="76897" x="3181350" y="5429250"/>
          <p14:tracePt t="76911" x="3168650" y="5441950"/>
          <p14:tracePt t="76920" x="3149600" y="5448300"/>
          <p14:tracePt t="76934" x="3130550" y="5454650"/>
          <p14:tracePt t="76951" x="3067050" y="5473700"/>
          <p14:tracePt t="76968" x="3009900" y="5499100"/>
          <p14:tracePt t="76984" x="2978150" y="5505450"/>
          <p14:tracePt t="77000" x="2927350" y="5530850"/>
          <p14:tracePt t="77017" x="2901950" y="5537200"/>
          <p14:tracePt t="77033" x="2889250" y="5537200"/>
          <p14:tracePt t="77050" x="2882900" y="5537200"/>
          <p14:tracePt t="77067" x="2876550" y="5543550"/>
          <p14:tracePt t="77086" x="2882900" y="5543550"/>
          <p14:tracePt t="77103" x="2895600" y="5543550"/>
          <p14:tracePt t="77117" x="2908300" y="5543550"/>
          <p14:tracePt t="77133" x="2959100" y="5543550"/>
          <p14:tracePt t="77151" x="3009900" y="5543550"/>
          <p14:tracePt t="77167" x="3035300" y="5543550"/>
          <p14:tracePt t="77182" x="3073400" y="5543550"/>
          <p14:tracePt t="77200" x="3092450" y="5530850"/>
          <p14:tracePt t="77216" x="3098800" y="5530850"/>
          <p14:tracePt t="77233" x="3105150" y="5530850"/>
          <p14:tracePt t="77249" x="3105150" y="5524500"/>
          <p14:tracePt t="77282" x="3098800" y="5524500"/>
          <p14:tracePt t="77299" x="3079750" y="5524500"/>
          <p14:tracePt t="77316" x="3067050" y="5524500"/>
          <p14:tracePt t="77334" x="3035300" y="5530850"/>
          <p14:tracePt t="77349" x="2997200" y="5537200"/>
          <p14:tracePt t="77366" x="2971800" y="5543550"/>
          <p14:tracePt t="77383" x="2921000" y="5549900"/>
          <p14:tracePt t="77399" x="2914650" y="5549900"/>
          <p14:tracePt t="77415" x="2876550" y="5556250"/>
          <p14:tracePt t="77432" x="2870200" y="5568950"/>
          <p14:tracePt t="77449" x="2863850" y="5568950"/>
          <p14:tracePt t="77467" x="2863850" y="5575300"/>
          <p14:tracePt t="77481" x="2876550" y="5588000"/>
          <p14:tracePt t="77498" x="2901950" y="5588000"/>
          <p14:tracePt t="77516" x="2959100" y="5594350"/>
          <p14:tracePt t="77532" x="2997200" y="5594350"/>
          <p14:tracePt t="77548" x="3048000" y="5594350"/>
          <p14:tracePt t="77565" x="3149600" y="5594350"/>
          <p14:tracePt t="77582" x="3194050" y="5575300"/>
          <p14:tracePt t="77598" x="3263900" y="5562600"/>
          <p14:tracePt t="77615" x="3289300" y="5543550"/>
          <p14:tracePt t="77632" x="3302000" y="5537200"/>
          <p14:tracePt t="77649" x="3302000" y="5530850"/>
          <p14:tracePt t="77665" x="3308350" y="5524500"/>
          <p14:tracePt t="77719" x="3302000" y="5524500"/>
          <p14:tracePt t="77740" x="3295650" y="5524500"/>
          <p14:tracePt t="77748" x="3282950" y="5530850"/>
          <p14:tracePt t="77754" x="3270250" y="5537200"/>
          <p14:tracePt t="77764" x="3257550" y="5543550"/>
          <p14:tracePt t="77781" x="3232150" y="5549900"/>
          <p14:tracePt t="77797" x="3162300" y="5556250"/>
          <p14:tracePt t="78262" x="3143250" y="5556250"/>
          <p14:tracePt t="78276" x="3117850" y="5556250"/>
          <p14:tracePt t="78283" x="3086100" y="5556250"/>
          <p14:tracePt t="78295" x="3067050" y="5556250"/>
          <p14:tracePt t="78312" x="3009900" y="5556250"/>
          <p14:tracePt t="78329" x="2990850" y="5556250"/>
          <p14:tracePt t="78347" x="2940050" y="5556250"/>
          <p14:tracePt t="78362" x="2908300" y="5556250"/>
          <p14:tracePt t="78379" x="2895600" y="5556250"/>
          <p14:tracePt t="78396" x="2882900" y="5556250"/>
          <p14:tracePt t="78412" x="2863850" y="5562600"/>
          <p14:tracePt t="78429" x="2857500" y="5562600"/>
          <p14:tracePt t="78462" x="2851150" y="5568950"/>
          <p14:tracePt t="78522" x="2851150" y="5562600"/>
          <p14:tracePt t="78543" x="2857500" y="5562600"/>
          <p14:tracePt t="78557" x="2870200" y="5562600"/>
          <p14:tracePt t="78565" x="2882900" y="5562600"/>
          <p14:tracePt t="78579" x="2895600" y="5556250"/>
          <p14:tracePt t="78595" x="2952750" y="5543550"/>
          <p14:tracePt t="78612" x="2997200" y="5530850"/>
          <p14:tracePt t="78628" x="3079750" y="5505450"/>
          <p14:tracePt t="78645" x="3162300" y="5492750"/>
          <p14:tracePt t="78662" x="3206750" y="5473700"/>
          <p14:tracePt t="78678" x="3244850" y="5461000"/>
          <p14:tracePt t="78694" x="3263900" y="5454650"/>
          <p14:tracePt t="78712" x="3282950" y="5435600"/>
          <p14:tracePt t="78782" x="3276600" y="5435600"/>
          <p14:tracePt t="78796" x="3270250" y="5435600"/>
          <p14:tracePt t="78817" x="3263900" y="5435600"/>
          <p14:tracePt t="78825" x="3257550" y="5435600"/>
          <p14:tracePt t="78839" x="3251200" y="5435600"/>
          <p14:tracePt t="78847" x="3244850" y="5435600"/>
          <p14:tracePt t="78867" x="3238500" y="5435600"/>
          <p14:tracePt t="78877" x="3232150" y="5435600"/>
          <p14:tracePt t="78894" x="3225800" y="5435600"/>
          <p14:tracePt t="78910" x="3219450" y="5441950"/>
          <p14:tracePt t="78927" x="3213100" y="5441950"/>
          <p14:tracePt t="78946" x="3206750" y="5441950"/>
          <p14:tracePt t="78979" x="3206750" y="5448300"/>
          <p14:tracePt t="78986" x="3200400" y="5448300"/>
          <p14:tracePt t="79013" x="3194050" y="5454650"/>
          <p14:tracePt t="79056" x="3194050" y="5461000"/>
          <p14:tracePt t="79246" x="3181350" y="5461000"/>
          <p14:tracePt t="79260" x="3175000" y="5461000"/>
          <p14:tracePt t="79267" x="3168650" y="5461000"/>
          <p14:tracePt t="79288" x="3162300" y="5461000"/>
          <p14:tracePt t="79296" x="3149600" y="5461000"/>
          <p14:tracePt t="79311" x="3130550" y="5461000"/>
          <p14:tracePt t="79326" x="3105150" y="5467350"/>
          <p14:tracePt t="79342" x="3054350" y="5480050"/>
          <p14:tracePt t="79359" x="3016250" y="5486400"/>
          <p14:tracePt t="79375" x="2997200" y="5492750"/>
          <p14:tracePt t="79392" x="2959100" y="5499100"/>
          <p14:tracePt t="79409" x="2933700" y="5505450"/>
          <p14:tracePt t="79443" x="2921000" y="5511800"/>
          <p14:tracePt t="79458" x="2914650" y="5511800"/>
          <p14:tracePt t="79492" x="2908300" y="5511800"/>
          <p14:tracePt t="79541" x="2914650" y="5511800"/>
          <p14:tracePt t="79548" x="2921000" y="5511800"/>
          <p14:tracePt t="79558" x="2927350" y="5511800"/>
          <p14:tracePt t="79578" x="2933700" y="5511800"/>
          <p14:tracePt t="79592" x="2940050" y="5511800"/>
          <p14:tracePt t="79608" x="2952750" y="5511800"/>
          <p14:tracePt t="79626" x="3009900" y="5492750"/>
          <p14:tracePt t="79641" x="3028950" y="5486400"/>
          <p14:tracePt t="79658" x="3060700" y="5480050"/>
          <p14:tracePt t="79675" x="3117850" y="5467350"/>
          <p14:tracePt t="79691" x="3149600" y="5461000"/>
          <p14:tracePt t="79707" x="3168650" y="5454650"/>
          <p14:tracePt t="79724" x="3187700" y="5448300"/>
          <p14:tracePt t="79741" x="3200400" y="5448300"/>
          <p14:tracePt t="79774" x="3206750" y="5448300"/>
          <p14:tracePt t="79791" x="3213100" y="5448300"/>
          <p14:tracePt t="79829" x="3219450" y="5448300"/>
          <p14:tracePt t="79836" x="3225800" y="5448300"/>
          <p14:tracePt t="79864" x="3238500" y="5448300"/>
          <p14:tracePt t="79871" x="3251200" y="5448300"/>
          <p14:tracePt t="79885" x="3276600" y="5448300"/>
          <p14:tracePt t="79894" x="3321050" y="5448300"/>
          <p14:tracePt t="79909" x="3384550" y="5454650"/>
          <p14:tracePt t="79923" x="3486150" y="5467350"/>
          <p14:tracePt t="79940" x="3702050" y="5499100"/>
          <p14:tracePt t="79957" x="3975100" y="5543550"/>
          <p14:tracePt t="79973" x="4102100" y="5562600"/>
          <p14:tracePt t="79991" x="4381500" y="5594350"/>
          <p14:tracePt t="80006" x="4451350" y="5600700"/>
          <p14:tracePt t="80023" x="4489450" y="5613400"/>
          <p14:tracePt t="80040" x="4540250" y="5613400"/>
          <p14:tracePt t="80057" x="4559300" y="5619750"/>
          <p14:tracePt t="80073" x="4565650" y="5619750"/>
          <p14:tracePt t="80090" x="4572000" y="5619750"/>
          <p14:tracePt t="80131" x="4572000" y="5613400"/>
          <p14:tracePt t="80230" x="4572000" y="5607050"/>
          <p14:tracePt t="80279" x="4572000" y="5600700"/>
          <p14:tracePt t="80349" x="4572000" y="5594350"/>
          <p14:tracePt t="80384" x="4565650" y="5594350"/>
          <p14:tracePt t="80419" x="4559300" y="5594350"/>
          <p14:tracePt t="80440" x="4546600" y="5588000"/>
          <p14:tracePt t="80455" x="4540250" y="5588000"/>
          <p14:tracePt t="80461" x="4533900" y="5588000"/>
          <p14:tracePt t="80472" x="4508500" y="5588000"/>
          <p14:tracePt t="80489" x="4483100" y="5588000"/>
          <p14:tracePt t="80505" x="4381500" y="5588000"/>
          <p14:tracePt t="80522" x="4305300" y="5588000"/>
          <p14:tracePt t="80539" x="3987800" y="5588000"/>
          <p14:tracePt t="80555" x="3860800" y="5600700"/>
          <p14:tracePt t="80571" x="3733800" y="5613400"/>
          <p14:tracePt t="80588" x="3492500" y="5619750"/>
          <p14:tracePt t="80605" x="3302000" y="5632450"/>
          <p14:tracePt t="80621" x="3219450" y="5651500"/>
          <p14:tracePt t="80637" x="3117850" y="5657850"/>
          <p14:tracePt t="80654" x="3054350" y="5683250"/>
          <p14:tracePt t="80673" x="3028950" y="5689600"/>
          <p14:tracePt t="80704" x="3022600" y="5689600"/>
          <p14:tracePt t="80735" x="3016250" y="5689600"/>
          <p14:tracePt t="80841" x="3009900" y="5689600"/>
          <p14:tracePt t="80862" x="3003550" y="5689600"/>
          <p14:tracePt t="80869" x="2997200" y="5689600"/>
          <p14:tracePt t="81273" x="2997200" y="5683250"/>
          <p14:tracePt t="81287" x="2990850" y="5683250"/>
          <p14:tracePt t="81294" x="2990850" y="5676900"/>
          <p14:tracePt t="81323" x="2984500" y="5664200"/>
          <p14:tracePt t="81365" x="2984500" y="5626100"/>
          <p14:tracePt t="81372" x="2984500" y="5619750"/>
          <p14:tracePt t="81388" x="2984500" y="5613400"/>
          <p14:tracePt t="81402" x="2984500" y="5607050"/>
          <p14:tracePt t="81418" x="2984500" y="5600700"/>
          <p14:tracePt t="81437" x="2984500" y="5594350"/>
          <p14:tracePt t="81512" x="2984500" y="5588000"/>
          <p14:tracePt t="86225" x="2965450" y="5588000"/>
          <p14:tracePt t="86231" x="2933700" y="5575300"/>
          <p14:tracePt t="86238" x="2914650" y="5568950"/>
          <p14:tracePt t="86254" x="2882900" y="5568950"/>
          <p14:tracePt t="86268" x="2863850" y="5562600"/>
          <p14:tracePt t="86285" x="2813050" y="5556250"/>
          <p14:tracePt t="86302" x="2755900" y="5549900"/>
          <p14:tracePt t="86318" x="2736850" y="5543550"/>
          <p14:tracePt t="86335" x="2692400" y="5543550"/>
          <p14:tracePt t="86353" x="2660650" y="5537200"/>
          <p14:tracePt t="86368" x="2654300" y="5537200"/>
          <p14:tracePt t="86385" x="2647950" y="5524500"/>
          <p14:tracePt t="86417" x="2647950" y="5518150"/>
          <p14:tracePt t="86437" x="2647950" y="5511800"/>
          <p14:tracePt t="86452" x="2654300" y="5505450"/>
          <p14:tracePt t="86471" x="2667000" y="5499100"/>
          <p14:tracePt t="86487" x="2673350" y="5492750"/>
          <p14:tracePt t="86501" x="2686050" y="5486400"/>
          <p14:tracePt t="86517" x="2705100" y="5473700"/>
          <p14:tracePt t="86535" x="2736850" y="5461000"/>
          <p14:tracePt t="86551" x="2762250" y="5454650"/>
          <p14:tracePt t="86567" x="2800350" y="5441950"/>
          <p14:tracePt t="86584" x="2851150" y="5429250"/>
          <p14:tracePt t="86600" x="2870200" y="5422900"/>
          <p14:tracePt t="86618" x="2921000" y="5416550"/>
          <p14:tracePt t="86634" x="2959100" y="5416550"/>
          <p14:tracePt t="86651" x="2971800" y="5410200"/>
          <p14:tracePt t="86667" x="2997200" y="5410200"/>
          <p14:tracePt t="86684" x="3016250" y="5403850"/>
          <p14:tracePt t="86718" x="3028950" y="5403850"/>
          <p14:tracePt t="86733" x="3035300" y="5397500"/>
          <p14:tracePt t="86801" x="3035300" y="5403850"/>
          <p14:tracePt t="86822" x="3035300" y="5410200"/>
          <p14:tracePt t="86836" x="3035300" y="5416550"/>
          <p14:tracePt t="91860" x="3028950" y="5429250"/>
          <p14:tracePt t="91874" x="3009900" y="5435600"/>
          <p14:tracePt t="91882" x="2990850" y="5448300"/>
          <p14:tracePt t="91895" x="2965450" y="5473700"/>
          <p14:tracePt t="91902" x="2946400" y="5486400"/>
          <p14:tracePt t="91916" x="2927350" y="5505450"/>
          <p14:tracePt t="91932" x="2889250" y="5537200"/>
          <p14:tracePt t="91949" x="2870200" y="5549900"/>
          <p14:tracePt t="91966" x="2844800" y="5562600"/>
          <p14:tracePt t="91982" x="2813050" y="5581650"/>
          <p14:tracePt t="91998" x="2800350" y="5588000"/>
          <p14:tracePt t="92015" x="2781300" y="5600700"/>
          <p14:tracePt t="92032" x="2774950" y="5607050"/>
          <p14:tracePt t="92049" x="2762250" y="5613400"/>
          <p14:tracePt t="92081" x="2755900" y="5619750"/>
          <p14:tracePt t="92106" x="2749550" y="5619750"/>
          <p14:tracePt t="92120" x="2743200" y="5626100"/>
          <p14:tracePt t="92141" x="2730500" y="5632450"/>
          <p14:tracePt t="92183" x="2724150" y="5632450"/>
          <p14:tracePt t="92211" x="2717800" y="5632450"/>
          <p14:tracePt t="92225" x="2711450" y="5632450"/>
          <p14:tracePt t="92246" x="2705100" y="5632450"/>
          <p14:tracePt t="92260" x="2698750" y="5632450"/>
          <p14:tracePt t="92274" x="2692400" y="5632450"/>
          <p14:tracePt t="92302" x="2692400" y="5638800"/>
          <p14:tracePt t="92317" x="2686050" y="5638800"/>
          <p14:tracePt t="92332" x="2679700" y="5638800"/>
          <p14:tracePt t="92351" x="2673350" y="5638800"/>
          <p14:tracePt t="92401" x="2667000" y="5638800"/>
          <p14:tracePt t="92422" x="2660650" y="5638800"/>
          <p14:tracePt t="92456" x="2654300" y="5638800"/>
          <p14:tracePt t="92506" x="2654300" y="5632450"/>
          <p14:tracePt t="92514" x="2654300" y="5626100"/>
          <p14:tracePt t="92534" x="2654300" y="5619750"/>
          <p14:tracePt t="92541" x="2654300" y="5613400"/>
          <p14:tracePt t="92555" x="2660650" y="5607050"/>
          <p14:tracePt t="92564" x="2667000" y="5607050"/>
          <p14:tracePt t="92579" x="2667000" y="5600700"/>
          <p14:tracePt t="92598" x="2679700" y="5594350"/>
          <p14:tracePt t="92613" x="2692400" y="5581650"/>
          <p14:tracePt t="92630" x="2711450" y="5575300"/>
          <p14:tracePt t="92647" x="2736850" y="5549900"/>
          <p14:tracePt t="92663" x="2743200" y="5543550"/>
          <p14:tracePt t="92679" x="2762250" y="5524500"/>
          <p14:tracePt t="92697" x="2762250" y="5511800"/>
          <p14:tracePt t="92731" x="2762250" y="5505450"/>
          <p14:tracePt t="92746" x="2762250" y="5499100"/>
          <p14:tracePt t="92773" x="2762250" y="5492750"/>
          <p14:tracePt t="92836" x="2755900" y="5492750"/>
          <p14:tracePt t="92878" x="2749550" y="5486400"/>
          <p14:tracePt t="92892" x="2749550" y="5480050"/>
          <p14:tracePt t="92913" x="2749550" y="5473700"/>
          <p14:tracePt t="92928" x="2749550" y="5467350"/>
          <p14:tracePt t="92956" x="2755900" y="5461000"/>
          <p14:tracePt t="92998" x="2762250" y="5454650"/>
          <p14:tracePt t="93068" x="2768600" y="5448300"/>
          <p14:tracePt t="93075" x="2774950" y="5448300"/>
          <p14:tracePt t="93096" x="2781300" y="5441950"/>
          <p14:tracePt t="93102" x="2787650" y="5441950"/>
          <p14:tracePt t="93138" x="2794000" y="5441950"/>
          <p14:tracePt t="93145" x="2800350" y="5441950"/>
          <p14:tracePt t="93166" x="2806700" y="5441950"/>
          <p14:tracePt t="93180" x="2813050" y="5441950"/>
          <p14:tracePt t="93187" x="2832100" y="5441950"/>
          <p14:tracePt t="93197" x="2844800" y="5435600"/>
          <p14:tracePt t="93211" x="2876550" y="5435600"/>
          <p14:tracePt t="93228" x="2895600" y="5435600"/>
          <p14:tracePt t="93244" x="2978150" y="5429250"/>
          <p14:tracePt t="93261" x="3003550" y="5422900"/>
          <p14:tracePt t="93278" x="3028950" y="5416550"/>
          <p14:tracePt t="93294" x="3054350" y="5410200"/>
          <p14:tracePt t="93311" x="3073400" y="5397500"/>
          <p14:tracePt t="93328" x="3079750" y="5397500"/>
          <p14:tracePt t="93405" x="3073400" y="5397500"/>
          <p14:tracePt t="93419" x="3060700" y="5397500"/>
          <p14:tracePt t="93440" x="3054350" y="5397500"/>
          <p14:tracePt t="93447" x="3035300" y="5403850"/>
          <p14:tracePt t="93460" x="3016250" y="5403850"/>
          <p14:tracePt t="93477" x="2952750" y="5410200"/>
          <p14:tracePt t="93494" x="2933700" y="5422900"/>
          <p14:tracePt t="93511" x="2870200" y="5429250"/>
          <p14:tracePt t="93527" x="2819400" y="5435600"/>
          <p14:tracePt t="93543" x="2800350" y="5435600"/>
          <p14:tracePt t="93560" x="2755900" y="5441950"/>
          <p14:tracePt t="93576" x="2749550" y="5441950"/>
          <p14:tracePt t="93593" x="2736850" y="5441950"/>
          <p14:tracePt t="93610" x="2730500" y="5448300"/>
          <p14:tracePt t="93651" x="2724150" y="5448300"/>
          <p14:tracePt t="93659" x="2717800" y="5448300"/>
          <p14:tracePt t="93735" x="2724150" y="5448300"/>
          <p14:tracePt t="93749" x="2730500" y="5448300"/>
          <p14:tracePt t="93757" x="2736850" y="5448300"/>
          <p14:tracePt t="93777" x="2743200" y="5448300"/>
          <p14:tracePt t="93792" x="2755900" y="5441950"/>
          <p14:tracePt t="93798" x="2768600" y="5441950"/>
          <p14:tracePt t="93812" x="2787650" y="5435600"/>
          <p14:tracePt t="93826" x="2813050" y="5435600"/>
          <p14:tracePt t="93842" x="2870200" y="5429250"/>
          <p14:tracePt t="93859" x="2889250" y="5422900"/>
          <p14:tracePt t="93862" x="2921000" y="5410200"/>
          <p14:tracePt t="93876" x="2965450" y="5403850"/>
          <p14:tracePt t="93891" x="2978150" y="5397500"/>
          <p14:tracePt t="93908" x="2990850" y="5391150"/>
          <p14:tracePt t="93925" x="3009900" y="5384800"/>
          <p14:tracePt t="93942" x="3022600" y="5384800"/>
          <p14:tracePt t="93975" x="3022600" y="5378450"/>
          <p14:tracePt t="94059" x="3016250" y="5378450"/>
          <p14:tracePt t="94087" x="3003550" y="5378450"/>
          <p14:tracePt t="94108" x="2997200" y="5378450"/>
          <p14:tracePt t="94129" x="2990850" y="5378450"/>
          <p14:tracePt t="94143" x="2984500" y="5378450"/>
          <p14:tracePt t="94150" x="2978150" y="5378450"/>
          <p14:tracePt t="94158" x="2965450" y="5384800"/>
          <p14:tracePt t="94174" x="2959100" y="5391150"/>
          <p14:tracePt t="94191" x="2946400" y="5397500"/>
          <p14:tracePt t="94207" x="2908300" y="5422900"/>
          <p14:tracePt t="94224" x="2870200" y="5441950"/>
          <p14:tracePt t="94242" x="2838450" y="5448300"/>
          <p14:tracePt t="94257" x="2832100" y="5454650"/>
          <p14:tracePt t="94274" x="2806700" y="5461000"/>
          <p14:tracePt t="94291" x="2806700" y="5467350"/>
          <p14:tracePt t="94308" x="2800350" y="5467350"/>
          <p14:tracePt t="94324" x="2800350" y="5473700"/>
          <p14:tracePt t="94340" x="2806700" y="5473700"/>
          <p14:tracePt t="94357" x="2819400" y="5473700"/>
          <p14:tracePt t="94375" x="2844800" y="5473700"/>
          <p14:tracePt t="94390" x="2889250" y="5461000"/>
          <p14:tracePt t="94407" x="2914650" y="5461000"/>
          <p14:tracePt t="94424" x="2946400" y="5448300"/>
          <p14:tracePt t="94440" x="3016250" y="5441950"/>
          <p14:tracePt t="94457" x="3035300" y="5429250"/>
          <p14:tracePt t="94474" x="3054350" y="5422900"/>
          <p14:tracePt t="94490" x="3060700" y="5422900"/>
          <p14:tracePt t="94523" x="3067050" y="5416550"/>
          <p14:tracePt t="94592" x="3060700" y="5416550"/>
          <p14:tracePt t="94642" x="3054350" y="5416550"/>
          <p14:tracePt t="94670" x="3048000" y="5416550"/>
          <p14:tracePt t="94803" x="3054350" y="5416550"/>
          <p14:tracePt t="94852" x="3060700" y="5410200"/>
          <p14:tracePt t="94859" x="3067050" y="5410200"/>
          <p14:tracePt t="94881" x="3073400" y="5403850"/>
          <p14:tracePt t="94902" x="3079750" y="5397500"/>
          <p14:tracePt t="94923" x="3079750" y="5391150"/>
          <p14:tracePt t="94951" x="3086100" y="5384800"/>
          <p14:tracePt t="94993" x="3092450" y="5384800"/>
          <p14:tracePt t="95021" x="3098800" y="5384800"/>
          <p14:tracePt t="95042" x="3105150" y="5384800"/>
          <p14:tracePt t="95070" x="3111500" y="5384800"/>
          <p14:tracePt t="95140" x="3111500" y="5391150"/>
          <p14:tracePt t="95162" x="3105150" y="5397500"/>
          <p14:tracePt t="95183" x="3105150" y="5403850"/>
          <p14:tracePt t="95225" x="3111500" y="5403850"/>
          <p14:tracePt t="95232" x="3117850" y="5403850"/>
          <p14:tracePt t="95254" x="3124200" y="5403850"/>
          <p14:tracePt t="95267" x="3136900" y="5403850"/>
          <p14:tracePt t="95274" x="3149600" y="5403850"/>
          <p14:tracePt t="95290" x="3168650" y="5403850"/>
          <p14:tracePt t="95304" x="3219450" y="5384800"/>
          <p14:tracePt t="95320" x="3244850" y="5372100"/>
          <p14:tracePt t="95338" x="3295650" y="5353050"/>
          <p14:tracePt t="95354" x="3314700" y="5346700"/>
          <p14:tracePt t="95370" x="3340100" y="5334000"/>
          <p14:tracePt t="95387" x="3359150" y="5321300"/>
          <p14:tracePt t="95404" x="3365500" y="5321300"/>
          <p14:tracePt t="95421" x="3371850" y="5314950"/>
          <p14:tracePt t="95453" x="3371850" y="5321300"/>
          <p14:tracePt t="95470" x="3365500" y="5327650"/>
          <p14:tracePt t="95486" x="3346450" y="5334000"/>
          <p14:tracePt t="95503" x="3340100" y="5340350"/>
          <p14:tracePt t="95520" x="3302000" y="5353050"/>
          <p14:tracePt t="95536" x="3238500" y="5378450"/>
          <p14:tracePt t="95553" x="3200400" y="5397500"/>
          <p14:tracePt t="95569" x="3124200" y="5416550"/>
          <p14:tracePt t="95586" x="3054350" y="5435600"/>
          <p14:tracePt t="95603" x="3035300" y="5441950"/>
          <p14:tracePt t="95619" x="3009900" y="5448300"/>
          <p14:tracePt t="95636" x="2997200" y="5454650"/>
          <p14:tracePt t="95652" x="2990850" y="5454650"/>
          <p14:tracePt t="95669" x="2984500" y="5461000"/>
          <p14:tracePt t="96128" x="2971800" y="5473700"/>
          <p14:tracePt t="96135" x="2952750" y="5505450"/>
          <p14:tracePt t="96149" x="2933700" y="5537200"/>
          <p14:tracePt t="96156" x="2921000" y="5568950"/>
          <p14:tracePt t="96170" x="2901950" y="5600700"/>
          <p14:tracePt t="96185" x="2876550" y="5645150"/>
          <p14:tracePt t="96201" x="2857500" y="5664200"/>
          <p14:tracePt t="96217" x="2844800" y="5683250"/>
          <p14:tracePt t="96234" x="2806700" y="5727700"/>
          <p14:tracePt t="96250" x="2774950" y="5791200"/>
          <p14:tracePt t="96267" x="2762250" y="5822950"/>
          <p14:tracePt t="96284" x="2724150" y="5886450"/>
          <p14:tracePt t="96300" x="2692400" y="5949950"/>
          <p14:tracePt t="96317" x="2673350" y="5969000"/>
          <p14:tracePt t="96333" x="2654300" y="6019800"/>
          <p14:tracePt t="96350" x="2635250" y="6064250"/>
          <p14:tracePt t="96367" x="2603500" y="6108700"/>
          <p14:tracePt t="96383" x="2597150" y="6121400"/>
          <p14:tracePt t="96400" x="2571750" y="6153150"/>
          <p14:tracePt t="96417" x="2559050" y="6178550"/>
          <p14:tracePt t="96433" x="2546350" y="6197600"/>
          <p14:tracePt t="96466" x="2527300" y="6216650"/>
          <p14:tracePt t="96483" x="2520950" y="6223000"/>
          <p14:tracePt t="96501" x="2514600" y="6229350"/>
          <p14:tracePt t="96516" x="2508250" y="6235700"/>
          <p14:tracePt t="96533" x="2501900" y="6242050"/>
          <p14:tracePt t="96550" x="2489200" y="6254750"/>
          <p14:tracePt t="96566" x="2482850" y="6261100"/>
          <p14:tracePt t="96583" x="2463800" y="6267450"/>
          <p14:tracePt t="96600" x="2432050" y="6280150"/>
          <p14:tracePt t="96616" x="2406650" y="6280150"/>
          <p14:tracePt t="96632" x="2330450" y="6280150"/>
          <p14:tracePt t="96649" x="2254250" y="6280150"/>
          <p14:tracePt t="96666" x="2190750" y="6280150"/>
          <p14:tracePt t="96683" x="2082800" y="6261100"/>
          <p14:tracePt t="96699" x="1987550" y="6235700"/>
          <p14:tracePt t="96715" x="1943100" y="6235700"/>
          <p14:tracePt t="96733" x="1905000" y="6223000"/>
          <p14:tracePt t="96749" x="1885950" y="6223000"/>
          <p14:tracePt t="96765" x="1873250" y="6223000"/>
          <p14:tracePt t="96798" x="1866900" y="6223000"/>
          <p14:tracePt t="97020" x="1866900" y="6229350"/>
          <p14:tracePt t="97027" x="1866900" y="6235700"/>
          <p14:tracePt t="97062" x="1866900" y="6242050"/>
          <p14:tracePt t="97091" x="1866900" y="6248400"/>
          <p14:tracePt t="97099" x="1866900" y="6254750"/>
          <p14:tracePt t="97119" x="1866900" y="6261100"/>
          <p14:tracePt t="97133" x="1866900" y="6267450"/>
          <p14:tracePt t="97140" x="1860550" y="6273800"/>
          <p14:tracePt t="97148" x="1854200" y="6286500"/>
          <p14:tracePt t="97164" x="1841500" y="6299200"/>
          <p14:tracePt t="97181" x="1835150" y="6311900"/>
          <p14:tracePt t="97197" x="1797050" y="6350000"/>
          <p14:tracePt t="97214" x="1771650" y="6381750"/>
          <p14:tracePt t="97231" x="1739900" y="6407150"/>
          <p14:tracePt t="97247" x="1727200" y="6413500"/>
          <p14:tracePt t="97264" x="1714500" y="6432550"/>
          <p14:tracePt t="97281" x="1708150" y="6445250"/>
          <p14:tracePt t="97313" x="1701800" y="6451600"/>
          <p14:tracePt t="97346" x="1701800" y="6457950"/>
          <p14:tracePt t="97470" x="1708150" y="6457950"/>
          <p14:tracePt t="97491" x="1708150" y="6451600"/>
          <p14:tracePt t="97505" x="1714500" y="6451600"/>
          <p14:tracePt t="97512" x="1720850" y="6445250"/>
          <p14:tracePt t="97519" x="1727200" y="6438900"/>
          <p14:tracePt t="97533" x="1739900" y="6432550"/>
          <p14:tracePt t="97546" x="1758950" y="6426200"/>
          <p14:tracePt t="97562" x="1809750" y="6407150"/>
          <p14:tracePt t="97579" x="1854200" y="6381750"/>
          <p14:tracePt t="97596" x="1955800" y="6343650"/>
          <p14:tracePt t="97612" x="2051050" y="6305550"/>
          <p14:tracePt t="97629" x="2095500" y="6299200"/>
          <p14:tracePt t="97646" x="2165350" y="6273800"/>
          <p14:tracePt t="97662" x="2184400" y="6261100"/>
          <p14:tracePt t="97679" x="2222500" y="6254750"/>
          <p14:tracePt t="97696" x="2222500" y="6248400"/>
          <p14:tracePt t="97712" x="2228850" y="6248400"/>
          <p14:tracePt t="97863" x="2222500" y="6248400"/>
          <p14:tracePt t="97884" x="2216150" y="6254750"/>
          <p14:tracePt t="97892" x="2209800" y="6254750"/>
          <p14:tracePt t="97906" x="2203450" y="6254750"/>
          <p14:tracePt t="97914" x="2197100" y="6261100"/>
          <p14:tracePt t="97928" x="2190750" y="6261100"/>
          <p14:tracePt t="97944" x="2152650" y="6273800"/>
          <p14:tracePt t="97962" x="2101850" y="6286500"/>
          <p14:tracePt t="97977" x="2076450" y="6286500"/>
          <p14:tracePt t="97994" x="2044700" y="6292850"/>
          <p14:tracePt t="98012" x="1974850" y="6305550"/>
          <p14:tracePt t="98028" x="1962150" y="6311900"/>
          <p14:tracePt t="98044" x="1949450" y="6311900"/>
          <p14:tracePt t="98061" x="1930400" y="6318250"/>
          <p14:tracePt t="98077" x="1924050" y="6324600"/>
          <p14:tracePt t="98123" x="1930400" y="6324600"/>
          <p14:tracePt t="98138" x="1936750" y="6324600"/>
          <p14:tracePt t="98146" x="1943100" y="6324600"/>
          <p14:tracePt t="98160" x="1955800" y="6318250"/>
          <p14:tracePt t="98177" x="1981200" y="6318250"/>
          <p14:tracePt t="98194" x="2012950" y="6305550"/>
          <p14:tracePt t="98211" x="2025650" y="6299200"/>
          <p14:tracePt t="98227" x="2070100" y="6286500"/>
          <p14:tracePt t="98243" x="2095500" y="6273800"/>
          <p14:tracePt t="98260" x="2108200" y="6267450"/>
          <p14:tracePt t="98278" x="2127250" y="6261100"/>
          <p14:tracePt t="98293" x="2139950" y="6248400"/>
          <p14:tracePt t="98310" x="2139950" y="6242050"/>
          <p14:tracePt t="98328" x="2152650" y="6242050"/>
          <p14:tracePt t="98343" x="2159000" y="6235700"/>
          <p14:tracePt t="98360" x="2171700" y="6235700"/>
          <p14:tracePt t="98377" x="2184400" y="6223000"/>
          <p14:tracePt t="98393" x="2203450" y="6216650"/>
          <p14:tracePt t="98410" x="2222500" y="6197600"/>
          <p14:tracePt t="98426" x="2254250" y="6178550"/>
          <p14:tracePt t="98442" x="2266950" y="6165850"/>
          <p14:tracePt t="98460" x="2298700" y="6127750"/>
          <p14:tracePt t="98476" x="2330450" y="6096000"/>
          <p14:tracePt t="98492" x="2343150" y="6070600"/>
          <p14:tracePt t="98510" x="2374900" y="6019800"/>
          <p14:tracePt t="98526" x="2393950" y="5969000"/>
          <p14:tracePt t="98543" x="2400300" y="5937250"/>
          <p14:tracePt t="98559" x="2425700" y="5867400"/>
          <p14:tracePt t="98575" x="2444750" y="5759450"/>
          <p14:tracePt t="98593" x="2463800" y="5695950"/>
          <p14:tracePt t="98609" x="2482850" y="5562600"/>
          <p14:tracePt t="98625" x="2489200" y="5505450"/>
          <p14:tracePt t="98643" x="2508250" y="5403850"/>
          <p14:tracePt t="98659" x="2514600" y="5384800"/>
          <p14:tracePt t="98676" x="2514600" y="5372100"/>
          <p14:tracePt t="98692" x="2514600" y="5346700"/>
          <p14:tracePt t="98708" x="2520950" y="5340350"/>
          <p14:tracePt t="98798" x="2520950" y="5346700"/>
          <p14:tracePt t="98805" x="2520950" y="5353050"/>
          <p14:tracePt t="98819" x="2520950" y="5359400"/>
          <p14:tracePt t="98828" x="2520950" y="5365750"/>
          <p14:tracePt t="98841" x="2520950" y="5372100"/>
          <p14:tracePt t="98858" x="2501900" y="5391150"/>
          <p14:tracePt t="98875" x="2463800" y="5448300"/>
          <p14:tracePt t="98891" x="2438400" y="5492750"/>
          <p14:tracePt t="98908" x="2387600" y="5537200"/>
          <p14:tracePt t="98925" x="2222500" y="5734050"/>
          <p14:tracePt t="98941" x="2159000" y="5816600"/>
          <p14:tracePt t="98959" x="2012950" y="5975350"/>
          <p14:tracePt t="98974" x="1943100" y="6045200"/>
          <p14:tracePt t="98991" x="1822450" y="6184900"/>
          <p14:tracePt t="99008" x="1752600" y="6267450"/>
          <p14:tracePt t="99024" x="1727200" y="6292850"/>
          <p14:tracePt t="99041" x="1695450" y="6318250"/>
          <p14:tracePt t="99058" x="1689100" y="6324600"/>
          <p14:tracePt t="99074" x="1682750" y="6324600"/>
          <p14:tracePt t="99121" x="1682750" y="6330950"/>
          <p14:tracePt t="99198" x="1682750" y="6337300"/>
          <p14:tracePt t="99226" x="1689100" y="6343650"/>
          <p14:tracePt t="99247" x="1689100" y="6350000"/>
          <p14:tracePt t="99268" x="1695450" y="6350000"/>
          <p14:tracePt t="99289" x="1701800" y="6350000"/>
          <p14:tracePt t="99296" x="1708150" y="6356350"/>
          <p14:tracePt t="99310" x="1714500" y="6356350"/>
          <p14:tracePt t="99324" x="1720850" y="6356350"/>
          <p14:tracePt t="99339" x="1752600" y="6356350"/>
          <p14:tracePt t="99356" x="1765300" y="6356350"/>
          <p14:tracePt t="99374" x="1803400" y="6356350"/>
          <p14:tracePt t="99390" x="1854200" y="6356350"/>
          <p14:tracePt t="99407" x="1873250" y="6356350"/>
          <p14:tracePt t="99423" x="1898650" y="6356350"/>
          <p14:tracePt t="99439" x="1905000" y="6356350"/>
          <p14:tracePt t="99473" x="1905000" y="6362700"/>
          <p14:tracePt t="99486" x="1905000" y="6369050"/>
          <p14:tracePt t="99500" x="1905000" y="6375400"/>
          <p14:tracePt t="99508" x="1898650" y="6381750"/>
          <p14:tracePt t="99522" x="1892300" y="6388100"/>
          <p14:tracePt t="99539" x="1885950" y="6400800"/>
          <p14:tracePt t="99556" x="1873250" y="6438900"/>
          <p14:tracePt t="99572" x="1860550" y="6451600"/>
          <p14:tracePt t="99589" x="1854200" y="6464300"/>
          <p14:tracePt t="99606" x="1841500" y="6489700"/>
          <p14:tracePt t="99622" x="1835150" y="6508750"/>
          <p14:tracePt t="99809" x="1930400" y="6470650"/>
          <p14:tracePt t="99824" x="1949450" y="6451600"/>
          <p14:tracePt t="99838" x="2012950" y="6407150"/>
          <p14:tracePt t="99855" x="2044700" y="6381750"/>
          <p14:tracePt t="99873" x="2101850" y="6330950"/>
          <p14:tracePt t="99888" x="2133600" y="6318250"/>
          <p14:tracePt t="99904" x="2159000" y="6299200"/>
          <p14:tracePt t="99922" x="2178050" y="6280150"/>
          <p14:tracePt t="99937" x="2184400" y="6280150"/>
          <p14:tracePt t="99954" x="2190750" y="6280150"/>
          <p14:tracePt t="100013" x="2184400" y="6280150"/>
          <p14:tracePt t="100020" x="2178050" y="6286500"/>
          <p14:tracePt t="100041" x="2171700" y="6286500"/>
          <p14:tracePt t="100062" x="2165350" y="6292850"/>
          <p14:tracePt t="100069" x="2159000" y="6299200"/>
          <p14:tracePt t="100083" x="2152650" y="6299200"/>
          <p14:tracePt t="100090" x="2146300" y="6305550"/>
          <p14:tracePt t="100106" x="2139950" y="6305550"/>
          <p14:tracePt t="100120" x="2127250" y="6305550"/>
          <p14:tracePt t="100137" x="2127250" y="6311900"/>
          <p14:tracePt t="100154" x="2114550" y="6311900"/>
          <p14:tracePt t="100170" x="2108200" y="6318250"/>
          <p14:tracePt t="100187" x="2101850" y="6318250"/>
          <p14:tracePt t="100203" x="2095500" y="6318250"/>
          <p14:tracePt t="100245" x="2089150" y="6318250"/>
          <p14:tracePt t="100258" x="2089150" y="6311900"/>
          <p14:tracePt t="100280" x="2089150" y="6305550"/>
          <p14:tracePt t="100301" x="2089150" y="6299200"/>
          <p14:tracePt t="100322" x="2095500" y="6292850"/>
          <p14:tracePt t="100392" x="2101850" y="6292850"/>
          <p14:tracePt t="100399" x="2108200" y="6292850"/>
          <p14:tracePt t="100421" x="2114550" y="6292850"/>
          <p14:tracePt t="100434" x="2120900" y="6292850"/>
          <p14:tracePt t="100442" x="2139950" y="6292850"/>
          <p14:tracePt t="100456" x="2152650" y="6292850"/>
          <p14:tracePt t="100470" x="2171700" y="6305550"/>
          <p14:tracePt t="100486" x="2254250" y="6324600"/>
          <p14:tracePt t="100502" x="2298700" y="6343650"/>
          <p14:tracePt t="100519" x="2419350" y="6381750"/>
          <p14:tracePt t="100536" x="2527300" y="6426200"/>
          <p14:tracePt t="100552" x="2584450" y="6457950"/>
          <p14:tracePt t="100569" x="2673350" y="6489700"/>
          <p14:tracePt t="100585" x="2736850" y="6521450"/>
          <p14:tracePt t="100603" x="2781300" y="6534150"/>
          <p14:tracePt t="100619" x="2794000" y="6540500"/>
          <p14:tracePt t="100635" x="2819400" y="6546850"/>
          <p14:tracePt t="100652" x="2832100" y="6546850"/>
          <p14:tracePt t="100668" x="2838450" y="6546850"/>
          <p14:tracePt t="100685" x="2857500" y="6546850"/>
          <p14:tracePt t="100702" x="2876550" y="6546850"/>
          <p14:tracePt t="100738" x="2876550" y="6540500"/>
          <p14:tracePt t="100752" x="2876550" y="6534150"/>
          <p14:tracePt t="100768" x="2876550" y="6527800"/>
          <p14:tracePt t="100792" x="2876550" y="6521450"/>
          <p14:tracePt t="100813" x="2876550" y="6515100"/>
          <p14:tracePt t="100863" x="2876550" y="6508750"/>
          <p14:tracePt t="100884" x="2870200" y="6508750"/>
          <p14:tracePt t="100926" x="2870200" y="6502400"/>
          <p14:tracePt t="100933" x="2863850" y="6502400"/>
          <p14:tracePt t="100954" x="2857500" y="6496050"/>
          <p14:tracePt t="100982" x="2851150" y="6496050"/>
          <p14:tracePt t="101024" x="2851150" y="6502400"/>
          <p14:tracePt t="101031" x="2857500" y="6502400"/>
          <p14:tracePt t="101045" x="2863850" y="6508750"/>
          <p14:tracePt t="101054" x="2876550" y="6508750"/>
          <p14:tracePt t="101068" x="2889250" y="6521450"/>
          <p14:tracePt t="101083" x="2908300" y="6534150"/>
          <p14:tracePt t="101100" x="3003550" y="6578600"/>
          <p14:tracePt t="101116" x="3117850" y="6629400"/>
          <p14:tracePt t="101133" x="3187700" y="6661150"/>
          <p14:tracePt t="101151" x="3295650" y="6699250"/>
          <p14:tracePt t="101167" x="3340100" y="6711950"/>
          <p14:tracePt t="101183" x="3359150" y="6731000"/>
          <p14:tracePt t="101200" x="3390900" y="6737350"/>
          <p14:tracePt t="101217" x="3397250" y="6737350"/>
          <p14:tracePt t="101250" x="3397250" y="6731000"/>
          <p14:tracePt t="101266" x="3397250" y="6718300"/>
          <p14:tracePt t="101285" x="3397250" y="6711950"/>
          <p14:tracePt t="101299" x="3378200" y="6699250"/>
          <p14:tracePt t="101316" x="3352800" y="6686550"/>
          <p14:tracePt t="101334" x="3302000" y="6661150"/>
          <p14:tracePt t="101349" x="3270250" y="6654800"/>
          <p14:tracePt t="101366" x="3225800" y="6635750"/>
          <p14:tracePt t="101383" x="3098800" y="6597650"/>
          <p14:tracePt t="101399" x="3041650" y="6578600"/>
          <p14:tracePt t="101416" x="3003550" y="6565900"/>
          <p14:tracePt t="101433" x="2921000" y="6540500"/>
          <p14:tracePt t="101449" x="2857500" y="6521450"/>
          <p14:tracePt t="101466" x="2838450" y="6515100"/>
          <p14:tracePt t="101469" x="2825750" y="6508750"/>
          <p14:tracePt t="101482" x="2813050" y="6508750"/>
          <p14:tracePt t="101499" x="2794000" y="6502400"/>
          <p14:tracePt t="101517" x="2787650" y="6502400"/>
          <p14:tracePt t="101549" x="2800350" y="6502400"/>
          <p14:tracePt t="101566" x="2819400" y="6502400"/>
          <p14:tracePt t="101582" x="2832100" y="6508750"/>
          <p14:tracePt t="101599" x="2851150" y="6521450"/>
          <p14:tracePt t="101615" x="2940050" y="6534150"/>
          <p14:tracePt t="101632" x="2990850" y="6534150"/>
          <p14:tracePt t="101649" x="3054350" y="6540500"/>
          <p14:tracePt t="101665" x="3263900" y="6540500"/>
          <p14:tracePt t="101682" x="3327400" y="6540500"/>
          <p14:tracePt t="101699" x="3429000" y="6540500"/>
          <p14:tracePt t="101715" x="3467100" y="6540500"/>
          <p14:tracePt t="101732" x="3511550" y="6540500"/>
          <p14:tracePt t="101749" x="3568700" y="6534150"/>
          <p14:tracePt t="101765" x="3587750" y="6534150"/>
          <p14:tracePt t="101782" x="3613150" y="6527800"/>
          <p14:tracePt t="101797" x="3625850" y="6521450"/>
          <p14:tracePt t="101814" x="3632200" y="6515100"/>
          <p14:tracePt t="101832" x="3638550" y="6515100"/>
          <p14:tracePt t="101848" x="3644900" y="6508750"/>
          <p14:tracePt t="101864" x="3651250" y="6502400"/>
          <p14:tracePt t="101881" x="3663950" y="6502400"/>
          <p14:tracePt t="101898" x="3683000" y="6489700"/>
          <p14:tracePt t="101914" x="3695700" y="6483350"/>
          <p14:tracePt t="101931" x="3727450" y="6477000"/>
          <p14:tracePt t="101947" x="3746500" y="6477000"/>
          <p14:tracePt t="101964" x="3816350" y="6464300"/>
          <p14:tracePt t="101981" x="3911600" y="6457950"/>
          <p14:tracePt t="101997" x="3975100" y="6445250"/>
          <p14:tracePt t="102015" x="4108450" y="6438900"/>
          <p14:tracePt t="102030" x="4260850" y="6438900"/>
          <p14:tracePt t="102047" x="4337050" y="6438900"/>
          <p14:tracePt t="102065" x="4464050" y="6426200"/>
          <p14:tracePt t="102080" x="4610100" y="6407150"/>
          <p14:tracePt t="102097" x="4660900" y="6400800"/>
          <p14:tracePt t="102114" x="4756150" y="6381750"/>
          <p14:tracePt t="102130" x="4800600" y="6362700"/>
          <p14:tracePt t="102146" x="4838700" y="6362700"/>
          <p14:tracePt t="102163" x="4857750" y="6350000"/>
          <p14:tracePt t="102180" x="4864100" y="6350000"/>
          <p14:tracePt t="102198" x="4870450" y="6350000"/>
          <p14:tracePt t="102213" x="4876800" y="6343650"/>
          <p14:tracePt t="102249" x="4870450" y="6337300"/>
          <p14:tracePt t="102263" x="4864100" y="6337300"/>
          <p14:tracePt t="102280" x="4832350" y="6337300"/>
          <p14:tracePt t="102296" x="4762500" y="6337300"/>
          <p14:tracePt t="102313" x="4718050" y="6337300"/>
          <p14:tracePt t="102330" x="4578350" y="6337300"/>
          <p14:tracePt t="102347" x="4387850" y="6337300"/>
          <p14:tracePt t="102363" x="4159250" y="6337300"/>
          <p14:tracePt t="102380" x="4057650" y="6337300"/>
          <p14:tracePt t="102396" x="3854450" y="6356350"/>
          <p14:tracePt t="102412" x="3740150" y="6375400"/>
          <p14:tracePt t="102429" x="3536950" y="6388100"/>
          <p14:tracePt t="102445" x="3365500" y="6407150"/>
          <p14:tracePt t="102462" x="3289300" y="6407150"/>
          <p14:tracePt t="102466" x="3251200" y="6413500"/>
          <p14:tracePt t="102479" x="3181350" y="6426200"/>
          <p14:tracePt t="102496" x="3155950" y="6426200"/>
          <p14:tracePt t="102513" x="3149600" y="6426200"/>
          <p14:tracePt t="102528" x="3136900" y="6426200"/>
          <p14:tracePt t="102564" x="3130550" y="6426200"/>
          <p14:tracePt t="102619" x="3136900" y="6426200"/>
          <p14:tracePt t="102640" x="3143250" y="6426200"/>
          <p14:tracePt t="102647" x="3149600" y="6426200"/>
          <p14:tracePt t="102668" x="3155950" y="6432550"/>
          <p14:tracePt t="102682" x="3168650" y="6432550"/>
          <p14:tracePt t="102689" x="3181350" y="6432550"/>
          <p14:tracePt t="102703" x="3200400" y="6445250"/>
          <p14:tracePt t="102717" x="3225800" y="6451600"/>
          <p14:tracePt t="102728" x="3251200" y="6457950"/>
          <p14:tracePt t="102745" x="3308350" y="6464300"/>
          <p14:tracePt t="102761" x="3460750" y="6483350"/>
          <p14:tracePt t="102778" x="3562350" y="6496050"/>
          <p14:tracePt t="102795" x="3746500" y="6515100"/>
          <p14:tracePt t="102811" x="3886200" y="6527800"/>
          <p14:tracePt t="102828" x="3937000" y="6527800"/>
          <p14:tracePt t="102844" x="3994150" y="6534150"/>
          <p14:tracePt t="102861" x="4013200" y="6534150"/>
          <p14:tracePt t="102894" x="4013200" y="6527800"/>
          <p14:tracePt t="102911" x="4013200" y="6521450"/>
          <p14:tracePt t="102928" x="4006850" y="6515100"/>
          <p14:tracePt t="102944" x="3987800" y="6515100"/>
          <p14:tracePt t="102961" x="3956050" y="6515100"/>
          <p14:tracePt t="102978" x="3924300" y="6515100"/>
          <p14:tracePt t="102980" x="3898900" y="6515100"/>
          <p14:tracePt t="102993" x="3860800" y="6515100"/>
          <p14:tracePt t="103010" x="3803650" y="6515100"/>
          <p14:tracePt t="103027" x="3676650" y="6515100"/>
          <p14:tracePt t="103044" x="3536950" y="6515100"/>
          <p14:tracePt t="103061" x="3473450" y="6515100"/>
          <p14:tracePt t="103076" x="3390900" y="6508750"/>
          <p14:tracePt t="103093" x="3340100" y="6508750"/>
          <p14:tracePt t="103111" x="3327400" y="6508750"/>
          <p14:tracePt t="103127" x="3321050" y="6508750"/>
          <p14:tracePt t="103143" x="3314700" y="6508750"/>
          <p14:tracePt t="103160" x="3308350" y="6508750"/>
          <p14:tracePt t="103210" x="3314700" y="6508750"/>
          <p14:tracePt t="103223" x="3321050" y="6508750"/>
          <p14:tracePt t="103244" x="3333750" y="6508750"/>
          <p14:tracePt t="103265" x="3346450" y="6508750"/>
          <p14:tracePt t="103279" x="3359150" y="6508750"/>
          <p14:tracePt t="103294" x="3390900" y="6508750"/>
          <p14:tracePt t="103300" x="3409950" y="6508750"/>
          <p14:tracePt t="103314" x="3448050" y="6508750"/>
          <p14:tracePt t="103329" x="3498850" y="6502400"/>
          <p14:tracePt t="103343" x="3556000" y="6502400"/>
          <p14:tracePt t="103359" x="3657600" y="6496050"/>
          <p14:tracePt t="103376" x="3740150" y="6483350"/>
          <p14:tracePt t="103393" x="3778250" y="6483350"/>
          <p14:tracePt t="103409" x="3790950" y="6483350"/>
          <p14:tracePt t="103426" x="3797300" y="6477000"/>
          <p14:tracePt t="103442" x="3803650" y="6477000"/>
          <p14:tracePt t="103476" x="3803650" y="6470650"/>
          <p14:tracePt t="103492" x="3797300" y="6470650"/>
          <p14:tracePt t="103509" x="3778250" y="6470650"/>
          <p14:tracePt t="103526" x="3771900" y="6470650"/>
          <p14:tracePt t="103542" x="3733800" y="6470650"/>
          <p14:tracePt t="103558" x="3714750" y="6470650"/>
          <p14:tracePt t="103575" x="3657600" y="6470650"/>
          <p14:tracePt t="103592" x="3581400" y="6464300"/>
          <p14:tracePt t="103609" x="3486150" y="6438900"/>
          <p14:tracePt t="103625" x="3441700" y="6419850"/>
          <p14:tracePt t="104115" x="3473450" y="6419850"/>
          <p14:tracePt t="104128" x="3530600" y="6426200"/>
          <p14:tracePt t="104135" x="3581400" y="6426200"/>
          <p14:tracePt t="104143" x="3644900" y="6426200"/>
          <p14:tracePt t="104159" x="3708400" y="6426200"/>
          <p14:tracePt t="104172" x="3784600" y="6426200"/>
          <p14:tracePt t="104190" x="3924300" y="6432550"/>
          <p14:tracePt t="104206" x="4019550" y="6432550"/>
          <p14:tracePt t="104223" x="4044950" y="6432550"/>
          <p14:tracePt t="104239" x="4064000" y="6432550"/>
          <p14:tracePt t="104256" x="4070350" y="6432550"/>
          <p14:tracePt t="104304" x="4064000" y="6432550"/>
          <p14:tracePt t="104339" x="4057650" y="6432550"/>
          <p14:tracePt t="104346" x="4051300" y="6426200"/>
          <p14:tracePt t="104356" x="4044950" y="6426200"/>
          <p14:tracePt t="104372" x="4032250" y="6419850"/>
          <p14:tracePt t="104390" x="4019550" y="6413500"/>
          <p14:tracePt t="104406" x="3994150" y="6407150"/>
          <p14:tracePt t="104422" x="3962400" y="6394450"/>
          <p14:tracePt t="104439" x="3917950" y="6381750"/>
          <p14:tracePt t="104455" x="3892550" y="6369050"/>
          <p14:tracePt t="104473" x="3835400" y="6356350"/>
          <p14:tracePt t="104489" x="3771900" y="6350000"/>
          <p14:tracePt t="104506" x="3733800" y="6350000"/>
          <p14:tracePt t="104522" x="3670300" y="6350000"/>
          <p14:tracePt t="104538" x="3613150" y="6350000"/>
          <p14:tracePt t="104555" x="3581400" y="6350000"/>
          <p14:tracePt t="104572" x="3556000" y="6350000"/>
          <p14:tracePt t="104588" x="3536950" y="6350000"/>
          <p14:tracePt t="104605" x="3536950" y="6343650"/>
          <p14:tracePt t="104621" x="3530600" y="6343650"/>
          <p14:tracePt t="104638" x="3524250" y="6343650"/>
          <p14:tracePt t="104740" x="3517900" y="6343650"/>
          <p14:tracePt t="104775" x="3511550" y="6343650"/>
          <p14:tracePt t="104908" x="3517900" y="6343650"/>
          <p14:tracePt t="104985" x="3517900" y="6350000"/>
          <p14:tracePt t="105006" x="3517900" y="6356350"/>
          <p14:tracePt t="105049" x="3511550" y="6362700"/>
          <p14:tracePt t="105070" x="3511550" y="6369050"/>
          <p14:tracePt t="105077" x="3505200" y="6375400"/>
          <p14:tracePt t="105098" x="3505200" y="6381750"/>
          <p14:tracePt t="105112" x="3505200" y="6388100"/>
          <p14:tracePt t="105120" x="3498850" y="6394450"/>
          <p14:tracePt t="105136" x="3498850" y="6400800"/>
          <p14:tracePt t="105154" x="3492500" y="6407150"/>
          <p14:tracePt t="105169" x="3486150" y="6419850"/>
          <p14:tracePt t="105186" x="3486150" y="6432550"/>
          <p14:tracePt t="105203" x="3473450" y="6457950"/>
          <p14:tracePt t="105219" x="3467100" y="6477000"/>
          <p14:tracePt t="105236" x="3460750" y="6489700"/>
          <p14:tracePt t="105253" x="3454400" y="6502400"/>
          <p14:tracePt t="105269" x="3448050" y="6515100"/>
          <p14:tracePt t="105302" x="3441700" y="6515100"/>
          <p14:tracePt t="105319" x="3441700" y="6521450"/>
          <p14:tracePt t="105378" x="3448050" y="6521450"/>
          <p14:tracePt t="105400" x="3454400" y="6521450"/>
          <p14:tracePt t="105407" x="3460750" y="6521450"/>
          <p14:tracePt t="105449" x="3467100" y="6521450"/>
          <p14:tracePt t="105470" x="3473450" y="6515100"/>
          <p14:tracePt t="105477" x="3479800" y="6508750"/>
          <p14:tracePt t="105498" x="3486150" y="6502400"/>
          <p14:tracePt t="105520" x="3492500" y="6502400"/>
          <p14:tracePt t="105540" x="3498850" y="6496050"/>
          <p14:tracePt t="105569" x="3498850" y="6489700"/>
          <p14:tracePt t="105604" x="3498850" y="6483350"/>
          <p14:tracePt t="105619" x="3505200" y="6483350"/>
          <p14:tracePt t="105660" x="3505200" y="6477000"/>
          <p14:tracePt t="105681" x="3498850" y="6470650"/>
          <p14:tracePt t="105702" x="3492500" y="6470650"/>
          <p14:tracePt t="105723" x="3486150" y="6470650"/>
          <p14:tracePt t="105730" x="3479800" y="6470650"/>
          <p14:tracePt t="105752" x="3473450" y="6464300"/>
          <p14:tracePt t="105772" x="3467100" y="6464300"/>
          <p14:tracePt t="105780" x="3460750" y="6464300"/>
          <p14:tracePt t="105815" x="3454400" y="6464300"/>
          <p14:tracePt t="105821" x="3448050" y="6464300"/>
          <p14:tracePt t="105842" x="3441700" y="6464300"/>
          <p14:tracePt t="105851" x="3435350" y="6464300"/>
          <p14:tracePt t="105871" x="3429000" y="6464300"/>
          <p14:tracePt t="105887" x="3422650" y="6464300"/>
          <p14:tracePt t="105919" x="3416300" y="6464300"/>
          <p14:tracePt t="105941" x="3409950" y="6464300"/>
          <p14:tracePt t="105969" x="3403600" y="6464300"/>
          <p14:tracePt t="105990" x="3397250" y="6464300"/>
          <p14:tracePt t="106011" x="3390900" y="6464300"/>
          <p14:tracePt t="106040" x="3384550" y="6464300"/>
          <p14:tracePt t="106103" x="3384550" y="6457950"/>
          <p14:tracePt t="106110" x="3378200" y="6451600"/>
          <p14:tracePt t="106131" x="3378200" y="6445250"/>
          <p14:tracePt t="106152" x="3378200" y="6438900"/>
          <p14:tracePt t="106194" x="3378200" y="6432550"/>
          <p14:tracePt t="106201" x="3378200" y="6426200"/>
          <p14:tracePt t="106243" x="3371850" y="6413500"/>
          <p14:tracePt t="106265" x="3371850" y="6407150"/>
          <p14:tracePt t="106286" x="3371850" y="6400800"/>
          <p14:tracePt t="106292" x="3371850" y="6394450"/>
          <p14:tracePt t="106314" x="3365500" y="6394450"/>
          <p14:tracePt t="106335" x="3365500" y="6388100"/>
          <p14:tracePt t="106342" x="3365500" y="6381750"/>
          <p14:tracePt t="106384" x="3365500" y="6375400"/>
          <p14:tracePt t="106391" x="3365500" y="6369050"/>
          <p14:tracePt t="106412" x="3359150" y="6369050"/>
          <p14:tracePt t="106433" x="3359150" y="6362700"/>
          <p14:tracePt t="106574" x="3359150" y="6369050"/>
          <p14:tracePt t="106595" x="3352800" y="6375400"/>
          <p14:tracePt t="106616" x="3352800" y="6381750"/>
          <p14:tracePt t="106644" x="3352800" y="6394450"/>
          <p14:tracePt t="106672" x="3359150" y="6394450"/>
          <p14:tracePt t="106686" x="3359150" y="6400800"/>
          <p14:tracePt t="106693" x="3359150" y="6407150"/>
          <p14:tracePt t="106707" x="3365500" y="6407150"/>
          <p14:tracePt t="106717" x="3371850" y="6413500"/>
          <p14:tracePt t="106735" x="3371850" y="6419850"/>
          <p14:tracePt t="106756" x="3378200" y="6419850"/>
          <p14:tracePt t="106765" x="3384550" y="6426200"/>
          <p14:tracePt t="106780" x="3397250" y="6432550"/>
          <p14:tracePt t="106797" x="3409950" y="6438900"/>
          <p14:tracePt t="106814" x="3448050" y="6464300"/>
          <p14:tracePt t="106831" x="3473450" y="6470650"/>
          <p14:tracePt t="106848" x="3505200" y="6470650"/>
          <p14:tracePt t="106864" x="3517900" y="6477000"/>
          <p14:tracePt t="106880" x="3549650" y="6477000"/>
          <p14:tracePt t="106897" x="3568700" y="6464300"/>
          <p14:tracePt t="106914" x="3581400" y="6457950"/>
          <p14:tracePt t="106930" x="3581400" y="6438900"/>
          <p14:tracePt t="106948" x="3587750" y="6432550"/>
          <p14:tracePt t="106980" x="3587750" y="6426200"/>
          <p14:tracePt t="106998" x="3587750" y="6419850"/>
          <p14:tracePt t="107031" x="3587750" y="6413500"/>
          <p14:tracePt t="107178" x="3587750" y="6407150"/>
          <p14:tracePt t="107185" x="3581400" y="6407150"/>
          <p14:tracePt t="107227" x="3575050" y="6400800"/>
          <p14:tracePt t="107276" x="3568700" y="6400800"/>
          <p14:tracePt t="107326" x="3562350" y="6400800"/>
          <p14:tracePt t="107417" x="3562350" y="6394450"/>
          <p14:tracePt t="107459" x="3556000" y="6394450"/>
          <p14:tracePt t="107466" x="3549650" y="6394450"/>
          <p14:tracePt t="107501" x="3543300" y="6394450"/>
          <p14:tracePt t="107537" x="3536950" y="6394450"/>
          <p14:tracePt t="107557" x="3530600" y="6388100"/>
          <p14:tracePt t="107586" x="3524250" y="6388100"/>
          <p14:tracePt t="107620" x="3517900" y="6381750"/>
          <p14:tracePt t="107649" x="3511550" y="6381750"/>
          <p14:tracePt t="107656" x="3505200" y="6381750"/>
          <p14:tracePt t="107678" x="3498850" y="6375400"/>
          <p14:tracePt t="107698" x="3492500" y="6375400"/>
          <p14:tracePt t="107713" x="3486150" y="6375400"/>
          <p14:tracePt t="107747" x="3479800" y="6375400"/>
          <p14:tracePt t="107782" x="3473450" y="6375400"/>
          <p14:tracePt t="107860" x="3479800" y="6375400"/>
          <p14:tracePt t="107909" x="3486150" y="6375400"/>
          <p14:tracePt t="107930" x="3492500" y="6375400"/>
          <p14:tracePt t="107958" x="3498850" y="6375400"/>
          <p14:tracePt t="107979" x="3505200" y="6375400"/>
          <p14:tracePt t="108021" x="3511550" y="6375400"/>
          <p14:tracePt t="108064" x="3517900" y="6369050"/>
          <p14:tracePt t="108134" x="3517900" y="6375400"/>
          <p14:tracePt t="108141" x="3517900" y="6381750"/>
          <p14:tracePt t="108148" x="3517900" y="6388100"/>
          <p14:tracePt t="108183" x="3517900" y="6394450"/>
          <p14:tracePt t="108190" x="3517900" y="6400800"/>
          <p14:tracePt t="108204" x="3517900" y="6413500"/>
          <p14:tracePt t="108212" x="3517900" y="6419850"/>
          <p14:tracePt t="108225" x="3517900" y="6426200"/>
          <p14:tracePt t="108242" x="3530600" y="6451600"/>
          <p14:tracePt t="108259" x="3543300" y="6464300"/>
          <p14:tracePt t="108275" x="3575050" y="6496050"/>
          <p14:tracePt t="108292" x="3606800" y="6515100"/>
          <p14:tracePt t="108310" x="3644900" y="6534150"/>
          <p14:tracePt t="108325" x="3663950" y="6534150"/>
          <p14:tracePt t="108342" x="3689350" y="6534150"/>
          <p14:tracePt t="108359" x="3740150" y="6534150"/>
          <p14:tracePt t="108375" x="3759200" y="6534150"/>
          <p14:tracePt t="108392" x="3771900" y="6534150"/>
          <p14:tracePt t="108409" x="3797300" y="6534150"/>
          <p14:tracePt t="108425" x="3822700" y="6534150"/>
          <p14:tracePt t="108442" x="3829050" y="6534150"/>
          <p14:tracePt t="108458" x="3835400" y="6534150"/>
          <p14:tracePt t="108475" x="3841750" y="6527800"/>
          <p14:tracePt t="108499" x="3841750" y="6521450"/>
          <p14:tracePt t="108534" x="3841750" y="6515100"/>
          <p14:tracePt t="108562" x="3841750" y="6508750"/>
          <p14:tracePt t="108604" x="3835400" y="6508750"/>
          <p14:tracePt t="108612" x="3829050" y="6508750"/>
          <p14:tracePt t="108627" x="3822700" y="6508750"/>
          <p14:tracePt t="108641" x="3803650" y="6508750"/>
          <p14:tracePt t="108657" x="3784600" y="6508750"/>
          <p14:tracePt t="108675" x="3714750" y="6515100"/>
          <p14:tracePt t="108691" x="3676650" y="6521450"/>
          <p14:tracePt t="108707" x="3556000" y="6527800"/>
          <p14:tracePt t="108724" x="3441700" y="6527800"/>
          <p14:tracePt t="108741" x="3390900" y="6527800"/>
          <p14:tracePt t="108757" x="3295650" y="6540500"/>
          <p14:tracePt t="108774" x="3232150" y="6540500"/>
          <p14:tracePt t="108790" x="3206750" y="6540500"/>
          <p14:tracePt t="108807" x="3187700" y="6540500"/>
          <p14:tracePt t="108824" x="3175000" y="6540500"/>
          <p14:tracePt t="108865" x="3181350" y="6540500"/>
          <p14:tracePt t="108873" x="3187700" y="6540500"/>
          <p14:tracePt t="108890" x="3200400" y="6540500"/>
          <p14:tracePt t="108908" x="3238500" y="6540500"/>
          <p14:tracePt t="108923" x="3282950" y="6540500"/>
          <p14:tracePt t="108940" x="3314700" y="6540500"/>
          <p14:tracePt t="108957" x="3390900" y="6540500"/>
          <p14:tracePt t="108973" x="3441700" y="6540500"/>
          <p14:tracePt t="108990" x="3536950" y="6540500"/>
          <p14:tracePt t="109006" x="3638550" y="6540500"/>
          <p14:tracePt t="109023" x="3676650" y="6540500"/>
          <p14:tracePt t="109040" x="3733800" y="6540500"/>
          <p14:tracePt t="109056" x="3759200" y="6540500"/>
          <p14:tracePt t="109073" x="3771900" y="6540500"/>
          <p14:tracePt t="109090" x="3778250" y="6540500"/>
          <p14:tracePt t="109106" x="3784600" y="6527800"/>
          <p14:tracePt t="109140" x="3790950" y="6521450"/>
          <p14:tracePt t="109364" x="3797300" y="6521450"/>
          <p14:tracePt t="109385" x="3803650" y="6521450"/>
          <p14:tracePt t="109406" x="3810000" y="6521450"/>
          <p14:tracePt t="109427" x="3816350" y="6521450"/>
          <p14:tracePt t="109434" x="3822700" y="6515100"/>
          <p14:tracePt t="109456" x="3829050" y="6515100"/>
          <p14:tracePt t="109483" x="3829050" y="6508750"/>
          <p14:tracePt t="109504" x="3829050" y="6502400"/>
          <p14:tracePt t="109525" x="3835400" y="6496050"/>
          <p14:tracePt t="109547" x="3835400" y="6489700"/>
          <p14:tracePt t="109568" x="3835400" y="6483350"/>
          <p14:tracePt t="109574" x="3835400" y="6477000"/>
          <p14:tracePt t="109617" x="3835400" y="6470650"/>
          <p14:tracePt t="109623" x="3829050" y="6464300"/>
          <p14:tracePt t="109645" x="3822700" y="6464300"/>
          <p14:tracePt t="109659" x="3810000" y="6457950"/>
          <p14:tracePt t="109671" x="3803650" y="6451600"/>
          <p14:tracePt t="109688" x="3778250" y="6432550"/>
          <p14:tracePt t="109704" x="3746500" y="6426200"/>
          <p14:tracePt t="109721" x="3689350" y="6394450"/>
          <p14:tracePt t="109737" x="3587750" y="6356350"/>
          <p14:tracePt t="109754" x="3530600" y="6330950"/>
          <p14:tracePt t="109771" x="3422650" y="6286500"/>
          <p14:tracePt t="109787" x="3295650" y="6216650"/>
          <p14:tracePt t="109804" x="3251200" y="6191250"/>
          <p14:tracePt t="109822" x="3162300" y="6127750"/>
          <p14:tracePt t="109837" x="3105150" y="6076950"/>
          <p14:tracePt t="109853" x="3086100" y="6057900"/>
          <p14:tracePt t="109870" x="3054350" y="6032500"/>
          <p14:tracePt t="109887" x="3041650" y="6007100"/>
          <p14:tracePt t="109903" x="3028950" y="5975350"/>
          <p14:tracePt t="109920" x="3016250" y="5949950"/>
          <p14:tracePt t="109936" x="3016250" y="5930900"/>
          <p14:tracePt t="109954" x="3009900" y="5892800"/>
          <p14:tracePt t="109969" x="3003550" y="5848350"/>
          <p14:tracePt t="109986" x="3003550" y="5822950"/>
          <p14:tracePt t="110003" x="3003550" y="5778500"/>
          <p14:tracePt t="110019" x="3009900" y="5727700"/>
          <p14:tracePt t="110036" x="3009900" y="5695950"/>
          <p14:tracePt t="110053" x="3009900" y="5651500"/>
          <p14:tracePt t="110069" x="3016250" y="5607050"/>
          <p14:tracePt t="110086" x="3016250" y="5588000"/>
          <p14:tracePt t="110103" x="3016250" y="5562600"/>
          <p14:tracePt t="110119" x="3016250" y="5543550"/>
          <p14:tracePt t="110200" x="3022600" y="5543550"/>
          <p14:tracePt t="110207" x="3022600" y="5556250"/>
          <p14:tracePt t="110222" x="3022600" y="5562600"/>
          <p14:tracePt t="110236" x="3022600" y="5568950"/>
          <p14:tracePt t="110252" x="3022600" y="5575300"/>
          <p14:tracePt t="110269" x="3022600" y="5581650"/>
          <p14:tracePt t="110285" x="3022600" y="5607050"/>
          <p14:tracePt t="110302" x="3028950" y="5651500"/>
          <p14:tracePt t="110320" x="3035300" y="5708650"/>
          <p14:tracePt t="110335" x="3035300" y="5734050"/>
          <p14:tracePt t="110352" x="3054350" y="5829300"/>
          <p14:tracePt t="110369" x="3073400" y="5899150"/>
          <p14:tracePt t="110385" x="3079750" y="5930900"/>
          <p14:tracePt t="110402" x="3086100" y="5969000"/>
          <p14:tracePt t="110418" x="3098800" y="5981700"/>
          <p14:tracePt t="110451" x="3105150" y="5981700"/>
          <p14:tracePt t="110468" x="3124200" y="5956300"/>
          <p14:tracePt t="110484" x="3130550" y="5943600"/>
          <p14:tracePt t="110502" x="3175000" y="5899150"/>
          <p14:tracePt t="110518" x="3219450" y="5861050"/>
          <p14:tracePt t="110534" x="3321050" y="5803900"/>
          <p14:tracePt t="110552" x="3378200" y="5778500"/>
          <p14:tracePt t="110567" x="3536950" y="5746750"/>
          <p14:tracePt t="110584" x="3721100" y="5708650"/>
          <p14:tracePt t="110601" x="3886200" y="5689600"/>
          <p14:tracePt t="110618" x="3975100" y="5676900"/>
          <p14:tracePt t="110634" x="4051300" y="5676900"/>
          <p14:tracePt t="110650" x="4171950" y="5657850"/>
          <p14:tracePt t="110667" x="4254500" y="5632450"/>
          <p14:tracePt t="110685" x="4305300" y="5613400"/>
          <p14:tracePt t="110701" x="4311650" y="5607050"/>
          <p14:tracePt t="110717" x="4324350" y="5588000"/>
          <p14:tracePt t="110734" x="4324350" y="5581650"/>
          <p14:tracePt t="110767" x="4311650" y="5581650"/>
          <p14:tracePt t="110784" x="4298950" y="5581650"/>
          <p14:tracePt t="110800" x="4267200" y="5581650"/>
          <p14:tracePt t="110817" x="4165600" y="5594350"/>
          <p14:tracePt t="110834" x="4000500" y="5594350"/>
          <p14:tracePt t="110850" x="3898900" y="5588000"/>
          <p14:tracePt t="110867" x="3670300" y="5588000"/>
          <p14:tracePt t="110883" x="3467100" y="5588000"/>
          <p14:tracePt t="110900" x="3378200" y="5581650"/>
          <p14:tracePt t="110917" x="3219450" y="5562600"/>
          <p14:tracePt t="110933" x="3143250" y="5549900"/>
          <p14:tracePt t="110950" x="3117850" y="5549900"/>
          <p14:tracePt t="110966" x="3092450" y="5549900"/>
          <p14:tracePt t="110983" x="3086100" y="5549900"/>
          <p14:tracePt t="111000" x="3086100" y="5562600"/>
          <p14:tracePt t="111016" x="3086100" y="5575300"/>
          <p14:tracePt t="111033" x="3111500" y="5581650"/>
          <p14:tracePt t="111050" x="3130550" y="5588000"/>
          <p14:tracePt t="111066" x="3181350" y="5588000"/>
          <p14:tracePt t="111082" x="3219450" y="5588000"/>
          <p14:tracePt t="111100" x="3467100" y="5562600"/>
          <p14:tracePt t="111116" x="3581400" y="5543550"/>
          <p14:tracePt t="111132" x="3721100" y="5530850"/>
          <p14:tracePt t="111136" x="3848100" y="5499100"/>
          <p14:tracePt t="111149" x="3975100" y="5480050"/>
          <p14:tracePt t="111166" x="4197350" y="5435600"/>
          <p14:tracePt t="111182" x="4286250" y="5416550"/>
          <p14:tracePt t="111199" x="4381500" y="5378450"/>
          <p14:tracePt t="111215" x="4413250" y="5365750"/>
          <p14:tracePt t="111233" x="4413250" y="5359400"/>
          <p14:tracePt t="111265" x="4413250" y="5346700"/>
          <p14:tracePt t="111283" x="4406900" y="5346700"/>
          <p14:tracePt t="111315" x="4400550" y="5353050"/>
          <p14:tracePt t="111333" x="4394200" y="5359400"/>
          <p14:tracePt t="111352" x="4375150" y="5359400"/>
          <p14:tracePt t="111367" x="4349750" y="5359400"/>
          <p14:tracePt t="111382" x="4279900" y="5346700"/>
          <p14:tracePt t="111398" x="4248150" y="5340350"/>
          <p14:tracePt t="114791" x="4248150" y="5346700"/>
          <p14:tracePt t="114812" x="4241800" y="5346700"/>
          <p14:tracePt t="114820" x="4241800" y="5353050"/>
          <p14:tracePt t="114826" x="4241800" y="5359400"/>
          <p14:tracePt t="114840" x="4241800" y="5365750"/>
          <p14:tracePt t="114862" x="4241800" y="5378450"/>
          <p14:tracePt t="114876" x="4229100" y="5391150"/>
          <p14:tracePt t="114890" x="4229100" y="5397500"/>
          <p14:tracePt t="114911" x="4229100" y="5410200"/>
          <p14:tracePt t="114931" x="4229100" y="5416550"/>
          <p14:tracePt t="114939" x="4222750" y="5429250"/>
          <p14:tracePt t="114953" x="4216400" y="5448300"/>
          <p14:tracePt t="114969" x="4184650" y="5492750"/>
          <p14:tracePt t="114986" x="4171950" y="5524500"/>
          <p14:tracePt t="115003" x="4121150" y="5600700"/>
          <p14:tracePt t="115019" x="4070350" y="5670550"/>
          <p14:tracePt t="115035" x="4044950" y="5702300"/>
          <p14:tracePt t="115052" x="3987800" y="5765800"/>
          <p14:tracePt t="115069" x="3956050" y="5810250"/>
          <p14:tracePt t="115086" x="3886200" y="5911850"/>
          <p14:tracePt t="115102" x="3867150" y="5943600"/>
          <p14:tracePt t="115118" x="3860800" y="5962650"/>
          <p14:tracePt t="115135" x="3848100" y="5988050"/>
          <p14:tracePt t="115151" x="3841750" y="6000750"/>
          <p14:tracePt t="115168" x="3841750" y="6007100"/>
          <p14:tracePt t="115185" x="3841750" y="6019800"/>
          <p14:tracePt t="115221" x="3841750" y="6026150"/>
          <p14:tracePt t="115235" x="3848100" y="6032500"/>
          <p14:tracePt t="115252" x="3873500" y="6045200"/>
          <p14:tracePt t="115269" x="3905250" y="6070600"/>
          <p14:tracePt t="115284" x="3949700" y="6089650"/>
          <p14:tracePt t="115301" x="4038600" y="6153150"/>
          <p14:tracePt t="115318" x="4165600" y="6216650"/>
          <p14:tracePt t="115334" x="4222750" y="6254750"/>
          <p14:tracePt t="115351" x="4292600" y="6286500"/>
          <p14:tracePt t="115369" x="4457700" y="6362700"/>
          <p14:tracePt t="115384" x="4502150" y="6375400"/>
          <p14:tracePt t="115402" x="4540250" y="6388100"/>
          <p14:tracePt t="115417" x="4597400" y="6394450"/>
          <p14:tracePt t="115434" x="4622800" y="6394450"/>
          <p14:tracePt t="115451" x="4635500" y="6394450"/>
          <p14:tracePt t="115467" x="4641850" y="6388100"/>
          <p14:tracePt t="115484" x="4641850" y="6381750"/>
          <p14:tracePt t="115517" x="4641850" y="6375400"/>
          <p14:tracePt t="115534" x="4641850" y="6369050"/>
          <p14:tracePt t="115551" x="4648200" y="6362700"/>
          <p14:tracePt t="115567" x="4654550" y="6362700"/>
          <p14:tracePt t="115584" x="4667250" y="6350000"/>
          <p14:tracePt t="115600" x="4692650" y="6343650"/>
          <p14:tracePt t="115617" x="4718050" y="6337300"/>
          <p14:tracePt t="115634" x="4775200" y="6311900"/>
          <p14:tracePt t="115650" x="4851400" y="6286500"/>
          <p14:tracePt t="115667" x="4883150" y="6273800"/>
          <p14:tracePt t="115684" x="4940300" y="6248400"/>
          <p14:tracePt t="115700" x="4965700" y="6242050"/>
          <p14:tracePt t="115716" x="4984750" y="6223000"/>
          <p14:tracePt t="115733" x="4991100" y="6210300"/>
          <p14:tracePt t="115750" x="4991100" y="6203950"/>
          <p14:tracePt t="115781" x="4991100" y="6197600"/>
          <p14:tracePt t="115992" x="4984750" y="6197600"/>
          <p14:tracePt t="116006" x="4959350" y="6197600"/>
          <p14:tracePt t="116013" x="4921250" y="6197600"/>
          <p14:tracePt t="116020" x="4895850" y="6197600"/>
          <p14:tracePt t="116035" x="4845050" y="6203950"/>
          <p14:tracePt t="116049" x="4794250" y="6203950"/>
          <p14:tracePt t="116065" x="4667250" y="6216650"/>
          <p14:tracePt t="116082" x="4591050" y="6216650"/>
          <p14:tracePt t="116098" x="4451350" y="6216650"/>
          <p14:tracePt t="116115" x="4330700" y="6203950"/>
          <p14:tracePt t="116132" x="4279900" y="6203950"/>
          <p14:tracePt t="116148" x="4210050" y="6197600"/>
          <p14:tracePt t="116165" x="4159250" y="6197600"/>
          <p14:tracePt t="116182" x="4146550" y="6197600"/>
          <p14:tracePt t="116198" x="4140200" y="6191250"/>
          <p14:tracePt t="116215" x="4133850" y="6191250"/>
          <p14:tracePt t="116294" x="4127500" y="6191250"/>
          <p14:tracePt t="116343" x="4121150" y="6191250"/>
          <p14:tracePt t="116554" x="4108450" y="6191250"/>
          <p14:tracePt t="116575" x="4095750" y="6191250"/>
          <p14:tracePt t="116582" x="4089400" y="6197600"/>
          <p14:tracePt t="116597" x="4076700" y="6197600"/>
          <p14:tracePt t="116603" x="4057650" y="6197600"/>
          <p14:tracePt t="116617" x="4038600" y="6210300"/>
          <p14:tracePt t="116629" x="4019550" y="6216650"/>
          <p14:tracePt t="116647" x="3975100" y="6223000"/>
          <p14:tracePt t="116663" x="3962400" y="6229350"/>
          <p14:tracePt t="116681" x="3930650" y="6235700"/>
          <p14:tracePt t="116696" x="3911600" y="6242050"/>
          <p14:tracePt t="116713" x="3905250" y="6242050"/>
          <p14:tracePt t="116730" x="3898900" y="6242050"/>
          <p14:tracePt t="116762" x="3898900" y="6248400"/>
          <p14:tracePt t="116786" x="3898900" y="6254750"/>
          <p14:tracePt t="116814" x="3905250" y="6254750"/>
          <p14:tracePt t="116829" x="3911600" y="6254750"/>
          <p14:tracePt t="116842" x="3917950" y="6254750"/>
          <p14:tracePt t="116856" x="3924300" y="6254750"/>
          <p14:tracePt t="116884" x="3930650" y="6254750"/>
          <p14:tracePt t="116898" x="3937000" y="6254750"/>
          <p14:tracePt t="116905" x="3956050" y="6254750"/>
          <p14:tracePt t="116915" x="3981450" y="6254750"/>
          <p14:tracePt t="116928" x="4019550" y="6254750"/>
          <p14:tracePt t="116946" x="4089400" y="6254750"/>
          <p14:tracePt t="116962" x="4273550" y="6254750"/>
          <p14:tracePt t="116979" x="4540250" y="6254750"/>
          <p14:tracePt t="116996" x="4711700" y="6254750"/>
          <p14:tracePt t="117012" x="5137150" y="6242050"/>
          <p14:tracePt t="117029" x="5378450" y="6229350"/>
          <p14:tracePt t="117046" x="5803900" y="6203950"/>
          <p14:tracePt t="117062" x="6121400" y="6159500"/>
          <p14:tracePt t="117078" x="6223000" y="6134100"/>
          <p14:tracePt t="117096" x="6394450" y="6096000"/>
          <p14:tracePt t="117111" x="6451600" y="6076950"/>
          <p14:tracePt t="117128" x="6508750" y="6057900"/>
          <p14:tracePt t="117145" x="6527800" y="6051550"/>
          <p14:tracePt t="117161" x="6534150" y="6045200"/>
          <p14:tracePt t="117178" x="6540500" y="6045200"/>
          <p14:tracePt t="117264" x="6546850" y="6045200"/>
          <p14:tracePt t="117285" x="6559550" y="6045200"/>
          <p14:tracePt t="117305" x="6578600" y="6051550"/>
          <p14:tracePt t="117312" x="6604000" y="6051550"/>
          <p14:tracePt t="117328" x="6629400" y="6057900"/>
          <p14:tracePt t="117334" x="6686550" y="6070600"/>
          <p14:tracePt t="117348" x="6750050" y="6070600"/>
          <p14:tracePt t="117361" x="6851650" y="6083300"/>
          <p14:tracePt t="117377" x="7054850" y="6102350"/>
          <p14:tracePt t="117394" x="7169150" y="6108700"/>
          <p14:tracePt t="117412" x="7385050" y="6108700"/>
          <p14:tracePt t="117427" x="7575550" y="6121400"/>
          <p14:tracePt t="117444" x="7651750" y="6115050"/>
          <p14:tracePt t="117461" x="7791450" y="6108700"/>
          <p14:tracePt t="117477" x="7886700" y="6102350"/>
          <p14:tracePt t="117494" x="7924800" y="6102350"/>
          <p14:tracePt t="117510" x="7969250" y="6089650"/>
          <p14:tracePt t="117527" x="8001000" y="6083300"/>
          <p14:tracePt t="117544" x="8007350" y="6083300"/>
          <p14:tracePt t="117560" x="8013700" y="6083300"/>
          <p14:tracePt t="117643" x="8007350" y="6083300"/>
          <p14:tracePt t="117706" x="8001000" y="6083300"/>
          <p14:tracePt t="117770" x="7994650" y="6083300"/>
          <p14:tracePt t="117819" x="7988300" y="6083300"/>
          <p14:tracePt t="117846" x="7988300" y="6089650"/>
          <p14:tracePt t="117854" x="7981950" y="6089650"/>
          <p14:tracePt t="117868" x="7975600" y="6089650"/>
          <p14:tracePt t="117876" x="7956550" y="6089650"/>
          <p14:tracePt t="117892" x="7924800" y="6089650"/>
          <p14:tracePt t="117910" x="7804150" y="6102350"/>
          <p14:tracePt t="117925" x="7550150" y="6102350"/>
          <p14:tracePt t="117942" x="7143750" y="6102350"/>
          <p14:tracePt t="117959" x="6883400" y="6102350"/>
          <p14:tracePt t="117975" x="6305550" y="6089650"/>
          <p14:tracePt t="117992" x="6045200" y="6076950"/>
          <p14:tracePt t="118009" x="5372100" y="6032500"/>
          <p14:tracePt t="118025" x="5257800" y="6026150"/>
          <p14:tracePt t="118042" x="5067300" y="6013450"/>
          <p14:tracePt t="118058" x="4984750" y="6013450"/>
          <p14:tracePt t="118075" x="4959350" y="6007100"/>
          <p14:tracePt t="118093" x="4946650" y="6007100"/>
          <p14:tracePt t="118108" x="4921250" y="6007100"/>
          <p14:tracePt t="118149" x="4921250" y="6013450"/>
          <p14:tracePt t="118198" x="4921250" y="6019800"/>
          <p14:tracePt t="118219" x="4921250" y="6026150"/>
          <p14:tracePt t="118269" x="4927600" y="6026150"/>
          <p14:tracePt t="118282" x="4933950" y="6026150"/>
          <p14:tracePt t="118304" x="4940300" y="6026150"/>
          <p14:tracePt t="118310" x="4946650" y="6032500"/>
          <p14:tracePt t="118345" x="4953000" y="6038850"/>
          <p14:tracePt t="118352" x="4959350" y="6038850"/>
          <p14:tracePt t="118366" x="4965700" y="6038850"/>
          <p14:tracePt t="118376" x="4978400" y="6045200"/>
          <p14:tracePt t="118391" x="4991100" y="6057900"/>
          <p14:tracePt t="118407" x="5035550" y="6083300"/>
          <p14:tracePt t="118424" x="5124450" y="6134100"/>
          <p14:tracePt t="118440" x="5181600" y="6172200"/>
          <p14:tracePt t="118457" x="5353050" y="6242050"/>
          <p14:tracePt t="118473" x="5588000" y="6318250"/>
          <p14:tracePt t="118490" x="5746750" y="6337300"/>
          <p14:tracePt t="118507" x="6153150" y="6369050"/>
          <p14:tracePt t="118523" x="6635750" y="6330950"/>
          <p14:tracePt t="118540" x="6858000" y="6299200"/>
          <p14:tracePt t="118557" x="7181850" y="6267450"/>
          <p14:tracePt t="118573" x="7385050" y="6235700"/>
          <p14:tracePt t="118590" x="7448550" y="6223000"/>
          <p14:tracePt t="118607" x="7524750" y="6210300"/>
          <p14:tracePt t="118623" x="7543800" y="6210300"/>
          <p14:tracePt t="118640" x="7550150" y="6210300"/>
          <p14:tracePt t="118656" x="7556500" y="6203950"/>
          <p14:tracePt t="118725" x="7562850" y="6203950"/>
          <p14:tracePt t="118732" x="7575550" y="6203950"/>
          <p14:tracePt t="118742" x="7588250" y="6203950"/>
          <p14:tracePt t="118755" x="7600950" y="6203950"/>
          <p14:tracePt t="118772" x="7632700" y="6203950"/>
          <p14:tracePt t="118789" x="7702550" y="6216650"/>
          <p14:tracePt t="118806" x="7740650" y="6229350"/>
          <p14:tracePt t="118809" x="7778750" y="6229350"/>
          <p14:tracePt t="118822" x="7823200" y="6235700"/>
          <p14:tracePt t="118839" x="7861300" y="6235700"/>
          <p14:tracePt t="118856" x="7899400" y="6235700"/>
          <p14:tracePt t="118873" x="7924800" y="6235700"/>
          <p14:tracePt t="118889" x="7937500" y="6235700"/>
          <p14:tracePt t="118905" x="7943850" y="6235700"/>
          <p14:tracePt t="118938" x="7943850" y="6229350"/>
          <p14:tracePt t="119006" x="7931150" y="6229350"/>
          <p14:tracePt t="119022" x="7912100" y="6229350"/>
          <p14:tracePt t="119027" x="7886700" y="6229350"/>
          <p14:tracePt t="119042" x="7861300" y="6229350"/>
          <p14:tracePt t="119056" x="7727950" y="6229350"/>
          <p14:tracePt t="119071" x="7639050" y="6229350"/>
          <p14:tracePt t="119088" x="7435850" y="6229350"/>
          <p14:tracePt t="119105" x="7219950" y="6223000"/>
          <p14:tracePt t="119121" x="7105650" y="6216650"/>
          <p14:tracePt t="119138" x="6946900" y="6197600"/>
          <p14:tracePt t="119155" x="6845300" y="6178550"/>
          <p14:tracePt t="119171" x="6800850" y="6172200"/>
          <p14:tracePt t="119188" x="6775450" y="6165850"/>
          <p14:tracePt t="119204" x="6762750" y="6165850"/>
          <p14:tracePt t="119221" x="6756400" y="6165850"/>
          <p14:tracePt t="119295" x="6756400" y="6172200"/>
          <p14:tracePt t="119365" x="6756400" y="6178550"/>
          <p14:tracePt t="119372" x="6762750" y="6178550"/>
          <p14:tracePt t="119385" x="6775450" y="6178550"/>
          <p14:tracePt t="119392" x="6807200" y="6178550"/>
          <p14:tracePt t="119407" x="6845300" y="6178550"/>
          <p14:tracePt t="119421" x="6908800" y="6165850"/>
          <p14:tracePt t="119437" x="7118350" y="6146800"/>
          <p14:tracePt t="119453" x="7232650" y="6127750"/>
          <p14:tracePt t="119471" x="7448550" y="6108700"/>
          <p14:tracePt t="119487" x="7626350" y="6076950"/>
          <p14:tracePt t="119503" x="7696200" y="6057900"/>
          <p14:tracePt t="119520" x="7778750" y="6038850"/>
          <p14:tracePt t="119536" x="7810500" y="6032500"/>
          <p14:tracePt t="119553" x="7823200" y="6032500"/>
          <p14:tracePt t="119625" x="7816850" y="6038850"/>
          <p14:tracePt t="119716" x="7810500" y="6045200"/>
          <p14:tracePt t="119772" x="7823200" y="6045200"/>
          <p14:tracePt t="119787" x="7835900" y="6045200"/>
          <p14:tracePt t="119793" x="7848600" y="6045200"/>
          <p14:tracePt t="119808" x="7867650" y="6045200"/>
          <p14:tracePt t="119822" x="7905750" y="6051550"/>
          <p14:tracePt t="119836" x="7937500" y="6051550"/>
          <p14:tracePt t="119852" x="7969250" y="6057900"/>
          <p14:tracePt t="119869" x="8026400" y="6070600"/>
          <p14:tracePt t="119885" x="8051800" y="6076950"/>
          <p14:tracePt t="119902" x="8083550" y="6083300"/>
          <p14:tracePt t="119919" x="8083550" y="6089650"/>
          <p14:tracePt t="119935" x="8089900" y="6089650"/>
          <p14:tracePt t="119970" x="8045450" y="6089650"/>
          <p14:tracePt t="119985" x="8001000" y="6083300"/>
          <p14:tracePt t="120002" x="7854950" y="6076950"/>
          <p14:tracePt t="120019" x="7664450" y="6064250"/>
          <p14:tracePt t="120035" x="7562850" y="6064250"/>
          <p14:tracePt t="120052" x="7346950" y="6064250"/>
          <p14:tracePt t="120068" x="7162800" y="6064250"/>
          <p14:tracePt t="120085" x="7080250" y="6064250"/>
          <p14:tracePt t="120102" x="6940550" y="6089650"/>
          <p14:tracePt t="120118" x="6832600" y="6108700"/>
          <p14:tracePt t="120134" x="6788150" y="6121400"/>
          <p14:tracePt t="120152" x="6750050" y="6134100"/>
          <p14:tracePt t="120168" x="6705600" y="6159500"/>
          <p14:tracePt t="120184" x="6699250" y="6165850"/>
          <p14:tracePt t="120202" x="6667500" y="6184900"/>
          <p14:tracePt t="120218" x="6648450" y="6197600"/>
          <p14:tracePt t="120234" x="6635750" y="6203950"/>
          <p14:tracePt t="120251" x="6610350" y="6223000"/>
          <p14:tracePt t="120267" x="6597650" y="6229350"/>
          <p14:tracePt t="120284" x="6565900" y="6235700"/>
          <p14:tracePt t="120301" x="6521450" y="6242050"/>
          <p14:tracePt t="120317" x="6502400" y="6242050"/>
          <p14:tracePt t="120335" x="6426200" y="6223000"/>
          <p14:tracePt t="121190" x="6419850" y="6223000"/>
          <p14:tracePt t="121204" x="6413500" y="6223000"/>
          <p14:tracePt t="121211" x="6407150" y="6229350"/>
          <p14:tracePt t="121232" x="6400800" y="6242050"/>
          <p14:tracePt t="121246" x="6394450" y="6248400"/>
          <p14:tracePt t="121253" x="6381750" y="6254750"/>
          <p14:tracePt t="121263" x="6362700" y="6267450"/>
          <p14:tracePt t="121281" x="6343650" y="6280150"/>
          <p14:tracePt t="121297" x="6292850" y="6305550"/>
          <p14:tracePt t="121314" x="6261100" y="6318250"/>
          <p14:tracePt t="121331" x="6146800" y="6337300"/>
          <p14:tracePt t="121347" x="6108700" y="6343650"/>
          <p14:tracePt t="121364" x="6064250" y="6343650"/>
          <p14:tracePt t="121381" x="6007100" y="6337300"/>
          <p14:tracePt t="121397" x="5949950" y="6318250"/>
          <p14:tracePt t="121413" x="5937250" y="6318250"/>
          <p14:tracePt t="121430" x="5905500" y="6311900"/>
          <p14:tracePt t="121447" x="5880100" y="6311900"/>
          <p14:tracePt t="121464" x="5867400" y="6311900"/>
          <p14:tracePt t="121480" x="5861050" y="6318250"/>
          <p14:tracePt t="121496" x="5854700" y="6318250"/>
          <p14:tracePt t="121513" x="5848350" y="6324600"/>
          <p14:tracePt t="121555" x="5842000" y="6324600"/>
          <p14:tracePt t="121564" x="5842000" y="6330950"/>
          <p14:tracePt t="121611" x="5835650" y="6337300"/>
          <p14:tracePt t="121646" x="5829300" y="6343650"/>
          <p14:tracePt t="121653" x="5822950" y="6343650"/>
          <p14:tracePt t="121675" x="5822950" y="6350000"/>
          <p14:tracePt t="121703" x="5816600" y="6350000"/>
          <p14:tracePt t="121724" x="5810250" y="6356350"/>
          <p14:tracePt t="121738" x="5803900" y="6356350"/>
          <p14:tracePt t="121746" x="5797550" y="6356350"/>
          <p14:tracePt t="121752" x="5791200" y="6356350"/>
          <p14:tracePt t="121773" x="5778500" y="6356350"/>
          <p14:tracePt t="121794" x="5765800" y="6356350"/>
          <p14:tracePt t="121808" x="5753100" y="6356350"/>
          <p14:tracePt t="121815" x="5740400" y="6362700"/>
          <p14:tracePt t="121829" x="5727700" y="6362700"/>
          <p14:tracePt t="121846" x="5683250" y="6362700"/>
          <p14:tracePt t="121862" x="5670550" y="6369050"/>
          <p14:tracePt t="121879" x="5638800" y="6369050"/>
          <p14:tracePt t="121895" x="5619750" y="6375400"/>
          <p14:tracePt t="121912" x="5613400" y="6381750"/>
          <p14:tracePt t="121928" x="5600700" y="6381750"/>
          <p14:tracePt t="121945" x="5600700" y="6388100"/>
          <p14:tracePt t="121963" x="5594350" y="6388100"/>
          <p14:tracePt t="122005" x="5594350" y="6394450"/>
          <p14:tracePt t="122026" x="5588000" y="6394450"/>
          <p14:tracePt t="122032" x="5581650" y="6400800"/>
          <p14:tracePt t="122927" x="5600700" y="6400800"/>
          <p14:tracePt t="122942" x="5645150" y="6394450"/>
          <p14:tracePt t="122948" x="5683250" y="6394450"/>
          <p14:tracePt t="122962" x="5715000" y="6375400"/>
          <p14:tracePt t="122975" x="5740400" y="6369050"/>
          <p14:tracePt t="122992" x="5829300" y="6343650"/>
          <p14:tracePt t="123008" x="5854700" y="6343650"/>
          <p14:tracePt t="123026" x="5911850" y="6330950"/>
          <p14:tracePt t="123041" x="5943600" y="6311900"/>
          <p14:tracePt t="123058" x="5975350" y="6299200"/>
          <p14:tracePt t="123075" x="6032500" y="6261100"/>
          <p14:tracePt t="123091" x="6045200" y="6254750"/>
          <p14:tracePt t="123107" x="6057900" y="6242050"/>
          <p14:tracePt t="123124" x="6064250" y="6229350"/>
          <p14:tracePt t="125989" x="6070600" y="6229350"/>
          <p14:tracePt t="125996" x="6076950" y="6229350"/>
          <p14:tracePt t="126003" x="6076950" y="6223000"/>
          <p14:tracePt t="126018" x="6089650" y="6210300"/>
          <p14:tracePt t="126031" x="6096000" y="6203950"/>
          <p14:tracePt t="126047" x="6121400" y="6178550"/>
          <p14:tracePt t="126064" x="6140450" y="6165850"/>
          <p14:tracePt t="126081" x="6184900" y="6127750"/>
          <p14:tracePt t="126097" x="6223000" y="6096000"/>
          <p14:tracePt t="126114" x="6324600" y="6007100"/>
          <p14:tracePt t="126131" x="6375400" y="5962650"/>
          <p14:tracePt t="126147" x="6445250" y="5880100"/>
          <p14:tracePt t="126165" x="6534150" y="5772150"/>
          <p14:tracePt t="126180" x="6800850" y="5245100"/>
          <p14:tracePt t="126197" x="7073900" y="4438650"/>
          <p14:tracePt t="126215" x="7207250" y="3683000"/>
          <p14:tracePt t="126230" x="7239000" y="3333750"/>
          <p14:tracePt t="126247" x="7232650" y="2838450"/>
          <p14:tracePt t="126263" x="7175500" y="2514600"/>
          <p14:tracePt t="126280" x="7131050" y="2393950"/>
          <p14:tracePt t="126297" x="7080250" y="2279650"/>
          <p14:tracePt t="126313" x="6896100" y="2038350"/>
          <p14:tracePt t="126330" x="6623050" y="1758950"/>
          <p14:tracePt t="126347" x="6464300" y="1638300"/>
          <p14:tracePt t="126363" x="6140450" y="1473200"/>
          <p14:tracePt t="126379" x="6026150" y="1428750"/>
          <p14:tracePt t="126397" x="5689600" y="1371600"/>
          <p14:tracePt t="126413" x="5530850" y="1371600"/>
          <p14:tracePt t="126429" x="5156200" y="1390650"/>
          <p14:tracePt t="126446" x="4768850" y="1479550"/>
          <p14:tracePt t="126463" x="4521200" y="1581150"/>
          <p14:tracePt t="126479" x="4413250" y="1631950"/>
          <p14:tracePt t="126496" x="4222750" y="1771650"/>
          <p14:tracePt t="126512" x="4089400" y="1962150"/>
          <p14:tracePt t="126530" x="4038600" y="2032000"/>
          <p14:tracePt t="126546" x="3943350" y="2216150"/>
          <p14:tracePt t="126562" x="3892550" y="2438400"/>
          <p14:tracePt t="126580" x="3892550" y="2679700"/>
          <p14:tracePt t="126595" x="3924300" y="2806700"/>
          <p14:tracePt t="126612" x="4032250" y="3098800"/>
          <p14:tracePt t="126630" x="4171950" y="3365500"/>
          <p14:tracePt t="126645" x="4248150" y="3460750"/>
          <p14:tracePt t="126662" x="4413250" y="3625850"/>
          <p14:tracePt t="126678" x="4635500" y="3803650"/>
          <p14:tracePt t="126695" x="4787900" y="3892550"/>
          <p14:tracePt t="126712" x="5105400" y="3987800"/>
          <p14:tracePt t="126728" x="5448300" y="4051300"/>
          <p14:tracePt t="126745" x="5607050" y="4051300"/>
          <p14:tracePt t="126762" x="5886450" y="4000500"/>
          <p14:tracePt t="126778" x="6127750" y="3879850"/>
          <p14:tracePt t="126794" x="6235700" y="3816350"/>
          <p14:tracePt t="126812" x="6381750" y="3695700"/>
          <p14:tracePt t="126828" x="6426200" y="3638550"/>
          <p14:tracePt t="126845" x="6477000" y="3562350"/>
          <p14:tracePt t="126862" x="6483350" y="3498850"/>
          <p14:tracePt t="126878" x="6477000" y="3454400"/>
          <p14:tracePt t="126895" x="6477000" y="3422650"/>
          <p14:tracePt t="126911" x="6457950" y="3359150"/>
          <p14:tracePt t="129641" x="6457950" y="3340100"/>
          <p14:tracePt t="129648" x="6464300" y="3302000"/>
          <p14:tracePt t="129662" x="6470650" y="3251200"/>
          <p14:tracePt t="129676" x="6470650" y="3162300"/>
          <p14:tracePt t="129684" x="6496050" y="3041650"/>
          <p14:tracePt t="129702" x="6502400" y="2870200"/>
          <p14:tracePt t="129719" x="6534150" y="2286000"/>
          <p14:tracePt t="129735" x="6572250" y="1555750"/>
          <p14:tracePt t="129751" x="6559550" y="1162050"/>
          <p14:tracePt t="129768" x="6508750" y="374650"/>
          <p14:tracePt t="129785" x="6470650" y="6350"/>
          <p14:tracePt t="129801" x="6407150" y="0"/>
          <p14:tracePt t="129818" x="6375400" y="0"/>
          <p14:tracePt t="129834" x="6350000" y="0"/>
          <p14:tracePt t="129852" x="6318250" y="0"/>
          <p14:tracePt t="129867" x="6305550" y="0"/>
          <p14:tracePt t="129884" x="6286500" y="0"/>
          <p14:tracePt t="129902" x="6273800" y="0"/>
          <p14:tracePt t="129934" x="6267450" y="0"/>
          <p14:tracePt t="129951" x="6254750" y="0"/>
          <p14:tracePt t="129967" x="6235700" y="6350"/>
          <p14:tracePt t="129984" x="6223000" y="6350"/>
          <p14:tracePt t="130001" x="6172200" y="12700"/>
          <p14:tracePt t="130017" x="6134100" y="12700"/>
          <p14:tracePt t="130034" x="6026150" y="25400"/>
          <p14:tracePt t="130050" x="5975350" y="31750"/>
          <p14:tracePt t="130067" x="5892800" y="63500"/>
          <p14:tracePt t="130085" x="5664200" y="196850"/>
          <p14:tracePt t="130100" x="5581650" y="247650"/>
          <p14:tracePt t="130117" x="5467350" y="342900"/>
          <p14:tracePt t="130134" x="5359400" y="438150"/>
          <p14:tracePt t="130150" x="5314950" y="463550"/>
          <p14:tracePt t="130168" x="5226050" y="527050"/>
          <p14:tracePt t="130183" x="5213350" y="533400"/>
          <p14:tracePt t="130200" x="5200650" y="546100"/>
          <p14:tracePt t="130217" x="5187950" y="552450"/>
          <p14:tracePt t="130233" x="5181600" y="552450"/>
          <p14:tracePt t="130249" x="5181600" y="558800"/>
          <p14:tracePt t="130295" x="5194300" y="565150"/>
          <p14:tracePt t="130302" x="5207000" y="565150"/>
          <p14:tracePt t="130316" x="5226050" y="565150"/>
          <p14:tracePt t="130333" x="5276850" y="565150"/>
          <p14:tracePt t="130349" x="5327650" y="565150"/>
          <p14:tracePt t="130366" x="5467350" y="584200"/>
          <p14:tracePt t="130382" x="5575300" y="603250"/>
          <p14:tracePt t="130400" x="5803900" y="635000"/>
          <p14:tracePt t="130416" x="6115050" y="685800"/>
          <p14:tracePt t="130432" x="6318250" y="723900"/>
          <p14:tracePt t="130450" x="6667500" y="787400"/>
          <p14:tracePt t="130465" x="6965950" y="819150"/>
          <p14:tracePt t="130482" x="7080250" y="838200"/>
          <p14:tracePt t="130499" x="7302500" y="869950"/>
          <p14:tracePt t="130515" x="7442200" y="889000"/>
          <p14:tracePt t="130532" x="7505700" y="889000"/>
          <p14:tracePt t="130535" x="7550150" y="901700"/>
          <p14:tracePt t="130549" x="7588250" y="895350"/>
          <p14:tracePt t="130565" x="7639050" y="889000"/>
          <p14:tracePt t="130583" x="7664450" y="882650"/>
          <p14:tracePt t="130598" x="7670800" y="876300"/>
          <p14:tracePt t="130615" x="7683500" y="869950"/>
          <p14:tracePt t="130632" x="7702550" y="863600"/>
          <p14:tracePt t="130648" x="7708900" y="857250"/>
          <p14:tracePt t="130665" x="7721600" y="850900"/>
          <p14:tracePt t="130681" x="7759700" y="844550"/>
          <p14:tracePt t="130698" x="7772400" y="838200"/>
          <p14:tracePt t="130715" x="7785100" y="838200"/>
          <p14:tracePt t="130731" x="7816850" y="838200"/>
          <p14:tracePt t="130748" x="7848600" y="831850"/>
          <p14:tracePt t="130765" x="7893050" y="819150"/>
          <p14:tracePt t="130781" x="7912100" y="819150"/>
          <p14:tracePt t="130797" x="7969250" y="806450"/>
          <p14:tracePt t="130815" x="8020050" y="800100"/>
          <p14:tracePt t="130830" x="8045450" y="793750"/>
          <p14:tracePt t="130847" x="8089900" y="781050"/>
          <p14:tracePt t="130864" x="8140700" y="774700"/>
          <p14:tracePt t="130881" x="8159750" y="768350"/>
          <p14:tracePt t="130897" x="8191500" y="762000"/>
          <p14:tracePt t="130914" x="8216900" y="755650"/>
          <p14:tracePt t="130930" x="8229600" y="755650"/>
          <p14:tracePt t="130948" x="8248650" y="749300"/>
          <p14:tracePt t="130964" x="8255000" y="742950"/>
          <p14:tracePt t="130981" x="8261350" y="742950"/>
          <p14:tracePt t="130997" x="8267700" y="742950"/>
          <p14:tracePt t="131047" x="8267700" y="736600"/>
          <p14:tracePt t="131123" x="8274050" y="736600"/>
          <p14:tracePt t="131158" x="8274050" y="742950"/>
          <p14:tracePt t="131172" x="8280400" y="742950"/>
          <p14:tracePt t="131186" x="8280400" y="749300"/>
          <p14:tracePt t="131194" x="8293100" y="762000"/>
          <p14:tracePt t="131208" x="8299450" y="774700"/>
          <p14:tracePt t="131222" x="8324850" y="806450"/>
          <p14:tracePt t="131230" x="8337550" y="838200"/>
          <p14:tracePt t="131246" x="8369300" y="882650"/>
          <p14:tracePt t="131262" x="8394700" y="927100"/>
          <p14:tracePt t="131279" x="8445500" y="1016000"/>
          <p14:tracePt t="131296" x="8470900" y="1047750"/>
          <p14:tracePt t="131313" x="8515350" y="1117600"/>
          <p14:tracePt t="131329" x="8521700" y="1136650"/>
          <p14:tracePt t="131346" x="8528050" y="1149350"/>
          <p14:tracePt t="131363" x="8540750" y="1168400"/>
          <p14:tracePt t="131378" x="8540750" y="1174750"/>
          <p14:tracePt t="131412" x="8540750" y="1181100"/>
          <p14:tracePt t="131608" x="8534400" y="1181100"/>
          <p14:tracePt t="131615" x="8534400" y="1187450"/>
          <p14:tracePt t="131631" x="8521700" y="1193800"/>
          <p14:tracePt t="131645" x="8496300" y="1219200"/>
          <p14:tracePt t="131661" x="8477250" y="1231900"/>
          <p14:tracePt t="131678" x="8413750" y="1282700"/>
          <p14:tracePt t="131694" x="8362950" y="1320800"/>
          <p14:tracePt t="131711" x="8286750" y="1390650"/>
          <p14:tracePt t="131728" x="8191500" y="1460500"/>
          <p14:tracePt t="131745" x="8159750" y="1485900"/>
          <p14:tracePt t="131761" x="8096250" y="1536700"/>
          <p14:tracePt t="131778" x="8039100" y="1574800"/>
          <p14:tracePt t="131794" x="8020050" y="1587500"/>
          <p14:tracePt t="131811" x="8001000" y="1606550"/>
          <p14:tracePt t="131827" x="7994650" y="1606550"/>
          <p14:tracePt t="131844" x="7988300" y="1606550"/>
          <p14:tracePt t="131877" x="7981950" y="1606550"/>
          <p14:tracePt t="131893" x="7969250" y="1606550"/>
          <p14:tracePt t="131911" x="7943850" y="1593850"/>
          <p14:tracePt t="131927" x="7918450" y="1574800"/>
          <p14:tracePt t="132285" x="7791450" y="1549400"/>
          <p14:tracePt t="132299" x="7588250" y="1504950"/>
          <p14:tracePt t="132313" x="7366000" y="1466850"/>
          <p14:tracePt t="132327" x="7137400" y="1422400"/>
          <p14:tracePt t="132335" x="6845300" y="1390650"/>
          <p14:tracePt t="132348" x="6546850" y="1346200"/>
          <p14:tracePt t="132362" x="6267450" y="1301750"/>
          <p14:tracePt t="132375" x="5975350" y="1270000"/>
          <p14:tracePt t="132392" x="5397500" y="1174750"/>
          <p14:tracePt t="132409" x="5124450" y="1130300"/>
          <p14:tracePt t="132426" x="4546600" y="1060450"/>
          <p14:tracePt t="132441" x="4419600" y="1054100"/>
          <p14:tracePt t="132458" x="4292600" y="1028700"/>
          <p14:tracePt t="132475" x="4095750" y="1003300"/>
          <p14:tracePt t="132492" x="3917950" y="1003300"/>
          <p14:tracePt t="132508" x="3854450" y="1003300"/>
          <p14:tracePt t="132525" x="3765550" y="1003300"/>
          <p14:tracePt t="132542" x="3727450" y="1016000"/>
          <p14:tracePt t="132559" x="3714750" y="1016000"/>
          <p14:tracePt t="132575" x="3708400" y="1022350"/>
          <p14:tracePt t="132591" x="3695700" y="1035050"/>
          <p14:tracePt t="132657" x="3702050" y="1035050"/>
          <p14:tracePt t="132671" x="3702050" y="1028700"/>
          <p14:tracePt t="132679" x="3708400" y="1022350"/>
          <p14:tracePt t="132700" x="3708400" y="1016000"/>
          <p14:tracePt t="132708" x="3714750" y="1009650"/>
          <p14:tracePt t="132724" x="3714750" y="1003300"/>
          <p14:tracePt t="132744" x="3689350" y="996950"/>
          <p14:tracePt t="132757" x="3663950" y="990600"/>
          <p14:tracePt t="132774" x="3556000" y="984250"/>
          <p14:tracePt t="132791" x="3409950" y="965200"/>
          <p14:tracePt t="132807" x="3333750" y="952500"/>
          <p14:tracePt t="132824" x="3168650" y="933450"/>
          <p14:tracePt t="132841" x="3016250" y="933450"/>
          <p14:tracePt t="132857" x="2959100" y="927100"/>
          <p14:tracePt t="132874" x="2908300" y="927100"/>
          <p14:tracePt t="132891" x="2882900" y="933450"/>
          <p14:tracePt t="132907" x="2876550" y="939800"/>
          <p14:tracePt t="132925" x="2870200" y="946150"/>
          <p14:tracePt t="132956" x="2876550" y="946150"/>
          <p14:tracePt t="132975" x="2908300" y="946150"/>
          <p14:tracePt t="132990" x="2959100" y="933450"/>
          <p14:tracePt t="133007" x="3022600" y="920750"/>
          <p14:tracePt t="133023" x="3200400" y="901700"/>
          <p14:tracePt t="133040" x="3314700" y="889000"/>
          <p14:tracePt t="133057" x="3594100" y="882650"/>
          <p14:tracePt t="133072" x="3873500" y="882650"/>
          <p14:tracePt t="133090" x="4000500" y="895350"/>
          <p14:tracePt t="133107" x="4267200" y="927100"/>
          <p14:tracePt t="133123" x="4533900" y="958850"/>
          <p14:tracePt t="133140" x="4692650" y="958850"/>
          <p14:tracePt t="133157" x="5022850" y="984250"/>
          <p14:tracePt t="133172" x="5162550" y="984250"/>
          <p14:tracePt t="133189" x="5289550" y="990600"/>
          <p14:tracePt t="133206" x="5759450" y="990600"/>
          <p14:tracePt t="133222" x="5924550" y="977900"/>
          <p14:tracePt t="133239" x="6115050" y="965200"/>
          <p14:tracePt t="133256" x="6508750" y="933450"/>
          <p14:tracePt t="133272" x="6623050" y="908050"/>
          <p14:tracePt t="133290" x="6794500" y="882650"/>
          <p14:tracePt t="133306" x="6870700" y="869950"/>
          <p14:tracePt t="133322" x="6940550" y="863600"/>
          <p14:tracePt t="133339" x="6997700" y="857250"/>
          <p14:tracePt t="133356" x="7023100" y="857250"/>
          <p14:tracePt t="133373" x="7086600" y="844550"/>
          <p14:tracePt t="133389" x="7143750" y="844550"/>
          <p14:tracePt t="133405" x="7169150" y="844550"/>
          <p14:tracePt t="133422" x="7188200" y="838200"/>
          <p14:tracePt t="133438" x="7289800" y="825500"/>
          <p14:tracePt t="133455" x="7315200" y="819150"/>
          <p14:tracePt t="133472" x="7372350" y="812800"/>
          <p14:tracePt t="133488" x="7404100" y="806450"/>
          <p14:tracePt t="133505" x="7454900" y="800100"/>
          <p14:tracePt t="133522" x="7518400" y="800100"/>
          <p14:tracePt t="133538" x="7550150" y="800100"/>
          <p14:tracePt t="133555" x="7575550" y="800100"/>
          <p14:tracePt t="133572" x="7632700" y="800100"/>
          <p14:tracePt t="133588" x="7683500" y="800100"/>
          <p14:tracePt t="133606" x="7721600" y="800100"/>
          <p14:tracePt t="133621" x="7734300" y="800100"/>
          <p14:tracePt t="133638" x="7747000" y="793750"/>
          <p14:tracePt t="133655" x="7759700" y="793750"/>
          <p14:tracePt t="133671" x="7778750" y="793750"/>
          <p14:tracePt t="133687" x="7785100" y="793750"/>
          <p14:tracePt t="133704" x="7791450" y="793750"/>
          <p14:tracePt t="133721" x="7797800" y="793750"/>
          <p14:tracePt t="133754" x="7804150" y="793750"/>
          <p14:tracePt t="133781" x="7810500" y="787400"/>
          <p14:tracePt t="133830" x="7816850" y="781050"/>
          <p14:tracePt t="133936" x="7816850" y="774700"/>
          <p14:tracePt t="133999" x="7816850" y="768350"/>
          <p14:tracePt t="134097" x="7816850" y="762000"/>
          <p14:tracePt t="134119" x="7810500" y="755650"/>
          <p14:tracePt t="134140" x="7804150" y="749300"/>
          <p14:tracePt t="134146" x="7791450" y="749300"/>
          <p14:tracePt t="134155" x="7772400" y="742950"/>
          <p14:tracePt t="134169" x="7753350" y="736600"/>
          <p14:tracePt t="134186" x="7645400" y="698500"/>
          <p14:tracePt t="134203" x="7435850" y="660400"/>
          <p14:tracePt t="134219" x="7308850" y="628650"/>
          <p14:tracePt t="134235" x="7150100" y="603250"/>
          <p14:tracePt t="134253" x="6407150" y="501650"/>
          <p14:tracePt t="134269" x="6115050" y="488950"/>
          <p14:tracePt t="134286" x="5822950" y="457200"/>
          <p14:tracePt t="134302" x="5187950" y="425450"/>
          <p14:tracePt t="134319" x="4597400" y="425450"/>
          <p14:tracePt t="134336" x="4102100" y="425450"/>
          <p14:tracePt t="134352" x="3917950" y="425450"/>
          <p14:tracePt t="134369" x="3663950" y="425450"/>
          <p14:tracePt t="134386" x="3467100" y="425450"/>
          <p14:tracePt t="134402" x="3384550" y="438150"/>
          <p14:tracePt t="134419" x="3225800" y="476250"/>
          <p14:tracePt t="134435" x="3105150" y="508000"/>
          <p14:tracePt t="134451" x="3060700" y="520700"/>
          <p14:tracePt t="134469" x="2990850" y="546100"/>
          <p14:tracePt t="134485" x="2940050" y="577850"/>
          <p14:tracePt t="134501" x="2921000" y="584200"/>
          <p14:tracePt t="134519" x="2876550" y="603250"/>
          <p14:tracePt t="134535" x="2825750" y="628650"/>
          <p14:tracePt t="134552" x="2806700" y="635000"/>
          <p14:tracePt t="134568" x="2755900" y="647700"/>
          <p14:tracePt t="134585" x="2736850" y="654050"/>
          <p14:tracePt t="134588" x="2711450" y="660400"/>
          <p14:tracePt t="134601" x="2698750" y="660400"/>
          <p14:tracePt t="134618" x="2673350" y="666750"/>
          <p14:tracePt t="134634" x="2667000" y="666750"/>
          <p14:tracePt t="134651" x="2660650" y="666750"/>
          <p14:tracePt t="134667" x="2647950" y="666750"/>
          <p14:tracePt t="134684" x="2647950" y="673100"/>
          <p14:tracePt t="134701" x="2641600" y="673100"/>
          <p14:tracePt t="134734" x="2635250" y="673100"/>
          <p14:tracePt t="134758" x="2635250" y="679450"/>
          <p14:tracePt t="134807" x="2641600" y="685800"/>
          <p14:tracePt t="134814" x="2654300" y="685800"/>
          <p14:tracePt t="134828" x="2660650" y="685800"/>
          <p14:tracePt t="134849" x="2673350" y="685800"/>
          <p14:tracePt t="134856" x="2698750" y="692150"/>
          <p14:tracePt t="134870" x="2717800" y="692150"/>
          <p14:tracePt t="134884" x="2825750" y="711200"/>
          <p14:tracePt t="134900" x="2889250" y="717550"/>
          <p14:tracePt t="134917" x="2940050" y="736600"/>
          <p14:tracePt t="134934" x="3073400" y="762000"/>
          <p14:tracePt t="134950" x="3175000" y="793750"/>
          <p14:tracePt t="134967" x="3200400" y="800100"/>
          <p14:tracePt t="134983" x="3244850" y="812800"/>
          <p14:tracePt t="134999" x="3263900" y="812800"/>
          <p14:tracePt t="135017" x="3263900" y="819150"/>
          <p14:tracePt t="135059" x="3257550" y="825500"/>
          <p14:tracePt t="135069" x="3251200" y="831850"/>
          <p14:tracePt t="135082" x="3244850" y="844550"/>
          <p14:tracePt t="135099" x="3225800" y="882650"/>
          <p14:tracePt t="135116" x="3200400" y="908050"/>
          <p14:tracePt t="137228" x="3181350" y="914400"/>
          <p14:tracePt t="137235" x="3155950" y="920750"/>
          <p14:tracePt t="137244" x="3124200" y="946150"/>
          <p14:tracePt t="137258" x="3098800" y="958850"/>
          <p14:tracePt t="137275" x="3067050" y="984250"/>
          <p14:tracePt t="137292" x="3028950" y="1022350"/>
          <p14:tracePt t="137308" x="2971800" y="1066800"/>
          <p14:tracePt t="137325" x="2952750" y="1092200"/>
          <p14:tracePt t="137342" x="2895600" y="1136650"/>
          <p14:tracePt t="137358" x="2838450" y="1181100"/>
          <p14:tracePt t="137376" x="2806700" y="1212850"/>
          <p14:tracePt t="137392" x="2794000" y="1219200"/>
          <p14:tracePt t="137408" x="2762250" y="1238250"/>
          <p14:tracePt t="137426" x="2755900" y="1244600"/>
          <p14:tracePt t="137441" x="2749550" y="1244600"/>
          <p14:tracePt t="137458" x="2743200" y="1250950"/>
          <p14:tracePt t="137475" x="2736850" y="1250950"/>
          <p14:tracePt t="137510" x="2730500" y="1250950"/>
          <p14:tracePt t="137558" x="2724150" y="1250950"/>
          <p14:tracePt t="137896" x="2705100" y="1263650"/>
          <p14:tracePt t="137910" x="2673350" y="1282700"/>
          <p14:tracePt t="137916" x="2628900" y="1308100"/>
          <p14:tracePt t="137931" x="2571750" y="1346200"/>
          <p14:tracePt t="137939" x="2514600" y="1384300"/>
          <p14:tracePt t="137956" x="2444750" y="1416050"/>
          <p14:tracePt t="137973" x="2305050" y="1504950"/>
          <p14:tracePt t="137990" x="2165350" y="1606550"/>
          <p14:tracePt t="138006" x="2095500" y="1644650"/>
          <p14:tracePt t="138023" x="1981200" y="1733550"/>
          <p14:tracePt t="138039" x="1885950" y="1803400"/>
          <p14:tracePt t="138056" x="1854200" y="1841500"/>
          <p14:tracePt t="138072" x="1797050" y="1885950"/>
          <p14:tracePt t="138089" x="1778000" y="1898650"/>
          <p14:tracePt t="138107" x="1752600" y="1930400"/>
          <p14:tracePt t="138122" x="1746250" y="1943100"/>
          <p14:tracePt t="138139" x="1733550" y="1949450"/>
          <p14:tracePt t="138156" x="1720850" y="1968500"/>
          <p14:tracePt t="138172" x="1708150" y="1968500"/>
          <p14:tracePt t="138189" x="1708150" y="1974850"/>
          <p14:tracePt t="138205" x="1701800" y="1981200"/>
          <p14:tracePt t="138222" x="1695450" y="1981200"/>
          <p14:tracePt t="138255" x="1689100" y="1987550"/>
          <p14:tracePt t="138542" x="1689100" y="1993900"/>
          <p14:tracePt t="138549" x="1701800" y="2006600"/>
          <p14:tracePt t="138563" x="1733550" y="2012950"/>
          <p14:tracePt t="138572" x="1765300" y="2025650"/>
          <p14:tracePt t="138587" x="1816100" y="2044700"/>
          <p14:tracePt t="138605" x="1949450" y="2076450"/>
          <p14:tracePt t="138621" x="2038350" y="2082800"/>
          <p14:tracePt t="138637" x="2127250" y="2082800"/>
          <p14:tracePt t="138654" x="2349500" y="2025650"/>
          <p14:tracePt t="138670" x="2578100" y="1911350"/>
          <p14:tracePt t="138687" x="2673350" y="1847850"/>
          <p14:tracePt t="138690" x="2762250" y="1784350"/>
          <p14:tracePt t="138704" x="2895600" y="1663700"/>
          <p14:tracePt t="138720" x="2927350" y="1631950"/>
          <p14:tracePt t="138737" x="2984500" y="1574800"/>
          <p14:tracePt t="138754" x="3016250" y="1536700"/>
          <p14:tracePt t="138770" x="3022600" y="1524000"/>
          <p14:tracePt t="138787" x="3028950" y="1504950"/>
          <p14:tracePt t="138803" x="3035300" y="1492250"/>
          <p14:tracePt t="138820" x="3035300" y="1485900"/>
          <p14:tracePt t="138837" x="3041650" y="1479550"/>
          <p14:tracePt t="138853" x="3041650" y="1466850"/>
          <p14:tracePt t="138887" x="3048000" y="1454150"/>
          <p14:tracePt t="138902" x="3054350" y="1454150"/>
          <p14:tracePt t="138923" x="3060700" y="1447800"/>
          <p14:tracePt t="138936" x="3060700" y="1441450"/>
          <p14:tracePt t="138953" x="3067050" y="1428750"/>
          <p14:tracePt t="138986" x="3067050" y="1422400"/>
          <p14:tracePt t="139013" x="3073400" y="1416050"/>
          <p14:tracePt t="139111" x="3067050" y="1416050"/>
          <p14:tracePt t="139125" x="3060700" y="1416050"/>
          <p14:tracePt t="139132" x="3054350" y="1416050"/>
          <p14:tracePt t="139139" x="3041650" y="1416050"/>
          <p14:tracePt t="139155" x="3035300" y="1409700"/>
          <p14:tracePt t="139168" x="3028950" y="1409700"/>
          <p14:tracePt t="139185" x="2978150" y="1403350"/>
          <p14:tracePt t="139203" x="2882900" y="1371600"/>
          <p14:tracePt t="139218" x="2832100" y="1365250"/>
          <p14:tracePt t="139235" x="2724150" y="1339850"/>
          <p14:tracePt t="139252" x="2603500" y="1320800"/>
          <p14:tracePt t="139268" x="2546350" y="1314450"/>
          <p14:tracePt t="139285" x="2470150" y="1301750"/>
          <p14:tracePt t="139302" x="2425700" y="1295400"/>
          <p14:tracePt t="139318" x="2406650" y="1295400"/>
          <p14:tracePt t="139337" x="2393950" y="1295400"/>
          <p14:tracePt t="139351" x="2381250" y="1295400"/>
          <p14:tracePt t="139385" x="2374900" y="1295400"/>
          <p14:tracePt t="139420" x="2381250" y="1295400"/>
          <p14:tracePt t="139435" x="2393950" y="1295400"/>
          <p14:tracePt t="139441" x="2406650" y="1295400"/>
          <p14:tracePt t="139455" x="2419350" y="1289050"/>
          <p14:tracePt t="139467" x="2438400" y="1289050"/>
          <p14:tracePt t="139484" x="2489200" y="1289050"/>
          <p14:tracePt t="139501" x="2514600" y="1289050"/>
          <p14:tracePt t="139519" x="2616200" y="1289050"/>
          <p14:tracePt t="139533" x="2736850" y="1295400"/>
          <p14:tracePt t="139551" x="2787650" y="1295400"/>
          <p14:tracePt t="139568" x="2863850" y="1295400"/>
          <p14:tracePt t="139584" x="2901950" y="1295400"/>
          <p14:tracePt t="139600" x="2927350" y="1295400"/>
          <p14:tracePt t="139617" x="2933700" y="1295400"/>
          <p14:tracePt t="139634" x="2940050" y="1295400"/>
          <p14:tracePt t="139650" x="2940050" y="1289050"/>
          <p14:tracePt t="139694" x="2933700" y="1289050"/>
          <p14:tracePt t="139715" x="2927350" y="1289050"/>
          <p14:tracePt t="139722" x="2921000" y="1289050"/>
          <p14:tracePt t="139736" x="2914650" y="1295400"/>
          <p14:tracePt t="139750" x="2901950" y="1295400"/>
          <p14:tracePt t="139766" x="2876550" y="1308100"/>
          <p14:tracePt t="139783" x="2857500" y="1320800"/>
          <p14:tracePt t="139800" x="2794000" y="1352550"/>
          <p14:tracePt t="139816" x="2705100" y="1403350"/>
          <p14:tracePt t="139833" x="2660650" y="1428750"/>
          <p14:tracePt t="139850" x="2584450" y="1479550"/>
          <p14:tracePt t="139866" x="2527300" y="1524000"/>
          <p14:tracePt t="139884" x="2501900" y="1543050"/>
          <p14:tracePt t="139899" x="2489200" y="1549400"/>
          <p14:tracePt t="139916" x="2482850" y="1555750"/>
          <p14:tracePt t="139953" x="2489200" y="1549400"/>
          <p14:tracePt t="139969" x="2501900" y="1536700"/>
          <p14:tracePt t="139983" x="2527300" y="1511300"/>
          <p14:tracePt t="139999" x="2552700" y="1479550"/>
          <p14:tracePt t="140016" x="2590800" y="1422400"/>
          <p14:tracePt t="140032" x="2667000" y="1308100"/>
          <p14:tracePt t="140049" x="2755900" y="1187450"/>
          <p14:tracePt t="140067" x="2781300" y="1143000"/>
          <p14:tracePt t="140082" x="2819400" y="1092200"/>
          <p14:tracePt t="140099" x="2825750" y="1073150"/>
          <p14:tracePt t="140116" x="2825750" y="1066800"/>
          <p14:tracePt t="140157" x="2819400" y="1066800"/>
          <p14:tracePt t="140168" x="2813050" y="1066800"/>
          <p14:tracePt t="140181" x="2800350" y="1066800"/>
          <p14:tracePt t="140198" x="2768600" y="1073150"/>
          <p14:tracePt t="140215" x="2711450" y="1085850"/>
          <p14:tracePt t="140232" x="2679700" y="1098550"/>
          <p14:tracePt t="140251" x="2584450" y="1123950"/>
          <p14:tracePt t="140264" x="2514600" y="1149350"/>
          <p14:tracePt t="140282" x="2470150" y="1162050"/>
          <p14:tracePt t="140299" x="2406650" y="1187450"/>
          <p14:tracePt t="140315" x="2387600" y="1193800"/>
          <p14:tracePt t="140331" x="2349500" y="1200150"/>
          <p14:tracePt t="140348" x="2324100" y="1206500"/>
          <p14:tracePt t="140364" x="2311400" y="1212850"/>
          <p14:tracePt t="140381" x="2311400" y="1219200"/>
          <p14:tracePt t="140418" x="2317750" y="1219200"/>
          <p14:tracePt t="140432" x="2330450" y="1219200"/>
          <p14:tracePt t="140448" x="2387600" y="1219200"/>
          <p14:tracePt t="140464" x="2444750" y="1219200"/>
          <p14:tracePt t="140483" x="2590800" y="1219200"/>
          <p14:tracePt t="140497" x="2768600" y="1200150"/>
          <p14:tracePt t="140514" x="2832100" y="1200150"/>
          <p14:tracePt t="140531" x="2914650" y="1206500"/>
          <p14:tracePt t="140547" x="2933700" y="1212850"/>
          <p14:tracePt t="143111" x="2971800" y="1181100"/>
          <p14:tracePt t="143119" x="3003550" y="1130300"/>
          <p14:tracePt t="143133" x="3041650" y="1073150"/>
          <p14:tracePt t="143141" x="3067050" y="996950"/>
          <p14:tracePt t="143155" x="3092450" y="914400"/>
          <p14:tracePt t="143171" x="3143250" y="730250"/>
          <p14:tracePt t="143189" x="3175000" y="577850"/>
          <p14:tracePt t="143205" x="3181350" y="508000"/>
          <p14:tracePt t="143222" x="3219450" y="387350"/>
          <p14:tracePt t="143238" x="3244850" y="330200"/>
          <p14:tracePt t="143254" x="3251200" y="304800"/>
          <p14:tracePt t="143271" x="3263900" y="285750"/>
          <p14:tracePt t="143357" x="3257550" y="285750"/>
          <p14:tracePt t="143406" x="3251200" y="285750"/>
          <p14:tracePt t="143427" x="3251200" y="292100"/>
          <p14:tracePt t="143434" x="3251200" y="298450"/>
          <p14:tracePt t="143456" x="3244850" y="304800"/>
          <p14:tracePt t="143469" x="3244850" y="311150"/>
          <p14:tracePt t="143476" x="3244850" y="317500"/>
          <p14:tracePt t="143498" x="3244850" y="323850"/>
          <p14:tracePt t="143507" x="3238500" y="336550"/>
          <p14:tracePt t="143521" x="3232150" y="349250"/>
          <p14:tracePt t="143537" x="3225800" y="374650"/>
          <p14:tracePt t="143554" x="3200400" y="412750"/>
          <p14:tracePt t="143570" x="3181350" y="463550"/>
          <p14:tracePt t="143587" x="3162300" y="488950"/>
          <p14:tracePt t="143604" x="3130550" y="533400"/>
          <p14:tracePt t="143620" x="3092450" y="571500"/>
          <p14:tracePt t="143637" x="3073400" y="596900"/>
          <p14:tracePt t="143653" x="3041650" y="622300"/>
          <p14:tracePt t="143670" x="3028950" y="635000"/>
          <p14:tracePt t="143687" x="3028950" y="641350"/>
          <p14:tracePt t="143719" x="3016250" y="641350"/>
          <p14:tracePt t="143738" x="3016250" y="647700"/>
          <p14:tracePt t="143772" x="3016250" y="654050"/>
          <p14:tracePt t="143807" x="3028950" y="654050"/>
          <p14:tracePt t="143821" x="3035300" y="654050"/>
          <p14:tracePt t="143828" x="3048000" y="654050"/>
          <p14:tracePt t="143843" x="3060700" y="654050"/>
          <p14:tracePt t="143852" x="3086100" y="654050"/>
          <p14:tracePt t="143869" x="3117850" y="654050"/>
          <p14:tracePt t="143885" x="3200400" y="654050"/>
          <p14:tracePt t="143902" x="3327400" y="660400"/>
          <p14:tracePt t="143920" x="3492500" y="679450"/>
          <p14:tracePt t="143936" x="3600450" y="692150"/>
          <p14:tracePt t="143952" x="3790950" y="723900"/>
          <p14:tracePt t="143969" x="3892550" y="730250"/>
          <p14:tracePt t="143985" x="4089400" y="762000"/>
          <p14:tracePt t="144002" x="4191000" y="774700"/>
          <p14:tracePt t="144019" x="4406900" y="781050"/>
          <p14:tracePt t="144035" x="4597400" y="806450"/>
          <p14:tracePt t="144052" x="4686300" y="806450"/>
          <p14:tracePt t="144068" x="4826000" y="812800"/>
          <p14:tracePt t="144085" x="4959350" y="825500"/>
          <p14:tracePt t="144103" x="5099050" y="825500"/>
          <p14:tracePt t="144118" x="5162550" y="825500"/>
          <p14:tracePt t="144135" x="5264150" y="825500"/>
          <p14:tracePt t="144152" x="5359400" y="831850"/>
          <p14:tracePt t="144169" x="5378450" y="831850"/>
          <p14:tracePt t="144185" x="5416550" y="838200"/>
          <p14:tracePt t="144202" x="5435600" y="838200"/>
          <p14:tracePt t="144218" x="5441950" y="838200"/>
          <p14:tracePt t="144235" x="5454650" y="838200"/>
          <p14:tracePt t="144405" x="5454650" y="831850"/>
          <p14:tracePt t="144440" x="5448300" y="831850"/>
          <p14:tracePt t="144510" x="5441950" y="825500"/>
          <p14:tracePt t="144622" x="5435600" y="825500"/>
          <p14:tracePt t="145227" x="5384800" y="819150"/>
          <p14:tracePt t="145235" x="5321300" y="819150"/>
          <p14:tracePt t="145248" x="5245100" y="819150"/>
          <p14:tracePt t="145264" x="5054600" y="825500"/>
          <p14:tracePt t="145281" x="4927600" y="825500"/>
          <p14:tracePt t="145299" x="4686300" y="825500"/>
          <p14:tracePt t="145314" x="4451350" y="825500"/>
          <p14:tracePt t="145331" x="4337050" y="838200"/>
          <p14:tracePt t="145347" x="4108450" y="838200"/>
          <p14:tracePt t="145364" x="3994150" y="838200"/>
          <p14:tracePt t="145381" x="3778250" y="844550"/>
          <p14:tracePt t="145397" x="3625850" y="857250"/>
          <p14:tracePt t="145414" x="3556000" y="863600"/>
          <p14:tracePt t="145431" x="3467100" y="882650"/>
          <p14:tracePt t="145447" x="3403600" y="914400"/>
          <p14:tracePt t="145463" x="3359150" y="920750"/>
          <p14:tracePt t="145481" x="3314700" y="958850"/>
          <p14:tracePt t="145497" x="3276600" y="984250"/>
          <p14:tracePt t="145513" x="3251200" y="1003300"/>
          <p14:tracePt t="145530" x="3225800" y="1022350"/>
          <p14:tracePt t="145547" x="3200400" y="1041400"/>
          <p14:tracePt t="145563" x="3187700" y="1047750"/>
          <p14:tracePt t="145580" x="3162300" y="1060450"/>
          <p14:tracePt t="145597" x="3130550" y="1085850"/>
          <p14:tracePt t="145614" x="3105150" y="1104900"/>
          <p14:tracePt t="145630" x="3086100" y="1123950"/>
          <p14:tracePt t="145646" x="3048000" y="1149350"/>
          <p14:tracePt t="145664" x="3016250" y="1174750"/>
          <p14:tracePt t="145679" x="3009900" y="1181100"/>
          <p14:tracePt t="145696" x="2990850" y="1187450"/>
          <p14:tracePt t="146170" x="3009900" y="1187450"/>
          <p14:tracePt t="146178" x="3048000" y="1187450"/>
          <p14:tracePt t="146191" x="3105150" y="1181100"/>
          <p14:tracePt t="146198" x="3155950" y="1181100"/>
          <p14:tracePt t="146212" x="3219450" y="1162050"/>
          <p14:tracePt t="146227" x="3378200" y="1130300"/>
          <p14:tracePt t="146244" x="3467100" y="1117600"/>
          <p14:tracePt t="146262" x="3676650" y="1092200"/>
          <p14:tracePt t="146278" x="3892550" y="1079500"/>
          <p14:tracePt t="146294" x="3994150" y="1066800"/>
          <p14:tracePt t="146311" x="4210050" y="1060450"/>
          <p14:tracePt t="146327" x="4311650" y="1047750"/>
          <p14:tracePt t="146344" x="4514850" y="1035050"/>
          <p14:tracePt t="146361" x="4667250" y="1028700"/>
          <p14:tracePt t="146377" x="4718050" y="1028700"/>
          <p14:tracePt t="146395" x="4800600" y="1009650"/>
          <p14:tracePt t="146410" x="4845050" y="996950"/>
          <p14:tracePt t="146427" x="4864100" y="990600"/>
          <p14:tracePt t="146444" x="4889500" y="977900"/>
          <p14:tracePt t="146460" x="4902200" y="971550"/>
          <p14:tracePt t="146477" x="4914900" y="958850"/>
          <p14:tracePt t="146494" x="4946650" y="946150"/>
          <p14:tracePt t="146510" x="4953000" y="946150"/>
          <p14:tracePt t="146528" x="4965700" y="939800"/>
          <p14:tracePt t="146543" x="4972050" y="939800"/>
          <p14:tracePt t="146619" x="4978400" y="933450"/>
          <p14:tracePt t="146655" x="4978400" y="927100"/>
          <p14:tracePt t="146711" x="4972050" y="920750"/>
          <p14:tracePt t="146830" x="4965700" y="920750"/>
          <p14:tracePt t="146894" x="4959350" y="920750"/>
          <p14:tracePt t="146929" x="4946650" y="920750"/>
          <p14:tracePt t="146950" x="4940300" y="920750"/>
          <p14:tracePt t="146964" x="4933950" y="920750"/>
          <p14:tracePt t="146971" x="4921250" y="920750"/>
          <p14:tracePt t="146978" x="4908550" y="920750"/>
          <p14:tracePt t="146994" x="4889500" y="920750"/>
          <p14:tracePt t="147008" x="4876800" y="920750"/>
          <p14:tracePt t="147025" x="4806950" y="914400"/>
          <p14:tracePt t="147042" x="4730750" y="914400"/>
          <p14:tracePt t="147058" x="4679950" y="914400"/>
          <p14:tracePt t="147075" x="4584700" y="920750"/>
          <p14:tracePt t="147091" x="4483100" y="920750"/>
          <p14:tracePt t="147108" x="4445000" y="920750"/>
          <p14:tracePt t="147684" x="4413250" y="920750"/>
          <p14:tracePt t="147698" x="4375150" y="920750"/>
          <p14:tracePt t="147706" x="4324350" y="920750"/>
          <p14:tracePt t="147712" x="4273550" y="920750"/>
          <p14:tracePt t="147726" x="4235450" y="920750"/>
          <p14:tracePt t="147740" x="4184650" y="914400"/>
          <p14:tracePt t="147756" x="4076700" y="908050"/>
          <p14:tracePt t="147772" x="4025900" y="908050"/>
          <p14:tracePt t="147789" x="3905250" y="889000"/>
          <p14:tracePt t="147805" x="3778250" y="876300"/>
          <p14:tracePt t="147822" x="3708400" y="869950"/>
          <p14:tracePt t="147839" x="3606800" y="850900"/>
          <p14:tracePt t="147855" x="3511550" y="850900"/>
          <p14:tracePt t="147874" x="3454400" y="850900"/>
          <p14:tracePt t="147888" x="3441700" y="850900"/>
          <p14:tracePt t="147905" x="3416300" y="857250"/>
          <p14:tracePt t="147923" x="3397250" y="863600"/>
          <p14:tracePt t="147955" x="3390900" y="863600"/>
          <p14:tracePt t="147972" x="3378200" y="863600"/>
          <p14:tracePt t="148005" x="3371850" y="863600"/>
          <p14:tracePt t="148028" x="3378200" y="863600"/>
          <p14:tracePt t="148037" x="3384550" y="863600"/>
          <p14:tracePt t="148054" x="3390900" y="863600"/>
          <p14:tracePt t="148072" x="3429000" y="863600"/>
          <p14:tracePt t="148088" x="3454400" y="857250"/>
          <p14:tracePt t="148105" x="3575050" y="850900"/>
          <p14:tracePt t="148121" x="3663950" y="831850"/>
          <p14:tracePt t="148138" x="3778250" y="819150"/>
          <p14:tracePt t="148155" x="4032250" y="787400"/>
          <p14:tracePt t="148171" x="4159250" y="774700"/>
          <p14:tracePt t="148187" x="4298950" y="768350"/>
          <p14:tracePt t="148204" x="4527550" y="755650"/>
          <p14:tracePt t="148221" x="4641850" y="742950"/>
          <p14:tracePt t="148238" x="4743450" y="736600"/>
          <p14:tracePt t="148254" x="4940300" y="717550"/>
          <p14:tracePt t="148271" x="5003800" y="704850"/>
          <p14:tracePt t="148288" x="5111750" y="685800"/>
          <p14:tracePt t="148304" x="5137150" y="679450"/>
          <p14:tracePt t="148321" x="5168900" y="673100"/>
          <p14:tracePt t="148339" x="5213350" y="660400"/>
          <p14:tracePt t="148354" x="5226050" y="647700"/>
          <p14:tracePt t="148371" x="5232400" y="647700"/>
          <p14:tracePt t="148387" x="5238750" y="647700"/>
          <p14:tracePt t="148403" x="5245100" y="647700"/>
          <p14:tracePt t="148491" x="5238750" y="647700"/>
          <p14:tracePt t="148505" x="5232400" y="647700"/>
          <p14:tracePt t="148520" x="5207000" y="647700"/>
          <p14:tracePt t="148533" x="5168900" y="654050"/>
          <p14:tracePt t="148540" x="5092700" y="660400"/>
          <p14:tracePt t="148556" x="4978400" y="673100"/>
          <p14:tracePt t="148570" x="4838700" y="685800"/>
          <p14:tracePt t="148586" x="4679950" y="692150"/>
          <p14:tracePt t="148603" x="4311650" y="742950"/>
          <p14:tracePt t="148619" x="4070350" y="774700"/>
          <p14:tracePt t="148636" x="3670300" y="838200"/>
          <p14:tracePt t="148653" x="3352800" y="901700"/>
          <p14:tracePt t="148669" x="3143250" y="965200"/>
          <p14:tracePt t="148686" x="3060700" y="984250"/>
          <p14:tracePt t="148702" x="2952750" y="1016000"/>
          <p14:tracePt t="148719" x="2876550" y="1060450"/>
          <p14:tracePt t="148735" x="2857500" y="1073150"/>
          <p14:tracePt t="148752" x="2832100" y="1085850"/>
          <p14:tracePt t="148769" x="2813050" y="1098550"/>
          <p14:tracePt t="148786" x="2806700" y="1104900"/>
          <p14:tracePt t="148818" x="2800350" y="1111250"/>
          <p14:tracePt t="148850" x="2800350" y="1117600"/>
          <p14:tracePt t="148857" x="2794000" y="1123950"/>
          <p14:tracePt t="148872" x="2787650" y="1123950"/>
          <p14:tracePt t="148885" x="2781300" y="1136650"/>
          <p14:tracePt t="148902" x="2774950" y="1143000"/>
          <p14:tracePt t="148918" x="2768600" y="1149350"/>
          <p14:tracePt t="148935" x="2762250" y="1155700"/>
          <p14:tracePt t="148952" x="2755900" y="1162050"/>
          <p14:tracePt t="148997" x="2755900" y="1168400"/>
          <p14:tracePt t="149117" x="2755900" y="1181100"/>
          <p14:tracePt t="149138" x="2755900" y="1187450"/>
          <p14:tracePt t="149152" x="2755900" y="1193800"/>
          <p14:tracePt t="149159" x="2755900" y="1206500"/>
          <p14:tracePt t="149187" x="2755900" y="1212850"/>
          <p14:tracePt t="149194" x="2755900" y="1219200"/>
          <p14:tracePt t="149208" x="2755900" y="1225550"/>
          <p14:tracePt t="152228" x="2755900" y="1238250"/>
          <p14:tracePt t="152241" x="2755900" y="1257300"/>
          <p14:tracePt t="152248" x="2755900" y="1276350"/>
          <p14:tracePt t="152263" x="2755900" y="1308100"/>
          <p14:tracePt t="152273" x="2755900" y="1333500"/>
          <p14:tracePt t="152291" x="2755900" y="1365250"/>
          <p14:tracePt t="152307" x="2762250" y="1377950"/>
          <p14:tracePt t="152323" x="2762250" y="1403350"/>
          <p14:tracePt t="152341" x="2774950" y="1435100"/>
          <p14:tracePt t="152356" x="2774950" y="1447800"/>
          <p14:tracePt t="152373" x="2774950" y="1466850"/>
          <p14:tracePt t="152389" x="2774950" y="1479550"/>
          <p14:tracePt t="152423" x="2774950" y="1485900"/>
          <p14:tracePt t="152460" x="2774950" y="1492250"/>
          <p14:tracePt t="152572" x="2774950" y="1498600"/>
          <p14:tracePt t="152628" x="2781300" y="1504950"/>
          <p14:tracePt t="152719" x="2787650" y="1504950"/>
          <p14:tracePt t="152768" x="2787650" y="1511300"/>
          <p14:tracePt t="152810" x="2787650" y="1517650"/>
          <p14:tracePt t="153042" x="2787650" y="1511300"/>
          <p14:tracePt t="153050" x="2787650" y="1504950"/>
          <p14:tracePt t="153072" x="2781300" y="1498600"/>
          <p14:tracePt t="153084" x="2781300" y="1492250"/>
          <p14:tracePt t="153106" x="2774950" y="1479550"/>
          <p14:tracePt t="153112" x="2768600" y="1473200"/>
          <p14:tracePt t="153121" x="2762250" y="1460500"/>
          <p14:tracePt t="153137" x="2755900" y="1454150"/>
          <p14:tracePt t="153154" x="2755900" y="1447800"/>
          <p14:tracePt t="153170" x="2749550" y="1441450"/>
          <p14:tracePt t="153204" x="2743200" y="1441450"/>
          <p14:tracePt t="153225" x="2736850" y="1441450"/>
          <p14:tracePt t="153260" x="2730500" y="1441450"/>
          <p14:tracePt t="153302" x="2724150" y="1441450"/>
          <p14:tracePt t="153344" x="2736850" y="1441450"/>
          <p14:tracePt t="153351" x="2743200" y="1441450"/>
          <p14:tracePt t="153366" x="2768600" y="1441450"/>
          <p14:tracePt t="153380" x="2813050" y="1441450"/>
          <p14:tracePt t="153389" x="2901950" y="1447800"/>
          <p14:tracePt t="153402" x="3028950" y="1447800"/>
          <p14:tracePt t="153419" x="3206750" y="1447800"/>
          <p14:tracePt t="153436" x="3771900" y="1447800"/>
          <p14:tracePt t="153452" x="4603750" y="1435100"/>
          <p14:tracePt t="153469" x="5048250" y="1403350"/>
          <p14:tracePt t="153486" x="5949950" y="1314450"/>
          <p14:tracePt t="153502" x="6807200" y="1168400"/>
          <p14:tracePt t="153520" x="7467600" y="1003300"/>
          <p14:tracePt t="153536" x="7753350" y="920750"/>
          <p14:tracePt t="153552" x="7962900" y="869950"/>
          <p14:tracePt t="153570" x="8242300" y="749300"/>
          <p14:tracePt t="153585" x="8324850" y="698500"/>
          <p14:tracePt t="153602" x="8407400" y="660400"/>
          <p14:tracePt t="153619" x="8496300" y="615950"/>
          <p14:tracePt t="153636" x="8515350" y="603250"/>
          <p14:tracePt t="153652" x="8540750" y="584200"/>
          <p14:tracePt t="153669" x="8540750" y="577850"/>
          <p14:tracePt t="153685" x="8547100" y="577850"/>
          <p14:tracePt t="153724" x="8553450" y="577850"/>
          <p14:tracePt t="153734" x="8559800" y="577850"/>
          <p14:tracePt t="153759" x="8566150" y="577850"/>
          <p14:tracePt t="153768" x="8572500" y="577850"/>
          <p14:tracePt t="153785" x="8585200" y="577850"/>
          <p14:tracePt t="153802" x="8610600" y="577850"/>
          <p14:tracePt t="153818" x="8623300" y="571500"/>
          <p14:tracePt t="153834" x="8636000" y="571500"/>
          <p14:tracePt t="153851" x="8642350" y="571500"/>
          <p14:tracePt t="153871" x="8648700" y="571500"/>
          <p14:tracePt t="153907" x="8648700" y="577850"/>
          <p14:tracePt t="153935" x="8648700" y="584200"/>
          <p14:tracePt t="153941" x="8642350" y="590550"/>
          <p14:tracePt t="153956" x="8629650" y="603250"/>
          <p14:tracePt t="153971" x="8623300" y="622300"/>
          <p14:tracePt t="153985" x="8578850" y="679450"/>
          <p14:tracePt t="154001" x="8547100" y="723900"/>
          <p14:tracePt t="154017" x="8521700" y="768350"/>
          <p14:tracePt t="154034" x="8413750" y="908050"/>
          <p14:tracePt t="154050" x="8369300" y="952500"/>
          <p14:tracePt t="154069" x="8286750" y="1047750"/>
          <p14:tracePt t="154084" x="8261350" y="1079500"/>
          <p14:tracePt t="154101" x="8210550" y="1136650"/>
          <p14:tracePt t="154118" x="8178800" y="1155700"/>
          <p14:tracePt t="154134" x="8172450" y="1162050"/>
          <p14:tracePt t="154150" x="8159750" y="1168400"/>
          <p14:tracePt t="154194" x="8159750" y="1174750"/>
          <p14:tracePt t="154230" x="8166100" y="1174750"/>
          <p14:tracePt t="154237" x="8172450" y="1174750"/>
          <p14:tracePt t="154252" x="8178800" y="1174750"/>
          <p14:tracePt t="154266" x="8191500" y="1174750"/>
          <p14:tracePt t="154283" x="8197850" y="1174750"/>
          <p14:tracePt t="154300" x="8204200" y="1174750"/>
          <p14:tracePt t="154316" x="8210550" y="1181100"/>
          <p14:tracePt t="154333" x="8223250" y="1187450"/>
          <p14:tracePt t="154350" x="8229600" y="1200150"/>
          <p14:tracePt t="154366" x="8235950" y="1206500"/>
          <p14:tracePt t="154399" x="8255000" y="1231900"/>
          <p14:tracePt t="154416" x="8267700" y="1244600"/>
          <p14:tracePt t="154433" x="8299450" y="1276350"/>
          <p14:tracePt t="154449" x="8312150" y="1289050"/>
          <p14:tracePt t="154466" x="8331200" y="1308100"/>
          <p14:tracePt t="154483" x="8337550" y="1308100"/>
          <p14:tracePt t="154516" x="8337550" y="1301750"/>
          <p14:tracePt t="154532" x="8337550" y="1282700"/>
          <p14:tracePt t="154548" x="8331200" y="1270000"/>
          <p14:tracePt t="154566" x="8331200" y="1257300"/>
          <p14:tracePt t="154582" x="8318500" y="1219200"/>
          <p14:tracePt t="154599" x="8305800" y="1162050"/>
          <p14:tracePt t="154617" x="8299450" y="1117600"/>
          <p14:tracePt t="154632" x="8299450" y="1098550"/>
          <p14:tracePt t="154649" x="8299450" y="1085850"/>
          <p14:tracePt t="154666" x="8312150" y="1054100"/>
          <p14:tracePt t="154682" x="8331200" y="1028700"/>
          <p14:tracePt t="154698" x="8356600" y="1016000"/>
          <p14:tracePt t="154715" x="8401050" y="996950"/>
          <p14:tracePt t="154732" x="8420100" y="984250"/>
          <p14:tracePt t="154748" x="8458200" y="965200"/>
          <p14:tracePt t="154765" x="8483600" y="952500"/>
          <p14:tracePt t="154781" x="8509000" y="939800"/>
          <p14:tracePt t="154799" x="8515350" y="933450"/>
          <p14:tracePt t="154814" x="8521700" y="933450"/>
          <p14:tracePt t="154876" x="8509000" y="946150"/>
          <p14:tracePt t="154883" x="8489950" y="952500"/>
          <p14:tracePt t="154890" x="8445500" y="965200"/>
          <p14:tracePt t="154904" x="8388350" y="996950"/>
          <p14:tracePt t="154914" x="8337550" y="1022350"/>
          <p14:tracePt t="154930" x="8242300" y="1054100"/>
          <p14:tracePt t="154947" x="8007350" y="1117600"/>
          <p14:tracePt t="154964" x="7689850" y="1187450"/>
          <p14:tracePt t="154982" x="7289800" y="1257300"/>
          <p14:tracePt t="154997" x="7048500" y="1282700"/>
          <p14:tracePt t="155014" x="6508750" y="1327150"/>
          <p14:tracePt t="155031" x="5924550" y="1377950"/>
          <p14:tracePt t="155047" x="5607050" y="1390650"/>
          <p14:tracePt t="155064" x="5060950" y="1409700"/>
          <p14:tracePt t="155080" x="4552950" y="1435100"/>
          <p14:tracePt t="155097" x="4337050" y="1428750"/>
          <p14:tracePt t="155113" x="4070350" y="1428750"/>
          <p14:tracePt t="155130" x="3854450" y="1435100"/>
          <p14:tracePt t="155147" x="3765550" y="1441450"/>
          <p14:tracePt t="155164" x="3644900" y="1441450"/>
          <p14:tracePt t="155180" x="3575050" y="1441450"/>
          <p14:tracePt t="155197" x="3556000" y="1441450"/>
          <p14:tracePt t="155214" x="3549650" y="1447800"/>
          <p14:tracePt t="155230" x="3536950" y="1460500"/>
          <p14:tracePt t="155246" x="3530600" y="1473200"/>
          <p14:tracePt t="155263" x="3505200" y="1517650"/>
          <p14:tracePt t="155279" x="3505200" y="1549400"/>
          <p14:tracePt t="155296" x="3492500" y="1644650"/>
          <p14:tracePt t="155313" x="3492500" y="1771650"/>
          <p14:tracePt t="155329" x="3505200" y="1860550"/>
          <p14:tracePt t="155347" x="3549650" y="2101850"/>
          <p14:tracePt t="155363" x="3581400" y="2247900"/>
          <p14:tracePt t="155379" x="3670300" y="2584450"/>
          <p14:tracePt t="155397" x="3759200" y="2971800"/>
          <p14:tracePt t="155413" x="3822700" y="3289300"/>
          <p14:tracePt t="155429" x="3841750" y="3416300"/>
          <p14:tracePt t="155446" x="3873500" y="3651250"/>
          <p14:tracePt t="155462" x="3924300" y="3854450"/>
          <p14:tracePt t="155479" x="3937000" y="3956050"/>
          <p14:tracePt t="155496" x="3956050" y="4127500"/>
          <p14:tracePt t="155512" x="3968750" y="4254500"/>
          <p14:tracePt t="155530" x="3975100" y="4337050"/>
          <p14:tracePt t="155545" x="3975100" y="4356100"/>
          <p14:tracePt t="155562" x="3975100" y="4381500"/>
          <p14:tracePt t="155579" x="3968750" y="4394200"/>
          <p14:tracePt t="155595" x="3962400" y="4394200"/>
          <p14:tracePt t="155649" x="3962400" y="4381500"/>
          <p14:tracePt t="155663" x="3956050" y="4362450"/>
          <p14:tracePt t="155670" x="3937000" y="4324350"/>
          <p14:tracePt t="155684" x="3898900" y="4267200"/>
          <p14:tracePt t="155695" x="3873500" y="4210050"/>
          <p14:tracePt t="155712" x="3797300" y="4038600"/>
          <p14:tracePt t="155728" x="3759200" y="3917950"/>
          <p14:tracePt t="155745" x="3689350" y="3644900"/>
          <p14:tracePt t="155762" x="3638550" y="3276600"/>
          <p14:tracePt t="155778" x="3619500" y="3130550"/>
          <p14:tracePt t="155794" x="3594100" y="3003550"/>
          <p14:tracePt t="155811" x="3575050" y="2787650"/>
          <p14:tracePt t="155828" x="3568700" y="2622550"/>
          <p14:tracePt t="155844" x="3543300" y="2540000"/>
          <p14:tracePt t="155861" x="3530600" y="2413000"/>
          <p14:tracePt t="155878" x="3517900" y="2317750"/>
          <p14:tracePt t="155895" x="3517900" y="2260600"/>
          <p14:tracePt t="155911" x="3517900" y="2247900"/>
          <p14:tracePt t="155927" x="3517900" y="2222500"/>
          <p14:tracePt t="155944" x="3517900" y="2209800"/>
          <p14:tracePt t="155994" x="3517900" y="2222500"/>
          <p14:tracePt t="156000" x="3517900" y="2235200"/>
          <p14:tracePt t="156014" x="3517900" y="2247900"/>
          <p14:tracePt t="156027" x="3517900" y="2273300"/>
          <p14:tracePt t="156043" x="3517900" y="2305050"/>
          <p14:tracePt t="156060" x="3536950" y="2463800"/>
          <p14:tracePt t="156078" x="3575050" y="2806700"/>
          <p14:tracePt t="156093" x="3708400" y="3441700"/>
          <p14:tracePt t="156110" x="3752850" y="3765550"/>
          <p14:tracePt t="156128" x="3854450" y="4514850"/>
          <p14:tracePt t="156143" x="3949700" y="5067300"/>
          <p14:tracePt t="156160" x="3987800" y="5289550"/>
          <p14:tracePt t="156176" x="4051300" y="5581650"/>
          <p14:tracePt t="156193" x="4070350" y="5676900"/>
          <p14:tracePt t="156210" x="4108450" y="5784850"/>
          <p14:tracePt t="156226" x="4127500" y="5822950"/>
          <p14:tracePt t="156244" x="4140200" y="5835650"/>
          <p14:tracePt t="156274" x="4146550" y="5835650"/>
          <p14:tracePt t="156316" x="4152900" y="5835650"/>
          <p14:tracePt t="156386" x="4159250" y="5835650"/>
          <p14:tracePt t="156408" x="4171950" y="5835650"/>
          <p14:tracePt t="156414" x="4191000" y="5835650"/>
          <p14:tracePt t="156425" x="4222750" y="5848350"/>
          <p14:tracePt t="156443" x="4279900" y="5861050"/>
          <p14:tracePt t="156459" x="4445000" y="5880100"/>
          <p14:tracePt t="156475" x="4572000" y="5899150"/>
          <p14:tracePt t="156493" x="4921250" y="5924550"/>
          <p14:tracePt t="156509" x="5213350" y="5930900"/>
          <p14:tracePt t="156525" x="5353050" y="5943600"/>
          <p14:tracePt t="156542" x="5594350" y="5956300"/>
          <p14:tracePt t="156558" x="5772150" y="5956300"/>
          <p14:tracePt t="156576" x="5880100" y="5949950"/>
          <p14:tracePt t="156592" x="5899150" y="5949950"/>
          <p14:tracePt t="156608" x="5924550" y="5943600"/>
          <p14:tracePt t="156626" x="5937250" y="5937250"/>
          <p14:tracePt t="156642" x="5943600" y="5937250"/>
          <p14:tracePt t="156659" x="5949950" y="5937250"/>
          <p14:tracePt t="156675" x="5975350" y="5930900"/>
          <p14:tracePt t="156692" x="5994400" y="5918200"/>
          <p14:tracePt t="156708" x="6038850" y="5918200"/>
          <p14:tracePt t="156725" x="6089650" y="5918200"/>
          <p14:tracePt t="156741" x="6115050" y="5918200"/>
          <p14:tracePt t="156758" x="6146800" y="5924550"/>
          <p14:tracePt t="156774" x="6280150" y="5956300"/>
          <p14:tracePt t="156791" x="6324600" y="5975350"/>
          <p14:tracePt t="156809" x="6419850" y="6000750"/>
          <p14:tracePt t="156824" x="6477000" y="6007100"/>
          <p14:tracePt t="156841" x="6584950" y="6057900"/>
          <p14:tracePt t="156858" x="6673850" y="6102350"/>
          <p14:tracePt t="156874" x="6718300" y="6115050"/>
          <p14:tracePt t="156891" x="6756400" y="6127750"/>
          <p14:tracePt t="156907" x="6781800" y="6146800"/>
          <p14:tracePt t="156924" x="6788150" y="6146800"/>
          <p14:tracePt t="156941" x="6800850" y="6146800"/>
          <p14:tracePt t="156957" x="6807200" y="6146800"/>
          <p14:tracePt t="156991" x="6813550" y="6146800"/>
          <p14:tracePt t="157180" x="6813550" y="6140450"/>
          <p14:tracePt t="157230" x="6819900" y="6140450"/>
          <p14:tracePt t="157250" x="6819900" y="6134100"/>
          <p14:tracePt t="157257" x="6832600" y="6134100"/>
          <p14:tracePt t="157265" x="6838950" y="6134100"/>
          <p14:tracePt t="157279" x="6851650" y="6134100"/>
          <p14:tracePt t="157293" x="6870700" y="6127750"/>
          <p14:tracePt t="157309" x="6889750" y="6127750"/>
          <p14:tracePt t="157322" x="6940550" y="6121400"/>
          <p14:tracePt t="157339" x="7086600" y="6102350"/>
          <p14:tracePt t="157357" x="7302500" y="6057900"/>
          <p14:tracePt t="157372" x="7429500" y="6038850"/>
          <p14:tracePt t="157389" x="7556500" y="6013450"/>
          <p14:tracePt t="157406" x="7829550" y="5969000"/>
          <p14:tracePt t="157422" x="8058150" y="5943600"/>
          <p14:tracePt t="157439" x="8140700" y="5930900"/>
          <p14:tracePt t="157455" x="8280400" y="5918200"/>
          <p14:tracePt t="157472" x="8362950" y="5911850"/>
          <p14:tracePt t="157489" x="8407400" y="5911850"/>
          <p14:tracePt t="157505" x="8420100" y="5911850"/>
          <p14:tracePt t="157522" x="8439150" y="5911850"/>
          <p14:tracePt t="157539" x="8445500" y="5911850"/>
          <p14:tracePt t="157572" x="8445500" y="5918200"/>
          <p14:tracePt t="157588" x="8445500" y="5924550"/>
          <p14:tracePt t="157623" x="8445500" y="5930900"/>
          <p14:tracePt t="157630" x="8445500" y="5937250"/>
          <p14:tracePt t="158030" x="8445500" y="5930900"/>
          <p14:tracePt t="158065" x="8432800" y="5924550"/>
          <p14:tracePt t="158080" x="8426450" y="5918200"/>
          <p14:tracePt t="158088" x="8407400" y="5918200"/>
          <p14:tracePt t="158101" x="8382000" y="5905500"/>
          <p14:tracePt t="158107" x="8337550" y="5886450"/>
          <p14:tracePt t="158123" x="8267700" y="5854700"/>
          <p14:tracePt t="158136" x="8166100" y="5816600"/>
          <p14:tracePt t="158153" x="7874000" y="5708650"/>
          <p14:tracePt t="158170" x="7632700" y="5619750"/>
          <p14:tracePt t="158186" x="7086600" y="5448300"/>
          <p14:tracePt t="158203" x="6477000" y="5302250"/>
          <p14:tracePt t="158220" x="5924550" y="5213350"/>
          <p14:tracePt t="158236" x="5683250" y="5200650"/>
          <p14:tracePt t="158253" x="5346700" y="5200650"/>
          <p14:tracePt t="158270" x="5073650" y="5200650"/>
          <p14:tracePt t="158286" x="4972050" y="5226050"/>
          <p14:tracePt t="158302" x="4889500" y="5245100"/>
          <p14:tracePt t="158320" x="4730750" y="5276850"/>
          <p14:tracePt t="158336" x="4699000" y="5295900"/>
          <p14:tracePt t="158353" x="4667250" y="5302250"/>
          <p14:tracePt t="158369" x="4629150" y="5314950"/>
          <p14:tracePt t="158385" x="4603750" y="5321300"/>
          <p14:tracePt t="158403" x="4591050" y="5327650"/>
          <p14:tracePt t="158435" x="4584700" y="5327650"/>
          <p14:tracePt t="158455" x="4578350" y="5327650"/>
          <p14:tracePt t="158529" x="4572000" y="5327650"/>
          <p14:tracePt t="158586" x="4572000" y="5321300"/>
          <p14:tracePt t="158635" x="4572000" y="5314950"/>
          <p14:tracePt t="158642" x="4572000" y="5308600"/>
          <p14:tracePt t="158656" x="4572000" y="5295900"/>
          <p14:tracePt t="158667" x="4572000" y="5283200"/>
          <p14:tracePt t="158685" x="4559300" y="5213350"/>
          <p14:tracePt t="158701" x="4540250" y="5156200"/>
          <p14:tracePt t="158718" x="4489450" y="4953000"/>
          <p14:tracePt t="158735" x="4406900" y="4641850"/>
          <p14:tracePt t="158751" x="4349750" y="4432300"/>
          <p14:tracePt t="158768" x="4222750" y="3994150"/>
          <p14:tracePt t="158784" x="4178300" y="3765550"/>
          <p14:tracePt t="158801" x="4083050" y="3359150"/>
          <p14:tracePt t="158818" x="4032250" y="3175000"/>
          <p14:tracePt t="158834" x="3987800" y="2946400"/>
          <p14:tracePt t="158851" x="3949700" y="2762250"/>
          <p14:tracePt t="158867" x="3930650" y="2660650"/>
          <p14:tracePt t="158884" x="3924300" y="2616200"/>
          <p14:tracePt t="158900" x="3917950" y="2603500"/>
          <p14:tracePt t="158917" x="3917950" y="2597150"/>
          <p14:tracePt t="158937" x="3917950" y="2603500"/>
          <p14:tracePt t="158951" x="3911600" y="2616200"/>
          <p14:tracePt t="158967" x="3911600" y="2641600"/>
          <p14:tracePt t="158984" x="3905250" y="2667000"/>
          <p14:tracePt t="159001" x="3898900" y="2749550"/>
          <p14:tracePt t="159017" x="3898900" y="2990850"/>
          <p14:tracePt t="159033" x="3911600" y="3181350"/>
          <p14:tracePt t="159050" x="3968750" y="3651250"/>
          <p14:tracePt t="159066" x="4019550" y="4013200"/>
          <p14:tracePt t="159083" x="4044950" y="4184650"/>
          <p14:tracePt t="159087" x="4076700" y="4311650"/>
          <p14:tracePt t="159100" x="4095750" y="4438650"/>
          <p14:tracePt t="159116" x="4127500" y="4660900"/>
          <p14:tracePt t="159134" x="4165600" y="4794250"/>
          <p14:tracePt t="159150" x="4184650" y="4845050"/>
          <p14:tracePt t="159166" x="4222750" y="4946650"/>
          <p14:tracePt t="159183" x="4235450" y="4997450"/>
          <p14:tracePt t="159199" x="4235450" y="5010150"/>
          <p14:tracePt t="159216" x="4235450" y="5022850"/>
          <p14:tracePt t="159323" x="4241800" y="5022850"/>
          <p14:tracePt t="159372" x="4248150" y="5016500"/>
          <p14:tracePt t="159386" x="4248150" y="5010150"/>
          <p14:tracePt t="159435" x="4248150" y="5003800"/>
          <p14:tracePt t="160279" x="4248150" y="4978400"/>
          <p14:tracePt t="160286" x="4260850" y="4953000"/>
          <p14:tracePt t="160300" x="4267200" y="4908550"/>
          <p14:tracePt t="160312" x="4273550" y="4870450"/>
          <p14:tracePt t="160329" x="4292600" y="4737100"/>
          <p14:tracePt t="160346" x="4305300" y="4635500"/>
          <p14:tracePt t="160362" x="4318000" y="4375150"/>
          <p14:tracePt t="160379" x="4318000" y="4216400"/>
          <p14:tracePt t="160395" x="4318000" y="4013200"/>
          <p14:tracePt t="160412" x="4311650" y="3613150"/>
          <p14:tracePt t="160428" x="4254500" y="3194050"/>
          <p14:tracePt t="160445" x="4241800" y="3035300"/>
          <p14:tracePt t="160462" x="4222750" y="2813050"/>
          <p14:tracePt t="160478" x="4184650" y="2647950"/>
          <p14:tracePt t="160495" x="4152900" y="2578100"/>
          <p14:tracePt t="160512" x="4051300" y="2406650"/>
          <p14:tracePt t="160528" x="4013200" y="2374900"/>
          <p14:tracePt t="160545" x="3943350" y="2292350"/>
          <p14:tracePt t="160562" x="3860800" y="2222500"/>
          <p14:tracePt t="160579" x="3829050" y="2184400"/>
          <p14:tracePt t="160596" x="3740150" y="2114550"/>
          <p14:tracePt t="160611" x="3689350" y="2076450"/>
          <p14:tracePt t="160628" x="3562350" y="1981200"/>
          <p14:tracePt t="160645" x="3422650" y="1866900"/>
          <p14:tracePt t="160661" x="3295650" y="1778000"/>
          <p14:tracePt t="160678" x="3251200" y="1765300"/>
          <p14:tracePt t="160695" x="3149600" y="1708150"/>
          <p14:tracePt t="160711" x="3060700" y="1657350"/>
          <p14:tracePt t="160728" x="3016250" y="1638300"/>
          <p14:tracePt t="160743" x="2946400" y="1612900"/>
          <p14:tracePt t="160761" x="2895600" y="1600200"/>
          <p14:tracePt t="160777" x="2876550" y="1600200"/>
          <p14:tracePt t="160794" x="2851150" y="1593850"/>
          <p14:tracePt t="160811" x="2844800" y="1593850"/>
          <p14:tracePt t="160828" x="2832100" y="1593850"/>
          <p14:tracePt t="160843" x="2825750" y="1593850"/>
          <p14:tracePt t="160884" x="2819400" y="1600200"/>
          <p14:tracePt t="160961" x="2825750" y="1593850"/>
          <p14:tracePt t="160968" x="2825750" y="1587500"/>
          <p14:tracePt t="160982" x="2825750" y="1574800"/>
          <p14:tracePt t="160992" x="2832100" y="1568450"/>
          <p14:tracePt t="161010" x="2844800" y="1549400"/>
          <p14:tracePt t="161026" x="2844800" y="1543050"/>
          <p14:tracePt t="161043" x="2857500" y="1511300"/>
          <p14:tracePt t="161060" x="2857500" y="1492250"/>
          <p14:tracePt t="161076" x="2863850" y="1466850"/>
          <p14:tracePt t="161092" x="2863850" y="1447800"/>
          <p14:tracePt t="161109" x="2863850" y="1377950"/>
          <p14:tracePt t="161126" x="2863850" y="1358900"/>
          <p14:tracePt t="161143" x="2863850" y="1339850"/>
          <p14:tracePt t="161159" x="2857500" y="1308100"/>
          <p14:tracePt t="161176" x="2857500" y="1289050"/>
          <p14:tracePt t="161193" x="2857500" y="1282700"/>
          <p14:tracePt t="161263" x="2851150" y="1282700"/>
          <p14:tracePt t="161333" x="2844800" y="1289050"/>
          <p14:tracePt t="161355" x="2838450" y="1289050"/>
          <p14:tracePt t="161382" x="2832100" y="1289050"/>
          <p14:tracePt t="161425" x="2825750" y="1289050"/>
          <p14:tracePt t="161432" x="2825750" y="1295400"/>
          <p14:tracePt t="161460" x="2819400" y="1295400"/>
          <p14:tracePt t="161481" x="2813050" y="1295400"/>
          <p14:tracePt t="161502" x="2806700" y="1301750"/>
          <p14:tracePt t="161524" x="2800350" y="1308100"/>
          <p14:tracePt t="161594" x="2794000" y="1308100"/>
          <p14:tracePt t="162233" x="2794000" y="1314450"/>
          <p14:tracePt t="162247" x="2787650" y="1320800"/>
          <p14:tracePt t="162254" x="2762250" y="1327150"/>
          <p14:tracePt t="162268" x="2749550" y="1333500"/>
          <p14:tracePt t="162275" x="2736850" y="1339850"/>
          <p14:tracePt t="162291" x="2730500" y="1352550"/>
          <p14:tracePt t="162305" x="2698750" y="1377950"/>
          <p14:tracePt t="162322" x="2686050" y="1397000"/>
          <p14:tracePt t="162339" x="2654300" y="1422400"/>
          <p14:tracePt t="162355" x="2641600" y="1428750"/>
          <p14:tracePt t="162372" x="2628900" y="1441450"/>
          <p14:tracePt t="162389" x="2622550" y="1441450"/>
          <p14:tracePt t="162405" x="2616200" y="1441450"/>
          <p14:tracePt t="162422" x="2609850" y="1441450"/>
          <p14:tracePt t="162438" x="2603500" y="1441450"/>
          <p14:tracePt t="162479" x="2597150" y="1441450"/>
          <p14:tracePt t="162514" x="2597150" y="1435100"/>
          <p14:tracePt t="162535" x="2603500" y="1428750"/>
          <p14:tracePt t="162556" x="2603500" y="1422400"/>
          <p14:tracePt t="162577" x="2609850" y="1422400"/>
          <p14:tracePt t="162584" x="2609850" y="1416050"/>
          <p14:tracePt t="162605" x="2616200" y="1416050"/>
          <p14:tracePt t="162619" x="2616200" y="1409700"/>
          <p14:tracePt t="162626" x="2622550" y="1403350"/>
          <p14:tracePt t="162640" x="2622550" y="1397000"/>
          <p14:tracePt t="162657" x="2622550" y="1390650"/>
          <p14:tracePt t="162671" x="2628900" y="1384300"/>
          <p14:tracePt t="162687" x="2628900" y="1377950"/>
          <p14:tracePt t="162704" x="2635250" y="1365250"/>
          <p14:tracePt t="162721" x="2647950" y="1333500"/>
          <p14:tracePt t="162737" x="2654300" y="1320800"/>
          <p14:tracePt t="162754" x="2667000" y="1282700"/>
          <p14:tracePt t="162771" x="2679700" y="1250950"/>
          <p14:tracePt t="162788" x="2686050" y="1225550"/>
          <p14:tracePt t="162804" x="2686050" y="1219200"/>
          <p14:tracePt t="162820" x="2692400" y="1206500"/>
          <p14:tracePt t="163041" x="2692400" y="1212850"/>
          <p14:tracePt t="163069" x="2692400" y="1219200"/>
          <p14:tracePt t="163090" x="2692400" y="1225550"/>
          <p14:tracePt t="163097" x="2692400" y="1231900"/>
          <p14:tracePt t="163111" x="2692400" y="1238250"/>
          <p14:tracePt t="163132" x="2692400" y="1257300"/>
          <p14:tracePt t="163139" x="2692400" y="1276350"/>
          <p14:tracePt t="163153" x="2692400" y="1327150"/>
          <p14:tracePt t="163169" x="2698750" y="1466850"/>
          <p14:tracePt t="163185" x="2711450" y="1568450"/>
          <p14:tracePt t="163203" x="2730500" y="1841500"/>
          <p14:tracePt t="163219" x="2749550" y="2120900"/>
          <p14:tracePt t="163236" x="2774950" y="2247900"/>
          <p14:tracePt t="163252" x="2806700" y="2514600"/>
          <p14:tracePt t="163269" x="2819400" y="2641600"/>
          <p14:tracePt t="163285" x="2825750" y="2743200"/>
          <p14:tracePt t="163302" x="2844800" y="2914650"/>
          <p14:tracePt t="163318" x="2857500" y="3028950"/>
          <p14:tracePt t="163336" x="2863850" y="3079750"/>
          <p14:tracePt t="163351" x="2870200" y="3098800"/>
          <p14:tracePt t="163368" x="2870200" y="3111500"/>
          <p14:tracePt t="163385" x="2870200" y="3117850"/>
          <p14:tracePt t="163448" x="2870200" y="3124200"/>
          <p14:tracePt t="163940" x="2863850" y="3124200"/>
          <p14:tracePt t="163954" x="2851150" y="3124200"/>
          <p14:tracePt t="163969" x="2838450" y="3117850"/>
          <p14:tracePt t="163976" x="2825750" y="3111500"/>
          <p14:tracePt t="163989" x="2806700" y="3098800"/>
          <p14:tracePt t="163999" x="2768600" y="3092450"/>
          <p14:tracePt t="164016" x="2736850" y="3073400"/>
          <p14:tracePt t="164033" x="2609850" y="3028950"/>
          <p14:tracePt t="164049" x="2565400" y="3022600"/>
          <p14:tracePt t="164066" x="2508250" y="3009900"/>
          <p14:tracePt t="164083" x="2470150" y="3003550"/>
          <p14:tracePt t="164099" x="2463800" y="3003550"/>
          <p14:tracePt t="164116" x="2444750" y="3003550"/>
          <p14:tracePt t="164132" x="2432050" y="3003550"/>
          <p14:tracePt t="164165" x="2419350" y="3016250"/>
          <p14:tracePt t="164182" x="2419350" y="3028950"/>
          <p14:tracePt t="164199" x="2432050" y="3079750"/>
          <p14:tracePt t="164215" x="2476500" y="3175000"/>
          <p14:tracePt t="164232" x="2501900" y="3244850"/>
          <p14:tracePt t="164249" x="2584450" y="3429000"/>
          <p14:tracePt t="164265" x="2692400" y="3644900"/>
          <p14:tracePt t="164282" x="2736850" y="3759200"/>
          <p14:tracePt t="164299" x="2838450" y="4032250"/>
          <p14:tracePt t="164315" x="2908300" y="4267200"/>
          <p14:tracePt t="164332" x="2933700" y="4356100"/>
          <p14:tracePt t="164348" x="2971800" y="4502150"/>
          <p14:tracePt t="164365" x="2997200" y="4597400"/>
          <p14:tracePt t="164382" x="3003550" y="4629150"/>
          <p14:tracePt t="164398" x="3016250" y="4679950"/>
          <p14:tracePt t="164415" x="3022600" y="4718050"/>
          <p14:tracePt t="164432" x="3022600" y="4768850"/>
          <p14:tracePt t="164448" x="3028950" y="4787900"/>
          <p14:tracePt t="164464" x="3028950" y="4800600"/>
          <p14:tracePt t="164482" x="3028950" y="4838700"/>
          <p14:tracePt t="164498" x="3028950" y="4851400"/>
          <p14:tracePt t="164515" x="3028950" y="4857750"/>
          <p14:tracePt t="164531" x="3028950" y="4870450"/>
          <p14:tracePt t="164547" x="3028950" y="4889500"/>
          <p14:tracePt t="164581" x="3028950" y="4908550"/>
          <p14:tracePt t="164617" x="3028950" y="4914900"/>
          <p14:tracePt t="164777" x="3035300" y="4914900"/>
          <p14:tracePt t="164791" x="3041650" y="4914900"/>
          <p14:tracePt t="164799" x="3060700" y="4914900"/>
          <p14:tracePt t="164813" x="3079750" y="4908550"/>
          <p14:tracePt t="164830" x="3149600" y="4889500"/>
          <p14:tracePt t="164848" x="3295650" y="4864100"/>
          <p14:tracePt t="164863" x="3384550" y="4851400"/>
          <p14:tracePt t="164880" x="3587750" y="4845050"/>
          <p14:tracePt t="164897" x="3829050" y="4819650"/>
          <p14:tracePt t="164913" x="3956050" y="4819650"/>
          <p14:tracePt t="164930" x="4171950" y="4800600"/>
          <p14:tracePt t="164946" x="4349750" y="4787900"/>
          <p14:tracePt t="164963" x="4406900" y="4787900"/>
          <p14:tracePt t="164980" x="4483100" y="4781550"/>
          <p14:tracePt t="164995" x="4514850" y="4768850"/>
          <p14:tracePt t="165032" x="4514850" y="4775200"/>
        </p14:tracePtLst>
      </p14:laserTraceLst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3000" b="1" kern="0" dirty="0">
                <a:solidFill>
                  <a:srgbClr val="2D2DB9"/>
                </a:solidFill>
              </a:rPr>
              <a:t>annotation:</a:t>
            </a:r>
            <a:endParaRPr lang="en-US" altLang="en-US" sz="3000" kern="0" dirty="0">
              <a:solidFill>
                <a:schemeClr val="tx1"/>
              </a:solidFill>
            </a:endParaRP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800" kern="0" spc="-30" dirty="0">
                <a:solidFill>
                  <a:schemeClr val="tx1"/>
                </a:solidFill>
              </a:rPr>
              <a:t>A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label for: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a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varia</a:t>
            </a:r>
            <a:r>
              <a:rPr lang="en-US" altLang="en-US" sz="2800" kern="0" spc="-130" dirty="0">
                <a:solidFill>
                  <a:schemeClr val="tx1"/>
                </a:solidFill>
              </a:rPr>
              <a:t>ble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,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a class attribute,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a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function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paramete</a:t>
            </a:r>
            <a:r>
              <a:rPr lang="en-US" altLang="en-US" sz="2800" kern="0" spc="-130" dirty="0">
                <a:solidFill>
                  <a:schemeClr val="tx1"/>
                </a:solidFill>
              </a:rPr>
              <a:t>r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,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or</a:t>
            </a:r>
            <a:r>
              <a:rPr lang="en-US" altLang="en-US" sz="2800" kern="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a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function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return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valu</a:t>
            </a:r>
            <a:r>
              <a:rPr lang="en-US" altLang="en-US" sz="2800" kern="0" spc="-100" dirty="0">
                <a:solidFill>
                  <a:schemeClr val="tx1"/>
                </a:solidFill>
              </a:rPr>
              <a:t>e. </a:t>
            </a:r>
            <a:r>
              <a:rPr lang="en-US" altLang="en-US" sz="2800" kern="0" spc="-100" dirty="0">
                <a:solidFill>
                  <a:srgbClr val="00B050"/>
                </a:solidFill>
              </a:rPr>
              <a:t>B</a:t>
            </a:r>
            <a:r>
              <a:rPr lang="en-US" altLang="en-US" sz="2800" kern="0" spc="-30" dirty="0">
                <a:solidFill>
                  <a:srgbClr val="00B050"/>
                </a:solidFill>
              </a:rPr>
              <a:t>y</a:t>
            </a:r>
            <a:r>
              <a:rPr lang="en-US" altLang="en-US" sz="2400" kern="0" spc="-30" dirty="0">
                <a:solidFill>
                  <a:srgbClr val="00B050"/>
                </a:solidFill>
              </a:rPr>
              <a:t> </a:t>
            </a:r>
            <a:r>
              <a:rPr lang="en-US" altLang="en-US" sz="2800" kern="0" spc="-30" dirty="0">
                <a:solidFill>
                  <a:srgbClr val="00B050"/>
                </a:solidFill>
              </a:rPr>
              <a:t>c</a:t>
            </a:r>
            <a:r>
              <a:rPr lang="en-US" altLang="en-US" sz="2800" kern="0" spc="-80" dirty="0">
                <a:solidFill>
                  <a:srgbClr val="00B050"/>
                </a:solidFill>
              </a:rPr>
              <a:t>o</a:t>
            </a:r>
            <a:r>
              <a:rPr lang="en-US" altLang="en-US" sz="2800" kern="0" spc="-120" dirty="0">
                <a:solidFill>
                  <a:srgbClr val="00B050"/>
                </a:solidFill>
              </a:rPr>
              <a:t>nv</a:t>
            </a:r>
            <a:r>
              <a:rPr lang="en-US" altLang="en-US" sz="2800" kern="0" spc="-30" dirty="0">
                <a:solidFill>
                  <a:srgbClr val="00B050"/>
                </a:solidFill>
              </a:rPr>
              <a:t>ent</a:t>
            </a:r>
            <a:r>
              <a:rPr lang="en-US" altLang="en-US" sz="2800" kern="0" spc="-90" dirty="0">
                <a:solidFill>
                  <a:srgbClr val="00B050"/>
                </a:solidFill>
              </a:rPr>
              <a:t>ion</a:t>
            </a:r>
            <a:r>
              <a:rPr lang="en-US" altLang="en-US" sz="2800" kern="0" spc="-90" dirty="0">
                <a:solidFill>
                  <a:schemeClr val="tx1"/>
                </a:solidFill>
              </a:rPr>
              <a:t>,</a:t>
            </a:r>
            <a:r>
              <a:rPr lang="en-US" altLang="en-US" sz="2400" kern="0" spc="-9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90" dirty="0">
                <a:solidFill>
                  <a:schemeClr val="tx1"/>
                </a:solidFill>
              </a:rPr>
              <a:t>o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ften used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as</a:t>
            </a:r>
            <a:r>
              <a:rPr lang="en-US" altLang="en-US" sz="2400" kern="0" spc="-3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30" dirty="0">
                <a:solidFill>
                  <a:srgbClr val="00B050"/>
                </a:solidFill>
              </a:rPr>
              <a:t>a</a:t>
            </a:r>
            <a:r>
              <a:rPr lang="en-US" altLang="en-US" sz="2400" kern="0" spc="-30" dirty="0">
                <a:solidFill>
                  <a:srgbClr val="00B050"/>
                </a:solidFill>
              </a:rPr>
              <a:t> </a:t>
            </a:r>
            <a:r>
              <a:rPr lang="en-US" altLang="en-US" sz="2800" kern="0" spc="-30" dirty="0">
                <a:solidFill>
                  <a:srgbClr val="00B050"/>
                </a:solidFill>
              </a:rPr>
              <a:t>type</a:t>
            </a:r>
            <a:r>
              <a:rPr lang="en-US" altLang="en-US" sz="2400" kern="0" spc="-30" dirty="0">
                <a:solidFill>
                  <a:srgbClr val="00B050"/>
                </a:solidFill>
              </a:rPr>
              <a:t> </a:t>
            </a:r>
            <a:r>
              <a:rPr lang="en-US" altLang="en-US" sz="2800" kern="0" spc="-30" dirty="0">
                <a:solidFill>
                  <a:srgbClr val="00B050"/>
                </a:solidFill>
              </a:rPr>
              <a:t>hint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.</a:t>
            </a: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sz="1800" kern="0" dirty="0">
              <a:solidFill>
                <a:schemeClr val="tx1"/>
              </a:solidFill>
            </a:endParaRP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3000" b="1" kern="0" dirty="0">
                <a:solidFill>
                  <a:srgbClr val="2D2DB9"/>
                </a:solidFill>
              </a:rPr>
              <a:t>type hint:</a:t>
            </a:r>
            <a:endParaRPr lang="en-US" altLang="en-US" sz="3000" kern="0" dirty="0">
              <a:solidFill>
                <a:schemeClr val="tx1"/>
              </a:solidFill>
            </a:endParaRP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800" kern="0" dirty="0">
                <a:solidFill>
                  <a:schemeClr val="tx1"/>
                </a:solidFill>
              </a:rPr>
              <a:t>An annotation specifying the expected type for a variable, a class attribute, or a function parameter or return value. </a:t>
            </a:r>
            <a:br>
              <a:rPr lang="en-US" altLang="en-US" sz="2800" kern="0" dirty="0">
                <a:solidFill>
                  <a:schemeClr val="tx1"/>
                </a:solidFill>
              </a:rPr>
            </a:br>
            <a:r>
              <a:rPr lang="en-US" altLang="en-US" sz="2800" b="1" kern="0" dirty="0">
                <a:solidFill>
                  <a:srgbClr val="00B050"/>
                </a:solidFill>
              </a:rPr>
              <a:t>Type hints</a:t>
            </a:r>
            <a:r>
              <a:rPr lang="en-US" altLang="en-US" sz="2800" kern="0" dirty="0">
                <a:solidFill>
                  <a:srgbClr val="00B050"/>
                </a:solidFill>
              </a:rPr>
              <a:t> are </a:t>
            </a:r>
            <a:r>
              <a:rPr lang="en-US" altLang="en-US" sz="2800" b="1" kern="0" dirty="0">
                <a:solidFill>
                  <a:srgbClr val="00B050"/>
                </a:solidFill>
              </a:rPr>
              <a:t>optional</a:t>
            </a:r>
            <a:r>
              <a:rPr lang="en-US" altLang="en-US" sz="2800" kern="0" dirty="0">
                <a:solidFill>
                  <a:srgbClr val="00B050"/>
                </a:solidFill>
              </a:rPr>
              <a:t> and are </a:t>
            </a:r>
            <a:r>
              <a:rPr lang="en-US" altLang="en-US" sz="2800" b="1" kern="0" dirty="0">
                <a:solidFill>
                  <a:srgbClr val="00B050"/>
                </a:solidFill>
              </a:rPr>
              <a:t>not enforced by Python</a:t>
            </a:r>
            <a:r>
              <a:rPr lang="en-US" altLang="en-US" sz="2800" kern="0" dirty="0">
                <a:solidFill>
                  <a:schemeClr val="tx1"/>
                </a:solidFill>
              </a:rPr>
              <a:t>.</a:t>
            </a:r>
            <a:br>
              <a:rPr lang="en-US" altLang="en-US" sz="2800" kern="0" dirty="0">
                <a:solidFill>
                  <a:schemeClr val="tx1"/>
                </a:solidFill>
              </a:rPr>
            </a:br>
            <a:r>
              <a:rPr lang="en-US" altLang="en-US" sz="2800" kern="0" dirty="0">
                <a:solidFill>
                  <a:schemeClr val="tx1"/>
                </a:solidFill>
              </a:rPr>
              <a:t>(But t</a:t>
            </a:r>
            <a:r>
              <a:rPr lang="en-US" altLang="en-US" sz="2800" kern="0" spc="-70" dirty="0">
                <a:solidFill>
                  <a:schemeClr val="tx1"/>
                </a:solidFill>
              </a:rPr>
              <a:t>he</a:t>
            </a:r>
            <a:r>
              <a:rPr lang="en-US" altLang="en-US" sz="2800" kern="0" dirty="0">
                <a:solidFill>
                  <a:schemeClr val="tx1"/>
                </a:solidFill>
              </a:rPr>
              <a:t>y</a:t>
            </a:r>
            <a:r>
              <a:rPr lang="en-US" altLang="en-US" kern="0" dirty="0">
                <a:solidFill>
                  <a:schemeClr val="tx1"/>
                </a:solidFill>
              </a:rPr>
              <a:t> </a:t>
            </a:r>
            <a:r>
              <a:rPr lang="en-US" altLang="en-US" sz="2800" u="sng" kern="0" dirty="0">
                <a:solidFill>
                  <a:schemeClr val="tx1"/>
                </a:solidFill>
              </a:rPr>
              <a:t>can</a:t>
            </a:r>
            <a:r>
              <a:rPr lang="en-US" altLang="en-US" sz="2400" kern="0" dirty="0">
                <a:solidFill>
                  <a:schemeClr val="tx1"/>
                </a:solidFill>
              </a:rPr>
              <a:t> </a:t>
            </a:r>
            <a:r>
              <a:rPr lang="en-US" altLang="en-US" sz="2800" kern="0" dirty="0">
                <a:solidFill>
                  <a:schemeClr val="tx1"/>
                </a:solidFill>
              </a:rPr>
              <a:t>be</a:t>
            </a:r>
            <a:r>
              <a:rPr lang="en-US" altLang="en-US" sz="2400" kern="0" dirty="0">
                <a:solidFill>
                  <a:schemeClr val="tx1"/>
                </a:solidFill>
              </a:rPr>
              <a:t> </a:t>
            </a:r>
            <a:r>
              <a:rPr lang="en-US" altLang="en-US" sz="2800" kern="0" dirty="0">
                <a:solidFill>
                  <a:schemeClr val="tx1"/>
                </a:solidFill>
              </a:rPr>
              <a:t>enforced </a:t>
            </a:r>
            <a:r>
              <a:rPr lang="en-US" altLang="en-US" sz="2800" kern="0" spc="-100" dirty="0">
                <a:solidFill>
                  <a:schemeClr val="tx1"/>
                </a:solidFill>
              </a:rPr>
              <a:t>b</a:t>
            </a:r>
            <a:r>
              <a:rPr lang="en-US" altLang="en-US" sz="2800" kern="0" dirty="0">
                <a:solidFill>
                  <a:schemeClr val="tx1"/>
                </a:solidFill>
              </a:rPr>
              <a:t>y</a:t>
            </a:r>
            <a:r>
              <a:rPr lang="en-US" altLang="en-US" sz="2400" kern="0" dirty="0">
                <a:solidFill>
                  <a:schemeClr val="tx1"/>
                </a:solidFill>
              </a:rPr>
              <a:t> </a:t>
            </a:r>
            <a:r>
              <a:rPr lang="en-US" altLang="en-US" sz="2800" u="sng" kern="0" dirty="0">
                <a:solidFill>
                  <a:schemeClr val="tx1"/>
                </a:solidFill>
              </a:rPr>
              <a:t>3</a:t>
            </a:r>
            <a:r>
              <a:rPr lang="en-US" altLang="en-US" sz="2800" u="sng" kern="0" baseline="30000" dirty="0">
                <a:solidFill>
                  <a:schemeClr val="tx1"/>
                </a:solidFill>
              </a:rPr>
              <a:t>rd</a:t>
            </a:r>
            <a:r>
              <a:rPr lang="en-US" altLang="en-US" sz="2800" u="sng" kern="0" spc="-100" dirty="0">
                <a:solidFill>
                  <a:schemeClr val="tx1"/>
                </a:solidFill>
              </a:rPr>
              <a:t>-</a:t>
            </a:r>
            <a:r>
              <a:rPr lang="en-US" altLang="en-US" sz="2800" u="sng" kern="0" dirty="0">
                <a:solidFill>
                  <a:schemeClr val="tx1"/>
                </a:solidFill>
              </a:rPr>
              <a:t>party</a:t>
            </a:r>
            <a:r>
              <a:rPr lang="en-US" altLang="en-US" sz="2400" u="sng" kern="0" dirty="0">
                <a:solidFill>
                  <a:schemeClr val="tx1"/>
                </a:solidFill>
              </a:rPr>
              <a:t> </a:t>
            </a:r>
            <a:r>
              <a:rPr lang="en-US" altLang="en-US" sz="2800" u="sng" kern="0" dirty="0">
                <a:solidFill>
                  <a:schemeClr val="tx1"/>
                </a:solidFill>
              </a:rPr>
              <a:t>ty</a:t>
            </a:r>
            <a:r>
              <a:rPr lang="en-US" altLang="en-US" sz="2800" u="sng" kern="0" spc="-50" dirty="0">
                <a:solidFill>
                  <a:schemeClr val="tx1"/>
                </a:solidFill>
              </a:rPr>
              <a:t>pe</a:t>
            </a:r>
            <a:r>
              <a:rPr lang="en-US" altLang="en-US" sz="2400" u="sng" kern="0" spc="-50" dirty="0">
                <a:solidFill>
                  <a:schemeClr val="tx1"/>
                </a:solidFill>
              </a:rPr>
              <a:t> </a:t>
            </a:r>
            <a:r>
              <a:rPr lang="en-US" altLang="en-US" sz="2800" u="sng" kern="0" spc="-50" dirty="0">
                <a:solidFill>
                  <a:schemeClr val="tx1"/>
                </a:solidFill>
              </a:rPr>
              <a:t>c</a:t>
            </a:r>
            <a:r>
              <a:rPr lang="en-US" altLang="en-US" sz="2800" u="sng" kern="0" spc="-80" dirty="0">
                <a:solidFill>
                  <a:schemeClr val="tx1"/>
                </a:solidFill>
              </a:rPr>
              <a:t>h</a:t>
            </a:r>
            <a:r>
              <a:rPr lang="en-US" altLang="en-US" sz="2800" u="sng" kern="0" dirty="0">
                <a:solidFill>
                  <a:schemeClr val="tx1"/>
                </a:solidFill>
              </a:rPr>
              <a:t>ec</a:t>
            </a:r>
            <a:r>
              <a:rPr lang="en-US" altLang="en-US" sz="2800" u="sng" kern="0" spc="-150" dirty="0">
                <a:solidFill>
                  <a:schemeClr val="tx1"/>
                </a:solidFill>
              </a:rPr>
              <a:t>k</a:t>
            </a:r>
            <a:r>
              <a:rPr lang="en-US" altLang="en-US" sz="2800" u="sng" kern="0" dirty="0">
                <a:solidFill>
                  <a:schemeClr val="tx1"/>
                </a:solidFill>
              </a:rPr>
              <a:t>er</a:t>
            </a:r>
            <a:r>
              <a:rPr lang="en-US" altLang="en-US" u="sng" kern="0" dirty="0">
                <a:solidFill>
                  <a:schemeClr val="tx1"/>
                </a:solidFill>
              </a:rPr>
              <a:t> </a:t>
            </a:r>
            <a:r>
              <a:rPr lang="en-US" altLang="en-US" sz="2800" u="sng" kern="0" dirty="0">
                <a:solidFill>
                  <a:schemeClr val="tx1"/>
                </a:solidFill>
              </a:rPr>
              <a:t>pr</a:t>
            </a:r>
            <a:r>
              <a:rPr lang="en-US" altLang="en-US" sz="2800" u="sng" kern="0" spc="-100" dirty="0">
                <a:solidFill>
                  <a:schemeClr val="tx1"/>
                </a:solidFill>
              </a:rPr>
              <a:t>o</a:t>
            </a:r>
            <a:r>
              <a:rPr lang="en-US" altLang="en-US" sz="2800" u="sng" kern="0" dirty="0">
                <a:solidFill>
                  <a:schemeClr val="tx1"/>
                </a:solidFill>
              </a:rPr>
              <a:t>gram</a:t>
            </a:r>
            <a:r>
              <a:rPr lang="en-US" altLang="en-US" sz="2800" u="sng" kern="0" spc="-100" dirty="0">
                <a:solidFill>
                  <a:schemeClr val="tx1"/>
                </a:solidFill>
              </a:rPr>
              <a:t>s</a:t>
            </a:r>
            <a:r>
              <a:rPr lang="en-US" altLang="en-US" sz="2800" kern="0" spc="-300" dirty="0">
                <a:solidFill>
                  <a:schemeClr val="tx1"/>
                </a:solidFill>
              </a:rPr>
              <a:t>.</a:t>
            </a:r>
            <a:r>
              <a:rPr lang="en-US" altLang="en-US" sz="2800" kern="0" dirty="0">
                <a:solidFill>
                  <a:schemeClr val="tx1"/>
                </a:solidFill>
              </a:rPr>
              <a:t>)</a:t>
            </a: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sz="1800" b="1" kern="0" dirty="0">
              <a:solidFill>
                <a:srgbClr val="2D2DB9"/>
              </a:solidFill>
            </a:endParaRP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3000" b="1" kern="0" dirty="0">
                <a:solidFill>
                  <a:srgbClr val="2D2DB9"/>
                </a:solidFill>
              </a:rPr>
              <a:t>wrapper function:</a:t>
            </a:r>
            <a:endParaRPr lang="en-US" altLang="en-US" sz="3000" kern="0" dirty="0">
              <a:solidFill>
                <a:schemeClr val="tx1"/>
              </a:solidFill>
            </a:endParaRPr>
          </a:p>
          <a:p>
            <a:pPr marL="173038" lvl="1">
              <a:lnSpc>
                <a:spcPct val="80000"/>
              </a:lnSpc>
              <a:spcBef>
                <a:spcPts val="0"/>
              </a:spcBef>
            </a:pPr>
            <a:r>
              <a:rPr lang="en-US" altLang="en-US" sz="2800" kern="0" dirty="0">
                <a:solidFill>
                  <a:schemeClr val="tx1"/>
                </a:solidFill>
              </a:rPr>
              <a:t>A function whose main job is to call another function.</a:t>
            </a: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endParaRPr lang="en-US" altLang="en-US" sz="1800" b="1" kern="0" dirty="0">
              <a:solidFill>
                <a:srgbClr val="2D2DB9"/>
              </a:solidFill>
            </a:endParaRP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3000" b="1" kern="0" dirty="0">
                <a:solidFill>
                  <a:srgbClr val="2D2DB9"/>
                </a:solidFill>
              </a:rPr>
              <a:t>boilerplate code:</a:t>
            </a:r>
          </a:p>
          <a:p>
            <a:pPr marL="173038" lvl="1" indent="0">
              <a:lnSpc>
                <a:spcPct val="80000"/>
              </a:lnSpc>
              <a:spcBef>
                <a:spcPts val="0"/>
              </a:spcBef>
              <a:buFontTx/>
              <a:buNone/>
            </a:pPr>
            <a:r>
              <a:rPr lang="en-US" altLang="en-US" sz="2800" kern="0" dirty="0">
                <a:solidFill>
                  <a:schemeClr val="tx1"/>
                </a:solidFill>
              </a:rPr>
              <a:t>Sect</a:t>
            </a:r>
            <a:r>
              <a:rPr lang="en-US" altLang="en-US" sz="2800" kern="0" spc="-100" dirty="0">
                <a:solidFill>
                  <a:schemeClr val="tx1"/>
                </a:solidFill>
              </a:rPr>
              <a:t>ions</a:t>
            </a:r>
            <a:r>
              <a:rPr lang="en-US" altLang="en-US" sz="2400" kern="0" spc="-10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100" dirty="0">
                <a:solidFill>
                  <a:schemeClr val="tx1"/>
                </a:solidFill>
              </a:rPr>
              <a:t>o</a:t>
            </a:r>
            <a:r>
              <a:rPr lang="en-US" altLang="en-US" sz="2800" kern="0" dirty="0">
                <a:solidFill>
                  <a:schemeClr val="tx1"/>
                </a:solidFill>
              </a:rPr>
              <a:t>f</a:t>
            </a:r>
            <a:r>
              <a:rPr lang="en-US" altLang="en-US" sz="2400" kern="0" dirty="0">
                <a:solidFill>
                  <a:schemeClr val="tx1"/>
                </a:solidFill>
              </a:rPr>
              <a:t> </a:t>
            </a:r>
            <a:r>
              <a:rPr lang="en-US" altLang="en-US" sz="2800" kern="0" dirty="0">
                <a:solidFill>
                  <a:schemeClr val="tx1"/>
                </a:solidFill>
              </a:rPr>
              <a:t>code that </a:t>
            </a:r>
            <a:r>
              <a:rPr lang="en-US" altLang="en-US" sz="2800" u="sng" kern="0" dirty="0">
                <a:solidFill>
                  <a:schemeClr val="tx1"/>
                </a:solidFill>
              </a:rPr>
              <a:t>repeat</a:t>
            </a:r>
            <a:r>
              <a:rPr lang="en-US" altLang="en-US" sz="2400" u="sng" kern="0" dirty="0">
                <a:solidFill>
                  <a:schemeClr val="tx1"/>
                </a:solidFill>
              </a:rPr>
              <a:t> </a:t>
            </a:r>
            <a:r>
              <a:rPr lang="en-US" altLang="en-US" sz="2800" u="sng" kern="0" dirty="0">
                <a:solidFill>
                  <a:schemeClr val="tx1"/>
                </a:solidFill>
              </a:rPr>
              <a:t>in</a:t>
            </a:r>
            <a:r>
              <a:rPr lang="en-US" altLang="en-US" sz="2400" u="sng" kern="0" dirty="0">
                <a:solidFill>
                  <a:schemeClr val="tx1"/>
                </a:solidFill>
              </a:rPr>
              <a:t> </a:t>
            </a:r>
            <a:r>
              <a:rPr lang="en-US" altLang="en-US" sz="2800" u="sng" kern="0" dirty="0">
                <a:solidFill>
                  <a:schemeClr val="tx1"/>
                </a:solidFill>
              </a:rPr>
              <a:t>ma</a:t>
            </a:r>
            <a:r>
              <a:rPr lang="en-US" altLang="en-US" sz="2800" u="sng" kern="0" spc="-80" dirty="0">
                <a:solidFill>
                  <a:schemeClr val="tx1"/>
                </a:solidFill>
              </a:rPr>
              <a:t>ny</a:t>
            </a:r>
            <a:r>
              <a:rPr lang="en-US" altLang="en-US" sz="2400" u="sng" kern="0" spc="-80" dirty="0">
                <a:solidFill>
                  <a:schemeClr val="tx1"/>
                </a:solidFill>
              </a:rPr>
              <a:t> </a:t>
            </a:r>
            <a:r>
              <a:rPr lang="en-US" altLang="en-US" sz="2800" u="sng" kern="0" spc="-100" dirty="0">
                <a:solidFill>
                  <a:schemeClr val="tx1"/>
                </a:solidFill>
              </a:rPr>
              <a:t>p</a:t>
            </a:r>
            <a:r>
              <a:rPr lang="en-US" altLang="en-US" sz="2800" u="sng" kern="0" spc="-80" dirty="0">
                <a:solidFill>
                  <a:schemeClr val="tx1"/>
                </a:solidFill>
              </a:rPr>
              <a:t>l</a:t>
            </a:r>
            <a:r>
              <a:rPr lang="en-US" altLang="en-US" sz="2800" u="sng" kern="0" dirty="0">
                <a:solidFill>
                  <a:schemeClr val="tx1"/>
                </a:solidFill>
              </a:rPr>
              <a:t>aces</a:t>
            </a:r>
            <a:r>
              <a:rPr lang="en-US" altLang="en-US" sz="2400" kern="0" dirty="0">
                <a:solidFill>
                  <a:schemeClr val="tx1"/>
                </a:solidFill>
              </a:rPr>
              <a:t> </a:t>
            </a:r>
            <a:r>
              <a:rPr lang="en-US" altLang="en-US" sz="2800" kern="0" dirty="0">
                <a:solidFill>
                  <a:schemeClr val="tx1"/>
                </a:solidFill>
              </a:rPr>
              <a:t>with</a:t>
            </a:r>
            <a:r>
              <a:rPr lang="en-US" altLang="en-US" sz="2400" kern="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50" dirty="0">
                <a:solidFill>
                  <a:schemeClr val="tx1"/>
                </a:solidFill>
              </a:rPr>
              <a:t>l</a:t>
            </a:r>
            <a:r>
              <a:rPr lang="en-US" altLang="en-US" sz="2800" kern="0" dirty="0">
                <a:solidFill>
                  <a:schemeClr val="tx1"/>
                </a:solidFill>
              </a:rPr>
              <a:t>it</a:t>
            </a:r>
            <a:r>
              <a:rPr lang="en-US" altLang="en-US" sz="2800" kern="0" spc="-30" dirty="0">
                <a:solidFill>
                  <a:schemeClr val="tx1"/>
                </a:solidFill>
              </a:rPr>
              <a:t>t</a:t>
            </a:r>
            <a:r>
              <a:rPr lang="en-US" altLang="en-US" sz="2800" kern="0" spc="-80" dirty="0">
                <a:solidFill>
                  <a:schemeClr val="tx1"/>
                </a:solidFill>
              </a:rPr>
              <a:t>l</a:t>
            </a:r>
            <a:r>
              <a:rPr lang="en-US" altLang="en-US" sz="2800" kern="0" spc="-50" dirty="0">
                <a:solidFill>
                  <a:schemeClr val="tx1"/>
                </a:solidFill>
              </a:rPr>
              <a:t>e</a:t>
            </a:r>
            <a:r>
              <a:rPr lang="en-US" altLang="en-US" sz="2400" kern="0" spc="-5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50" dirty="0">
                <a:solidFill>
                  <a:schemeClr val="tx1"/>
                </a:solidFill>
              </a:rPr>
              <a:t>v</a:t>
            </a:r>
            <a:r>
              <a:rPr lang="en-US" altLang="en-US" sz="2800" kern="0" dirty="0">
                <a:solidFill>
                  <a:schemeClr val="tx1"/>
                </a:solidFill>
              </a:rPr>
              <a:t>ariat</a:t>
            </a:r>
            <a:r>
              <a:rPr lang="en-US" altLang="en-US" sz="2800" kern="0" spc="-70" dirty="0">
                <a:solidFill>
                  <a:schemeClr val="tx1"/>
                </a:solidFill>
              </a:rPr>
              <a:t>ion.</a:t>
            </a:r>
            <a:r>
              <a:rPr lang="en-US" altLang="en-US" sz="2800" kern="0" dirty="0">
                <a:solidFill>
                  <a:schemeClr val="tx1"/>
                </a:solidFill>
              </a:rPr>
              <a:t> Boilerplate can be reduced by:</a:t>
            </a:r>
          </a:p>
          <a:p>
            <a:pPr marL="396875" lvl="1" indent="-223838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2800" kern="0" spc="-100" dirty="0">
                <a:solidFill>
                  <a:schemeClr val="tx1"/>
                </a:solidFill>
              </a:rPr>
              <a:t>ha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vi</a:t>
            </a:r>
            <a:r>
              <a:rPr lang="en-US" altLang="en-US" sz="2800" kern="0" spc="-100" dirty="0">
                <a:solidFill>
                  <a:schemeClr val="tx1"/>
                </a:solidFill>
              </a:rPr>
              <a:t>n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g</a:t>
            </a:r>
            <a:r>
              <a:rPr lang="en-US" altLang="en-US" kern="0" spc="-2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Pyt</a:t>
            </a:r>
            <a:r>
              <a:rPr lang="en-US" altLang="en-US" sz="2800" kern="0" spc="-100" dirty="0">
                <a:solidFill>
                  <a:schemeClr val="tx1"/>
                </a:solidFill>
              </a:rPr>
              <a:t>ho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n</a:t>
            </a:r>
            <a:r>
              <a:rPr lang="en-US" altLang="en-US" kern="0" spc="-2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>
                <a:solidFill>
                  <a:srgbClr val="00B050"/>
                </a:solidFill>
              </a:rPr>
              <a:t>aut</a:t>
            </a:r>
            <a:r>
              <a:rPr lang="en-US" altLang="en-US" sz="2800" kern="0" spc="-100" dirty="0">
                <a:solidFill>
                  <a:srgbClr val="00B050"/>
                </a:solidFill>
              </a:rPr>
              <a:t>o</a:t>
            </a:r>
            <a:r>
              <a:rPr lang="en-US" altLang="en-US" sz="2800" kern="0" spc="-20" dirty="0">
                <a:solidFill>
                  <a:srgbClr val="00B050"/>
                </a:solidFill>
              </a:rPr>
              <a:t>mat</a:t>
            </a:r>
            <a:r>
              <a:rPr lang="en-US" altLang="en-US" sz="2800" kern="0" spc="-100" dirty="0">
                <a:solidFill>
                  <a:srgbClr val="00B050"/>
                </a:solidFill>
              </a:rPr>
              <a:t>i</a:t>
            </a:r>
            <a:r>
              <a:rPr lang="en-US" altLang="en-US" sz="2800" kern="0" spc="-20" dirty="0">
                <a:solidFill>
                  <a:srgbClr val="00B050"/>
                </a:solidFill>
              </a:rPr>
              <a:t>c</a:t>
            </a:r>
            <a:r>
              <a:rPr lang="en-US" altLang="en-US" sz="2800" kern="0" spc="-70" dirty="0">
                <a:solidFill>
                  <a:srgbClr val="00B050"/>
                </a:solidFill>
              </a:rPr>
              <a:t>al</a:t>
            </a:r>
            <a:r>
              <a:rPr lang="en-US" altLang="en-US" sz="2800" kern="0" spc="-20" dirty="0">
                <a:solidFill>
                  <a:srgbClr val="00B050"/>
                </a:solidFill>
              </a:rPr>
              <a:t>ly</a:t>
            </a:r>
            <a:r>
              <a:rPr lang="en-US" altLang="en-US" kern="0" spc="-20" dirty="0">
                <a:solidFill>
                  <a:srgbClr val="00B050"/>
                </a:solidFill>
              </a:rPr>
              <a:t> </a:t>
            </a:r>
            <a:r>
              <a:rPr lang="en-US" altLang="en-US" sz="2800" kern="0" spc="-60" dirty="0">
                <a:solidFill>
                  <a:srgbClr val="00B050"/>
                </a:solidFill>
              </a:rPr>
              <a:t>ins</a:t>
            </a:r>
            <a:r>
              <a:rPr lang="en-US" altLang="en-US" sz="2800" kern="0" spc="-20" dirty="0">
                <a:solidFill>
                  <a:srgbClr val="00B050"/>
                </a:solidFill>
              </a:rPr>
              <a:t>ert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 t</a:t>
            </a:r>
            <a:r>
              <a:rPr lang="en-US" altLang="en-US" sz="2800" kern="0" spc="-60" dirty="0">
                <a:solidFill>
                  <a:schemeClr val="tx1"/>
                </a:solidFill>
              </a:rPr>
              <a:t>he</a:t>
            </a:r>
            <a:r>
              <a:rPr lang="en-US" altLang="en-US" sz="2400" kern="0" spc="-6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60" dirty="0">
                <a:solidFill>
                  <a:schemeClr val="tx1"/>
                </a:solidFill>
              </a:rPr>
              <a:t>n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ee</a:t>
            </a:r>
            <a:r>
              <a:rPr lang="en-US" altLang="en-US" sz="2800" kern="0" spc="-60" dirty="0">
                <a:solidFill>
                  <a:schemeClr val="tx1"/>
                </a:solidFill>
              </a:rPr>
              <a:t>d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ed</a:t>
            </a:r>
            <a:r>
              <a:rPr lang="en-US" altLang="en-US" sz="2400" kern="0" spc="-2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b</a:t>
            </a:r>
            <a:r>
              <a:rPr lang="en-US" altLang="en-US" sz="2800" kern="0" spc="-120" dirty="0">
                <a:solidFill>
                  <a:schemeClr val="tx1"/>
                </a:solidFill>
              </a:rPr>
              <a:t>oil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er</a:t>
            </a:r>
            <a:r>
              <a:rPr lang="en-US" altLang="en-US" sz="2800" kern="0" spc="-100" dirty="0">
                <a:solidFill>
                  <a:schemeClr val="tx1"/>
                </a:solidFill>
              </a:rPr>
              <a:t>pl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ate</a:t>
            </a:r>
            <a:r>
              <a:rPr lang="en-US" altLang="en-US" sz="2400" kern="0" spc="-2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cod</a:t>
            </a:r>
            <a:r>
              <a:rPr lang="en-US" altLang="en-US" sz="2800" kern="0" spc="-120" dirty="0">
                <a:solidFill>
                  <a:schemeClr val="tx1"/>
                </a:solidFill>
              </a:rPr>
              <a:t>e,</a:t>
            </a:r>
            <a:r>
              <a:rPr lang="en-US" altLang="en-US" sz="2800" kern="0" dirty="0">
                <a:solidFill>
                  <a:schemeClr val="tx1"/>
                </a:solidFill>
              </a:rPr>
              <a:t> </a:t>
            </a:r>
          </a:p>
          <a:p>
            <a:pPr marL="396875" lvl="1" indent="-223838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2800" kern="0" spc="-20" dirty="0">
                <a:solidFill>
                  <a:schemeClr val="tx1"/>
                </a:solidFill>
              </a:rPr>
              <a:t>pr</a:t>
            </a:r>
            <a:r>
              <a:rPr lang="en-US" altLang="en-US" sz="2800" kern="0" spc="-60" dirty="0">
                <a:solidFill>
                  <a:schemeClr val="tx1"/>
                </a:solidFill>
              </a:rPr>
              <a:t>o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viding</a:t>
            </a:r>
            <a:r>
              <a:rPr lang="en-US" altLang="en-US" sz="2400" kern="0" spc="-2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some</a:t>
            </a:r>
            <a:r>
              <a:rPr lang="en-US" altLang="en-US" sz="2400" kern="0" spc="-2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mechanism</a:t>
            </a:r>
            <a:r>
              <a:rPr lang="en-US" altLang="en-US" sz="2400" kern="0" spc="-2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to</a:t>
            </a:r>
            <a:r>
              <a:rPr lang="en-US" altLang="en-US" sz="2400" kern="0" spc="-20" dirty="0">
                <a:solidFill>
                  <a:schemeClr val="tx1"/>
                </a:solidFill>
              </a:rPr>
              <a:t> </a:t>
            </a:r>
            <a:r>
              <a:rPr lang="en-US" altLang="en-US" sz="2800" kern="0" spc="-20" dirty="0">
                <a:solidFill>
                  <a:srgbClr val="00B050"/>
                </a:solidFill>
              </a:rPr>
              <a:t>use</a:t>
            </a:r>
            <a:r>
              <a:rPr lang="en-US" altLang="en-US" sz="2400" kern="0" spc="-20" dirty="0">
                <a:solidFill>
                  <a:srgbClr val="00B050"/>
                </a:solidFill>
              </a:rPr>
              <a:t> </a:t>
            </a:r>
            <a:r>
              <a:rPr lang="en-US" altLang="en-US" sz="2800" kern="0" spc="-20" dirty="0">
                <a:solidFill>
                  <a:srgbClr val="00B050"/>
                </a:solidFill>
              </a:rPr>
              <a:t>reasona</a:t>
            </a:r>
            <a:r>
              <a:rPr lang="en-US" altLang="en-US" sz="2800" kern="0" spc="-70" dirty="0">
                <a:solidFill>
                  <a:srgbClr val="00B050"/>
                </a:solidFill>
              </a:rPr>
              <a:t>bl</a:t>
            </a:r>
            <a:r>
              <a:rPr lang="en-US" altLang="en-US" sz="2800" kern="0" spc="-20" dirty="0">
                <a:solidFill>
                  <a:srgbClr val="00B050"/>
                </a:solidFill>
              </a:rPr>
              <a:t>e</a:t>
            </a:r>
            <a:r>
              <a:rPr lang="en-US" altLang="en-US" sz="2400" kern="0" spc="-20" dirty="0">
                <a:solidFill>
                  <a:srgbClr val="00B050"/>
                </a:solidFill>
              </a:rPr>
              <a:t> </a:t>
            </a:r>
            <a:r>
              <a:rPr lang="en-US" altLang="en-US" sz="2800" kern="0" spc="-20" dirty="0">
                <a:solidFill>
                  <a:srgbClr val="00B050"/>
                </a:solidFill>
              </a:rPr>
              <a:t>default</a:t>
            </a:r>
            <a:r>
              <a:rPr lang="en-US" altLang="en-US" sz="2400" kern="0" spc="-20" dirty="0">
                <a:solidFill>
                  <a:srgbClr val="00B050"/>
                </a:solidFill>
              </a:rPr>
              <a:t> </a:t>
            </a:r>
            <a:r>
              <a:rPr lang="en-US" altLang="en-US" sz="2800" kern="0" spc="-20" dirty="0">
                <a:solidFill>
                  <a:srgbClr val="00B050"/>
                </a:solidFill>
              </a:rPr>
              <a:t>settings</a:t>
            </a:r>
            <a:r>
              <a:rPr lang="en-US" altLang="en-US" sz="2800" kern="0" spc="-20" dirty="0">
                <a:solidFill>
                  <a:schemeClr val="tx1"/>
                </a:solidFill>
              </a:rPr>
              <a:t>.</a:t>
            </a:r>
          </a:p>
          <a:p>
            <a:pPr marL="173038">
              <a:lnSpc>
                <a:spcPct val="80000"/>
              </a:lnSpc>
            </a:pPr>
            <a:endParaRPr lang="en-US" altLang="en-US" sz="1800" b="1" kern="0" dirty="0">
              <a:solidFill>
                <a:srgbClr val="2D2DB9"/>
              </a:solidFill>
            </a:endParaRPr>
          </a:p>
          <a:p>
            <a:pPr marL="173038">
              <a:lnSpc>
                <a:spcPct val="80000"/>
              </a:lnSpc>
            </a:pPr>
            <a:r>
              <a:rPr lang="en-US" altLang="en-US" sz="3000" b="1" kern="0" dirty="0">
                <a:solidFill>
                  <a:srgbClr val="2D2DB9"/>
                </a:solidFill>
              </a:rPr>
              <a:t>syntactic sugar:</a:t>
            </a:r>
          </a:p>
          <a:p>
            <a:pPr marL="173038">
              <a:lnSpc>
                <a:spcPct val="8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charset="0"/>
              </a:rPr>
              <a:t>Syntax added for convenience, but not affecting </a:t>
            </a:r>
            <a:r>
              <a:rPr lang="en-US" sz="2800" dirty="0">
                <a:solidFill>
                  <a:srgbClr val="00B050"/>
                </a:solidFill>
                <a:latin typeface="Times New Roman" charset="0"/>
              </a:rPr>
              <a:t>functionality. </a:t>
            </a:r>
            <a:endParaRPr lang="en-US" altLang="en-US" sz="2800" dirty="0">
              <a:solidFill>
                <a:srgbClr val="00B050"/>
              </a:solidFill>
              <a:ea typeface="source sans pro"/>
            </a:endParaRPr>
          </a:p>
          <a:p>
            <a:pPr marL="396875" lvl="1" indent="-223838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kumimoji="0" lang="en-US" sz="2800" b="0" i="0" u="none" strike="noStrike" cap="none" spc="-20" normalizeH="0" dirty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235226" y="5229224"/>
            <a:ext cx="8832574" cy="357621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59026" y="22718"/>
            <a:ext cx="8832574" cy="3939681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 flipH="1">
            <a:off x="6904495" y="411997"/>
            <a:ext cx="2895600" cy="762761"/>
            <a:chOff x="-617792" y="299658"/>
            <a:chExt cx="2586315" cy="762761"/>
          </a:xfrm>
        </p:grpSpPr>
        <p:sp>
          <p:nvSpPr>
            <p:cNvPr id="5" name="Trapezoid 4"/>
            <p:cNvSpPr/>
            <p:nvPr/>
          </p:nvSpPr>
          <p:spPr bwMode="auto">
            <a:xfrm rot="18900000">
              <a:off x="-617792" y="337317"/>
              <a:ext cx="2586315" cy="676095"/>
            </a:xfrm>
            <a:prstGeom prst="trapezoid">
              <a:avLst>
                <a:gd name="adj" fmla="val 100893"/>
              </a:avLst>
            </a:prstGeom>
            <a:solidFill>
              <a:srgbClr val="FFFF00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新細明體" charset="-12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 rot="18900000">
              <a:off x="-547293" y="299658"/>
              <a:ext cx="2456662" cy="7627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1800" spc="-6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 </a:t>
              </a:r>
              <a:r>
                <a:rPr kumimoji="1" lang="en-US" altLang="zh-TW" sz="2400" spc="-6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Slide</a:t>
              </a:r>
              <a:r>
                <a:rPr kumimoji="1" lang="en-US" altLang="zh-TW" sz="1200" spc="-6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 </a:t>
              </a:r>
              <a:r>
                <a:rPr kumimoji="1" lang="en-US" altLang="zh-TW" sz="2400" spc="-6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1 of</a:t>
              </a:r>
            </a:p>
            <a:p>
              <a:pPr algn="ctr" fontAlgn="base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spc="-6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t</a:t>
              </a:r>
              <a:r>
                <a:rPr kumimoji="1" lang="en-US" altLang="zh-TW" sz="2400" spc="-10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he</a:t>
              </a:r>
              <a:r>
                <a:rPr kumimoji="1" lang="en-US" altLang="zh-TW" spc="-10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 </a:t>
              </a:r>
              <a:r>
                <a:rPr kumimoji="1" lang="en-US" altLang="zh-TW" sz="2400" spc="-6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pr</a:t>
              </a:r>
              <a:r>
                <a:rPr kumimoji="1" lang="en-US" altLang="zh-TW" sz="2400" spc="-9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e</a:t>
              </a:r>
              <a:r>
                <a:rPr kumimoji="1" lang="en-US" altLang="zh-TW" sz="2400" spc="-6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v</a:t>
              </a:r>
              <a:r>
                <a:rPr kumimoji="1" lang="en-US" altLang="zh-TW" sz="2400" spc="-9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ious</a:t>
              </a:r>
              <a:r>
                <a:rPr kumimoji="1" lang="en-US" altLang="zh-TW" spc="-9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 </a:t>
              </a:r>
              <a:r>
                <a:rPr kumimoji="1" lang="en-US" altLang="zh-TW" sz="2400" spc="-9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l</a:t>
              </a:r>
              <a:r>
                <a:rPr kumimoji="1" lang="en-US" altLang="zh-TW" sz="2400" spc="-60" dirty="0">
                  <a:solidFill>
                    <a:schemeClr val="tx1"/>
                  </a:solidFill>
                  <a:latin typeface="Arial Unicode MS" panose="020B0604020202020204" pitchFamily="34" charset="-120"/>
                  <a:ea typeface="Arial Unicode MS" panose="020B0604020202020204" pitchFamily="34" charset="-120"/>
                  <a:cs typeface="Arial Unicode MS" panose="020B0604020202020204" pitchFamily="34" charset="-120"/>
                </a:rPr>
                <a:t>ecture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575885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521"/>
    </mc:Choice>
    <mc:Fallback xmlns="">
      <p:transition spd="slow" advTm="955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  <p:extLst>
    <p:ext uri="{3A86A75C-4F4B-4683-9AE1-C65F6400EC91}">
      <p14:laserTraceLst xmlns:p14="http://schemas.microsoft.com/office/powerpoint/2010/main">
        <p14:tracePtLst>
          <p14:tracePt t="2549" x="4508500" y="4756150"/>
          <p14:tracePt t="2556" x="4495800" y="4711700"/>
          <p14:tracePt t="2567" x="4470400" y="4667250"/>
          <p14:tracePt t="2585" x="4394200" y="4489450"/>
          <p14:tracePt t="2601" x="4343400" y="4343400"/>
          <p14:tracePt t="2617" x="4292600" y="4235450"/>
          <p14:tracePt t="2634" x="4210050" y="4025900"/>
          <p14:tracePt t="2650" x="4133850" y="3803650"/>
          <p14:tracePt t="2667" x="4083050" y="3689350"/>
          <p14:tracePt t="2684" x="3975100" y="3486150"/>
          <p14:tracePt t="2701" x="3873500" y="3289300"/>
          <p14:tracePt t="2717" x="3822700" y="3194050"/>
          <p14:tracePt t="2734" x="3740150" y="3041650"/>
          <p14:tracePt t="2750" x="3651250" y="2927350"/>
          <p14:tracePt t="2768" x="3619500" y="2882900"/>
          <p14:tracePt t="2784" x="3543300" y="2794000"/>
          <p14:tracePt t="2800" x="3505200" y="2736850"/>
          <p14:tracePt t="2818" x="3429000" y="2628900"/>
          <p14:tracePt t="2833" x="3378200" y="2527300"/>
          <p14:tracePt t="2850" x="3340100" y="2482850"/>
          <p14:tracePt t="2866" x="3289300" y="2406650"/>
          <p14:tracePt t="2883" x="3270250" y="2362200"/>
          <p14:tracePt t="2901" x="3244850" y="2330450"/>
          <p14:tracePt t="2916" x="3181350" y="2190750"/>
          <p14:tracePt t="2933" x="3168650" y="2146300"/>
          <p14:tracePt t="2950" x="3117850" y="2076450"/>
          <p14:tracePt t="2966" x="3067050" y="2000250"/>
          <p14:tracePt t="2983" x="3048000" y="1981200"/>
          <p14:tracePt t="3001" x="2990850" y="1905000"/>
          <p14:tracePt t="3016" x="2971800" y="1885950"/>
          <p14:tracePt t="3033" x="2921000" y="1828800"/>
          <p14:tracePt t="3049" x="2901950" y="1803400"/>
          <p14:tracePt t="3066" x="2851150" y="1739900"/>
          <p14:tracePt t="3082" x="2825750" y="1720850"/>
          <p14:tracePt t="3099" x="2806700" y="1682750"/>
          <p14:tracePt t="3116" x="2749550" y="1625600"/>
          <p14:tracePt t="3133" x="2705100" y="1574800"/>
          <p14:tracePt t="3149" x="2686050" y="1543050"/>
          <p14:tracePt t="3165" x="2660650" y="1492250"/>
          <p14:tracePt t="3183" x="2647950" y="1447800"/>
          <p14:tracePt t="3199" x="2635250" y="1428750"/>
          <p14:tracePt t="3215" x="2622550" y="1403350"/>
          <p14:tracePt t="3232" x="2603500" y="1371600"/>
          <p14:tracePt t="3265" x="2603500" y="1365250"/>
          <p14:tracePt t="3602" x="2603500" y="1352550"/>
          <p14:tracePt t="3609" x="2603500" y="1320800"/>
          <p14:tracePt t="3623" x="2603500" y="1295400"/>
          <p14:tracePt t="3633" x="2603500" y="1257300"/>
          <p14:tracePt t="3648" x="2603500" y="1219200"/>
          <p14:tracePt t="3664" x="2603500" y="1111250"/>
          <p14:tracePt t="3681" x="2590800" y="996950"/>
          <p14:tracePt t="3697" x="2590800" y="933450"/>
          <p14:tracePt t="3713" x="2590800" y="869950"/>
          <p14:tracePt t="3730" x="2571750" y="647700"/>
          <p14:tracePt t="3747" x="2571750" y="596900"/>
          <p14:tracePt t="3763" x="2571750" y="546100"/>
          <p14:tracePt t="3780" x="2571750" y="514350"/>
          <p14:tracePt t="3796" x="2571750" y="501650"/>
          <p14:tracePt t="3841" x="2571750" y="508000"/>
          <p14:tracePt t="3855" x="2571750" y="514350"/>
          <p14:tracePt t="3866" x="2571750" y="527050"/>
          <p14:tracePt t="3879" x="2571750" y="552450"/>
          <p14:tracePt t="3896" x="2565400" y="660400"/>
          <p14:tracePt t="3913" x="2552700" y="850900"/>
          <p14:tracePt t="3929" x="2552700" y="977900"/>
          <p14:tracePt t="3946" x="2540000" y="1339850"/>
          <p14:tracePt t="3963" x="2527300" y="1866900"/>
          <p14:tracePt t="3979" x="2527300" y="2178050"/>
          <p14:tracePt t="3996" x="2533650" y="2724150"/>
          <p14:tracePt t="4012" x="2533650" y="2959100"/>
          <p14:tracePt t="4029" x="2533650" y="3479800"/>
          <p14:tracePt t="4047" x="2565400" y="4013200"/>
          <p14:tracePt t="4062" x="2565400" y="4191000"/>
          <p14:tracePt t="4079" x="2565400" y="4527550"/>
          <p14:tracePt t="4096" x="2565400" y="4756150"/>
          <p14:tracePt t="4112" x="2565400" y="4857750"/>
          <p14:tracePt t="4129" x="2552700" y="5035550"/>
          <p14:tracePt t="4145" x="2540000" y="5149850"/>
          <p14:tracePt t="4162" x="2540000" y="5194300"/>
          <p14:tracePt t="4179" x="2540000" y="5270500"/>
          <p14:tracePt t="4195" x="2533650" y="5334000"/>
          <p14:tracePt t="4212" x="2533650" y="5353050"/>
          <p14:tracePt t="4228" x="2533650" y="5397500"/>
          <p14:tracePt t="4245" x="2540000" y="5448300"/>
          <p14:tracePt t="4262" x="2540000" y="5480050"/>
          <p14:tracePt t="4279" x="2552700" y="5543550"/>
          <p14:tracePt t="4295" x="2559050" y="5607050"/>
          <p14:tracePt t="4311" x="2565400" y="5619750"/>
          <p14:tracePt t="4328" x="2571750" y="5664200"/>
          <p14:tracePt t="4345" x="2571750" y="5676900"/>
          <p14:tracePt t="4362" x="2571750" y="5695950"/>
          <p14:tracePt t="4378" x="2578100" y="5721350"/>
          <p14:tracePt t="4395" x="2578100" y="5734050"/>
          <p14:tracePt t="4411" x="2578100" y="5759450"/>
          <p14:tracePt t="4428" x="2578100" y="5784850"/>
          <p14:tracePt t="4444" x="2578100" y="5791200"/>
          <p14:tracePt t="4461" x="2578100" y="5803900"/>
          <p14:tracePt t="4478" x="2584450" y="5816600"/>
          <p14:tracePt t="4495" x="2584450" y="5822950"/>
          <p14:tracePt t="4511" x="2584450" y="5829300"/>
          <p14:tracePt t="4536" x="2584450" y="5835650"/>
          <p14:tracePt t="4642" x="2584450" y="5829300"/>
          <p14:tracePt t="4656" x="2584450" y="5822950"/>
          <p14:tracePt t="4664" x="2584450" y="5816600"/>
          <p14:tracePt t="4679" x="2584450" y="5797550"/>
          <p14:tracePt t="4693" x="2584450" y="5778500"/>
          <p14:tracePt t="4710" x="2584450" y="5689600"/>
          <p14:tracePt t="4727" x="2584450" y="5537200"/>
          <p14:tracePt t="4743" x="2584450" y="5422900"/>
          <p14:tracePt t="4760" x="2584450" y="5156200"/>
          <p14:tracePt t="4777" x="2584450" y="4686300"/>
          <p14:tracePt t="4793" x="2584450" y="4400550"/>
          <p14:tracePt t="4811" x="2597150" y="3803650"/>
          <p14:tracePt t="4826" x="2597150" y="3492500"/>
          <p14:tracePt t="4843" x="2597150" y="2921000"/>
          <p14:tracePt t="4860" x="2590800" y="2444750"/>
          <p14:tracePt t="4876" x="2590800" y="2266950"/>
          <p14:tracePt t="4893" x="2578100" y="1917700"/>
          <p14:tracePt t="4910" x="2565400" y="1612900"/>
          <p14:tracePt t="4926" x="2559050" y="1485900"/>
          <p14:tracePt t="4943" x="2533650" y="1270000"/>
          <p14:tracePt t="4960" x="2527300" y="1130300"/>
          <p14:tracePt t="4976" x="2514600" y="1066800"/>
          <p14:tracePt t="4993" x="2501900" y="971550"/>
          <p14:tracePt t="5009" x="2476500" y="869950"/>
          <p14:tracePt t="5026" x="2463800" y="819150"/>
          <p14:tracePt t="5044" x="2444750" y="685800"/>
          <p14:tracePt t="5059" x="2425700" y="609600"/>
          <p14:tracePt t="5075" x="2406650" y="444500"/>
          <p14:tracePt t="5093" x="2400300" y="311150"/>
          <p14:tracePt t="5109" x="2400300" y="273050"/>
          <p14:tracePt t="5127" x="2400300" y="254000"/>
          <p14:tracePt t="5142" x="2400300" y="203200"/>
          <p14:tracePt t="5159" x="2400300" y="190500"/>
          <p14:tracePt t="5176" x="2400300" y="177800"/>
          <p14:tracePt t="5192" x="2400300" y="171450"/>
          <p14:tracePt t="5239" x="2400300" y="177800"/>
          <p14:tracePt t="5246" x="2406650" y="190500"/>
          <p14:tracePt t="5261" x="2406650" y="203200"/>
          <p14:tracePt t="5275" x="2406650" y="228600"/>
          <p14:tracePt t="5292" x="2419350" y="355600"/>
          <p14:tracePt t="5308" x="2419350" y="469900"/>
          <p14:tracePt t="5325" x="2432050" y="1022350"/>
          <p14:tracePt t="5341" x="2444750" y="1257300"/>
          <p14:tracePt t="5358" x="2444750" y="1778000"/>
          <p14:tracePt t="5374" x="2444750" y="2298700"/>
          <p14:tracePt t="5391" x="2444750" y="2559050"/>
          <p14:tracePt t="5409" x="2444750" y="2997200"/>
          <p14:tracePt t="5424" x="2457450" y="3263900"/>
          <p14:tracePt t="5441" x="2533650" y="3784600"/>
          <p14:tracePt t="5458" x="2584450" y="4203700"/>
          <p14:tracePt t="5474" x="2635250" y="4521200"/>
          <p14:tracePt t="5491" x="2647950" y="4679950"/>
          <p14:tracePt t="5507" x="2686050" y="5048250"/>
          <p14:tracePt t="5524" x="2686050" y="5137150"/>
          <p14:tracePt t="5541" x="2698750" y="5219700"/>
          <p14:tracePt t="5557" x="2717800" y="5378450"/>
          <p14:tracePt t="5574" x="2717800" y="5416550"/>
          <p14:tracePt t="5592" x="2736850" y="5530850"/>
          <p14:tracePt t="5607" x="2736850" y="5575300"/>
          <p14:tracePt t="5624" x="2743200" y="5645150"/>
          <p14:tracePt t="5641" x="2749550" y="5676900"/>
          <p14:tracePt t="5657" x="2749550" y="5683250"/>
          <p14:tracePt t="5674" x="2749550" y="5689600"/>
          <p14:tracePt t="5829" x="2743200" y="5689600"/>
          <p14:tracePt t="6103" x="2743200" y="5683250"/>
          <p14:tracePt t="6209" x="2736850" y="5676900"/>
          <p14:tracePt t="6440" x="2736850" y="5670550"/>
          <p14:tracePt t="6455" x="2736850" y="5664200"/>
          <p14:tracePt t="6461" x="2736850" y="5657850"/>
          <p14:tracePt t="6482" x="2736850" y="5651500"/>
          <p14:tracePt t="6505" x="2736850" y="5645150"/>
          <p14:tracePt t="6510" x="2730500" y="5638800"/>
          <p14:tracePt t="6525" x="2730500" y="5626100"/>
          <p14:tracePt t="6537" x="2724150" y="5613400"/>
          <p14:tracePt t="6555" x="2711450" y="5568950"/>
          <p14:tracePt t="6570" x="2705100" y="5543550"/>
          <p14:tracePt t="6587" x="2679700" y="5480050"/>
          <p14:tracePt t="6604" x="2667000" y="5422900"/>
          <p14:tracePt t="6620" x="2654300" y="5378450"/>
          <p14:tracePt t="6638" x="2622550" y="5308600"/>
          <p14:tracePt t="6654" x="2565400" y="5207000"/>
          <p14:tracePt t="6670" x="2546350" y="5149850"/>
          <p14:tracePt t="6687" x="2489200" y="5048250"/>
          <p14:tracePt t="6703" x="2457450" y="4965700"/>
          <p14:tracePt t="6720" x="2438400" y="4921250"/>
          <p14:tracePt t="6737" x="2425700" y="4857750"/>
          <p14:tracePt t="6753" x="2406650" y="4813300"/>
          <p14:tracePt t="6770" x="2400300" y="4800600"/>
          <p14:tracePt t="6787" x="2400300" y="4794250"/>
          <p14:tracePt t="6803" x="2393950" y="4794250"/>
          <p14:tracePt t="6821" x="2393950" y="4781550"/>
          <p14:tracePt t="6981" x="2393950" y="4787900"/>
          <p14:tracePt t="15129" x="2374900" y="4794250"/>
          <p14:tracePt t="15136" x="2330450" y="4806950"/>
          <p14:tracePt t="15144" x="2311400" y="4819650"/>
          <p14:tracePt t="15158" x="2241550" y="4857750"/>
          <p14:tracePt t="15174" x="2178050" y="4902200"/>
          <p14:tracePt t="15191" x="2108200" y="4946650"/>
          <p14:tracePt t="15208" x="2032000" y="5029200"/>
          <p14:tracePt t="15223" x="1987550" y="5086350"/>
          <p14:tracePt t="15240" x="1949450" y="5137150"/>
          <p14:tracePt t="15257" x="1917700" y="5213350"/>
          <p14:tracePt t="15273" x="1898650" y="5238750"/>
          <p14:tracePt t="15291" x="1885950" y="5264150"/>
          <p14:tracePt t="15306" x="1885950" y="5270500"/>
          <p14:tracePt t="15382" x="1885950" y="5264150"/>
          <p14:tracePt t="15417" x="1885950" y="5257800"/>
          <p14:tracePt t="15452" x="1885950" y="5251450"/>
          <p14:tracePt t="15467" x="1885950" y="5245100"/>
          <p14:tracePt t="15488" x="1879600" y="5238750"/>
          <p14:tracePt t="15502" x="1879600" y="5232400"/>
          <p14:tracePt t="15509" x="1873250" y="5232400"/>
          <p14:tracePt t="15523" x="1860550" y="5219700"/>
          <p14:tracePt t="15539" x="1841500" y="5187950"/>
          <p14:tracePt t="15556" x="1828800" y="5156200"/>
          <p14:tracePt t="15573" x="1771650" y="5054600"/>
          <p14:tracePt t="15589" x="1739900" y="4972050"/>
          <p14:tracePt t="15606" x="1695450" y="4838700"/>
          <p14:tracePt t="15622" x="1657350" y="4730750"/>
          <p14:tracePt t="15639" x="1638300" y="4673600"/>
          <p14:tracePt t="15656" x="1625600" y="4603750"/>
          <p14:tracePt t="15672" x="1619250" y="4572000"/>
          <p14:tracePt t="15689" x="1612900" y="4565650"/>
          <p14:tracePt t="15706" x="1612900" y="4552950"/>
          <p14:tracePt t="15722" x="1612900" y="4546600"/>
          <p14:tracePt t="15755" x="1619250" y="4546600"/>
          <p14:tracePt t="15771" x="1625600" y="4546600"/>
          <p14:tracePt t="15788" x="1631950" y="4546600"/>
          <p14:tracePt t="15804" x="1663700" y="4546600"/>
          <p14:tracePt t="15821" x="1676400" y="4546600"/>
          <p14:tracePt t="15839" x="1739900" y="4559300"/>
          <p14:tracePt t="15855" x="1828800" y="4603750"/>
          <p14:tracePt t="15871" x="1873250" y="4648200"/>
          <p14:tracePt t="15888" x="1987550" y="4756150"/>
          <p14:tracePt t="15904" x="2089150" y="4889500"/>
          <p14:tracePt t="15921" x="2152650" y="4972050"/>
          <p14:tracePt t="15938" x="2228850" y="5130800"/>
          <p14:tracePt t="15954" x="2324100" y="5308600"/>
          <p14:tracePt t="15971" x="2362200" y="5384800"/>
          <p14:tracePt t="15988" x="2432050" y="5537200"/>
          <p14:tracePt t="16004" x="2514600" y="5676900"/>
          <p14:tracePt t="16022" x="2559050" y="5772150"/>
          <p14:tracePt t="16037" x="2584450" y="5816600"/>
          <p14:tracePt t="16054" x="2622550" y="5880100"/>
          <p14:tracePt t="16071" x="2667000" y="5937250"/>
          <p14:tracePt t="16087" x="2673350" y="5969000"/>
          <p14:tracePt t="16104" x="2711450" y="6019800"/>
          <p14:tracePt t="16121" x="2730500" y="6064250"/>
          <p14:tracePt t="16137" x="2749550" y="6076950"/>
          <p14:tracePt t="16154" x="2768600" y="6089650"/>
          <p14:tracePt t="16170" x="2806700" y="6127750"/>
          <p14:tracePt t="16187" x="2870200" y="6159500"/>
          <p14:tracePt t="16204" x="2959100" y="6191250"/>
          <p14:tracePt t="16219" x="3022600" y="6210300"/>
          <p14:tracePt t="16237" x="3181350" y="6229350"/>
          <p14:tracePt t="16254" x="3333750" y="6242050"/>
          <p14:tracePt t="16270" x="3422650" y="6242050"/>
          <p14:tracePt t="16287" x="3575050" y="6229350"/>
          <p14:tracePt t="16303" x="3752850" y="6165850"/>
          <p14:tracePt t="16320" x="3829050" y="6115050"/>
          <p14:tracePt t="16336" x="3975100" y="6007100"/>
          <p14:tracePt t="16353" x="4057650" y="5886450"/>
          <p14:tracePt t="16370" x="4089400" y="5822950"/>
          <p14:tracePt t="16387" x="4127500" y="5664200"/>
          <p14:tracePt t="16403" x="4140200" y="5575300"/>
          <p14:tracePt t="16419" x="4140200" y="5384800"/>
          <p14:tracePt t="16437" x="4070350" y="5149850"/>
          <p14:tracePt t="16453" x="4019550" y="5041900"/>
          <p14:tracePt t="16469" x="3911600" y="4857750"/>
          <p14:tracePt t="16486" x="3771900" y="4737100"/>
          <p14:tracePt t="16502" x="3689350" y="4679950"/>
          <p14:tracePt t="16519" x="3530600" y="4641850"/>
          <p14:tracePt t="16536" x="3390900" y="4635500"/>
          <p14:tracePt t="16552" x="3308350" y="4648200"/>
          <p14:tracePt t="16570" x="3200400" y="4705350"/>
          <p14:tracePt t="16586" x="3105150" y="4775200"/>
          <p14:tracePt t="16602" x="3079750" y="4819650"/>
          <p14:tracePt t="16619" x="3022600" y="4921250"/>
          <p14:tracePt t="16635" x="3016250" y="5022850"/>
          <p14:tracePt t="16652" x="3016250" y="5105400"/>
          <p14:tracePt t="16669" x="3067050" y="5226050"/>
          <p14:tracePt t="16685" x="3136900" y="5384800"/>
          <p14:tracePt t="16702" x="3175000" y="5441950"/>
          <p14:tracePt t="16718" x="3270250" y="5562600"/>
          <p14:tracePt t="16735" x="3352800" y="5626100"/>
          <p14:tracePt t="16753" x="3435350" y="5664200"/>
          <p14:tracePt t="16768" x="3479800" y="5676900"/>
          <p14:tracePt t="16785" x="3530600" y="5683250"/>
          <p14:tracePt t="16802" x="3606800" y="5702300"/>
          <p14:tracePt t="16818" x="3651250" y="5715000"/>
          <p14:tracePt t="16835" x="3676650" y="5715000"/>
          <p14:tracePt t="16852" x="3714750" y="5715000"/>
          <p14:tracePt t="16867" x="3752850" y="5695950"/>
          <p14:tracePt t="16885" x="3765550" y="5676900"/>
          <p14:tracePt t="16901" x="3784600" y="5613400"/>
          <p14:tracePt t="16918" x="3784600" y="5594350"/>
          <p14:tracePt t="17369" x="3740150" y="5588000"/>
          <p14:tracePt t="17375" x="3676650" y="5575300"/>
          <p14:tracePt t="17390" x="3625850" y="5568950"/>
          <p14:tracePt t="17399" x="3530600" y="5556250"/>
          <p14:tracePt t="17416" x="3467100" y="5549900"/>
          <p14:tracePt t="17433" x="3321050" y="5530850"/>
          <p14:tracePt t="17449" x="3181350" y="5511800"/>
          <p14:tracePt t="17467" x="3124200" y="5492750"/>
          <p14:tracePt t="17482" x="3003550" y="5467350"/>
          <p14:tracePt t="17499" x="2882900" y="5410200"/>
          <p14:tracePt t="17516" x="2781300" y="5353050"/>
          <p14:tracePt t="17532" x="2743200" y="5321300"/>
          <p14:tracePt t="17549" x="2686050" y="5251450"/>
          <p14:tracePt t="17567" x="2647950" y="5187950"/>
          <p14:tracePt t="17582" x="2628900" y="5156200"/>
          <p14:tracePt t="17599" x="2616200" y="5137150"/>
          <p14:tracePt t="17615" x="2584450" y="5054600"/>
          <p14:tracePt t="17632" x="2578100" y="5035550"/>
          <p14:tracePt t="17648" x="2571750" y="5003800"/>
          <p14:tracePt t="17665" x="2559050" y="4972050"/>
          <p14:tracePt t="17682" x="2559050" y="4927600"/>
          <p14:tracePt t="17699" x="2552700" y="4876800"/>
          <p14:tracePt t="17715" x="2552700" y="4851400"/>
          <p14:tracePt t="17732" x="2552700" y="4800600"/>
          <p14:tracePt t="17748" x="2552700" y="4762500"/>
          <p14:tracePt t="17765" x="2552700" y="4743450"/>
          <p14:tracePt t="17782" x="2552700" y="4718050"/>
          <p14:tracePt t="17798" x="2559050" y="4679950"/>
          <p14:tracePt t="17815" x="2559050" y="4660900"/>
          <p14:tracePt t="17832" x="2565400" y="4635500"/>
          <p14:tracePt t="17848" x="2578100" y="4584700"/>
          <p14:tracePt t="17864" x="2578100" y="4565650"/>
          <p14:tracePt t="17882" x="2590800" y="4533900"/>
          <p14:tracePt t="17897" x="2590800" y="4521200"/>
          <p14:tracePt t="17914" x="2590800" y="4508500"/>
          <p14:tracePt t="17931" x="2590800" y="4489450"/>
          <p14:tracePt t="17947" x="2590800" y="4483100"/>
          <p14:tracePt t="17964" x="2590800" y="4470400"/>
          <p14:tracePt t="17981" x="2590800" y="4464050"/>
          <p14:tracePt t="17997" x="2584450" y="4457700"/>
          <p14:tracePt t="18015" x="2565400" y="4451350"/>
          <p14:tracePt t="18031" x="2552700" y="4445000"/>
          <p14:tracePt t="18047" x="2533650" y="4438650"/>
          <p14:tracePt t="18064" x="2489200" y="4432300"/>
          <p14:tracePt t="18080" x="2419350" y="4425950"/>
          <p14:tracePt t="18097" x="2393950" y="4425950"/>
          <p14:tracePt t="18114" x="2305050" y="4419600"/>
          <p14:tracePt t="18130" x="2254250" y="4419600"/>
          <p14:tracePt t="18147" x="2152650" y="4419600"/>
          <p14:tracePt t="18163" x="2057400" y="4419600"/>
          <p14:tracePt t="18180" x="1974850" y="4438650"/>
          <p14:tracePt t="18198" x="1917700" y="4445000"/>
          <p14:tracePt t="18213" x="1898650" y="4451350"/>
          <p14:tracePt t="18230" x="1873250" y="4451350"/>
          <p14:tracePt t="18247" x="1816100" y="4464050"/>
          <p14:tracePt t="18263" x="1803400" y="4470400"/>
          <p14:tracePt t="18280" x="1790700" y="4470400"/>
          <p14:tracePt t="18296" x="1771650" y="4476750"/>
          <p14:tracePt t="18313" x="1765300" y="4476750"/>
          <p14:tracePt t="18330" x="1758950" y="4476750"/>
          <p14:tracePt t="18346" x="1752600" y="4476750"/>
          <p14:tracePt t="18362" x="1746250" y="4476750"/>
          <p14:tracePt t="18396" x="1746250" y="4483100"/>
          <p14:tracePt t="18422" x="1739900" y="4483100"/>
          <p14:tracePt t="18542" x="1746250" y="4476750"/>
          <p14:tracePt t="18549" x="1752600" y="4476750"/>
          <p14:tracePt t="18565" x="1758950" y="4476750"/>
          <p14:tracePt t="18578" x="1771650" y="4476750"/>
          <p14:tracePt t="18595" x="1778000" y="4476750"/>
          <p14:tracePt t="18614" x="1797050" y="4476750"/>
          <p14:tracePt t="18628" x="1822450" y="4476750"/>
          <p14:tracePt t="18645" x="1873250" y="4476750"/>
          <p14:tracePt t="18662" x="2012950" y="4483100"/>
          <p14:tracePt t="18678" x="2114550" y="4483100"/>
          <p14:tracePt t="18695" x="2216150" y="4483100"/>
          <p14:tracePt t="18712" x="2432050" y="4483100"/>
          <p14:tracePt t="18728" x="2546350" y="4489450"/>
          <p14:tracePt t="18746" x="2762250" y="4502150"/>
          <p14:tracePt t="18761" x="2863850" y="4514850"/>
          <p14:tracePt t="18778" x="2952750" y="4514850"/>
          <p14:tracePt t="18795" x="3079750" y="4533900"/>
          <p14:tracePt t="18811" x="3136900" y="4533900"/>
          <p14:tracePt t="18828" x="3175000" y="4540250"/>
          <p14:tracePt t="18845" x="3270250" y="4546600"/>
          <p14:tracePt t="18861" x="3295650" y="4546600"/>
          <p14:tracePt t="18878" x="3346450" y="4546600"/>
          <p14:tracePt t="18894" x="3365500" y="4546600"/>
          <p14:tracePt t="18911" x="3384550" y="4546600"/>
          <p14:tracePt t="18928" x="3429000" y="4546600"/>
          <p14:tracePt t="18944" x="3441700" y="4546600"/>
          <p14:tracePt t="18961" x="3467100" y="4546600"/>
          <p14:tracePt t="18978" x="3479800" y="4546600"/>
          <p14:tracePt t="18994" x="3486150" y="4546600"/>
          <p14:tracePt t="19010" x="3505200" y="4546600"/>
          <p14:tracePt t="19027" x="3511550" y="4546600"/>
          <p14:tracePt t="19044" x="3517900" y="4546600"/>
          <p14:tracePt t="19060" x="3524250" y="4546600"/>
          <p14:tracePt t="19093" x="3530600" y="4546600"/>
          <p14:tracePt t="19300" x="3536950" y="4540250"/>
          <p14:tracePt t="19307" x="3543300" y="4540250"/>
          <p14:tracePt t="19357" x="3549650" y="4540250"/>
          <p14:tracePt t="19371" x="3556000" y="4540250"/>
          <p14:tracePt t="19393" x="3562350" y="4540250"/>
          <p14:tracePt t="19434" x="3562350" y="4533900"/>
          <p14:tracePt t="19476" x="3568700" y="4527550"/>
          <p14:tracePt t="19505" x="3575050" y="4521200"/>
          <p14:tracePt t="19527" x="3575050" y="4514850"/>
          <p14:tracePt t="19554" x="3581400" y="4514850"/>
          <p14:tracePt t="19561" x="3581400" y="4508500"/>
          <p14:tracePt t="19603" x="3575050" y="4508500"/>
          <p14:tracePt t="19617" x="3568700" y="4508500"/>
          <p14:tracePt t="19631" x="3556000" y="4508500"/>
          <p14:tracePt t="19638" x="3530600" y="4508500"/>
          <p14:tracePt t="19652" x="3505200" y="4508500"/>
          <p14:tracePt t="19666" x="3467100" y="4521200"/>
          <p14:tracePt t="19680" x="3416300" y="4521200"/>
          <p14:tracePt t="19692" x="3359150" y="4527550"/>
          <p14:tracePt t="19709" x="3295650" y="4527550"/>
          <p14:tracePt t="19725" x="3187700" y="4540250"/>
          <p14:tracePt t="19741" x="3136900" y="4546600"/>
          <p14:tracePt t="19757" x="3098800" y="4546600"/>
          <p14:tracePt t="19774" x="3048000" y="4546600"/>
          <p14:tracePt t="19791" x="3035300" y="4546600"/>
          <p14:tracePt t="19808" x="3022600" y="4552950"/>
          <p14:tracePt t="19824" x="3016250" y="4552950"/>
          <p14:tracePt t="19891" x="3009900" y="4552950"/>
          <p14:tracePt t="19982" x="3003550" y="4552950"/>
          <p14:tracePt t="20018" x="3003550" y="4546600"/>
          <p14:tracePt t="22065" x="2984500" y="4546600"/>
          <p14:tracePt t="22072" x="2946400" y="4546600"/>
          <p14:tracePt t="22086" x="2895600" y="4540250"/>
          <p14:tracePt t="22101" x="2857500" y="4540250"/>
          <p14:tracePt t="22116" x="2787650" y="4540250"/>
          <p14:tracePt t="22133" x="2749550" y="4540250"/>
          <p14:tracePt t="22150" x="2673350" y="4540250"/>
          <p14:tracePt t="22166" x="2609850" y="4540250"/>
          <p14:tracePt t="22183" x="2584450" y="4540250"/>
          <p14:tracePt t="22199" x="2533650" y="4546600"/>
          <p14:tracePt t="22216" x="2495550" y="4546600"/>
          <p14:tracePt t="22233" x="2463800" y="4552950"/>
          <p14:tracePt t="22249" x="2438400" y="4552950"/>
          <p14:tracePt t="22265" x="2419350" y="4552950"/>
          <p14:tracePt t="22283" x="2355850" y="4546600"/>
          <p14:tracePt t="22299" x="2336800" y="4546600"/>
          <p14:tracePt t="22316" x="2317750" y="4540250"/>
          <p14:tracePt t="22333" x="2286000" y="4533900"/>
          <p14:tracePt t="22349" x="2286000" y="4527550"/>
          <p14:tracePt t="22366" x="2279650" y="4527550"/>
          <p14:tracePt t="22430" x="2292350" y="4527550"/>
          <p14:tracePt t="22437" x="2311400" y="4533900"/>
          <p14:tracePt t="22452" x="2324100" y="4533900"/>
          <p14:tracePt t="22466" x="2393950" y="4540250"/>
          <p14:tracePt t="22482" x="2444750" y="4540250"/>
          <p14:tracePt t="22498" x="2565400" y="4559300"/>
          <p14:tracePt t="22515" x="2724150" y="4591050"/>
          <p14:tracePt t="22532" x="2800350" y="4597400"/>
          <p14:tracePt t="22548" x="2959100" y="4629150"/>
          <p14:tracePt t="22565" x="3098800" y="4667250"/>
          <p14:tracePt t="22581" x="3168650" y="4673600"/>
          <p14:tracePt t="22599" x="3238500" y="4699000"/>
          <p14:tracePt t="22615" x="3289300" y="4711700"/>
          <p14:tracePt t="22631" x="3302000" y="4711700"/>
          <p14:tracePt t="22664" x="3308350" y="4711700"/>
          <p14:tracePt t="22718" x="3302000" y="4711700"/>
          <p14:tracePt t="22725" x="3295650" y="4711700"/>
          <p14:tracePt t="22747" x="3282950" y="4718050"/>
          <p14:tracePt t="22753" x="3276600" y="4730750"/>
          <p14:tracePt t="22767" x="3263900" y="4737100"/>
          <p14:tracePt t="22781" x="3257550" y="4743450"/>
          <p14:tracePt t="22797" x="3238500" y="4762500"/>
          <p14:tracePt t="22814" x="3232150" y="4768850"/>
          <p14:tracePt t="22831" x="3219450" y="4787900"/>
          <p14:tracePt t="22847" x="3213100" y="4787900"/>
          <p14:tracePt t="22864" x="3213100" y="4794250"/>
          <p14:tracePt t="22881" x="3213100" y="4800600"/>
          <p14:tracePt t="22897" x="3213100" y="4813300"/>
          <p14:tracePt t="22950" x="3219450" y="4813300"/>
          <p14:tracePt t="22957" x="3225800" y="4819650"/>
          <p14:tracePt t="22966" x="3238500" y="4819650"/>
          <p14:tracePt t="22980" x="3257550" y="4819650"/>
          <p14:tracePt t="22996" x="3289300" y="4819650"/>
          <p14:tracePt t="23014" x="3390900" y="4826000"/>
          <p14:tracePt t="23030" x="3517900" y="4826000"/>
          <p14:tracePt t="23047" x="3594100" y="4826000"/>
          <p14:tracePt t="23063" x="3771900" y="4813300"/>
          <p14:tracePt t="23080" x="3949700" y="4813300"/>
          <p14:tracePt t="23096" x="4051300" y="4800600"/>
          <p14:tracePt t="23113" x="4241800" y="4794250"/>
          <p14:tracePt t="23129" x="4425950" y="4781550"/>
          <p14:tracePt t="23147" x="4591050" y="4762500"/>
          <p14:tracePt t="23163" x="4654550" y="4756150"/>
          <p14:tracePt t="23179" x="4724400" y="4743450"/>
          <p14:tracePt t="23182" x="4775200" y="4737100"/>
          <p14:tracePt t="23199" x="4826000" y="4724400"/>
          <p14:tracePt t="23212" x="4883150" y="4724400"/>
          <p14:tracePt t="23229" x="5010150" y="4705350"/>
          <p14:tracePt t="23246" x="5105400" y="4692650"/>
          <p14:tracePt t="23262" x="5137150" y="4686300"/>
          <p14:tracePt t="23279" x="5187950" y="4667250"/>
          <p14:tracePt t="23296" x="5219700" y="4660900"/>
          <p14:tracePt t="23312" x="5238750" y="4648200"/>
          <p14:tracePt t="23330" x="5257800" y="4641850"/>
          <p14:tracePt t="23362" x="5264150" y="4641850"/>
          <p14:tracePt t="23463" x="5257800" y="4641850"/>
          <p14:tracePt t="23478" x="5251450" y="4641850"/>
          <p14:tracePt t="28367" x="5200650" y="4629150"/>
          <p14:tracePt t="28374" x="5130800" y="4610100"/>
          <p14:tracePt t="28389" x="5054600" y="4578350"/>
          <p14:tracePt t="28397" x="4972050" y="4552950"/>
          <p14:tracePt t="28411" x="4889500" y="4508500"/>
          <p14:tracePt t="28428" x="4718050" y="4438650"/>
          <p14:tracePt t="28445" x="4578350" y="4368800"/>
          <p14:tracePt t="28461" x="4514850" y="4349750"/>
          <p14:tracePt t="28478" x="4445000" y="4324350"/>
          <p14:tracePt t="28495" x="4292600" y="4260850"/>
          <p14:tracePt t="28511" x="4235450" y="4241800"/>
          <p14:tracePt t="28528" x="4191000" y="4222750"/>
          <p14:tracePt t="28544" x="4121150" y="4197350"/>
          <p14:tracePt t="28561" x="4076700" y="4178300"/>
          <p14:tracePt t="28578" x="4051300" y="4165600"/>
          <p14:tracePt t="28593" x="4044950" y="4165600"/>
          <p14:tracePt t="28611" x="4032250" y="4165600"/>
          <p14:tracePt t="28628" x="4013200" y="4165600"/>
          <p14:tracePt t="28644" x="4006850" y="4165600"/>
          <p14:tracePt t="28660" x="3981450" y="4171950"/>
          <p14:tracePt t="28677" x="3956050" y="4191000"/>
          <p14:tracePt t="28694" x="3943350" y="4197350"/>
          <p14:tracePt t="28711" x="3898900" y="4235450"/>
          <p14:tracePt t="28727" x="3841750" y="4298950"/>
          <p14:tracePt t="28743" x="3797300" y="4324350"/>
          <p14:tracePt t="28761" x="3708400" y="4381500"/>
          <p14:tracePt t="28777" x="3606800" y="4445000"/>
          <p14:tracePt t="28793" x="3549650" y="4470400"/>
          <p14:tracePt t="28810" x="3505200" y="4495800"/>
          <p14:tracePt t="28827" x="3390900" y="4552950"/>
          <p14:tracePt t="28843" x="3308350" y="4591050"/>
          <p14:tracePt t="28846" x="3263900" y="4597400"/>
          <p14:tracePt t="28860" x="3238500" y="4597400"/>
          <p14:tracePt t="28876" x="3219450" y="4597400"/>
          <p14:tracePt t="28893" x="3175000" y="4603750"/>
          <p14:tracePt t="28909" x="3136900" y="4610100"/>
          <p14:tracePt t="28926" x="3124200" y="4616450"/>
          <p14:tracePt t="28943" x="3098800" y="4629150"/>
          <p14:tracePt t="28959" x="3067050" y="4648200"/>
          <p14:tracePt t="28976" x="3060700" y="4654550"/>
          <p14:tracePt t="28993" x="3060700" y="4660900"/>
          <p14:tracePt t="30836" x="3054350" y="4660900"/>
          <p14:tracePt t="30843" x="3028950" y="4660900"/>
          <p14:tracePt t="30857" x="3022600" y="4660900"/>
          <p14:tracePt t="30869" x="2997200" y="4660900"/>
          <p14:tracePt t="30886" x="2959100" y="4660900"/>
          <p14:tracePt t="30903" x="2940050" y="4660900"/>
          <p14:tracePt t="30920" x="2870200" y="4660900"/>
          <p14:tracePt t="30935" x="2787650" y="4654550"/>
          <p14:tracePt t="30953" x="2749550" y="4654550"/>
          <p14:tracePt t="30970" x="2667000" y="4641850"/>
          <p14:tracePt t="30986" x="2590800" y="4635500"/>
          <p14:tracePt t="31002" x="2546350" y="4635500"/>
          <p14:tracePt t="31019" x="2470150" y="4635500"/>
          <p14:tracePt t="31035" x="2400300" y="4629150"/>
          <p14:tracePt t="31052" x="2362200" y="4629150"/>
          <p14:tracePt t="31069" x="2298700" y="4629150"/>
          <p14:tracePt t="31085" x="2266950" y="4629150"/>
          <p14:tracePt t="31103" x="2184400" y="4629150"/>
          <p14:tracePt t="31119" x="2152650" y="4629150"/>
          <p14:tracePt t="31135" x="2133600" y="4629150"/>
          <p14:tracePt t="31152" x="2082800" y="4641850"/>
          <p14:tracePt t="31168" x="2051050" y="4648200"/>
          <p14:tracePt t="31185" x="2038350" y="4648200"/>
          <p14:tracePt t="31202" x="2025650" y="4654550"/>
          <p14:tracePt t="31218" x="2019300" y="4654550"/>
          <p14:tracePt t="31235" x="2012950" y="4654550"/>
          <p14:tracePt t="31252" x="2000250" y="4654550"/>
          <p14:tracePt t="31268" x="1974850" y="4648200"/>
          <p14:tracePt t="31286" x="1924050" y="4641850"/>
          <p14:tracePt t="31301" x="1892300" y="4629150"/>
          <p14:tracePt t="31318" x="1784350" y="4597400"/>
          <p14:tracePt t="31336" x="1676400" y="4584700"/>
          <p14:tracePt t="31351" x="1625600" y="4572000"/>
          <p14:tracePt t="31368" x="1581150" y="4565650"/>
          <p14:tracePt t="31385" x="1460500" y="4546600"/>
          <p14:tracePt t="31401" x="1441450" y="4546600"/>
          <p14:tracePt t="31418" x="1416050" y="4546600"/>
          <p14:tracePt t="31434" x="1384300" y="4552950"/>
          <p14:tracePt t="31451" x="1365250" y="4552950"/>
          <p14:tracePt t="31469" x="1358900" y="4552950"/>
          <p14:tracePt t="31510" x="1352550" y="4552950"/>
          <p14:tracePt t="31664" x="1358900" y="4552950"/>
          <p14:tracePt t="31700" x="1365250" y="4546600"/>
          <p14:tracePt t="31707" x="1371600" y="4546600"/>
          <p14:tracePt t="31721" x="1384300" y="4546600"/>
          <p14:tracePt t="31733" x="1390650" y="4540250"/>
          <p14:tracePt t="31750" x="1422400" y="4540250"/>
          <p14:tracePt t="31766" x="1447800" y="4540250"/>
          <p14:tracePt t="31783" x="1517650" y="4533900"/>
          <p14:tracePt t="31800" x="1587500" y="4527550"/>
          <p14:tracePt t="31816" x="1638300" y="4514850"/>
          <p14:tracePt t="31833" x="1720850" y="4514850"/>
          <p14:tracePt t="31849" x="1809750" y="4508500"/>
          <p14:tracePt t="31866" x="1841500" y="4502150"/>
          <p14:tracePt t="31883" x="1924050" y="4483100"/>
          <p14:tracePt t="31899" x="2006600" y="4476750"/>
          <p14:tracePt t="31916" x="2044700" y="4476750"/>
          <p14:tracePt t="31933" x="2133600" y="4476750"/>
          <p14:tracePt t="31949" x="2222500" y="4476750"/>
          <p14:tracePt t="31966" x="2254250" y="4476750"/>
          <p14:tracePt t="31982" x="2311400" y="4476750"/>
          <p14:tracePt t="31999" x="2330450" y="4476750"/>
          <p14:tracePt t="32016" x="2393950" y="4476750"/>
          <p14:tracePt t="32032" x="2413000" y="4476750"/>
          <p14:tracePt t="32049" x="2425700" y="4476750"/>
          <p14:tracePt t="32066" x="2451100" y="4476750"/>
          <p14:tracePt t="32082" x="2482850" y="4476750"/>
          <p14:tracePt t="32098" x="2495550" y="4476750"/>
          <p14:tracePt t="32115" x="2527300" y="4476750"/>
          <p14:tracePt t="32131" x="2552700" y="4476750"/>
          <p14:tracePt t="32148" x="2571750" y="4476750"/>
          <p14:tracePt t="32165" x="2603500" y="4476750"/>
          <p14:tracePt t="32182" x="2628900" y="4476750"/>
          <p14:tracePt t="32199" x="2635250" y="4483100"/>
          <p14:tracePt t="32215" x="2647950" y="4483100"/>
          <p14:tracePt t="32312" x="2654300" y="4483100"/>
          <p14:tracePt t="32403" x="2660650" y="4483100"/>
          <p14:tracePt t="33506" x="2667000" y="4489450"/>
          <p14:tracePt t="33513" x="2673350" y="4495800"/>
          <p14:tracePt t="33528" x="2686050" y="4514850"/>
          <p14:tracePt t="33534" x="2692400" y="4527550"/>
          <p14:tracePt t="33548" x="2705100" y="4540250"/>
          <p14:tracePt t="33560" x="2711450" y="4546600"/>
          <p14:tracePt t="33577" x="2730500" y="4559300"/>
          <p14:tracePt t="33593" x="2736850" y="4565650"/>
          <p14:tracePt t="33610" x="2743200" y="4572000"/>
          <p14:tracePt t="33675" x="2749550" y="4578350"/>
          <p14:tracePt t="33759" x="2755900" y="4578350"/>
          <p14:tracePt t="33773" x="2762250" y="4584700"/>
          <p14:tracePt t="33787" x="2768600" y="4591050"/>
          <p14:tracePt t="33795" x="2774950" y="4591050"/>
          <p14:tracePt t="33810" x="2781300" y="4597400"/>
          <p14:tracePt t="33829" x="2787650" y="4603750"/>
          <p14:tracePt t="33843" x="2825750" y="4629150"/>
          <p14:tracePt t="33859" x="2838450" y="4648200"/>
          <p14:tracePt t="33876" x="2857500" y="4667250"/>
          <p14:tracePt t="33893" x="2927350" y="4718050"/>
          <p14:tracePt t="33909" x="3016250" y="4781550"/>
          <p14:tracePt t="33926" x="3048000" y="4806950"/>
          <p14:tracePt t="33943" x="3149600" y="4876800"/>
          <p14:tracePt t="33959" x="3244850" y="4953000"/>
          <p14:tracePt t="33976" x="3289300" y="4991100"/>
          <p14:tracePt t="33992" x="3384550" y="5086350"/>
          <p14:tracePt t="34008" x="3454400" y="5187950"/>
          <p14:tracePt t="34026" x="3498850" y="5283200"/>
          <p14:tracePt t="34041" x="3517900" y="5327650"/>
          <p14:tracePt t="34058" x="3536950" y="5397500"/>
          <p14:tracePt t="34075" x="3543300" y="5448300"/>
          <p14:tracePt t="34092" x="3543300" y="5461000"/>
          <p14:tracePt t="34108" x="3543300" y="5480050"/>
          <p14:tracePt t="34125" x="3517900" y="5530850"/>
          <p14:tracePt t="34141" x="3517900" y="5543550"/>
          <p14:tracePt t="34159" x="3511550" y="5556250"/>
          <p14:tracePt t="34175" x="3511550" y="5568950"/>
          <p14:tracePt t="34191" x="3511550" y="5581650"/>
          <p14:tracePt t="34209" x="3511550" y="5588000"/>
          <p14:tracePt t="34241" x="3511550" y="5600700"/>
          <p14:tracePt t="34258" x="3517900" y="5607050"/>
          <p14:tracePt t="34274" x="3524250" y="5613400"/>
          <p14:tracePt t="34291" x="3536950" y="5626100"/>
          <p14:tracePt t="34308" x="3549650" y="5638800"/>
          <p14:tracePt t="34324" x="3562350" y="5645150"/>
          <p14:tracePt t="34341" x="3587750" y="5664200"/>
          <p14:tracePt t="34357" x="3625850" y="5670550"/>
          <p14:tracePt t="34374" x="3638550" y="5676900"/>
          <p14:tracePt t="34392" x="3676650" y="5683250"/>
          <p14:tracePt t="34407" x="3721100" y="5683250"/>
          <p14:tracePt t="34424" x="3746500" y="5683250"/>
          <p14:tracePt t="34441" x="3803650" y="5683250"/>
          <p14:tracePt t="34458" x="3835400" y="5683250"/>
          <p14:tracePt t="34474" x="3911600" y="5683250"/>
          <p14:tracePt t="34490" x="3968750" y="5683250"/>
          <p14:tracePt t="34507" x="4006850" y="5676900"/>
          <p14:tracePt t="34524" x="4076700" y="5664200"/>
          <p14:tracePt t="34539" x="4133850" y="5664200"/>
          <p14:tracePt t="34557" x="4152900" y="5657850"/>
          <p14:tracePt t="34574" x="4184650" y="5651500"/>
          <p14:tracePt t="34590" x="4203700" y="5645150"/>
          <p14:tracePt t="34607" x="4210050" y="5645150"/>
          <p14:tracePt t="34623" x="4216400" y="5638800"/>
          <p14:tracePt t="34640" x="4222750" y="5638800"/>
          <p14:tracePt t="34700" x="4229100" y="5638800"/>
          <p14:tracePt t="34728" x="4235450" y="5638800"/>
          <p14:tracePt t="34742" x="4254500" y="5645150"/>
          <p14:tracePt t="34763" x="4273550" y="5651500"/>
          <p14:tracePt t="34771" x="4298950" y="5657850"/>
          <p14:tracePt t="34778" x="4337050" y="5657850"/>
          <p14:tracePt t="34793" x="4375150" y="5676900"/>
          <p14:tracePt t="34806" x="4445000" y="5683250"/>
          <p14:tracePt t="34822" x="4584700" y="5702300"/>
          <p14:tracePt t="34839" x="4660900" y="5702300"/>
          <p14:tracePt t="34856" x="4832350" y="5721350"/>
          <p14:tracePt t="34872" x="4984750" y="5734050"/>
          <p14:tracePt t="34889" x="5060950" y="5734050"/>
          <p14:tracePt t="34905" x="5226050" y="5734050"/>
          <p14:tracePt t="34922" x="5353050" y="5734050"/>
          <p14:tracePt t="34940" x="5461000" y="5734050"/>
          <p14:tracePt t="34955" x="5499100" y="5721350"/>
          <p14:tracePt t="34972" x="5549900" y="5721350"/>
          <p14:tracePt t="34989" x="5575300" y="5715000"/>
          <p14:tracePt t="35005" x="5581650" y="5715000"/>
          <p14:tracePt t="35022" x="5588000" y="5715000"/>
          <p14:tracePt t="35038" x="5594350" y="5715000"/>
          <p14:tracePt t="35080" x="5600700" y="5715000"/>
          <p14:tracePt t="35094" x="5607050" y="5715000"/>
          <p14:tracePt t="35105" x="5613400" y="5715000"/>
          <p14:tracePt t="35122" x="5632450" y="5715000"/>
          <p14:tracePt t="35138" x="5645150" y="5721350"/>
          <p14:tracePt t="35155" x="5676900" y="5734050"/>
          <p14:tracePt t="35172" x="5715000" y="5740400"/>
          <p14:tracePt t="35188" x="5746750" y="5740400"/>
          <p14:tracePt t="35204" x="5816600" y="5753100"/>
          <p14:tracePt t="35221" x="5892800" y="5746750"/>
          <p14:tracePt t="35238" x="5937250" y="5746750"/>
          <p14:tracePt t="35255" x="6026150" y="5734050"/>
          <p14:tracePt t="35271" x="6108700" y="5721350"/>
          <p14:tracePt t="35287" x="6140450" y="5715000"/>
          <p14:tracePt t="35305" x="6197600" y="5708650"/>
          <p14:tracePt t="35321" x="6254750" y="5695950"/>
          <p14:tracePt t="35337" x="6286500" y="5695950"/>
          <p14:tracePt t="35354" x="6330950" y="5695950"/>
          <p14:tracePt t="35371" x="6356350" y="5695950"/>
          <p14:tracePt t="35387" x="6394450" y="5689600"/>
          <p14:tracePt t="35404" x="6432550" y="5689600"/>
          <p14:tracePt t="35420" x="6457950" y="5689600"/>
          <p14:tracePt t="35438" x="6496050" y="5689600"/>
          <p14:tracePt t="35453" x="6546850" y="5689600"/>
          <p14:tracePt t="35470" x="6565900" y="5689600"/>
          <p14:tracePt t="35473" x="6584950" y="5695950"/>
          <p14:tracePt t="35488" x="6610350" y="5702300"/>
          <p14:tracePt t="35503" x="6635750" y="5708650"/>
          <p14:tracePt t="35520" x="6680200" y="5721350"/>
          <p14:tracePt t="35536" x="6699250" y="5721350"/>
          <p14:tracePt t="35553" x="6743700" y="5727700"/>
          <p14:tracePt t="35570" x="6762750" y="5727700"/>
          <p14:tracePt t="35586" x="6838950" y="5727700"/>
          <p14:tracePt t="35603" x="6851650" y="5727700"/>
          <p14:tracePt t="35620" x="6889750" y="5727700"/>
          <p14:tracePt t="35636" x="6921500" y="5727700"/>
          <p14:tracePt t="35653" x="6934200" y="5727700"/>
          <p14:tracePt t="35670" x="6978650" y="5727700"/>
          <p14:tracePt t="35686" x="7004050" y="5734050"/>
          <p14:tracePt t="35703" x="7023100" y="5734050"/>
          <p14:tracePt t="35719" x="7073900" y="5746750"/>
          <p14:tracePt t="35736" x="7118350" y="5753100"/>
          <p14:tracePt t="35752" x="7131050" y="5759450"/>
          <p14:tracePt t="35769" x="7181850" y="5765800"/>
          <p14:tracePt t="35786" x="7226300" y="5772150"/>
          <p14:tracePt t="35803" x="7258050" y="5778500"/>
          <p14:tracePt t="35819" x="7270750" y="5778500"/>
          <p14:tracePt t="35835" x="7296150" y="5778500"/>
          <p14:tracePt t="35853" x="7308850" y="5778500"/>
          <p14:tracePt t="35869" x="7315200" y="5778500"/>
          <p14:tracePt t="35885" x="7321550" y="5778500"/>
          <p14:tracePt t="35902" x="7327900" y="5778500"/>
          <p14:tracePt t="35935" x="7334250" y="5772150"/>
          <p14:tracePt t="35952" x="7340600" y="5772150"/>
          <p14:tracePt t="36014" x="7340600" y="5765800"/>
          <p14:tracePt t="36077" x="7334250" y="5765800"/>
          <p14:tracePt t="36091" x="7327900" y="5765800"/>
          <p14:tracePt t="36105" x="7321550" y="5765800"/>
          <p14:tracePt t="36112" x="7315200" y="5765800"/>
          <p14:tracePt t="36135" x="7302500" y="5765800"/>
          <p14:tracePt t="36154" x="7289800" y="5765800"/>
          <p14:tracePt t="36162" x="7270750" y="5765800"/>
          <p14:tracePt t="36176" x="7226300" y="5778500"/>
          <p14:tracePt t="36184" x="7188200" y="5778500"/>
          <p14:tracePt t="36201" x="7137400" y="5784850"/>
          <p14:tracePt t="36218" x="7016750" y="5803900"/>
          <p14:tracePt t="36234" x="6940550" y="5810250"/>
          <p14:tracePt t="36251" x="6781800" y="5842000"/>
          <p14:tracePt t="36267" x="6623050" y="5873750"/>
          <p14:tracePt t="36284" x="6572250" y="5892800"/>
          <p14:tracePt t="36301" x="6489700" y="5899150"/>
          <p14:tracePt t="36317" x="6445250" y="5911850"/>
          <p14:tracePt t="36334" x="6438900" y="5911850"/>
          <p14:tracePt t="36351" x="6426200" y="5911850"/>
          <p14:tracePt t="36367" x="6426200" y="5905500"/>
          <p14:tracePt t="36401" x="6438900" y="5899150"/>
          <p14:tracePt t="36417" x="6451600" y="5892800"/>
          <p14:tracePt t="36434" x="6502400" y="5873750"/>
          <p14:tracePt t="36450" x="6616700" y="5848350"/>
          <p14:tracePt t="36467" x="6743700" y="5829300"/>
          <p14:tracePt t="36483" x="6819900" y="5816600"/>
          <p14:tracePt t="36487" x="6889750" y="5810250"/>
          <p14:tracePt t="36500" x="6965950" y="5797550"/>
          <p14:tracePt t="36517" x="7092950" y="5797550"/>
          <p14:tracePt t="36534" x="7232650" y="5791200"/>
          <p14:tracePt t="36550" x="7302500" y="5791200"/>
          <p14:tracePt t="36566" x="7353300" y="5791200"/>
          <p14:tracePt t="36584" x="7448550" y="5791200"/>
          <p14:tracePt t="36600" x="7467600" y="5791200"/>
          <p14:tracePt t="36616" x="7480300" y="5791200"/>
          <p14:tracePt t="36633" x="7499350" y="5791200"/>
          <p14:tracePt t="36649" x="7505700" y="5791200"/>
          <p14:tracePt t="36766" x="7499350" y="5791200"/>
          <p14:tracePt t="36787" x="7493000" y="5791200"/>
          <p14:tracePt t="36793" x="7486650" y="5791200"/>
          <p14:tracePt t="36808" x="7480300" y="5791200"/>
          <p14:tracePt t="37215" x="7442200" y="5784850"/>
          <p14:tracePt t="37229" x="7391400" y="5772150"/>
          <p14:tracePt t="37236" x="7321550" y="5753100"/>
          <p14:tracePt t="37251" x="7258050" y="5746750"/>
          <p14:tracePt t="37264" x="7175500" y="5727700"/>
          <p14:tracePt t="37280" x="6985000" y="5708650"/>
          <p14:tracePt t="37297" x="6883400" y="5695950"/>
          <p14:tracePt t="37314" x="6705600" y="5683250"/>
          <p14:tracePt t="37330" x="6515100" y="5664200"/>
          <p14:tracePt t="37347" x="6400800" y="5657850"/>
          <p14:tracePt t="37364" x="6178550" y="5632450"/>
          <p14:tracePt t="37380" x="5975350" y="5600700"/>
          <p14:tracePt t="37398" x="5797550" y="5594350"/>
          <p14:tracePt t="37413" x="5683250" y="5575300"/>
          <p14:tracePt t="37430" x="5448300" y="5543550"/>
          <p14:tracePt t="37448" x="5232400" y="5511800"/>
          <p14:tracePt t="37463" x="5118100" y="5499100"/>
          <p14:tracePt t="37480" x="5003800" y="5486400"/>
          <p14:tracePt t="37497" x="4686300" y="5467350"/>
          <p14:tracePt t="37513" x="4610100" y="5467350"/>
          <p14:tracePt t="37530" x="4533900" y="5461000"/>
          <p14:tracePt t="37546" x="4375150" y="5435600"/>
          <p14:tracePt t="37563" x="4235450" y="5435600"/>
          <p14:tracePt t="37580" x="4171950" y="5429250"/>
          <p14:tracePt t="37596" x="4083050" y="5429250"/>
          <p14:tracePt t="37612" x="4000500" y="5429250"/>
          <p14:tracePt t="37630" x="3949700" y="5429250"/>
          <p14:tracePt t="37646" x="3937000" y="5435600"/>
          <p14:tracePt t="37663" x="3905250" y="5435600"/>
          <p14:tracePt t="37679" x="3879850" y="5441950"/>
          <p14:tracePt t="37696" x="3867150" y="5441950"/>
          <p14:tracePt t="37712" x="3848100" y="5448300"/>
          <p14:tracePt t="37729" x="3829050" y="5429250"/>
          <p14:tracePt t="38184" x="3816350" y="5435600"/>
          <p14:tracePt t="38191" x="3790950" y="5461000"/>
          <p14:tracePt t="38205" x="3759200" y="5473700"/>
          <p14:tracePt t="38214" x="3740150" y="5499100"/>
          <p14:tracePt t="38227" x="3708400" y="5511800"/>
          <p14:tracePt t="38244" x="3625850" y="5530850"/>
          <p14:tracePt t="38261" x="3543300" y="5537200"/>
          <p14:tracePt t="38277" x="3492500" y="5543550"/>
          <p14:tracePt t="38294" x="3409950" y="5543550"/>
          <p14:tracePt t="38311" x="3340100" y="5537200"/>
          <p14:tracePt t="38327" x="3314700" y="5530850"/>
          <p14:tracePt t="38344" x="3289300" y="5524500"/>
          <p14:tracePt t="38361" x="3232150" y="5511800"/>
          <p14:tracePt t="38377" x="3206750" y="5505450"/>
          <p14:tracePt t="38394" x="3194050" y="5505450"/>
          <p14:tracePt t="38410" x="3162300" y="5499100"/>
          <p14:tracePt t="38427" x="3149600" y="5499100"/>
          <p14:tracePt t="38444" x="3143250" y="5499100"/>
          <p14:tracePt t="38476" x="3136900" y="5499100"/>
          <p14:tracePt t="38500" x="3130550" y="5499100"/>
          <p14:tracePt t="38542" x="3130550" y="5492750"/>
          <p14:tracePt t="38633" x="3136900" y="5492750"/>
          <p14:tracePt t="38640" x="3143250" y="5492750"/>
          <p14:tracePt t="38654" x="3143250" y="5486400"/>
          <p14:tracePt t="38663" x="3149600" y="5480050"/>
          <p14:tracePt t="38678" x="3162300" y="5480050"/>
          <p14:tracePt t="38692" x="3175000" y="5473700"/>
          <p14:tracePt t="38709" x="3244850" y="5448300"/>
          <p14:tracePt t="38726" x="3390900" y="5429250"/>
          <p14:tracePt t="38742" x="3479800" y="5410200"/>
          <p14:tracePt t="38760" x="3689350" y="5378450"/>
          <p14:tracePt t="38775" x="3930650" y="5359400"/>
          <p14:tracePt t="38792" x="4044950" y="5346700"/>
          <p14:tracePt t="38809" x="4286250" y="5314950"/>
          <p14:tracePt t="38825" x="4489450" y="5308600"/>
          <p14:tracePt t="38842" x="4578350" y="5295900"/>
          <p14:tracePt t="38859" x="4737100" y="5276850"/>
          <p14:tracePt t="38875" x="4851400" y="5264150"/>
          <p14:tracePt t="38892" x="4908550" y="5257800"/>
          <p14:tracePt t="38908" x="4991100" y="5238750"/>
          <p14:tracePt t="38925" x="5067300" y="5232400"/>
          <p14:tracePt t="38942" x="5105400" y="5232400"/>
          <p14:tracePt t="38958" x="5175250" y="5226050"/>
          <p14:tracePt t="38975" x="5213350" y="5226050"/>
          <p14:tracePt t="38992" x="5321300" y="5226050"/>
          <p14:tracePt t="39008" x="5346700" y="5226050"/>
          <p14:tracePt t="39025" x="5384800" y="5232400"/>
          <p14:tracePt t="39042" x="5480050" y="5245100"/>
          <p14:tracePt t="39058" x="5575300" y="5270500"/>
          <p14:tracePt t="39074" x="5626100" y="5270500"/>
          <p14:tracePt t="39091" x="5721350" y="5289550"/>
          <p14:tracePt t="39108" x="5803900" y="5302250"/>
          <p14:tracePt t="39125" x="5848350" y="5314950"/>
          <p14:tracePt t="39141" x="5918200" y="5327650"/>
          <p14:tracePt t="39157" x="5988050" y="5340350"/>
          <p14:tracePt t="39175" x="6070600" y="5359400"/>
          <p14:tracePt t="39191" x="6127750" y="5365750"/>
          <p14:tracePt t="39207" x="6210300" y="5384800"/>
          <p14:tracePt t="39224" x="6305550" y="5403850"/>
          <p14:tracePt t="39241" x="6356350" y="5403850"/>
          <p14:tracePt t="39257" x="6407150" y="5403850"/>
          <p14:tracePt t="39274" x="6540500" y="5410200"/>
          <p14:tracePt t="39290" x="6559550" y="5416550"/>
          <p14:tracePt t="39308" x="6584950" y="5416550"/>
          <p14:tracePt t="39323" x="6629400" y="5416550"/>
          <p14:tracePt t="39340" x="6667500" y="5422900"/>
          <p14:tracePt t="39357" x="6711950" y="5422900"/>
          <p14:tracePt t="39373" x="6731000" y="5422900"/>
          <p14:tracePt t="39390" x="6762750" y="5422900"/>
          <p14:tracePt t="39407" x="6788150" y="5422900"/>
          <p14:tracePt t="39423" x="6794500" y="5422900"/>
          <p14:tracePt t="39440" x="6800850" y="5422900"/>
          <p14:tracePt t="39505" x="6788150" y="5422900"/>
          <p14:tracePt t="39519" x="6769100" y="5422900"/>
          <p14:tracePt t="39526" x="6756400" y="5416550"/>
          <p14:tracePt t="39542" x="6718300" y="5416550"/>
          <p14:tracePt t="39556" x="6610350" y="5410200"/>
          <p14:tracePt t="39573" x="6534150" y="5410200"/>
          <p14:tracePt t="39590" x="6343650" y="5397500"/>
          <p14:tracePt t="39606" x="6229350" y="5391150"/>
          <p14:tracePt t="39622" x="5988050" y="5378450"/>
          <p14:tracePt t="39639" x="5753100" y="5365750"/>
          <p14:tracePt t="39656" x="5613400" y="5365750"/>
          <p14:tracePt t="39673" x="5359400" y="5365750"/>
          <p14:tracePt t="39689" x="5105400" y="5372100"/>
          <p14:tracePt t="39706" x="4978400" y="5384800"/>
          <p14:tracePt t="39723" x="4749800" y="5403850"/>
          <p14:tracePt t="39739" x="4521200" y="5422900"/>
          <p14:tracePt t="39756" x="4406900" y="5435600"/>
          <p14:tracePt t="39772" x="4191000" y="5454650"/>
          <p14:tracePt t="39789" x="3987800" y="5473700"/>
          <p14:tracePt t="39805" x="3860800" y="5473700"/>
          <p14:tracePt t="39822" x="3657600" y="5461000"/>
          <p14:tracePt t="39838" x="3486150" y="5467350"/>
          <p14:tracePt t="39856" x="3359150" y="5467350"/>
          <p14:tracePt t="39872" x="3282950" y="5467350"/>
          <p14:tracePt t="39888" x="3219450" y="5467350"/>
          <p14:tracePt t="39906" x="3016250" y="5461000"/>
          <p14:tracePt t="39922" x="2959100" y="5467350"/>
          <p14:tracePt t="39938" x="2908300" y="5467350"/>
          <p14:tracePt t="39955" x="2838450" y="5461000"/>
          <p14:tracePt t="39971" x="2774950" y="5461000"/>
          <p14:tracePt t="39988" x="2755900" y="5461000"/>
          <p14:tracePt t="40005" x="2673350" y="5473700"/>
          <p14:tracePt t="40021" x="2616200" y="5486400"/>
          <p14:tracePt t="40038" x="2603500" y="5492750"/>
          <p14:tracePt t="40517" x="2571750" y="5492750"/>
          <p14:tracePt t="40531" x="2546350" y="5492750"/>
          <p14:tracePt t="40539" x="2508250" y="5492750"/>
          <p14:tracePt t="40555" x="2470150" y="5492750"/>
          <p14:tracePt t="40569" x="2425700" y="5492750"/>
          <p14:tracePt t="40586" x="2343150" y="5480050"/>
          <p14:tracePt t="40603" x="2247900" y="5467350"/>
          <p14:tracePt t="40619" x="2222500" y="5467350"/>
          <p14:tracePt t="40636" x="2152650" y="5461000"/>
          <p14:tracePt t="40652" x="2114550" y="5461000"/>
          <p14:tracePt t="40669" x="2082800" y="5461000"/>
          <p14:tracePt t="40686" x="2051050" y="5461000"/>
          <p14:tracePt t="40702" x="2025650" y="5461000"/>
          <p14:tracePt t="40719" x="2019300" y="5461000"/>
          <p14:tracePt t="40736" x="2012950" y="5461000"/>
          <p14:tracePt t="40834" x="2012950" y="5448300"/>
          <p14:tracePt t="40840" x="2019300" y="5448300"/>
          <p14:tracePt t="40855" x="2019300" y="5441950"/>
          <p14:tracePt t="40869" x="2038350" y="5441950"/>
          <p14:tracePt t="40885" x="2044700" y="5441950"/>
          <p14:tracePt t="40902" x="2063750" y="5435600"/>
          <p14:tracePt t="40918" x="2133600" y="5429250"/>
          <p14:tracePt t="40935" x="2247900" y="5416550"/>
          <p14:tracePt t="40952" x="2311400" y="5410200"/>
          <p14:tracePt t="40968" x="2495550" y="5397500"/>
          <p14:tracePt t="40984" x="2686050" y="5397500"/>
          <p14:tracePt t="41002" x="2762250" y="5397500"/>
          <p14:tracePt t="41018" x="2940050" y="5397500"/>
          <p14:tracePt t="41034" x="3079750" y="5391150"/>
          <p14:tracePt t="41052" x="3149600" y="5384800"/>
          <p14:tracePt t="41067" x="3168650" y="5372100"/>
          <p14:tracePt t="41084" x="3194050" y="5372100"/>
          <p14:tracePt t="41135" x="3187700" y="5372100"/>
          <p14:tracePt t="41143" x="3175000" y="5372100"/>
          <p14:tracePt t="41151" x="3162300" y="5378450"/>
          <p14:tracePt t="41167" x="3136900" y="5391150"/>
          <p14:tracePt t="41185" x="3092450" y="5397500"/>
          <p14:tracePt t="41200" x="2978150" y="5416550"/>
          <p14:tracePt t="41217" x="2819400" y="5435600"/>
          <p14:tracePt t="41235" x="2654300" y="5435600"/>
          <p14:tracePt t="41250" x="2578100" y="5435600"/>
          <p14:tracePt t="41267" x="2425700" y="5429250"/>
          <p14:tracePt t="41284" x="2305050" y="5422900"/>
          <p14:tracePt t="41300" x="2266950" y="5422900"/>
          <p14:tracePt t="41317" x="2197100" y="5422900"/>
          <p14:tracePt t="41333" x="2159000" y="5422900"/>
          <p14:tracePt t="41350" x="2146300" y="5422900"/>
          <p14:tracePt t="41367" x="2133600" y="5422900"/>
          <p14:tracePt t="41418" x="2127250" y="5422900"/>
          <p14:tracePt t="41430" x="2120900" y="5422900"/>
          <p14:tracePt t="41445" x="2114550" y="5422900"/>
          <p14:tracePt t="41453" x="2101850" y="5422900"/>
          <p14:tracePt t="41468" x="2095500" y="5422900"/>
          <p14:tracePt t="41483" x="2089150" y="5422900"/>
          <p14:tracePt t="41499" x="2082800" y="5422900"/>
          <p14:tracePt t="41516" x="2070100" y="5422900"/>
          <p14:tracePt t="41533" x="2063750" y="5422900"/>
          <p14:tracePt t="41550" x="2057400" y="5422900"/>
          <p14:tracePt t="41895" x="2025650" y="5359400"/>
          <p14:tracePt t="41909" x="1974850" y="5264150"/>
          <p14:tracePt t="41917" x="1911350" y="5162550"/>
          <p14:tracePt t="41931" x="1847850" y="5054600"/>
          <p14:tracePt t="41948" x="1733550" y="4902200"/>
          <p14:tracePt t="41966" x="1651000" y="4794250"/>
          <p14:tracePt t="41981" x="1612900" y="4749800"/>
          <p14:tracePt t="41998" x="1555750" y="4699000"/>
          <p14:tracePt t="42014" x="1530350" y="4667250"/>
          <p14:tracePt t="42031" x="1524000" y="4660900"/>
          <p14:tracePt t="42047" x="1511300" y="4648200"/>
          <p14:tracePt t="42064" x="1504950" y="4641850"/>
          <p14:tracePt t="42154" x="1504950" y="4648200"/>
          <p14:tracePt t="42203" x="1504950" y="4654550"/>
          <p14:tracePt t="42245" x="1504950" y="4660900"/>
          <p14:tracePt t="42260" x="1504950" y="4667250"/>
          <p14:tracePt t="42267" x="1504950" y="4673600"/>
          <p14:tracePt t="42279" x="1504950" y="4686300"/>
          <p14:tracePt t="42297" x="1511300" y="4737100"/>
          <p14:tracePt t="42313" x="1524000" y="4781550"/>
          <p14:tracePt t="42330" x="1543050" y="4851400"/>
          <p14:tracePt t="42347" x="1606550" y="5137150"/>
          <p14:tracePt t="42363" x="1619250" y="5226050"/>
          <p14:tracePt t="42379" x="1644650" y="5378450"/>
          <p14:tracePt t="42396" x="1657350" y="5422900"/>
          <p14:tracePt t="42413" x="1670050" y="5486400"/>
          <p14:tracePt t="42429" x="1670050" y="5499100"/>
          <p14:tracePt t="42446" x="1676400" y="5505450"/>
          <p14:tracePt t="42463" x="1676400" y="5511800"/>
          <p14:tracePt t="42484" x="1682750" y="5511800"/>
          <p14:tracePt t="42569" x="1689100" y="5511800"/>
          <p14:tracePt t="42948" x="1695450" y="5511800"/>
          <p14:tracePt t="42969" x="1701800" y="5511800"/>
          <p14:tracePt t="42976" x="1714500" y="5505450"/>
          <p14:tracePt t="42990" x="1720850" y="5505450"/>
          <p14:tracePt t="42998" x="1733550" y="5505450"/>
          <p14:tracePt t="43014" x="1739900" y="5505450"/>
          <p14:tracePt t="43028" x="1746250" y="5505450"/>
          <p14:tracePt t="43044" x="1784350" y="5499100"/>
          <p14:tracePt t="43061" x="1822450" y="5492750"/>
          <p14:tracePt t="43077" x="1854200" y="5492750"/>
          <p14:tracePt t="43094" x="1911350" y="5486400"/>
          <p14:tracePt t="43110" x="1949450" y="5480050"/>
          <p14:tracePt t="43127" x="1968500" y="5480050"/>
          <p14:tracePt t="43144" x="2012950" y="5473700"/>
          <p14:tracePt t="43160" x="2044700" y="5467350"/>
          <p14:tracePt t="43177" x="2051050" y="5467350"/>
          <p14:tracePt t="43194" x="2057400" y="5467350"/>
          <p14:tracePt t="43257" x="2051050" y="5467350"/>
          <p14:tracePt t="43593" x="2025650" y="5473700"/>
          <p14:tracePt t="43600" x="1993900" y="5486400"/>
          <p14:tracePt t="43614" x="1949450" y="5505450"/>
          <p14:tracePt t="43625" x="1911350" y="5511800"/>
          <p14:tracePt t="43642" x="1835150" y="5537200"/>
          <p14:tracePt t="43659" x="1816100" y="5549900"/>
          <p14:tracePt t="43675" x="1771650" y="5562600"/>
          <p14:tracePt t="43692" x="1733550" y="5588000"/>
          <p14:tracePt t="43708" x="1720850" y="5594350"/>
          <p14:tracePt t="43725" x="1676400" y="5607050"/>
          <p14:tracePt t="43742" x="1651000" y="5613400"/>
          <p14:tracePt t="43759" x="1638300" y="5613400"/>
          <p14:tracePt t="43776" x="1612900" y="5619750"/>
          <p14:tracePt t="43791" x="1600200" y="5619750"/>
          <p14:tracePt t="43808" x="1587500" y="5619750"/>
          <p14:tracePt t="43825" x="1568450" y="5626100"/>
          <p14:tracePt t="43841" x="1543050" y="5626100"/>
          <p14:tracePt t="43858" x="1536700" y="5626100"/>
          <p14:tracePt t="43875" x="1530350" y="5632450"/>
          <p14:tracePt t="43891" x="1524000" y="5632450"/>
          <p14:tracePt t="43908" x="1517650" y="5638800"/>
          <p14:tracePt t="43925" x="1511300" y="5638800"/>
          <p14:tracePt t="43941" x="1504950" y="5638800"/>
          <p14:tracePt t="43958" x="1498600" y="5645150"/>
          <p14:tracePt t="44471" x="1492250" y="5657850"/>
          <p14:tracePt t="44485" x="1492250" y="5670550"/>
          <p14:tracePt t="44492" x="1485900" y="5683250"/>
          <p14:tracePt t="44508" x="1485900" y="5689600"/>
          <p14:tracePt t="44522" x="1479550" y="5702300"/>
          <p14:tracePt t="44539" x="1473200" y="5721350"/>
          <p14:tracePt t="44556" x="1466850" y="5727700"/>
          <p14:tracePt t="44598" x="1466850" y="5734050"/>
          <p14:tracePt t="44879" x="1479550" y="5734050"/>
          <p14:tracePt t="44886" x="1485900" y="5734050"/>
          <p14:tracePt t="44893" x="1498600" y="5734050"/>
          <p14:tracePt t="44907" x="1517650" y="5734050"/>
          <p14:tracePt t="44921" x="1530350" y="5734050"/>
          <p14:tracePt t="44937" x="1587500" y="5734050"/>
          <p14:tracePt t="44954" x="1619250" y="5734050"/>
          <p14:tracePt t="44971" x="1676400" y="5734050"/>
          <p14:tracePt t="44987" x="1714500" y="5734050"/>
          <p14:tracePt t="45004" x="1733550" y="5734050"/>
          <p14:tracePt t="45021" x="1758950" y="5727700"/>
          <p14:tracePt t="45037" x="1778000" y="5727700"/>
          <p14:tracePt t="45054" x="1784350" y="5727700"/>
          <p14:tracePt t="45090" x="1790700" y="5727700"/>
          <p14:tracePt t="45146" x="1797050" y="5727700"/>
          <p14:tracePt t="45160" x="1809750" y="5727700"/>
          <p14:tracePt t="45174" x="1822450" y="5727700"/>
          <p14:tracePt t="45188" x="1828800" y="5727700"/>
          <p14:tracePt t="45195" x="1847850" y="5727700"/>
          <p14:tracePt t="45209" x="1866900" y="5727700"/>
          <p14:tracePt t="45220" x="1898650" y="5734050"/>
          <p14:tracePt t="45237" x="1924050" y="5734050"/>
          <p14:tracePt t="45253" x="1993900" y="5753100"/>
          <p14:tracePt t="45270" x="2076450" y="5753100"/>
          <p14:tracePt t="45287" x="2178050" y="5759450"/>
          <p14:tracePt t="45303" x="2228850" y="5759450"/>
          <p14:tracePt t="45320" x="2336800" y="5759450"/>
          <p14:tracePt t="45336" x="2438400" y="5759450"/>
          <p14:tracePt t="45353" x="2489200" y="5759450"/>
          <p14:tracePt t="45370" x="2540000" y="5759450"/>
          <p14:tracePt t="45386" x="2660650" y="5759450"/>
          <p14:tracePt t="45403" x="2698750" y="5759450"/>
          <p14:tracePt t="45420" x="2755900" y="5759450"/>
          <p14:tracePt t="45436" x="2774950" y="5759450"/>
          <p14:tracePt t="45452" x="2825750" y="5759450"/>
          <p14:tracePt t="45470" x="2876550" y="5759450"/>
          <p14:tracePt t="45486" x="2889250" y="5759450"/>
          <p14:tracePt t="45502" x="2914650" y="5759450"/>
          <p14:tracePt t="45518" x="2927350" y="5765800"/>
          <p14:tracePt t="45535" x="2940050" y="5765800"/>
          <p14:tracePt t="45552" x="2946400" y="5765800"/>
          <p14:tracePt t="45569" x="2959100" y="5772150"/>
          <p14:tracePt t="45602" x="2978150" y="5765800"/>
          <p14:tracePt t="47041" x="2997200" y="5759450"/>
          <p14:tracePt t="47055" x="3022600" y="5753100"/>
          <p14:tracePt t="47062" x="3048000" y="5740400"/>
          <p14:tracePt t="47076" x="3073400" y="5721350"/>
          <p14:tracePt t="47083" x="3117850" y="5715000"/>
          <p14:tracePt t="47100" x="3136900" y="5708650"/>
          <p14:tracePt t="47113" x="3200400" y="5689600"/>
          <p14:tracePt t="47130" x="3225800" y="5683250"/>
          <p14:tracePt t="47147" x="3270250" y="5683250"/>
          <p14:tracePt t="47163" x="3289300" y="5676900"/>
          <p14:tracePt t="47180" x="3321050" y="5676900"/>
          <p14:tracePt t="47196" x="3346450" y="5670550"/>
          <p14:tracePt t="47212" x="3365500" y="5670550"/>
          <p14:tracePt t="47230" x="3390900" y="5670550"/>
          <p14:tracePt t="47246" x="3429000" y="5664200"/>
          <p14:tracePt t="47263" x="3454400" y="5664200"/>
          <p14:tracePt t="47280" x="3492500" y="5664200"/>
          <p14:tracePt t="47296" x="3543300" y="5664200"/>
          <p14:tracePt t="47313" x="3568700" y="5664200"/>
          <p14:tracePt t="47329" x="3625850" y="5664200"/>
          <p14:tracePt t="47346" x="3708400" y="5683250"/>
          <p14:tracePt t="47362" x="3759200" y="5683250"/>
          <p14:tracePt t="47379" x="3892550" y="5708650"/>
          <p14:tracePt t="47395" x="3956050" y="5708650"/>
          <p14:tracePt t="47414" x="4095750" y="5721350"/>
          <p14:tracePt t="47428" x="4279900" y="5727700"/>
          <p14:tracePt t="47445" x="4356100" y="5727700"/>
          <p14:tracePt t="47463" x="4508500" y="5727700"/>
          <p14:tracePt t="47479" x="4635500" y="5715000"/>
          <p14:tracePt t="47495" x="4679950" y="5708650"/>
          <p14:tracePt t="47512" x="4762500" y="5702300"/>
          <p14:tracePt t="47529" x="4806950" y="5702300"/>
          <p14:tracePt t="47546" x="4832350" y="5695950"/>
          <p14:tracePt t="47562" x="4864100" y="5695950"/>
          <p14:tracePt t="47579" x="4883150" y="5695950"/>
          <p14:tracePt t="47611" x="4883150" y="5702300"/>
          <p14:tracePt t="47627" x="4876800" y="5715000"/>
          <p14:tracePt t="47646" x="4870450" y="5740400"/>
          <p14:tracePt t="52075" x="4838700" y="5715000"/>
          <p14:tracePt t="52082" x="4787900" y="5670550"/>
          <p14:tracePt t="52096" x="4737100" y="5600700"/>
          <p14:tracePt t="52113" x="4641850" y="5492750"/>
          <p14:tracePt t="52129" x="4597400" y="5448300"/>
          <p14:tracePt t="52146" x="4508500" y="5384800"/>
          <p14:tracePt t="52163" x="4438650" y="5327650"/>
          <p14:tracePt t="52179" x="4394200" y="5308600"/>
          <p14:tracePt t="52196" x="4356100" y="5270500"/>
          <p14:tracePt t="52212" x="4330700" y="5257800"/>
          <p14:tracePt t="52230" x="4292600" y="5226050"/>
          <p14:tracePt t="52245" x="4273550" y="5219700"/>
          <p14:tracePt t="52262" x="4260850" y="5207000"/>
          <p14:tracePt t="52279" x="4229100" y="5194300"/>
          <p14:tracePt t="52295" x="4203700" y="5181600"/>
          <p14:tracePt t="52312" x="4184650" y="5181600"/>
          <p14:tracePt t="52316" x="4171950" y="5181600"/>
          <p14:tracePt t="52329" x="4159250" y="5181600"/>
          <p14:tracePt t="52345" x="4121150" y="5181600"/>
          <p14:tracePt t="52362" x="4089400" y="5181600"/>
          <p14:tracePt t="52379" x="4019550" y="5200650"/>
          <p14:tracePt t="52395" x="3949700" y="5226050"/>
          <p14:tracePt t="52412" x="3886200" y="5245100"/>
          <p14:tracePt t="52428" x="3841750" y="5264150"/>
          <p14:tracePt t="52445" x="3759200" y="5308600"/>
          <p14:tracePt t="52463" x="3695700" y="5340350"/>
          <p14:tracePt t="52478" x="3663950" y="5353050"/>
          <p14:tracePt t="52495" x="3638550" y="5372100"/>
          <p14:tracePt t="52511" x="3594100" y="5391150"/>
          <p14:tracePt t="52528" x="3581400" y="5397500"/>
          <p14:tracePt t="52545" x="3568700" y="5397500"/>
          <p14:tracePt t="52561" x="3549650" y="5397500"/>
          <p14:tracePt t="52578" x="3536950" y="5397500"/>
          <p14:tracePt t="52595" x="3524250" y="5397500"/>
          <p14:tracePt t="52611" x="3511550" y="5397500"/>
          <p14:tracePt t="52627" x="3498850" y="5397500"/>
          <p14:tracePt t="52645" x="3486150" y="5397500"/>
          <p14:tracePt t="52661" x="3479800" y="5397500"/>
          <p14:tracePt t="52677" x="3473450" y="5397500"/>
          <p14:tracePt t="52694" x="3467100" y="5397500"/>
          <p14:tracePt t="52727" x="3460750" y="5397500"/>
          <p14:tracePt t="52784" x="3454400" y="5397500"/>
          <p14:tracePt t="52827" x="3454400" y="5403850"/>
          <p14:tracePt t="52883" x="3460750" y="5403850"/>
          <p14:tracePt t="52897" x="3473450" y="5403850"/>
          <p14:tracePt t="52904" x="3492500" y="5403850"/>
          <p14:tracePt t="52918" x="3511550" y="5403850"/>
          <p14:tracePt t="52926" x="3543300" y="5403850"/>
          <p14:tracePt t="52943" x="3594100" y="5403850"/>
          <p14:tracePt t="52960" x="3733800" y="5403850"/>
          <p14:tracePt t="52976" x="3898900" y="5403850"/>
          <p14:tracePt t="52993" x="3987800" y="5403850"/>
          <p14:tracePt t="53010" x="4152900" y="5403850"/>
          <p14:tracePt t="53026" x="4292600" y="5416550"/>
          <p14:tracePt t="53043" x="4356100" y="5416550"/>
          <p14:tracePt t="53060" x="4457700" y="5416550"/>
          <p14:tracePt t="53076" x="4552950" y="5416550"/>
          <p14:tracePt t="53093" x="4578350" y="5416550"/>
          <p14:tracePt t="53109" x="4622800" y="5416550"/>
          <p14:tracePt t="53126" x="4635500" y="5422900"/>
          <p14:tracePt t="53143" x="4660900" y="5429250"/>
          <p14:tracePt t="53158" x="4667250" y="5429250"/>
          <p14:tracePt t="53176" x="4679950" y="5435600"/>
          <p14:tracePt t="53193" x="4699000" y="5441950"/>
          <p14:tracePt t="53209" x="4718050" y="5441950"/>
          <p14:tracePt t="53225" x="4724400" y="5441950"/>
          <p14:tracePt t="53242" x="4743450" y="5454650"/>
          <p14:tracePt t="53259" x="4762500" y="5454650"/>
          <p14:tracePt t="53276" x="4775200" y="5454650"/>
          <p14:tracePt t="53292" x="4800600" y="5454650"/>
          <p14:tracePt t="53309" x="4832350" y="5461000"/>
          <p14:tracePt t="53326" x="4864100" y="5467350"/>
          <p14:tracePt t="53341" x="4883150" y="5480050"/>
          <p14:tracePt t="53359" x="4921250" y="5486400"/>
          <p14:tracePt t="53375" x="4946650" y="5492750"/>
          <p14:tracePt t="53392" x="4959350" y="5499100"/>
          <p14:tracePt t="53425" x="4978400" y="5499100"/>
          <p14:tracePt t="53458" x="4984750" y="5499100"/>
          <p14:tracePt t="53487" x="4991100" y="5499100"/>
          <p14:tracePt t="53515" x="4997450" y="5499100"/>
          <p14:tracePt t="53557" x="5003800" y="5499100"/>
          <p14:tracePt t="53565" x="5010150" y="5499100"/>
          <p14:tracePt t="53579" x="5016500" y="5499100"/>
          <p14:tracePt t="53591" x="5022850" y="5499100"/>
          <p14:tracePt t="53608" x="5029200" y="5499100"/>
          <p14:tracePt t="56669" x="5048250" y="5511800"/>
          <p14:tracePt t="56676" x="5086350" y="5537200"/>
          <p14:tracePt t="56690" x="5130800" y="5562600"/>
          <p14:tracePt t="56699" x="5187950" y="5600700"/>
          <p14:tracePt t="56713" x="5245100" y="5638800"/>
          <p14:tracePt t="56730" x="5359400" y="5721350"/>
          <p14:tracePt t="56747" x="5511800" y="5803900"/>
          <p14:tracePt t="56763" x="5581650" y="5842000"/>
          <p14:tracePt t="56780" x="5664200" y="5873750"/>
          <p14:tracePt t="56797" x="5899150" y="5943600"/>
          <p14:tracePt t="56813" x="5969000" y="5962650"/>
          <p14:tracePt t="56830" x="6045200" y="5981700"/>
          <p14:tracePt t="56846" x="6172200" y="5988050"/>
          <p14:tracePt t="56863" x="6292850" y="6007100"/>
          <p14:tracePt t="56880" x="6356350" y="6019800"/>
          <p14:tracePt t="56896" x="6464300" y="6019800"/>
          <p14:tracePt t="56913" x="6534150" y="6019800"/>
          <p14:tracePt t="56930" x="6597650" y="6007100"/>
          <p14:tracePt t="56946" x="6642100" y="6007100"/>
          <p14:tracePt t="56962" x="6699250" y="6007100"/>
          <p14:tracePt t="56980" x="6762750" y="6007100"/>
          <p14:tracePt t="56996" x="6794500" y="6007100"/>
          <p14:tracePt t="57012" x="6851650" y="6000750"/>
          <p14:tracePt t="57029" x="6908800" y="5994400"/>
          <p14:tracePt t="57046" x="6927850" y="5988050"/>
          <p14:tracePt t="57063" x="6978650" y="5975350"/>
          <p14:tracePt t="57078" x="7029450" y="5956300"/>
          <p14:tracePt t="57095" x="7048500" y="5949950"/>
          <p14:tracePt t="57113" x="7112000" y="5930900"/>
          <p14:tracePt t="57129" x="7143750" y="5924550"/>
          <p14:tracePt t="57145" x="7169150" y="5911850"/>
          <p14:tracePt t="57162" x="7226300" y="5905500"/>
          <p14:tracePt t="57178" x="7296150" y="5905500"/>
          <p14:tracePt t="57195" x="7315200" y="5905500"/>
          <p14:tracePt t="57212" x="7385050" y="5905500"/>
          <p14:tracePt t="57228" x="7404100" y="5905500"/>
          <p14:tracePt t="57245" x="7429500" y="5911850"/>
          <p14:tracePt t="57261" x="7448550" y="5911850"/>
          <p14:tracePt t="57278" x="7461250" y="5911850"/>
          <p14:tracePt t="57296" x="7473950" y="5911850"/>
          <p14:tracePt t="57311" x="7480300" y="5911850"/>
          <p14:tracePt t="57344" x="7486650" y="5911850"/>
          <p14:tracePt t="60631" x="7467600" y="5905500"/>
          <p14:tracePt t="60645" x="7435850" y="5892800"/>
          <p14:tracePt t="60653" x="7397750" y="5899150"/>
          <p14:tracePt t="60669" x="7346950" y="5899150"/>
          <p14:tracePt t="60683" x="7251700" y="5905500"/>
          <p14:tracePt t="60700" x="7213600" y="5905500"/>
          <p14:tracePt t="60716" x="7105650" y="5892800"/>
          <p14:tracePt t="60732" x="7042150" y="5886450"/>
          <p14:tracePt t="60750" x="6800850" y="5816600"/>
          <p14:tracePt t="60766" x="6711950" y="5797550"/>
          <p14:tracePt t="60783" x="6610350" y="5772150"/>
          <p14:tracePt t="60800" x="6400800" y="5746750"/>
          <p14:tracePt t="60816" x="6223000" y="5702300"/>
          <p14:tracePt t="60833" x="6127750" y="5695950"/>
          <p14:tracePt t="60849" x="5937250" y="5683250"/>
          <p14:tracePt t="60866" x="5759450" y="5670550"/>
          <p14:tracePt t="60882" x="5657850" y="5676900"/>
          <p14:tracePt t="60899" x="5505450" y="5676900"/>
          <p14:tracePt t="60916" x="5391150" y="5676900"/>
          <p14:tracePt t="60933" x="5257800" y="5689600"/>
          <p14:tracePt t="60949" x="5181600" y="5689600"/>
          <p14:tracePt t="60965" x="5067300" y="5683250"/>
          <p14:tracePt t="60982" x="4946650" y="5657850"/>
          <p14:tracePt t="60998" x="4889500" y="5638800"/>
          <p14:tracePt t="61016" x="4851400" y="5632450"/>
          <p14:tracePt t="61019" x="4806950" y="5619750"/>
          <p14:tracePt t="61032" x="4737100" y="5607050"/>
          <p14:tracePt t="61048" x="4699000" y="5594350"/>
          <p14:tracePt t="61065" x="4660900" y="5594350"/>
          <p14:tracePt t="61082" x="4597400" y="5594350"/>
          <p14:tracePt t="61098" x="4591050" y="5594350"/>
          <p14:tracePt t="61417" x="4502150" y="5562600"/>
          <p14:tracePt t="61424" x="4349750" y="5505450"/>
          <p14:tracePt t="61438" x="4184650" y="5441950"/>
          <p14:tracePt t="61447" x="4013200" y="5346700"/>
          <p14:tracePt t="61464" x="3797300" y="5257800"/>
          <p14:tracePt t="61481" x="3327400" y="5048250"/>
          <p14:tracePt t="61497" x="2933700" y="4851400"/>
          <p14:tracePt t="61514" x="2781300" y="4762500"/>
          <p14:tracePt t="61530" x="2495550" y="4635500"/>
          <p14:tracePt t="61547" x="2298700" y="4572000"/>
          <p14:tracePt t="61565" x="2152650" y="4508500"/>
          <p14:tracePt t="61580" x="2089150" y="4502150"/>
          <p14:tracePt t="61596" x="2006600" y="4489450"/>
          <p14:tracePt t="61614" x="1822450" y="4451350"/>
          <p14:tracePt t="61630" x="1771650" y="4445000"/>
          <p14:tracePt t="61646" x="1714500" y="4438650"/>
          <p14:tracePt t="61663" x="1651000" y="4438650"/>
          <p14:tracePt t="61679" x="1581150" y="4445000"/>
          <p14:tracePt t="61696" x="1549400" y="4451350"/>
          <p14:tracePt t="61713" x="1485900" y="4483100"/>
          <p14:tracePt t="61729" x="1435100" y="4514850"/>
          <p14:tracePt t="61748" x="1390650" y="4546600"/>
          <p14:tracePt t="61762" x="1377950" y="4572000"/>
          <p14:tracePt t="61779" x="1365250" y="4591050"/>
          <p14:tracePt t="61797" x="1371600" y="4629150"/>
          <p14:tracePt t="61812" x="1384300" y="4648200"/>
          <p14:tracePt t="61829" x="1479550" y="4718050"/>
          <p14:tracePt t="61846" x="1651000" y="4813300"/>
          <p14:tracePt t="61862" x="1771650" y="4857750"/>
          <p14:tracePt t="61879" x="1917700" y="4902200"/>
          <p14:tracePt t="61895" x="2247900" y="4972050"/>
          <p14:tracePt t="61912" x="2559050" y="4997450"/>
          <p14:tracePt t="61930" x="2819400" y="4997450"/>
          <p14:tracePt t="61945" x="2940050" y="4972050"/>
          <p14:tracePt t="61962" x="3143250" y="4908550"/>
          <p14:tracePt t="61979" x="3308350" y="4787900"/>
          <p14:tracePt t="61995" x="3371850" y="4718050"/>
          <p14:tracePt t="62012" x="3441700" y="4540250"/>
          <p14:tracePt t="62028" x="3429000" y="4337050"/>
          <p14:tracePt t="62045" x="3378200" y="4222750"/>
          <p14:tracePt t="62048" x="3314700" y="4127500"/>
          <p14:tracePt t="62062" x="3219450" y="4038600"/>
          <p14:tracePt t="62078" x="3016250" y="3937000"/>
          <p14:tracePt t="62095" x="2876550" y="3911600"/>
          <p14:tracePt t="62112" x="2622550" y="3917950"/>
          <p14:tracePt t="62128" x="2374900" y="3968750"/>
          <p14:tracePt t="62145" x="2273300" y="4013200"/>
          <p14:tracePt t="62162" x="2070100" y="4152900"/>
          <p14:tracePt t="62178" x="1936750" y="4318000"/>
          <p14:tracePt t="62194" x="1905000" y="4406900"/>
          <p14:tracePt t="62212" x="1885950" y="4616450"/>
          <p14:tracePt t="62228" x="1911350" y="4730750"/>
          <p14:tracePt t="62244" x="2114550" y="5016500"/>
          <p14:tracePt t="62261" x="2432050" y="5302250"/>
          <p14:tracePt t="62277" x="2686050" y="5467350"/>
          <p14:tracePt t="62295" x="3257550" y="5721350"/>
          <p14:tracePt t="62311" x="3752850" y="5892800"/>
          <p14:tracePt t="62327" x="3975100" y="5918200"/>
          <p14:tracePt t="62344" x="4330700" y="5924550"/>
          <p14:tracePt t="62360" x="4591050" y="5848350"/>
          <p14:tracePt t="62377" x="4699000" y="5784850"/>
          <p14:tracePt t="62394" x="4864100" y="5638800"/>
          <p14:tracePt t="62410" x="4933950" y="5429250"/>
          <p14:tracePt t="62427" x="4933950" y="5308600"/>
          <p14:tracePt t="62444" x="4864100" y="5041900"/>
          <p14:tracePt t="62461" x="4679950" y="4756150"/>
          <p14:tracePt t="62477" x="4438650" y="4540250"/>
          <p14:tracePt t="62493" x="4330700" y="4489450"/>
          <p14:tracePt t="62510" x="4216400" y="4445000"/>
          <p14:tracePt t="62527" x="3873500" y="4406900"/>
          <p14:tracePt t="62543" x="3752850" y="4432300"/>
          <p14:tracePt t="62560" x="3651250" y="4470400"/>
          <p14:tracePt t="62563" x="3543300" y="4533900"/>
          <p14:tracePt t="62576" x="3448050" y="4622800"/>
          <p14:tracePt t="62593" x="3263900" y="4806950"/>
          <p14:tracePt t="62610" x="3181350" y="4927600"/>
          <p14:tracePt t="62626" x="3098800" y="5137150"/>
          <p14:tracePt t="62643" x="3079750" y="5295900"/>
          <p14:tracePt t="62661" x="3105150" y="5391150"/>
          <p14:tracePt t="62676" x="3130550" y="5429250"/>
          <p14:tracePt t="62692" x="3225800" y="5486400"/>
          <p14:tracePt t="62710" x="3384550" y="5537200"/>
          <p14:tracePt t="62726" x="3473450" y="5556250"/>
          <p14:tracePt t="62742" x="3625850" y="5568950"/>
          <p14:tracePt t="62759" x="3759200" y="5549900"/>
          <p14:tracePt t="62776" x="3816350" y="5530850"/>
          <p14:tracePt t="62792" x="3860800" y="5499100"/>
          <p14:tracePt t="62809" x="3937000" y="5391150"/>
          <p14:tracePt t="62825" x="3937000" y="5340350"/>
          <p14:tracePt t="62844" x="3835400" y="5137150"/>
          <p14:tracePt t="62859" x="3740150" y="5003800"/>
          <p14:tracePt t="62875" x="3448050" y="4705350"/>
          <p14:tracePt t="62893" x="3098800" y="4445000"/>
          <p14:tracePt t="62909" x="2921000" y="4349750"/>
          <p14:tracePt t="62926" x="2660650" y="4222750"/>
          <p14:tracePt t="62942" x="2463800" y="4171950"/>
          <p14:tracePt t="62958" x="2362200" y="4159250"/>
          <p14:tracePt t="62975" x="2203450" y="4171950"/>
          <p14:tracePt t="62992" x="2082800" y="4203700"/>
          <p14:tracePt t="63008" x="2044700" y="4210050"/>
          <p14:tracePt t="63025" x="2000250" y="4241800"/>
          <p14:tracePt t="63042" x="1981200" y="4260850"/>
          <p14:tracePt t="63058" x="1974850" y="4267200"/>
          <p14:tracePt t="63075" x="1968500" y="4267200"/>
          <p14:tracePt t="63091" x="1968500" y="4279900"/>
          <p14:tracePt t="63159" x="1968500" y="4292600"/>
          <p14:tracePt t="63173" x="1968500" y="4305300"/>
          <p14:tracePt t="63180" x="1968500" y="4330700"/>
          <p14:tracePt t="63195" x="1981200" y="4356100"/>
          <p14:tracePt t="63208" x="1987550" y="4394200"/>
          <p14:tracePt t="63224" x="2019300" y="4470400"/>
          <p14:tracePt t="63241" x="2038350" y="4521200"/>
          <p14:tracePt t="63258" x="2082800" y="4648200"/>
          <p14:tracePt t="63274" x="2114550" y="4787900"/>
          <p14:tracePt t="63291" x="2139950" y="4857750"/>
          <p14:tracePt t="63307" x="2178050" y="4978400"/>
          <p14:tracePt t="63324" x="2228850" y="5092700"/>
          <p14:tracePt t="63341" x="2254250" y="5137150"/>
          <p14:tracePt t="63357" x="2324100" y="5213350"/>
          <p14:tracePt t="63374" x="2400300" y="5321300"/>
          <p14:tracePt t="63392" x="2457450" y="5384800"/>
          <p14:tracePt t="63407" x="2482850" y="5410200"/>
          <p14:tracePt t="63423" x="2495550" y="5416550"/>
          <p14:tracePt t="63441" x="2540000" y="5454650"/>
          <p14:tracePt t="63457" x="2552700" y="5467350"/>
          <p14:tracePt t="63473" x="2571750" y="5486400"/>
          <p14:tracePt t="63490" x="2609850" y="5537200"/>
          <p14:tracePt t="63507" x="2622550" y="5562600"/>
          <p14:tracePt t="63523" x="2641600" y="5581650"/>
          <p14:tracePt t="63540" x="2667000" y="5632450"/>
          <p14:tracePt t="63556" x="2692400" y="5676900"/>
          <p14:tracePt t="63574" x="2711450" y="5721350"/>
          <p14:tracePt t="63589" x="2717800" y="5740400"/>
          <p14:tracePt t="63606" x="2736850" y="5784850"/>
          <p14:tracePt t="63623" x="2749550" y="5810250"/>
          <p14:tracePt t="63639" x="2749550" y="5816600"/>
          <p14:tracePt t="63656" x="2755900" y="5816600"/>
          <p14:tracePt t="63690" x="2755900" y="5822950"/>
          <p14:tracePt t="63756" x="2762250" y="5822950"/>
          <p14:tracePt t="63812" x="2768600" y="5822950"/>
          <p14:tracePt t="63834" x="2781300" y="5822950"/>
          <p14:tracePt t="63848" x="2787650" y="5822950"/>
          <p14:tracePt t="63855" x="2794000" y="5829300"/>
          <p14:tracePt t="63862" x="2806700" y="5829300"/>
          <p14:tracePt t="63875" x="2832100" y="5829300"/>
          <p14:tracePt t="63889" x="2857500" y="5829300"/>
          <p14:tracePt t="63905" x="2965450" y="5854700"/>
          <p14:tracePt t="63922" x="3028950" y="5867400"/>
          <p14:tracePt t="63939" x="3194050" y="5886450"/>
          <p14:tracePt t="63955" x="3365500" y="5905500"/>
          <p14:tracePt t="63972" x="3441700" y="5905500"/>
          <p14:tracePt t="63989" x="3581400" y="5905500"/>
          <p14:tracePt t="64005" x="3670300" y="5905500"/>
          <p14:tracePt t="64022" x="3689350" y="5905500"/>
          <p14:tracePt t="64038" x="3733800" y="5905500"/>
          <p14:tracePt t="64055" x="3746500" y="5899150"/>
          <p14:tracePt t="64072" x="3765550" y="5899150"/>
          <p14:tracePt t="64093" x="3771900" y="5892800"/>
          <p14:tracePt t="64227" x="3771900" y="5886450"/>
          <p14:tracePt t="64234" x="3771900" y="5880100"/>
          <p14:tracePt t="64255" x="3765550" y="5873750"/>
          <p14:tracePt t="64271" x="3759200" y="5867400"/>
          <p14:tracePt t="64276" x="3752850" y="5854700"/>
          <p14:tracePt t="64287" x="3740150" y="5829300"/>
          <p14:tracePt t="64304" x="3689350" y="5740400"/>
          <p14:tracePt t="64320" x="3638550" y="5670550"/>
          <p14:tracePt t="64337" x="3562350" y="5588000"/>
          <p14:tracePt t="64354" x="3397250" y="5365750"/>
          <p14:tracePt t="64371" x="3213100" y="5156200"/>
          <p14:tracePt t="64387" x="3098800" y="5041900"/>
          <p14:tracePt t="64403" x="2768600" y="4762500"/>
          <p14:tracePt t="64420" x="2660650" y="4686300"/>
          <p14:tracePt t="64437" x="2578100" y="4629150"/>
          <p14:tracePt t="64453" x="2438400" y="4527550"/>
          <p14:tracePt t="64470" x="2336800" y="4464050"/>
          <p14:tracePt t="64488" x="2260600" y="4419600"/>
          <p14:tracePt t="64503" x="2228850" y="4400550"/>
          <p14:tracePt t="64520" x="2171700" y="4381500"/>
          <p14:tracePt t="64537" x="2133600" y="4368800"/>
          <p14:tracePt t="64553" x="2114550" y="4362450"/>
          <p14:tracePt t="64570" x="2095500" y="4349750"/>
          <p14:tracePt t="64586" x="2063750" y="4343400"/>
          <p14:tracePt t="64603" x="2051050" y="4337050"/>
          <p14:tracePt t="64619" x="2038350" y="4337050"/>
          <p14:tracePt t="64636" x="2000250" y="4324350"/>
          <p14:tracePt t="64652" x="1987550" y="4318000"/>
          <p14:tracePt t="64670" x="1962150" y="4318000"/>
          <p14:tracePt t="64686" x="1955800" y="4311650"/>
          <p14:tracePt t="64702" x="1930400" y="4298950"/>
          <p14:tracePt t="64719" x="1924050" y="4298950"/>
          <p14:tracePt t="64736" x="1905000" y="4292600"/>
          <p14:tracePt t="64752" x="1892300" y="4292600"/>
          <p14:tracePt t="64769" x="1879600" y="4292600"/>
          <p14:tracePt t="64831" x="1873250" y="4292600"/>
          <p14:tracePt t="64909" x="1866900" y="4292600"/>
          <p14:tracePt t="64916" x="1860550" y="4292600"/>
          <p14:tracePt t="64930" x="1854200" y="4298950"/>
          <p14:tracePt t="64938" x="1847850" y="4298950"/>
          <p14:tracePt t="64952" x="1841500" y="4305300"/>
          <p14:tracePt t="64968" x="1835150" y="4305300"/>
          <p14:tracePt t="64985" x="1816100" y="4318000"/>
          <p14:tracePt t="65001" x="1771650" y="4337050"/>
          <p14:tracePt t="65018" x="1752600" y="4337050"/>
          <p14:tracePt t="65035" x="1689100" y="4356100"/>
          <p14:tracePt t="65051" x="1625600" y="4362450"/>
          <p14:tracePt t="65068" x="1593850" y="4368800"/>
          <p14:tracePt t="65085" x="1536700" y="4375150"/>
          <p14:tracePt t="65101" x="1492250" y="4375150"/>
          <p14:tracePt t="65118" x="1473200" y="4375150"/>
          <p14:tracePt t="65134" x="1441450" y="4381500"/>
          <p14:tracePt t="65151" x="1422400" y="4387850"/>
          <p14:tracePt t="65167" x="1409700" y="4387850"/>
          <p14:tracePt t="65184" x="1397000" y="4387850"/>
          <p14:tracePt t="65201" x="1384300" y="4394200"/>
          <p14:tracePt t="65218" x="1377950" y="4394200"/>
          <p14:tracePt t="65234" x="1371600" y="4394200"/>
          <p14:tracePt t="65251" x="1365250" y="4400550"/>
          <p14:tracePt t="65268" x="1358900" y="4406900"/>
          <p14:tracePt t="65309" x="1352550" y="4406900"/>
          <p14:tracePt t="65338" x="1346200" y="4413250"/>
          <p14:tracePt t="65358" x="1339850" y="4413250"/>
          <p14:tracePt t="65394" x="1339850" y="4419600"/>
          <p14:tracePt t="65401" x="1333500" y="4419600"/>
          <p14:tracePt t="65464" x="1327150" y="4419600"/>
          <p14:tracePt t="65534" x="1320800" y="4425950"/>
          <p14:tracePt t="65583" x="1320800" y="4432300"/>
          <p14:tracePt t="65640" x="1320800" y="4438650"/>
          <p14:tracePt t="65661" x="1327150" y="4438650"/>
          <p14:tracePt t="65703" x="1333500" y="4445000"/>
          <p14:tracePt t="65745" x="1333500" y="4451350"/>
          <p14:tracePt t="65935" x="1327150" y="4451350"/>
          <p14:tracePt t="65970" x="1320800" y="4451350"/>
          <p14:tracePt t="66026" x="1314450" y="4451350"/>
          <p14:tracePt t="66033" x="1308100" y="4457700"/>
          <p14:tracePt t="66040" x="1295400" y="4457700"/>
          <p14:tracePt t="66054" x="1282700" y="4464050"/>
          <p14:tracePt t="66064" x="1270000" y="4464050"/>
          <p14:tracePt t="66080" x="1257300" y="4470400"/>
          <p14:tracePt t="66097" x="1206500" y="4489450"/>
          <p14:tracePt t="66114" x="1155700" y="4502150"/>
          <p14:tracePt t="66132" x="1098550" y="4508500"/>
          <p14:tracePt t="66147" x="1079500" y="4514850"/>
          <p14:tracePt t="66164" x="1060450" y="4521200"/>
          <p14:tracePt t="66181" x="1016000" y="4533900"/>
          <p14:tracePt t="66197" x="1009650" y="4533900"/>
          <p14:tracePt t="66214" x="1003300" y="4533900"/>
          <p14:tracePt t="66231" x="996950" y="4533900"/>
          <p14:tracePt t="66247" x="990600" y="4533900"/>
          <p14:tracePt t="66307" x="984250" y="4533900"/>
          <p14:tracePt t="66546" x="990600" y="4533900"/>
          <p14:tracePt t="66567" x="1003300" y="4533900"/>
          <p14:tracePt t="66574" x="1016000" y="4533900"/>
          <p14:tracePt t="66588" x="1035050" y="4527550"/>
          <p14:tracePt t="66597" x="1066800" y="4527550"/>
          <p14:tracePt t="66613" x="1104900" y="4527550"/>
          <p14:tracePt t="66630" x="1193800" y="4521200"/>
          <p14:tracePt t="66645" x="1327150" y="4508500"/>
          <p14:tracePt t="66662" x="1390650" y="4508500"/>
          <p14:tracePt t="66679" x="1530350" y="4502150"/>
          <p14:tracePt t="66695" x="1631950" y="4502150"/>
          <p14:tracePt t="66712" x="1689100" y="4502150"/>
          <p14:tracePt t="66729" x="1765300" y="4502150"/>
          <p14:tracePt t="66746" x="1809750" y="4502150"/>
          <p14:tracePt t="66762" x="1822450" y="4502150"/>
          <p14:tracePt t="66779" x="1828800" y="4502150"/>
          <p14:tracePt t="66795" x="1835150" y="4502150"/>
          <p14:tracePt t="66904" x="1841500" y="4502150"/>
          <p14:tracePt t="66947" x="1847850" y="4502150"/>
          <p14:tracePt t="66989" x="1854200" y="4502150"/>
          <p14:tracePt t="66996" x="1860550" y="4502150"/>
          <p14:tracePt t="67017" x="1866900" y="4502150"/>
          <p14:tracePt t="67024" x="1873250" y="4502150"/>
          <p14:tracePt t="67038" x="1885950" y="4502150"/>
          <p14:tracePt t="67047" x="1898650" y="4502150"/>
          <p14:tracePt t="67061" x="1911350" y="4502150"/>
          <p14:tracePt t="67078" x="1930400" y="4502150"/>
          <p14:tracePt t="67095" x="1993900" y="4502150"/>
          <p14:tracePt t="67111" x="2012950" y="4502150"/>
          <p14:tracePt t="67127" x="2025650" y="4502150"/>
          <p14:tracePt t="67144" x="2051050" y="4508500"/>
          <p14:tracePt t="67161" x="2076450" y="4508500"/>
          <p14:tracePt t="67163" x="2082800" y="4508500"/>
          <p14:tracePt t="67193" x="2089150" y="4508500"/>
          <p14:tracePt t="67210" x="2095500" y="4508500"/>
          <p14:tracePt t="67228" x="2114550" y="4508500"/>
          <p14:tracePt t="67243" x="2127250" y="4508500"/>
          <p14:tracePt t="67260" x="2165350" y="4508500"/>
          <p14:tracePt t="67277" x="2203450" y="4508500"/>
          <p14:tracePt t="67293" x="2235200" y="4508500"/>
          <p14:tracePt t="67310" x="2298700" y="4508500"/>
          <p14:tracePt t="67327" x="2362200" y="4514850"/>
          <p14:tracePt t="67343" x="2381250" y="4514850"/>
          <p14:tracePt t="67361" x="2419350" y="4514850"/>
          <p14:tracePt t="67376" x="2444750" y="4514850"/>
          <p14:tracePt t="67393" x="2451100" y="4514850"/>
          <p14:tracePt t="67410" x="2463800" y="4514850"/>
          <p14:tracePt t="67442" x="2476500" y="4514850"/>
          <p14:tracePt t="67460" x="2482850" y="4521200"/>
          <p14:tracePt t="67476" x="2489200" y="4521200"/>
          <p14:tracePt t="67493" x="2495550" y="4521200"/>
          <p14:tracePt t="67509" x="2501900" y="4521200"/>
          <p14:tracePt t="67542" x="2508250" y="4521200"/>
          <p14:tracePt t="67627" x="2514600" y="4521200"/>
          <p14:tracePt t="67811" x="2508250" y="4527550"/>
          <p14:tracePt t="68335" x="2508250" y="4603750"/>
          <p14:tracePt t="68350" x="2527300" y="4699000"/>
          <p14:tracePt t="68357" x="2546350" y="4787900"/>
          <p14:tracePt t="68363" x="2578100" y="4895850"/>
          <p14:tracePt t="68377" x="2603500" y="4984750"/>
          <p14:tracePt t="68390" x="2647950" y="5092700"/>
          <p14:tracePt t="68406" x="2724150" y="5308600"/>
          <p14:tracePt t="68423" x="2755900" y="5403850"/>
          <p14:tracePt t="68439" x="2813050" y="5562600"/>
          <p14:tracePt t="68456" x="2851150" y="5664200"/>
          <p14:tracePt t="68473" x="2863850" y="5695950"/>
          <p14:tracePt t="68490" x="2889250" y="5765800"/>
          <p14:tracePt t="68506" x="2921000" y="5861050"/>
          <p14:tracePt t="68522" x="2940050" y="5905500"/>
          <p14:tracePt t="68540" x="2952750" y="5962650"/>
          <p14:tracePt t="68556" x="2978150" y="6057900"/>
          <p14:tracePt t="68572" x="2990850" y="6140450"/>
          <p14:tracePt t="68589" x="2997200" y="6191250"/>
          <p14:tracePt t="68605" x="2997200" y="6203950"/>
          <p14:tracePt t="68639" x="2997200" y="6210300"/>
          <p14:tracePt t="68687" x="2997200" y="6216650"/>
          <p14:tracePt t="68694" x="2990850" y="6216650"/>
          <p14:tracePt t="68708" x="2990850" y="6223000"/>
          <p14:tracePt t="68722" x="2978150" y="6229350"/>
          <p14:tracePt t="68738" x="2959100" y="6242050"/>
          <p14:tracePt t="68755" x="2946400" y="6254750"/>
          <p14:tracePt t="68772" x="2921000" y="6273800"/>
          <p14:tracePt t="68788" x="2901950" y="6299200"/>
          <p14:tracePt t="68805" x="2882900" y="6324600"/>
          <p14:tracePt t="68821" x="2857500" y="6375400"/>
          <p14:tracePt t="68838" x="2825750" y="6426200"/>
          <p14:tracePt t="68856" x="2806700" y="6451600"/>
          <p14:tracePt t="68872" x="2794000" y="6464300"/>
          <p14:tracePt t="68887" x="2787650" y="6464300"/>
          <p14:tracePt t="69746" x="2781300" y="6419850"/>
          <p14:tracePt t="69753" x="2762250" y="6324600"/>
          <p14:tracePt t="69760" x="2743200" y="6197600"/>
          <p14:tracePt t="69774" x="2711450" y="6083300"/>
          <p14:tracePt t="69785" x="2686050" y="5943600"/>
          <p14:tracePt t="69803" x="2616200" y="5638800"/>
          <p14:tracePt t="69818" x="2559050" y="5480050"/>
          <p14:tracePt t="69835" x="2476500" y="5270500"/>
          <p14:tracePt t="69852" x="2381250" y="5073650"/>
          <p14:tracePt t="69867" x="2343150" y="5003800"/>
          <p14:tracePt t="69885" x="2311400" y="4946650"/>
          <p14:tracePt t="69901" x="2254250" y="4851400"/>
          <p14:tracePt t="69917" x="2254250" y="4832350"/>
          <p14:tracePt t="69936" x="2247900" y="4819650"/>
          <p14:tracePt t="69951" x="2247900" y="4813300"/>
          <p14:tracePt t="69967" x="2241550" y="4806950"/>
          <p14:tracePt t="69985" x="2235200" y="4806950"/>
          <p14:tracePt t="70041" x="2228850" y="4806950"/>
          <p14:tracePt t="70062" x="2222500" y="4800600"/>
          <p14:tracePt t="70076" x="2209800" y="4794250"/>
          <p14:tracePt t="70084" x="2197100" y="4781550"/>
          <p14:tracePt t="70097" x="2178050" y="4762500"/>
          <p14:tracePt t="70104" x="2152650" y="4743450"/>
          <p14:tracePt t="70117" x="2133600" y="4730750"/>
          <p14:tracePt t="70134" x="2057400" y="4679950"/>
          <p14:tracePt t="70150" x="2012950" y="4654550"/>
          <p14:tracePt t="70169" x="1936750" y="4597400"/>
          <p14:tracePt t="70184" x="1892300" y="4578350"/>
          <p14:tracePt t="70200" x="1873250" y="4565650"/>
          <p14:tracePt t="70217" x="1847850" y="4552950"/>
          <p14:tracePt t="70233" x="1835150" y="4552950"/>
          <p14:tracePt t="70250" x="1822450" y="4540250"/>
          <p14:tracePt t="70267" x="1816100" y="4533900"/>
          <p14:tracePt t="70308" x="1809750" y="4527550"/>
          <p14:tracePt t="70343" x="1816100" y="4527550"/>
          <p14:tracePt t="70378" x="1822450" y="4527550"/>
          <p14:tracePt t="70385" x="1828800" y="4527550"/>
          <p14:tracePt t="70392" x="1835150" y="4521200"/>
          <p14:tracePt t="70406" x="1847850" y="4521200"/>
          <p14:tracePt t="70415" x="1860550" y="4514850"/>
          <p14:tracePt t="70432" x="1879600" y="4514850"/>
          <p14:tracePt t="70449" x="1936750" y="4495800"/>
          <p14:tracePt t="70466" x="2044700" y="4483100"/>
          <p14:tracePt t="70483" x="2152650" y="4464050"/>
          <p14:tracePt t="70499" x="2216150" y="4451350"/>
          <p14:tracePt t="70515" x="2260600" y="4438650"/>
          <p14:tracePt t="70533" x="2387600" y="4400550"/>
          <p14:tracePt t="70549" x="2419350" y="4394200"/>
          <p14:tracePt t="70565" x="2438400" y="4387850"/>
          <p14:tracePt t="70582" x="2463800" y="4381500"/>
          <p14:tracePt t="70599" x="2470150" y="4375150"/>
          <p14:tracePt t="70736" x="2463800" y="4375150"/>
          <p14:tracePt t="70778" x="2457450" y="4381500"/>
          <p14:tracePt t="70785" x="2451100" y="4381500"/>
          <p14:tracePt t="70807" x="2444750" y="4387850"/>
          <p14:tracePt t="70835" x="2444750" y="4394200"/>
          <p14:tracePt t="70856" x="2438400" y="4394200"/>
          <p14:tracePt t="70870" x="2432050" y="4400550"/>
          <p14:tracePt t="70877" x="2432050" y="4406900"/>
          <p14:tracePt t="70884" x="2425700" y="4419600"/>
          <p14:tracePt t="70900" x="2419350" y="4438650"/>
          <p14:tracePt t="70914" x="2393950" y="4489450"/>
          <p14:tracePt t="70932" x="2343150" y="4635500"/>
          <p14:tracePt t="70948" x="2279650" y="4857750"/>
          <p14:tracePt t="70964" x="2235200" y="4991100"/>
          <p14:tracePt t="70981" x="2171700" y="5270500"/>
          <p14:tracePt t="70997" x="2114550" y="5505450"/>
          <p14:tracePt t="71014" x="2095500" y="5607050"/>
          <p14:tracePt t="71031" x="2076450" y="5784850"/>
          <p14:tracePt t="71047" x="2076450" y="5911850"/>
          <p14:tracePt t="71064" x="2076450" y="5969000"/>
          <p14:tracePt t="71081" x="2076450" y="6045200"/>
          <p14:tracePt t="71097" x="2076450" y="6115050"/>
          <p14:tracePt t="71114" x="2082800" y="6146800"/>
          <p14:tracePt t="71131" x="2082800" y="6184900"/>
          <p14:tracePt t="71147" x="2082800" y="6197600"/>
          <p14:tracePt t="71164" x="2089150" y="6210300"/>
          <p14:tracePt t="71180" x="2095500" y="6210300"/>
          <p14:tracePt t="71197" x="2095500" y="6216650"/>
          <p14:tracePt t="71214" x="2101850" y="6216650"/>
          <p14:tracePt t="71246" x="2108200" y="6216650"/>
          <p14:tracePt t="71263" x="2114550" y="6216650"/>
          <p14:tracePt t="71320" x="2120900" y="6223000"/>
          <p14:tracePt t="71327" x="2127250" y="6229350"/>
          <p14:tracePt t="71347" x="2133600" y="6229350"/>
          <p14:tracePt t="71362" x="2139950" y="6235700"/>
          <p14:tracePt t="71369" x="2146300" y="6242050"/>
          <p14:tracePt t="71379" x="2146300" y="6248400"/>
          <p14:tracePt t="71398" x="2165350" y="6273800"/>
          <p14:tracePt t="71412" x="2178050" y="6286500"/>
          <p14:tracePt t="71429" x="2197100" y="6311900"/>
          <p14:tracePt t="71447" x="2216150" y="6337300"/>
          <p14:tracePt t="71462" x="2228850" y="6343650"/>
          <p14:tracePt t="71480" x="2235200" y="6356350"/>
          <p14:tracePt t="71496" x="2247900" y="6369050"/>
          <p14:tracePt t="71512" x="2254250" y="6369050"/>
          <p14:tracePt t="71529" x="2260600" y="6369050"/>
          <p14:tracePt t="71546" x="2260600" y="6375400"/>
          <p14:tracePt t="71562" x="2266950" y="6375400"/>
          <p14:tracePt t="71580" x="2279650" y="6381750"/>
          <p14:tracePt t="71612" x="2292350" y="6388100"/>
          <p14:tracePt t="71629" x="2298700" y="6394450"/>
          <p14:tracePt t="71645" x="2305050" y="6400800"/>
          <p14:tracePt t="71661" x="2330450" y="6413500"/>
          <p14:tracePt t="71678" x="2362200" y="6419850"/>
          <p14:tracePt t="71695" x="2381250" y="6426200"/>
          <p14:tracePt t="71712" x="2419350" y="6432550"/>
          <p14:tracePt t="71728" x="2476500" y="6438900"/>
          <p14:tracePt t="71745" x="2495550" y="6451600"/>
          <p14:tracePt t="71748" x="2520950" y="6451600"/>
          <p14:tracePt t="71764" x="2533650" y="6457950"/>
          <p14:tracePt t="71778" x="2565400" y="6457950"/>
          <p14:tracePt t="71795" x="2571750" y="6457950"/>
          <p14:tracePt t="71840" x="2571750" y="6451600"/>
          <p14:tracePt t="71848" x="2559050" y="6438900"/>
          <p14:tracePt t="71863" x="2552700" y="6426200"/>
          <p14:tracePt t="72542" x="2565400" y="6426200"/>
          <p14:tracePt t="72556" x="2597150" y="6426200"/>
          <p14:tracePt t="72563" x="2616200" y="6426200"/>
          <p14:tracePt t="72575" x="2641600" y="6426200"/>
          <p14:tracePt t="72592" x="2686050" y="6426200"/>
          <p14:tracePt t="72608" x="2698750" y="6426200"/>
          <p14:tracePt t="72625" x="2717800" y="6426200"/>
          <p14:tracePt t="72641" x="2774950" y="6426200"/>
          <p14:tracePt t="72658" x="2800350" y="6426200"/>
          <p14:tracePt t="72675" x="2838450" y="6426200"/>
          <p14:tracePt t="72691" x="2851150" y="6426200"/>
          <p14:tracePt t="72708" x="2876550" y="6432550"/>
          <p14:tracePt t="72725" x="2895600" y="6432550"/>
          <p14:tracePt t="72741" x="2901950" y="6432550"/>
          <p14:tracePt t="72758" x="2901950" y="6438900"/>
          <p14:tracePt t="72964" x="2876550" y="6438900"/>
          <p14:tracePt t="72978" x="2851150" y="6438900"/>
          <p14:tracePt t="72985" x="2800350" y="6438900"/>
          <p14:tracePt t="72993" x="2749550" y="6438900"/>
          <p14:tracePt t="73007" x="2698750" y="6426200"/>
          <p14:tracePt t="73023" x="2635250" y="6426200"/>
          <p14:tracePt t="73041" x="2451100" y="6407150"/>
          <p14:tracePt t="73057" x="2400300" y="6407150"/>
          <p14:tracePt t="73073" x="2355850" y="6400800"/>
          <p14:tracePt t="73091" x="2298700" y="6400800"/>
          <p14:tracePt t="73107" x="2266950" y="6394450"/>
          <p14:tracePt t="73123" x="2254250" y="6394450"/>
          <p14:tracePt t="73140" x="2241550" y="6394450"/>
          <p14:tracePt t="73245" x="2247900" y="6394450"/>
          <p14:tracePt t="73272" x="2254250" y="6394450"/>
          <p14:tracePt t="73286" x="2266950" y="6394450"/>
          <p14:tracePt t="73294" x="2273300" y="6394450"/>
          <p14:tracePt t="73315" x="2286000" y="6388100"/>
          <p14:tracePt t="73329" x="2311400" y="6388100"/>
          <p14:tracePt t="73339" x="2336800" y="6388100"/>
          <p14:tracePt t="73357" x="2368550" y="6388100"/>
          <p14:tracePt t="73372" x="2457450" y="6381750"/>
          <p14:tracePt t="73389" x="2546350" y="6369050"/>
          <p14:tracePt t="73406" x="2654300" y="6369050"/>
          <p14:tracePt t="73422" x="2717800" y="6369050"/>
          <p14:tracePt t="73439" x="2806700" y="6362700"/>
          <p14:tracePt t="73456" x="2889250" y="6356350"/>
          <p14:tracePt t="73472" x="2921000" y="6356350"/>
          <p14:tracePt t="73488" x="2971800" y="6343650"/>
          <p14:tracePt t="73505" x="2984500" y="6343650"/>
          <p14:tracePt t="73522" x="2997200" y="6343650"/>
          <p14:tracePt t="73539" x="3003550" y="6343650"/>
          <p14:tracePt t="73555" x="3016250" y="6343650"/>
          <p14:tracePt t="73589" x="3022600" y="6343650"/>
          <p14:tracePt t="73680" x="3028950" y="6343650"/>
          <p14:tracePt t="73779" x="3035300" y="6343650"/>
          <p14:tracePt t="73822" x="3041650" y="6337300"/>
          <p14:tracePt t="73849" x="3054350" y="6337300"/>
          <p14:tracePt t="73855" x="3060700" y="6337300"/>
          <p14:tracePt t="73871" x="3067050" y="6337300"/>
          <p14:tracePt t="73891" x="3079750" y="6337300"/>
          <p14:tracePt t="73898" x="3092450" y="6337300"/>
          <p14:tracePt t="73907" x="3105150" y="6337300"/>
          <p14:tracePt t="73920" x="3117850" y="6337300"/>
          <p14:tracePt t="73938" x="3136900" y="6337300"/>
          <p14:tracePt t="73954" x="3181350" y="6343650"/>
          <p14:tracePt t="73970" x="3238500" y="6343650"/>
          <p14:tracePt t="73987" x="3257550" y="6343650"/>
          <p14:tracePt t="74004" x="3314700" y="6350000"/>
          <p14:tracePt t="74020" x="3384550" y="6350000"/>
          <p14:tracePt t="74037" x="3403600" y="6356350"/>
          <p14:tracePt t="74053" x="3441700" y="6356350"/>
          <p14:tracePt t="74070" x="3467100" y="6356350"/>
          <p14:tracePt t="74087" x="3479800" y="6362700"/>
          <p14:tracePt t="74103" x="3486150" y="6362700"/>
          <p14:tracePt t="74158" x="3473450" y="6369050"/>
          <p14:tracePt t="75714" x="3492500" y="6369050"/>
          <p14:tracePt t="75722" x="3517900" y="6362700"/>
          <p14:tracePt t="75736" x="3549650" y="6350000"/>
          <p14:tracePt t="75747" x="3562350" y="6350000"/>
          <p14:tracePt t="75764" x="3594100" y="6330950"/>
          <p14:tracePt t="75780" x="3606800" y="6330950"/>
          <p14:tracePt t="75797" x="3625850" y="6318250"/>
          <p14:tracePt t="75814" x="3651250" y="6305550"/>
          <p14:tracePt t="75831" x="3663950" y="6299200"/>
          <p14:tracePt t="75834" x="3676650" y="6299200"/>
          <p14:tracePt t="75850" x="3689350" y="6292850"/>
          <p14:tracePt t="75864" x="3714750" y="6280150"/>
          <p14:tracePt t="75880" x="3727450" y="6273800"/>
          <p14:tracePt t="75898" x="3746500" y="6267450"/>
          <p14:tracePt t="75914" x="3759200" y="6261100"/>
          <p14:tracePt t="75930" x="3778250" y="6248400"/>
          <p14:tracePt t="75947" x="3784600" y="6248400"/>
          <p14:tracePt t="76017" x="3790950" y="6248400"/>
          <p14:tracePt t="76949" x="3752850" y="6254750"/>
          <p14:tracePt t="76956" x="3702050" y="6267450"/>
          <p14:tracePt t="76970" x="3606800" y="6299200"/>
          <p14:tracePt t="76979" x="3517900" y="6318250"/>
          <p14:tracePt t="76993" x="3429000" y="6324600"/>
          <p14:tracePt t="77010" x="3321050" y="6356350"/>
          <p14:tracePt t="77027" x="3086100" y="6407150"/>
          <p14:tracePt t="77043" x="3009900" y="6426200"/>
          <p14:tracePt t="77060" x="2927350" y="6445250"/>
          <p14:tracePt t="77076" x="2787650" y="6477000"/>
          <p14:tracePt t="77093" x="2647950" y="6515100"/>
          <p14:tracePt t="77110" x="2584450" y="6521450"/>
          <p14:tracePt t="77126" x="2501900" y="6546850"/>
          <p14:tracePt t="77143" x="2438400" y="6572250"/>
          <p14:tracePt t="77160" x="2406650" y="6578600"/>
          <p14:tracePt t="77176" x="2387600" y="6584950"/>
          <p14:tracePt t="77192" x="2362200" y="6584950"/>
          <p14:tracePt t="77210" x="2343150" y="6591300"/>
          <p14:tracePt t="77225" x="2336800" y="6591300"/>
          <p14:tracePt t="77242" x="2330450" y="6591300"/>
          <p14:tracePt t="77280" x="2324100" y="6591300"/>
          <p14:tracePt t="77322" x="2324100" y="6597650"/>
          <p14:tracePt t="77413" x="2324100" y="6604000"/>
          <p14:tracePt t="77462" x="2324100" y="6610350"/>
          <p14:tracePt t="77483" x="2330450" y="6610350"/>
          <p14:tracePt t="77490" x="2343150" y="6616700"/>
          <p14:tracePt t="77504" x="2355850" y="6616700"/>
          <p14:tracePt t="77511" x="2368550" y="6623050"/>
          <p14:tracePt t="77525" x="2400300" y="6629400"/>
          <p14:tracePt t="77541" x="2495550" y="6648450"/>
          <p14:tracePt t="77558" x="2559050" y="6654800"/>
          <p14:tracePt t="77575" x="2800350" y="6667500"/>
          <p14:tracePt t="77591" x="2889250" y="6667500"/>
          <p14:tracePt t="77608" x="2965450" y="6667500"/>
          <p14:tracePt t="77624" x="3111500" y="6654800"/>
          <p14:tracePt t="77641" x="3257550" y="6623050"/>
          <p14:tracePt t="77658" x="3321050" y="6610350"/>
          <p14:tracePt t="77674" x="3429000" y="6584950"/>
          <p14:tracePt t="77691" x="3486150" y="6572250"/>
          <p14:tracePt t="77708" x="3524250" y="6565900"/>
          <p14:tracePt t="77724" x="3536950" y="6565900"/>
          <p14:tracePt t="77741" x="3549650" y="6559550"/>
          <p14:tracePt t="77758" x="3562350" y="6553200"/>
          <p14:tracePt t="77774" x="3568700" y="6553200"/>
          <p14:tracePt t="77791" x="3581400" y="6553200"/>
          <p14:tracePt t="77808" x="3594100" y="6553200"/>
          <p14:tracePt t="77824" x="3606800" y="6553200"/>
          <p14:tracePt t="77840" x="3619500" y="6553200"/>
          <p14:tracePt t="77857" x="3657600" y="6553200"/>
          <p14:tracePt t="77873" x="3676650" y="6553200"/>
          <p14:tracePt t="77891" x="3721100" y="6553200"/>
          <p14:tracePt t="77907" x="3746500" y="6553200"/>
          <p14:tracePt t="77923" x="3822700" y="6553200"/>
          <p14:tracePt t="77941" x="3892550" y="6553200"/>
          <p14:tracePt t="77957" x="3917950" y="6553200"/>
          <p14:tracePt t="77973" x="3968750" y="6553200"/>
          <p14:tracePt t="77990" x="4000500" y="6546850"/>
          <p14:tracePt t="78006" x="4025900" y="6546850"/>
          <p14:tracePt t="78023" x="4044950" y="6546850"/>
          <p14:tracePt t="78040" x="4064000" y="6540500"/>
          <p14:tracePt t="78056" x="4076700" y="6540500"/>
          <p14:tracePt t="78073" x="4095750" y="6534150"/>
          <p14:tracePt t="78089" x="4121150" y="6534150"/>
          <p14:tracePt t="78123" x="4140200" y="6527800"/>
          <p14:tracePt t="78139" x="4152900" y="6527800"/>
          <p14:tracePt t="78156" x="4159250" y="6527800"/>
          <p14:tracePt t="78173" x="4165600" y="6527800"/>
          <p14:tracePt t="78189" x="4171950" y="6527800"/>
          <p14:tracePt t="78206" x="4191000" y="6527800"/>
          <p14:tracePt t="78222" x="4203700" y="6527800"/>
          <p14:tracePt t="78239" x="4210050" y="6527800"/>
          <p14:tracePt t="78256" x="4216400" y="6534150"/>
          <p14:tracePt t="78272" x="4235450" y="6534150"/>
          <p14:tracePt t="78289" x="4241800" y="6534150"/>
          <p14:tracePt t="78306" x="4248150" y="6540500"/>
          <p14:tracePt t="78322" x="4267200" y="6540500"/>
          <p14:tracePt t="78338" x="4273550" y="6540500"/>
          <p14:tracePt t="78355" x="4292600" y="6540500"/>
          <p14:tracePt t="78372" x="4305300" y="6540500"/>
          <p14:tracePt t="78389" x="4330700" y="6540500"/>
          <p14:tracePt t="78405" x="4343400" y="6540500"/>
          <p14:tracePt t="78422" x="4368800" y="6540500"/>
          <p14:tracePt t="78439" x="4400550" y="6546850"/>
          <p14:tracePt t="78455" x="4419600" y="6546850"/>
          <p14:tracePt t="78472" x="4432300" y="6546850"/>
          <p14:tracePt t="78488" x="4470400" y="6546850"/>
          <p14:tracePt t="78505" x="4483100" y="6546850"/>
          <p14:tracePt t="78521" x="4495800" y="6546850"/>
          <p14:tracePt t="78538" x="4514850" y="6546850"/>
          <p14:tracePt t="78555" x="4521200" y="6546850"/>
          <p14:tracePt t="78571" x="4527550" y="6546850"/>
          <p14:tracePt t="78587" x="4533900" y="6546850"/>
          <p14:tracePt t="78614" x="4540250" y="6546850"/>
          <p14:tracePt t="78993" x="4552950" y="6546850"/>
          <p14:tracePt t="79000" x="4591050" y="6546850"/>
          <p14:tracePt t="79013" x="4641850" y="6546850"/>
          <p14:tracePt t="79022" x="4679950" y="6546850"/>
          <p14:tracePt t="79036" x="4743450" y="6546850"/>
          <p14:tracePt t="79052" x="4813300" y="6546850"/>
          <p14:tracePt t="79071" x="4965700" y="6546850"/>
          <p14:tracePt t="79086" x="5029200" y="6546850"/>
          <p14:tracePt t="79102" x="5073650" y="6534150"/>
          <p14:tracePt t="79120" x="5156200" y="6521450"/>
          <p14:tracePt t="79136" x="5213350" y="6508750"/>
          <p14:tracePt t="79153" x="5232400" y="6508750"/>
          <p14:tracePt t="79169" x="5257800" y="6502400"/>
          <p14:tracePt t="79185" x="5276850" y="6502400"/>
          <p14:tracePt t="79203" x="5295900" y="6496050"/>
          <p14:tracePt t="79235" x="5302250" y="6496050"/>
          <p14:tracePt t="79255" x="5308600" y="6496050"/>
          <p14:tracePt t="79268" x="5321300" y="6496050"/>
          <p14:tracePt t="79285" x="5353050" y="6496050"/>
          <p14:tracePt t="79302" x="5397500" y="6496050"/>
          <p14:tracePt t="79319" x="5416550" y="6496050"/>
          <p14:tracePt t="79335" x="5454650" y="6496050"/>
          <p14:tracePt t="79352" x="5562600" y="6477000"/>
          <p14:tracePt t="79368" x="5613400" y="6477000"/>
          <p14:tracePt t="79385" x="5657850" y="6470650"/>
          <p14:tracePt t="79402" x="5746750" y="6470650"/>
          <p14:tracePt t="79418" x="5842000" y="6464300"/>
          <p14:tracePt t="79435" x="5880100" y="6464300"/>
          <p14:tracePt t="79451" x="5949950" y="6445250"/>
          <p14:tracePt t="79468" x="5994400" y="6438900"/>
          <p14:tracePt t="79485" x="6019800" y="6432550"/>
          <p14:tracePt t="79501" x="6026150" y="6426200"/>
          <p14:tracePt t="79518" x="6032500" y="6419850"/>
          <p14:tracePt t="79534" x="6038850" y="6419850"/>
          <p14:tracePt t="79646" x="6045200" y="6419850"/>
          <p14:tracePt t="79667" x="6057900" y="6419850"/>
          <p14:tracePt t="79674" x="6070600" y="6419850"/>
          <p14:tracePt t="79688" x="6076950" y="6419850"/>
          <p14:tracePt t="79701" x="6096000" y="6426200"/>
          <p14:tracePt t="79721" x="6140450" y="6426200"/>
          <p14:tracePt t="79734" x="6184900" y="6438900"/>
          <p14:tracePt t="79751" x="6286500" y="6451600"/>
          <p14:tracePt t="79767" x="6419850" y="6470650"/>
          <p14:tracePt t="79783" x="6496050" y="6489700"/>
          <p14:tracePt t="79801" x="6642100" y="6508750"/>
          <p14:tracePt t="79816" x="6756400" y="6521450"/>
          <p14:tracePt t="79833" x="6800850" y="6527800"/>
          <p14:tracePt t="79850" x="6858000" y="6527800"/>
          <p14:tracePt t="79867" x="6883400" y="6527800"/>
          <p14:tracePt t="79883" x="6889750" y="6527800"/>
          <p14:tracePt t="79900" x="6896100" y="6527800"/>
          <p14:tracePt t="79927" x="6896100" y="6521450"/>
          <p14:tracePt t="79954" x="6889750" y="6521450"/>
          <p14:tracePt t="79976" x="6883400" y="6521450"/>
          <p14:tracePt t="80067" x="6877050" y="6521450"/>
          <p14:tracePt t="80095" x="6870700" y="6521450"/>
          <p14:tracePt t="80109" x="6864350" y="6521450"/>
          <p14:tracePt t="80123" x="6851650" y="6521450"/>
          <p14:tracePt t="80137" x="6838950" y="6515100"/>
          <p14:tracePt t="80148" x="6813550" y="6508750"/>
          <p14:tracePt t="80166" x="6724650" y="6483350"/>
          <p14:tracePt t="80183" x="6642100" y="6457950"/>
          <p14:tracePt t="80199" x="6451600" y="6419850"/>
          <p14:tracePt t="80216" x="6203950" y="6388100"/>
          <p14:tracePt t="80232" x="6076950" y="6369050"/>
          <p14:tracePt t="80250" x="5949950" y="6356350"/>
          <p14:tracePt t="80265" x="5600700" y="6343650"/>
          <p14:tracePt t="80281" x="5492750" y="6350000"/>
          <p14:tracePt t="80300" x="5353050" y="6381750"/>
          <p14:tracePt t="80315" x="5283200" y="6388100"/>
          <p14:tracePt t="80332" x="5187950" y="6413500"/>
          <p14:tracePt t="80349" x="5092700" y="6432550"/>
          <p14:tracePt t="80365" x="5048250" y="6451600"/>
          <p14:tracePt t="80382" x="4959350" y="6451600"/>
          <p14:tracePt t="80398" x="4851400" y="6464300"/>
          <p14:tracePt t="80415" x="4813300" y="6457950"/>
          <p14:tracePt t="87054" x="4781550" y="6451600"/>
          <p14:tracePt t="87061" x="4749800" y="6445250"/>
          <p14:tracePt t="87067" x="4699000" y="6426200"/>
          <p14:tracePt t="87077" x="4654550" y="6419850"/>
          <p14:tracePt t="87092" x="4559300" y="6375400"/>
          <p14:tracePt t="87108" x="4413250" y="6343650"/>
          <p14:tracePt t="87125" x="4210050" y="6299200"/>
          <p14:tracePt t="87142" x="4083050" y="6267450"/>
          <p14:tracePt t="87160" x="3892550" y="6223000"/>
          <p14:tracePt t="87175" x="3752850" y="6203950"/>
          <p14:tracePt t="87191" x="3594100" y="6203950"/>
          <p14:tracePt t="87208" x="3467100" y="6203950"/>
          <p14:tracePt t="87224" x="3257550" y="6203950"/>
          <p14:tracePt t="87241" x="3143250" y="6216650"/>
          <p14:tracePt t="87258" x="2984500" y="6229350"/>
          <p14:tracePt t="87274" x="2901950" y="6242050"/>
          <p14:tracePt t="87292" x="2844800" y="6248400"/>
          <p14:tracePt t="87307" x="2755900" y="6254750"/>
          <p14:tracePt t="87324" x="2711450" y="6267450"/>
          <p14:tracePt t="87343" x="2660650" y="6273800"/>
          <p14:tracePt t="87357" x="2635250" y="6280150"/>
          <p14:tracePt t="87374" x="2628900" y="6292850"/>
          <p14:tracePt t="87391" x="2616200" y="6305550"/>
          <p14:tracePt t="87407" x="2609850" y="6305550"/>
          <p14:tracePt t="87440" x="2603500" y="6318250"/>
          <p14:tracePt t="87496" x="2597150" y="6318250"/>
          <p14:tracePt t="87503" x="2597150" y="6311900"/>
          <p14:tracePt t="87531" x="2597150" y="6305550"/>
          <p14:tracePt t="87545" x="2597150" y="6299200"/>
          <p14:tracePt t="87552" x="2597150" y="6292850"/>
          <p14:tracePt t="87566" x="2597150" y="6286500"/>
          <p14:tracePt t="87576" x="2597150" y="6280150"/>
          <p14:tracePt t="87590" x="2603500" y="6280150"/>
          <p14:tracePt t="87607" x="2609850" y="6267450"/>
          <p14:tracePt t="87623" x="2616200" y="6254750"/>
          <p14:tracePt t="87640" x="2622550" y="6242050"/>
          <p14:tracePt t="87657" x="2628900" y="6223000"/>
          <p14:tracePt t="87673" x="2641600" y="6184900"/>
          <p14:tracePt t="87690" x="2654300" y="6140450"/>
          <p14:tracePt t="87707" x="2679700" y="6070600"/>
          <p14:tracePt t="87723" x="2705100" y="5994400"/>
          <p14:tracePt t="87739" x="2730500" y="5899150"/>
          <p14:tracePt t="87757" x="2749550" y="5727700"/>
          <p14:tracePt t="87772" x="2762250" y="5600700"/>
          <p14:tracePt t="87789" x="2755900" y="5435600"/>
          <p14:tracePt t="87807" x="2717800" y="5187950"/>
          <p14:tracePt t="87822" x="2686050" y="5054600"/>
          <p14:tracePt t="87839" x="2673350" y="4959350"/>
          <p14:tracePt t="87856" x="2635250" y="4876800"/>
          <p14:tracePt t="87872" x="2616200" y="4826000"/>
          <p14:tracePt t="87890" x="2590800" y="4775200"/>
          <p14:tracePt t="87905" x="2578100" y="4762500"/>
          <p14:tracePt t="87922" x="2571750" y="4749800"/>
          <p14:tracePt t="87939" x="2571750" y="4743450"/>
          <p14:tracePt t="87988" x="2565400" y="4743450"/>
          <p14:tracePt t="88037" x="2559050" y="4743450"/>
          <p14:tracePt t="88065" x="2552700" y="4737100"/>
          <p14:tracePt t="88073" x="2546350" y="4724400"/>
          <p14:tracePt t="88079" x="2540000" y="4718050"/>
          <p14:tracePt t="88088" x="2533650" y="4718050"/>
          <p14:tracePt t="88105" x="2527300" y="4699000"/>
          <p14:tracePt t="88108" x="2520950" y="4686300"/>
          <p14:tracePt t="88122" x="2495550" y="4660900"/>
          <p14:tracePt t="88138" x="2463800" y="4629150"/>
          <p14:tracePt t="88155" x="2419350" y="4603750"/>
          <p14:tracePt t="88171" x="2362200" y="4559300"/>
          <p14:tracePt t="88188" x="2330450" y="4533900"/>
          <p14:tracePt t="88205" x="2305050" y="4521200"/>
          <p14:tracePt t="88221" x="2286000" y="4508500"/>
          <p14:tracePt t="88238" x="2279650" y="4502150"/>
          <p14:tracePt t="88255" x="2273300" y="4502150"/>
          <p14:tracePt t="88445" x="2273300" y="4508500"/>
          <p14:tracePt t="88529" x="2279650" y="4514850"/>
          <p14:tracePt t="88564" x="2279650" y="4521200"/>
          <p14:tracePt t="88606" x="2286000" y="4527550"/>
          <p14:tracePt t="88621" x="2292350" y="4533900"/>
          <p14:tracePt t="88634" x="2298700" y="4533900"/>
          <p14:tracePt t="88648" x="2298700" y="4546600"/>
          <p14:tracePt t="88656" x="2305050" y="4552950"/>
          <p14:tracePt t="88670" x="2317750" y="4572000"/>
          <p14:tracePt t="88686" x="2336800" y="4616450"/>
          <p14:tracePt t="88703" x="2362200" y="4673600"/>
          <p14:tracePt t="88719" x="2413000" y="4806950"/>
          <p14:tracePt t="88736" x="2457450" y="4927600"/>
          <p14:tracePt t="88753" x="2495550" y="5048250"/>
          <p14:tracePt t="88769" x="2565400" y="5308600"/>
          <p14:tracePt t="88786" x="2616200" y="5492750"/>
          <p14:tracePt t="88803" x="2667000" y="5778500"/>
          <p14:tracePt t="88819" x="2686050" y="5943600"/>
          <p14:tracePt t="88836" x="2705100" y="6089650"/>
          <p14:tracePt t="88853" x="2717800" y="6248400"/>
          <p14:tracePt t="88869" x="2724150" y="6311900"/>
          <p14:tracePt t="88886" x="2724150" y="6369050"/>
          <p14:tracePt t="88902" x="2724150" y="6426200"/>
          <p14:tracePt t="88919" x="2724150" y="6438900"/>
          <p14:tracePt t="88935" x="2724150" y="6451600"/>
          <p14:tracePt t="88952" x="2724150" y="6457950"/>
          <p14:tracePt t="89302" x="2730500" y="6457950"/>
          <p14:tracePt t="89309" x="2736850" y="6451600"/>
          <p14:tracePt t="89323" x="2743200" y="6451600"/>
          <p14:tracePt t="89334" x="2743200" y="6445250"/>
          <p14:tracePt t="89352" x="2762250" y="6438900"/>
          <p14:tracePt t="89367" x="2768600" y="6438900"/>
          <p14:tracePt t="89384" x="2819400" y="6426200"/>
          <p14:tracePt t="89401" x="2876550" y="6394450"/>
          <p14:tracePt t="89417" x="2921000" y="6375400"/>
          <p14:tracePt t="89434" x="3009900" y="6337300"/>
          <p14:tracePt t="89450" x="3092450" y="6305550"/>
          <p14:tracePt t="89467" x="3136900" y="6286500"/>
          <p14:tracePt t="89484" x="3200400" y="6267450"/>
          <p14:tracePt t="89500" x="3225800" y="6254750"/>
          <p14:tracePt t="89517" x="3232150" y="6248400"/>
          <p14:tracePt t="89590" x="3225800" y="6248400"/>
          <p14:tracePt t="89611" x="3219450" y="6248400"/>
          <p14:tracePt t="89632" x="3213100" y="6248400"/>
          <p14:tracePt t="89674" x="3206750" y="6248400"/>
        </p14:tracePtLst>
      </p14:laserTraceLst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r>
              <a:rPr lang="en-US" altLang="en-US" b="1" dirty="0"/>
              <a:t>The </a:t>
            </a:r>
            <a:r>
              <a:rPr lang="en-US" altLang="en-US" b="1" dirty="0" err="1"/>
              <a:t>Dataclasses</a:t>
            </a:r>
            <a:r>
              <a:rPr lang="en-US" altLang="en-US" b="1" dirty="0"/>
              <a:t> Module (Python 3.7)</a:t>
            </a:r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8991600" cy="5943600"/>
          </a:xfrm>
        </p:spPr>
        <p:txBody>
          <a:bodyPr/>
          <a:lstStyle/>
          <a:p>
            <a:pPr marL="287338" lvl="1" indent="0">
              <a:lnSpc>
                <a:spcPct val="95000"/>
              </a:lnSpc>
              <a:buNone/>
            </a:pPr>
            <a:r>
              <a:rPr lang="en-US" altLang="en-US" sz="3200" spc="-100" dirty="0" err="1">
                <a:solidFill>
                  <a:srgbClr val="FF0000"/>
                </a:solidFill>
              </a:rPr>
              <a:t>Dataclass</a:t>
            </a:r>
            <a:r>
              <a:rPr lang="en-US" altLang="en-US" sz="3200" spc="-100" dirty="0">
                <a:solidFill>
                  <a:srgbClr val="FF0000"/>
                </a:solidFill>
              </a:rPr>
              <a:t> guesses how to define indirect methods:</a:t>
            </a:r>
          </a:p>
          <a:p>
            <a:pPr marL="855662" lvl="2" indent="-514350">
              <a:lnSpc>
                <a:spcPct val="95000"/>
              </a:lnSpc>
              <a:buFont typeface="+mj-lt"/>
              <a:buAutoNum type="arabicPeriod"/>
            </a:pPr>
            <a:r>
              <a:rPr lang="en-US" altLang="en-US" sz="3000" dirty="0">
                <a:solidFill>
                  <a:schemeClr val="accent2"/>
                </a:solidFill>
              </a:rPr>
              <a:t>You can override these implementation guesses, by giving your own definitions. </a:t>
            </a:r>
          </a:p>
          <a:p>
            <a:pPr marL="855662" lvl="2" indent="-514350">
              <a:lnSpc>
                <a:spcPct val="95000"/>
              </a:lnSpc>
              <a:spcBef>
                <a:spcPts val="1800"/>
              </a:spcBef>
              <a:buFont typeface="+mj-lt"/>
              <a:buAutoNum type="arabicPeriod"/>
            </a:pPr>
            <a:r>
              <a:rPr lang="en-US" altLang="en-US" sz="3000" dirty="0">
                <a:solidFill>
                  <a:schemeClr val="accent2"/>
                </a:solidFill>
              </a:rPr>
              <a:t>You can also indicate which methods to make guesses for. These come in 6 categories:</a:t>
            </a:r>
          </a:p>
          <a:p>
            <a:pPr marL="1146175" lvl="3" indent="-409575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altLang="en-US" sz="2800" dirty="0" err="1">
                <a:solidFill>
                  <a:srgbClr val="00B050"/>
                </a:solidFill>
              </a:rPr>
              <a:t>init</a:t>
            </a:r>
            <a:r>
              <a:rPr lang="en-US" altLang="en-US" sz="2800" dirty="0">
                <a:solidFill>
                  <a:schemeClr val="accent2"/>
                </a:solidFill>
              </a:rPr>
              <a:t>: Generate guess for </a:t>
            </a:r>
            <a:r>
              <a:rPr lang="en-US" altLang="en-US" sz="2800" dirty="0">
                <a:solidFill>
                  <a:srgbClr val="FF0000"/>
                </a:solidFill>
              </a:rPr>
              <a:t>__</a:t>
            </a:r>
            <a:r>
              <a:rPr lang="en-US" altLang="en-US" sz="2800" dirty="0" err="1">
                <a:solidFill>
                  <a:srgbClr val="FF0000"/>
                </a:solidFill>
              </a:rPr>
              <a:t>init</a:t>
            </a:r>
            <a:r>
              <a:rPr lang="en-US" altLang="en-US" sz="2800" dirty="0">
                <a:solidFill>
                  <a:srgbClr val="FF0000"/>
                </a:solidFill>
              </a:rPr>
              <a:t>__()</a:t>
            </a:r>
            <a:r>
              <a:rPr lang="en-US" altLang="en-US" sz="2800" dirty="0">
                <a:solidFill>
                  <a:schemeClr val="accent2"/>
                </a:solidFill>
              </a:rPr>
              <a:t>.</a:t>
            </a:r>
          </a:p>
          <a:p>
            <a:pPr marL="1146175" lvl="3" indent="-409575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altLang="en-US" sz="2800" dirty="0" err="1">
                <a:solidFill>
                  <a:srgbClr val="00B050"/>
                </a:solidFill>
              </a:rPr>
              <a:t>eq</a:t>
            </a:r>
            <a:r>
              <a:rPr lang="en-US" altLang="en-US" sz="2800" dirty="0">
                <a:solidFill>
                  <a:schemeClr val="accent2"/>
                </a:solidFill>
              </a:rPr>
              <a:t>: Generate guess for </a:t>
            </a:r>
            <a:r>
              <a:rPr lang="en-US" altLang="en-US" sz="2800" dirty="0">
                <a:solidFill>
                  <a:srgbClr val="FF0000"/>
                </a:solidFill>
              </a:rPr>
              <a:t>__</a:t>
            </a:r>
            <a:r>
              <a:rPr lang="en-US" altLang="en-US" sz="2800" dirty="0" err="1">
                <a:solidFill>
                  <a:srgbClr val="FF0000"/>
                </a:solidFill>
              </a:rPr>
              <a:t>eq</a:t>
            </a:r>
            <a:r>
              <a:rPr lang="en-US" altLang="en-US" sz="2800">
                <a:solidFill>
                  <a:srgbClr val="FF0000"/>
                </a:solidFill>
              </a:rPr>
              <a:t>__(), __ne__()</a:t>
            </a:r>
            <a:r>
              <a:rPr lang="en-US" altLang="en-US" sz="2800">
                <a:solidFill>
                  <a:schemeClr val="accent2"/>
                </a:solidFill>
              </a:rPr>
              <a:t>.</a:t>
            </a:r>
            <a:endParaRPr lang="en-US" altLang="en-US" sz="2800" dirty="0">
              <a:solidFill>
                <a:schemeClr val="accent2"/>
              </a:solidFill>
            </a:endParaRPr>
          </a:p>
          <a:p>
            <a:pPr marL="1146175" lvl="3" indent="-409575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0B050"/>
                </a:solidFill>
              </a:rPr>
              <a:t>order</a:t>
            </a:r>
            <a:r>
              <a:rPr lang="en-US" altLang="en-US" sz="2800" dirty="0">
                <a:solidFill>
                  <a:schemeClr val="accent2"/>
                </a:solidFill>
              </a:rPr>
              <a:t>: Generate guesses for </a:t>
            </a:r>
            <a:r>
              <a:rPr lang="en-US" altLang="en-US" sz="2800" dirty="0">
                <a:solidFill>
                  <a:srgbClr val="FF0000"/>
                </a:solidFill>
              </a:rPr>
              <a:t>__</a:t>
            </a:r>
            <a:r>
              <a:rPr lang="en-US" altLang="en-US" sz="2800" dirty="0" err="1">
                <a:solidFill>
                  <a:srgbClr val="FF0000"/>
                </a:solidFill>
              </a:rPr>
              <a:t>lt</a:t>
            </a:r>
            <a:r>
              <a:rPr lang="en-US" altLang="en-US" sz="2800" dirty="0">
                <a:solidFill>
                  <a:srgbClr val="FF0000"/>
                </a:solidFill>
              </a:rPr>
              <a:t>__(), __le__(), </a:t>
            </a:r>
          </a:p>
          <a:p>
            <a:pPr marL="736600" lvl="3" indent="4981575">
              <a:lnSpc>
                <a:spcPct val="95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0000"/>
                </a:solidFill>
              </a:rPr>
              <a:t>__</a:t>
            </a:r>
            <a:r>
              <a:rPr lang="en-US" altLang="en-US" sz="2800" dirty="0" err="1">
                <a:solidFill>
                  <a:srgbClr val="FF0000"/>
                </a:solidFill>
              </a:rPr>
              <a:t>gt</a:t>
            </a:r>
            <a:r>
              <a:rPr lang="en-US" altLang="en-US" sz="2800" dirty="0">
                <a:solidFill>
                  <a:srgbClr val="FF0000"/>
                </a:solidFill>
              </a:rPr>
              <a:t>__(), __</a:t>
            </a:r>
            <a:r>
              <a:rPr lang="en-US" altLang="en-US" sz="2800" dirty="0" err="1">
                <a:solidFill>
                  <a:srgbClr val="FF0000"/>
                </a:solidFill>
              </a:rPr>
              <a:t>ge</a:t>
            </a:r>
            <a:r>
              <a:rPr lang="en-US" altLang="en-US" sz="2800" dirty="0">
                <a:solidFill>
                  <a:srgbClr val="FF0000"/>
                </a:solidFill>
              </a:rPr>
              <a:t>__()</a:t>
            </a:r>
          </a:p>
          <a:p>
            <a:pPr marL="1146175" lvl="3" indent="-409575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altLang="en-US" sz="2800" dirty="0" err="1">
                <a:solidFill>
                  <a:srgbClr val="00B050"/>
                </a:solidFill>
              </a:rPr>
              <a:t>unsafe_hash</a:t>
            </a:r>
            <a:r>
              <a:rPr lang="en-US" altLang="en-US" sz="2800" dirty="0">
                <a:solidFill>
                  <a:schemeClr val="accent2"/>
                </a:solidFill>
              </a:rPr>
              <a:t>: Whether to generate </a:t>
            </a:r>
            <a:r>
              <a:rPr lang="en-US" altLang="en-US" sz="2800" dirty="0">
                <a:solidFill>
                  <a:srgbClr val="FF0000"/>
                </a:solidFill>
              </a:rPr>
              <a:t>__hash__()</a:t>
            </a:r>
          </a:p>
          <a:p>
            <a:pPr marL="1146175" lvl="3" indent="-409575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altLang="en-US" sz="2800" dirty="0" err="1">
                <a:solidFill>
                  <a:srgbClr val="00B050"/>
                </a:solidFill>
              </a:rPr>
              <a:t>repr</a:t>
            </a:r>
            <a:r>
              <a:rPr lang="en-US" altLang="en-US" sz="2800" dirty="0">
                <a:solidFill>
                  <a:schemeClr val="accent2"/>
                </a:solidFill>
              </a:rPr>
              <a:t>: Generate guess for </a:t>
            </a:r>
            <a:r>
              <a:rPr lang="en-US" altLang="en-US" sz="2800" dirty="0">
                <a:solidFill>
                  <a:srgbClr val="FF0000"/>
                </a:solidFill>
              </a:rPr>
              <a:t>__</a:t>
            </a:r>
            <a:r>
              <a:rPr lang="en-US" altLang="en-US" sz="2800" dirty="0" err="1">
                <a:solidFill>
                  <a:srgbClr val="FF0000"/>
                </a:solidFill>
              </a:rPr>
              <a:t>repr</a:t>
            </a:r>
            <a:r>
              <a:rPr lang="en-US" altLang="en-US" sz="2800" dirty="0">
                <a:solidFill>
                  <a:srgbClr val="FF0000"/>
                </a:solidFill>
              </a:rPr>
              <a:t>__()</a:t>
            </a:r>
          </a:p>
          <a:p>
            <a:pPr marL="1146175" lvl="3" indent="-409575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0B050"/>
                </a:solidFill>
              </a:rPr>
              <a:t>frozen</a:t>
            </a:r>
            <a:r>
              <a:rPr lang="en-US" altLang="en-US" sz="2800" dirty="0">
                <a:solidFill>
                  <a:schemeClr val="accent2"/>
                </a:solidFill>
              </a:rPr>
              <a:t>: assigning to fields raises an error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0775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4220"/>
    </mc:Choice>
    <mc:Fallback xmlns="">
      <p:transition spd="slow" advTm="3742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1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317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030" x="1866900" y="1047750"/>
          <p14:tracePt t="1044" x="1905000" y="1047750"/>
          <p14:tracePt t="1051" x="1943100" y="1047750"/>
          <p14:tracePt t="1058" x="1993900" y="1054100"/>
          <p14:tracePt t="1073" x="2063750" y="1047750"/>
          <p14:tracePt t="1087" x="2139950" y="1047750"/>
          <p14:tracePt t="1104" x="2343150" y="1028700"/>
          <p14:tracePt t="1121" x="2444750" y="1022350"/>
          <p14:tracePt t="1137" x="2647950" y="996950"/>
          <p14:tracePt t="1153" x="2762250" y="990600"/>
          <p14:tracePt t="1156" x="2863850" y="977900"/>
          <p14:tracePt t="1172" x="2959100" y="958850"/>
          <p14:tracePt t="1186" x="3086100" y="939800"/>
          <p14:tracePt t="1203" x="3130550" y="933450"/>
          <p14:tracePt t="1220" x="3200400" y="920750"/>
          <p14:tracePt t="1236" x="3232150" y="920750"/>
          <p14:tracePt t="1253" x="3244850" y="920750"/>
          <p14:tracePt t="1270" x="3257550" y="920750"/>
          <p14:tracePt t="1305" x="3257550" y="914400"/>
          <p14:tracePt t="1319" x="3263900" y="901700"/>
          <p14:tracePt t="1336" x="3270250" y="876300"/>
          <p14:tracePt t="1353" x="3276600" y="876300"/>
          <p14:tracePt t="11299" x="3282950" y="876300"/>
          <p14:tracePt t="11306" x="3289300" y="876300"/>
          <p14:tracePt t="11318" x="3302000" y="876300"/>
          <p14:tracePt t="11335" x="3340100" y="876300"/>
          <p14:tracePt t="11351" x="3365500" y="869950"/>
          <p14:tracePt t="11369" x="3416300" y="844550"/>
          <p14:tracePt t="11385" x="3460750" y="825500"/>
          <p14:tracePt t="11401" x="3505200" y="800100"/>
          <p14:tracePt t="11419" x="3568700" y="762000"/>
          <p14:tracePt t="11435" x="3600450" y="742950"/>
          <p14:tracePt t="11451" x="3625850" y="736600"/>
          <p14:tracePt t="11468" x="3676650" y="717550"/>
          <p14:tracePt t="11484" x="3708400" y="711200"/>
          <p14:tracePt t="11501" x="3740150" y="711200"/>
          <p14:tracePt t="11517" x="3778250" y="704850"/>
          <p14:tracePt t="11534" x="3810000" y="704850"/>
          <p14:tracePt t="11552" x="3848100" y="692150"/>
          <p14:tracePt t="11567" x="3873500" y="692150"/>
          <p14:tracePt t="11584" x="3898900" y="692150"/>
          <p14:tracePt t="11601" x="3943350" y="685800"/>
          <p14:tracePt t="11617" x="3975100" y="685800"/>
          <p14:tracePt t="11634" x="4013200" y="679450"/>
          <p14:tracePt t="11651" x="4070350" y="673100"/>
          <p14:tracePt t="11667" x="4108450" y="666750"/>
          <p14:tracePt t="11685" x="4152900" y="654050"/>
          <p14:tracePt t="11701" x="4210050" y="641350"/>
          <p14:tracePt t="11717" x="4248150" y="635000"/>
          <p14:tracePt t="11734" x="4286250" y="628650"/>
          <p14:tracePt t="11750" x="4311650" y="635000"/>
          <p14:tracePt t="11766" x="4330700" y="635000"/>
          <p14:tracePt t="11784" x="4349750" y="635000"/>
          <p14:tracePt t="11800" x="4368800" y="635000"/>
          <p14:tracePt t="11816" x="4387850" y="635000"/>
          <p14:tracePt t="11833" x="4406900" y="628650"/>
          <p14:tracePt t="11850" x="4425950" y="628650"/>
          <p14:tracePt t="11866" x="4438650" y="628650"/>
          <p14:tracePt t="11883" x="4476750" y="622300"/>
          <p14:tracePt t="11900" x="4502150" y="622300"/>
          <p14:tracePt t="11917" x="4546600" y="615950"/>
          <p14:tracePt t="11933" x="4591050" y="603250"/>
          <p14:tracePt t="11949" x="4641850" y="584200"/>
          <p14:tracePt t="11966" x="4711700" y="571500"/>
          <p14:tracePt t="11983" x="4768850" y="565150"/>
          <p14:tracePt t="11999" x="4819650" y="565150"/>
          <p14:tracePt t="12016" x="4895850" y="565150"/>
          <p14:tracePt t="12032" x="4953000" y="558800"/>
          <p14:tracePt t="12049" x="4991100" y="558800"/>
          <p14:tracePt t="12066" x="5054600" y="558800"/>
          <p14:tracePt t="12082" x="5086350" y="558800"/>
          <p14:tracePt t="12100" x="5111750" y="558800"/>
          <p14:tracePt t="12115" x="5118100" y="558800"/>
          <p14:tracePt t="12132" x="5124450" y="558800"/>
          <p14:tracePt t="12149" x="5130800" y="552450"/>
          <p14:tracePt t="12401" x="5130800" y="546100"/>
          <p14:tracePt t="12493" x="5137150" y="546100"/>
          <p14:tracePt t="12521" x="5143500" y="546100"/>
          <p14:tracePt t="12542" x="5149850" y="546100"/>
          <p14:tracePt t="12592" x="5156200" y="546100"/>
          <p14:tracePt t="12753" x="5162550" y="552450"/>
          <p14:tracePt t="12872" x="5149850" y="552450"/>
          <p14:tracePt t="12880" x="5143500" y="552450"/>
          <p14:tracePt t="12886" x="5137150" y="552450"/>
          <p14:tracePt t="12896" x="5130800" y="552450"/>
          <p14:tracePt t="12913" x="5105400" y="558800"/>
          <p14:tracePt t="12930" x="5054600" y="558800"/>
          <p14:tracePt t="12946" x="5003800" y="558800"/>
          <p14:tracePt t="12963" x="4946650" y="565150"/>
          <p14:tracePt t="12979" x="4845050" y="565150"/>
          <p14:tracePt t="12996" x="4743450" y="565150"/>
          <p14:tracePt t="13014" x="4572000" y="565150"/>
          <p14:tracePt t="13029" x="4457700" y="565150"/>
          <p14:tracePt t="13046" x="4349750" y="552450"/>
          <p14:tracePt t="13063" x="4159250" y="552450"/>
          <p14:tracePt t="13079" x="4019550" y="546100"/>
          <p14:tracePt t="13095" x="3860800" y="527050"/>
          <p14:tracePt t="13112" x="3644900" y="527050"/>
          <p14:tracePt t="13129" x="3498850" y="546100"/>
          <p14:tracePt t="13146" x="3333750" y="558800"/>
          <p14:tracePt t="13162" x="3111500" y="577850"/>
          <p14:tracePt t="13178" x="3022600" y="584200"/>
          <p14:tracePt t="13196" x="2927350" y="603250"/>
          <p14:tracePt t="13212" x="2806700" y="654050"/>
          <p14:tracePt t="13228" x="2724150" y="698500"/>
          <p14:tracePt t="13246" x="2616200" y="749300"/>
          <p14:tracePt t="13261" x="2527300" y="793750"/>
          <p14:tracePt t="13278" x="2451100" y="844550"/>
          <p14:tracePt t="13295" x="2305050" y="914400"/>
          <p14:tracePt t="13311" x="2228850" y="958850"/>
          <p14:tracePt t="13328" x="2146300" y="1003300"/>
          <p14:tracePt t="13345" x="2025650" y="1060450"/>
          <p14:tracePt t="13361" x="1955800" y="1098550"/>
          <p14:tracePt t="13379" x="1917700" y="1155700"/>
          <p14:tracePt t="14100" x="1911350" y="1162050"/>
          <p14:tracePt t="14127" x="1905000" y="1162050"/>
          <p14:tracePt t="14143" x="1905000" y="1168400"/>
          <p14:tracePt t="14261" x="1905000" y="1162050"/>
          <p14:tracePt t="14360" x="1905000" y="1155700"/>
          <p14:tracePt t="14381" x="1905000" y="1149350"/>
          <p14:tracePt t="14402" x="1905000" y="1143000"/>
          <p14:tracePt t="14409" x="1911350" y="1136650"/>
          <p14:tracePt t="14430" x="1911350" y="1123950"/>
          <p14:tracePt t="14437" x="1911350" y="1117600"/>
          <p14:tracePt t="14444" x="1917700" y="1117600"/>
          <p14:tracePt t="14458" x="1924050" y="1104900"/>
          <p14:tracePt t="14474" x="1930400" y="1104900"/>
          <p14:tracePt t="14490" x="1930400" y="1098550"/>
          <p14:tracePt t="14508" x="1936750" y="1092200"/>
          <p14:tracePt t="14540" x="1936750" y="1085850"/>
          <p14:tracePt t="14641" x="1936750" y="1092200"/>
          <p14:tracePt t="14655" x="1930400" y="1092200"/>
          <p14:tracePt t="14662" x="1917700" y="1098550"/>
          <p14:tracePt t="14673" x="1917700" y="1104900"/>
          <p14:tracePt t="14691" x="1885950" y="1111250"/>
          <p14:tracePt t="14707" x="1847850" y="1136650"/>
          <p14:tracePt t="14723" x="1809750" y="1155700"/>
          <p14:tracePt t="14740" x="1727200" y="1187450"/>
          <p14:tracePt t="14756" x="1682750" y="1212850"/>
          <p14:tracePt t="14773" x="1631950" y="1244600"/>
          <p14:tracePt t="14789" x="1549400" y="1282700"/>
          <p14:tracePt t="14806" x="1498600" y="1314450"/>
          <p14:tracePt t="14824" x="1422400" y="1339850"/>
          <p14:tracePt t="14839" x="1384300" y="1358900"/>
          <p14:tracePt t="14856" x="1346200" y="1384300"/>
          <p14:tracePt t="14873" x="1301750" y="1403350"/>
          <p14:tracePt t="14889" x="1282700" y="1416050"/>
          <p14:tracePt t="14906" x="1257300" y="1422400"/>
          <p14:tracePt t="14923" x="1244600" y="1428750"/>
          <p14:tracePt t="14939" x="1238250" y="1428750"/>
          <p14:tracePt t="14956" x="1231900" y="1428750"/>
          <p14:tracePt t="14985" x="1225550" y="1428750"/>
          <p14:tracePt t="15140" x="1231900" y="1428750"/>
          <p14:tracePt t="15161" x="1238250" y="1428750"/>
          <p14:tracePt t="15175" x="1244600" y="1428750"/>
          <p14:tracePt t="15182" x="1250950" y="1428750"/>
          <p14:tracePt t="15191" x="1263650" y="1422400"/>
          <p14:tracePt t="15205" x="1295400" y="1416050"/>
          <p14:tracePt t="15221" x="1346200" y="1397000"/>
          <p14:tracePt t="15239" x="1460500" y="1377950"/>
          <p14:tracePt t="15255" x="1517650" y="1352550"/>
          <p14:tracePt t="15271" x="1568450" y="1339850"/>
          <p14:tracePt t="15288" x="1625600" y="1333500"/>
          <p14:tracePt t="15305" x="1638300" y="1327150"/>
          <p14:tracePt t="15322" x="1651000" y="1327150"/>
          <p14:tracePt t="15338" x="1657350" y="1327150"/>
          <p14:tracePt t="15354" x="1663700" y="1327150"/>
          <p14:tracePt t="15645" x="1670050" y="1327150"/>
          <p14:tracePt t="15660" x="1676400" y="1333500"/>
          <p14:tracePt t="15667" x="1682750" y="1333500"/>
          <p14:tracePt t="15673" x="1689100" y="1333500"/>
          <p14:tracePt t="15686" x="1701800" y="1339850"/>
          <p14:tracePt t="15703" x="1739900" y="1377950"/>
          <p14:tracePt t="15720" x="1778000" y="1403350"/>
          <p14:tracePt t="15737" x="1835150" y="1454150"/>
          <p14:tracePt t="15753" x="1866900" y="1466850"/>
          <p14:tracePt t="15770" x="1885950" y="1485900"/>
          <p14:tracePt t="15788" x="1892300" y="1498600"/>
          <p14:tracePt t="15803" x="1892300" y="1504950"/>
          <p14:tracePt t="15819" x="1898650" y="1504950"/>
          <p14:tracePt t="17033" x="1911350" y="1498600"/>
          <p14:tracePt t="17040" x="1924050" y="1492250"/>
          <p14:tracePt t="17048" x="1943100" y="1479550"/>
          <p14:tracePt t="17065" x="1993900" y="1454150"/>
          <p14:tracePt t="17082" x="2063750" y="1409700"/>
          <p14:tracePt t="17098" x="2101850" y="1390650"/>
          <p14:tracePt t="17115" x="2146300" y="1352550"/>
          <p14:tracePt t="17132" x="2203450" y="1295400"/>
          <p14:tracePt t="17148" x="2247900" y="1250950"/>
          <p14:tracePt t="17167" x="2311400" y="1155700"/>
          <p14:tracePt t="17181" x="2343150" y="1092200"/>
          <p14:tracePt t="17198" x="2374900" y="1028700"/>
          <p14:tracePt t="17217" x="2413000" y="971550"/>
          <p14:tracePt t="17231" x="2425700" y="939800"/>
          <p14:tracePt t="17248" x="2432050" y="914400"/>
          <p14:tracePt t="17265" x="2444750" y="889000"/>
          <p14:tracePt t="17281" x="2451100" y="876300"/>
          <p14:tracePt t="17297" x="2457450" y="857250"/>
          <p14:tracePt t="17315" x="2470150" y="844550"/>
          <p14:tracePt t="17331" x="2476500" y="838200"/>
          <p14:tracePt t="17347" x="2482850" y="831850"/>
          <p14:tracePt t="17380" x="2482850" y="825500"/>
          <p14:tracePt t="17412" x="2489200" y="825500"/>
          <p14:tracePt t="17475" x="2495550" y="825500"/>
          <p14:tracePt t="17490" x="2501900" y="825500"/>
          <p14:tracePt t="17511" x="2508250" y="819150"/>
          <p14:tracePt t="17517" x="2514600" y="819150"/>
          <p14:tracePt t="17530" x="2520950" y="819150"/>
          <p14:tracePt t="17547" x="2552700" y="806450"/>
          <p14:tracePt t="17564" x="2603500" y="806450"/>
          <p14:tracePt t="17581" x="2711450" y="793750"/>
          <p14:tracePt t="17596" x="2806700" y="781050"/>
          <p14:tracePt t="17613" x="2927350" y="762000"/>
          <p14:tracePt t="17630" x="3117850" y="755650"/>
          <p14:tracePt t="17646" x="3251200" y="742950"/>
          <p14:tracePt t="17663" x="3390900" y="736600"/>
          <p14:tracePt t="17680" x="3575050" y="723900"/>
          <p14:tracePt t="17696" x="3676650" y="723900"/>
          <p14:tracePt t="17713" x="3771900" y="711200"/>
          <p14:tracePt t="17729" x="3867150" y="704850"/>
          <p14:tracePt t="17746" x="3917950" y="685800"/>
          <p14:tracePt t="17764" x="3956050" y="679450"/>
          <p14:tracePt t="17779" x="3968750" y="673100"/>
          <p14:tracePt t="17796" x="3975100" y="666750"/>
          <p14:tracePt t="17967" x="3975100" y="673100"/>
          <p14:tracePt t="18023" x="3968750" y="673100"/>
          <p14:tracePt t="18241" x="3943350" y="685800"/>
          <p14:tracePt t="18248" x="3911600" y="704850"/>
          <p14:tracePt t="18261" x="3867150" y="711200"/>
          <p14:tracePt t="18277" x="3663950" y="781050"/>
          <p14:tracePt t="18294" x="3511550" y="819150"/>
          <p14:tracePt t="18311" x="3232150" y="889000"/>
          <p14:tracePt t="18327" x="3041650" y="939800"/>
          <p14:tracePt t="18344" x="2844800" y="990600"/>
          <p14:tracePt t="18361" x="2559050" y="1066800"/>
          <p14:tracePt t="18377" x="2413000" y="1104900"/>
          <p14:tracePt t="18394" x="2266950" y="1130300"/>
          <p14:tracePt t="18410" x="2089150" y="1181100"/>
          <p14:tracePt t="18427" x="2000250" y="1193800"/>
          <p14:tracePt t="18444" x="1930400" y="1206500"/>
          <p14:tracePt t="18460" x="1828800" y="1212850"/>
          <p14:tracePt t="18477" x="1784350" y="1212850"/>
          <p14:tracePt t="18494" x="1695450" y="1212850"/>
          <p14:tracePt t="18510" x="1651000" y="1212850"/>
          <p14:tracePt t="18527" x="1606550" y="1212850"/>
          <p14:tracePt t="18530" x="1593850" y="1212850"/>
          <p14:tracePt t="18544" x="1562100" y="1212850"/>
          <p14:tracePt t="18560" x="1511300" y="1212850"/>
          <p14:tracePt t="18576" x="1473200" y="1212850"/>
          <p14:tracePt t="18593" x="1416050" y="1206500"/>
          <p14:tracePt t="18610" x="1397000" y="1206500"/>
          <p14:tracePt t="18627" x="1384300" y="1200150"/>
          <p14:tracePt t="18642" x="1352550" y="1193800"/>
          <p14:tracePt t="18677" x="1333500" y="1193800"/>
          <p14:tracePt t="18693" x="1327150" y="1193800"/>
          <p14:tracePt t="18709" x="1314450" y="1193800"/>
          <p14:tracePt t="18727" x="1308100" y="1193800"/>
          <p14:tracePt t="18743" x="1301750" y="1200150"/>
          <p14:tracePt t="18759" x="1282700" y="1206500"/>
          <p14:tracePt t="18776" x="1257300" y="1212850"/>
          <p14:tracePt t="18793" x="1219200" y="1238250"/>
          <p14:tracePt t="18810" x="1168400" y="1257300"/>
          <p14:tracePt t="18826" x="1123950" y="1276350"/>
          <p14:tracePt t="18842" x="1079500" y="1289050"/>
          <p14:tracePt t="18860" x="1016000" y="1314450"/>
          <p14:tracePt t="18876" x="984250" y="1327150"/>
          <p14:tracePt t="18892" x="958850" y="1327150"/>
          <p14:tracePt t="18909" x="927100" y="1339850"/>
          <p14:tracePt t="18925" x="920750" y="1339850"/>
          <p14:tracePt t="18942" x="908050" y="1339850"/>
          <p14:tracePt t="18959" x="895350" y="1346200"/>
          <p14:tracePt t="18975" x="889000" y="1352550"/>
          <p14:tracePt t="19014" x="882650" y="1352550"/>
          <p14:tracePt t="19085" x="882650" y="1358900"/>
          <p14:tracePt t="19155" x="882650" y="1365250"/>
          <p14:tracePt t="19211" x="895350" y="1365250"/>
          <p14:tracePt t="19218" x="901700" y="1365250"/>
          <p14:tracePt t="19227" x="908050" y="1365250"/>
          <p14:tracePt t="19241" x="933450" y="1365250"/>
          <p14:tracePt t="19257" x="990600" y="1365250"/>
          <p14:tracePt t="19275" x="1111250" y="1365250"/>
          <p14:tracePt t="19291" x="1200150" y="1365250"/>
          <p14:tracePt t="19307" x="1339850" y="1365250"/>
          <p14:tracePt t="19324" x="1530350" y="1377950"/>
          <p14:tracePt t="19340" x="1638300" y="1377950"/>
          <p14:tracePt t="19357" x="1714500" y="1377950"/>
          <p14:tracePt t="19376" x="1816100" y="1377950"/>
          <p14:tracePt t="19377" x="1809750" y="1377950"/>
          <p14:tracePt t="19407" x="1835150" y="1377950"/>
          <p14:tracePt t="19424" x="1841500" y="1377950"/>
          <p14:tracePt t="19637" x="1854200" y="1384300"/>
          <p14:tracePt t="19644" x="1866900" y="1384300"/>
          <p14:tracePt t="19655" x="1879600" y="1384300"/>
          <p14:tracePt t="19674" x="1924050" y="1384300"/>
          <p14:tracePt t="19689" x="1962150" y="1384300"/>
          <p14:tracePt t="19706" x="1987550" y="1384300"/>
          <p14:tracePt t="19723" x="2019300" y="1377950"/>
          <p14:tracePt t="19739" x="2032000" y="1371600"/>
          <p14:tracePt t="20877" x="2032000" y="1377950"/>
          <p14:tracePt t="20933" x="2025650" y="1377950"/>
          <p14:tracePt t="21179" x="2019300" y="1377950"/>
          <p14:tracePt t="21333" x="2025650" y="1377950"/>
          <p14:tracePt t="21622" x="2025650" y="1371600"/>
          <p14:tracePt t="21650" x="2032000" y="1365250"/>
          <p14:tracePt t="21707" x="2032000" y="1358900"/>
          <p14:tracePt t="21714" x="2025650" y="1358900"/>
          <p14:tracePt t="21721" x="2019300" y="1352550"/>
          <p14:tracePt t="21732" x="2012950" y="1346200"/>
          <p14:tracePt t="21749" x="1987550" y="1327150"/>
          <p14:tracePt t="21765" x="1962150" y="1301750"/>
          <p14:tracePt t="21782" x="1917700" y="1263650"/>
          <p14:tracePt t="21799" x="1841500" y="1200150"/>
          <p14:tracePt t="21815" x="1778000" y="1162050"/>
          <p14:tracePt t="21833" x="1701800" y="1130300"/>
          <p14:tracePt t="21848" x="1562100" y="1079500"/>
          <p14:tracePt t="21865" x="1466850" y="1047750"/>
          <p14:tracePt t="21883" x="1327150" y="1016000"/>
          <p14:tracePt t="21898" x="1250950" y="1009650"/>
          <p14:tracePt t="21915" x="1181100" y="1009650"/>
          <p14:tracePt t="21932" x="1085850" y="1016000"/>
          <p14:tracePt t="21948" x="1022350" y="1041400"/>
          <p14:tracePt t="21965" x="965200" y="1054100"/>
          <p14:tracePt t="21982" x="889000" y="1098550"/>
          <p14:tracePt t="21998" x="857250" y="1111250"/>
          <p14:tracePt t="22015" x="819150" y="1123950"/>
          <p14:tracePt t="22031" x="806450" y="1136650"/>
          <p14:tracePt t="22048" x="800100" y="1143000"/>
          <p14:tracePt t="22080" x="800100" y="1149350"/>
          <p14:tracePt t="22115" x="793750" y="1149350"/>
          <p14:tracePt t="22135" x="793750" y="1155700"/>
          <p14:tracePt t="22149" x="806450" y="1155700"/>
          <p14:tracePt t="22163" x="819150" y="1155700"/>
          <p14:tracePt t="22170" x="844550" y="1162050"/>
          <p14:tracePt t="22181" x="850900" y="1162050"/>
          <p14:tracePt t="22197" x="933450" y="1174750"/>
          <p14:tracePt t="22214" x="1104900" y="1206500"/>
          <p14:tracePt t="22231" x="1250950" y="1225550"/>
          <p14:tracePt t="22248" x="1524000" y="1263650"/>
          <p14:tracePt t="22264" x="1663700" y="1282700"/>
          <p14:tracePt t="22280" x="1797050" y="1301750"/>
          <p14:tracePt t="22297" x="1905000" y="1308100"/>
          <p14:tracePt t="22314" x="1955800" y="1308100"/>
          <p14:tracePt t="22330" x="1987550" y="1301750"/>
          <p14:tracePt t="22347" x="2012950" y="1295400"/>
          <p14:tracePt t="22364" x="2012950" y="1289050"/>
          <p14:tracePt t="22550" x="2006600" y="1289050"/>
          <p14:tracePt t="22627" x="2012950" y="1289050"/>
          <p14:tracePt t="22655" x="2019300" y="1289050"/>
          <p14:tracePt t="22676" x="2025650" y="1289050"/>
          <p14:tracePt t="22691" x="2038350" y="1289050"/>
          <p14:tracePt t="22699" x="2051050" y="1289050"/>
          <p14:tracePt t="22712" x="2076450" y="1289050"/>
          <p14:tracePt t="22728" x="2108200" y="1289050"/>
          <p14:tracePt t="22746" x="2146300" y="1289050"/>
          <p14:tracePt t="22762" x="2222500" y="1289050"/>
          <p14:tracePt t="22779" x="2273300" y="1301750"/>
          <p14:tracePt t="22796" x="2349500" y="1301750"/>
          <p14:tracePt t="22812" x="2393950" y="1301750"/>
          <p14:tracePt t="22828" x="2432050" y="1301750"/>
          <p14:tracePt t="22846" x="2482850" y="1289050"/>
          <p14:tracePt t="22862" x="2501900" y="1289050"/>
          <p14:tracePt t="22878" x="2514600" y="1289050"/>
          <p14:tracePt t="22950" x="2514600" y="1295400"/>
          <p14:tracePt t="23007" x="2508250" y="1295400"/>
          <p14:tracePt t="23077" x="2501900" y="1295400"/>
          <p14:tracePt t="23571" x="2508250" y="1295400"/>
          <p14:tracePt t="23578" x="2527300" y="1295400"/>
          <p14:tracePt t="23585" x="2546350" y="1295400"/>
          <p14:tracePt t="23594" x="2559050" y="1295400"/>
          <p14:tracePt t="23609" x="2597150" y="1295400"/>
          <p14:tracePt t="23612" x="2616200" y="1295400"/>
          <p14:tracePt t="23627" x="2667000" y="1295400"/>
          <p14:tracePt t="23642" x="2698750" y="1295400"/>
          <p14:tracePt t="23659" x="2755900" y="1295400"/>
          <p14:tracePt t="23677" x="2832100" y="1295400"/>
          <p14:tracePt t="23692" x="2882900" y="1295400"/>
          <p14:tracePt t="23709" x="2940050" y="1295400"/>
          <p14:tracePt t="23726" x="3028950" y="1295400"/>
          <p14:tracePt t="23742" x="3092450" y="1289050"/>
          <p14:tracePt t="23758" x="3136900" y="1289050"/>
          <p14:tracePt t="23776" x="3194050" y="1282700"/>
          <p14:tracePt t="23792" x="3225800" y="1282700"/>
          <p14:tracePt t="23808" x="3263900" y="1282700"/>
          <p14:tracePt t="23825" x="3289300" y="1282700"/>
          <p14:tracePt t="23842" x="3302000" y="1282700"/>
          <p14:tracePt t="23859" x="3308350" y="1282700"/>
          <p14:tracePt t="23875" x="3314700" y="1282700"/>
          <p14:tracePt t="23943" x="3314700" y="1289050"/>
          <p14:tracePt t="24154" x="3340100" y="1295400"/>
          <p14:tracePt t="24161" x="3384550" y="1295400"/>
          <p14:tracePt t="24177" x="3435350" y="1301750"/>
          <p14:tracePt t="24190" x="3486150" y="1314450"/>
          <p14:tracePt t="24207" x="3606800" y="1320800"/>
          <p14:tracePt t="24225" x="3733800" y="1333500"/>
          <p14:tracePt t="24240" x="3803650" y="1339850"/>
          <p14:tracePt t="24257" x="3917950" y="1352550"/>
          <p14:tracePt t="24274" x="4032250" y="1358900"/>
          <p14:tracePt t="24290" x="4089400" y="1365250"/>
          <p14:tracePt t="24307" x="4159250" y="1365250"/>
          <p14:tracePt t="24324" x="4203700" y="1365250"/>
          <p14:tracePt t="24340" x="4229100" y="1365250"/>
          <p14:tracePt t="24357" x="4248150" y="1365250"/>
          <p14:tracePt t="24373" x="4286250" y="1358900"/>
          <p14:tracePt t="24407" x="4292600" y="1358900"/>
          <p14:tracePt t="24428" x="4298950" y="1352550"/>
          <p14:tracePt t="24440" x="4305300" y="1339850"/>
          <p14:tracePt t="24860" x="4343400" y="1339850"/>
          <p14:tracePt t="24867" x="4394200" y="1339850"/>
          <p14:tracePt t="24874" x="4445000" y="1339850"/>
          <p14:tracePt t="24890" x="4502150" y="1339850"/>
          <p14:tracePt t="24905" x="4540250" y="1346200"/>
          <p14:tracePt t="24921" x="4635500" y="1339850"/>
          <p14:tracePt t="24938" x="4737100" y="1339850"/>
          <p14:tracePt t="24955" x="4813300" y="1333500"/>
          <p14:tracePt t="24972" x="4959350" y="1314450"/>
          <p14:tracePt t="24988" x="5111750" y="1301750"/>
          <p14:tracePt t="25004" x="5187950" y="1295400"/>
          <p14:tracePt t="25021" x="5334000" y="1282700"/>
          <p14:tracePt t="25037" x="5473700" y="1282700"/>
          <p14:tracePt t="25054" x="5537200" y="1282700"/>
          <p14:tracePt t="25071" x="5626100" y="1282700"/>
          <p14:tracePt t="25087" x="5683250" y="1276350"/>
          <p14:tracePt t="25104" x="5695950" y="1276350"/>
          <p14:tracePt t="25121" x="5715000" y="1270000"/>
          <p14:tracePt t="25137" x="5721350" y="1270000"/>
          <p14:tracePt t="25176" x="5727700" y="1270000"/>
          <p14:tracePt t="25211" x="5740400" y="1270000"/>
          <p14:tracePt t="25218" x="5746750" y="1270000"/>
          <p14:tracePt t="25225" x="5772150" y="1289050"/>
          <p14:tracePt t="25240" x="5810250" y="1289050"/>
          <p14:tracePt t="25254" x="5842000" y="1301750"/>
          <p14:tracePt t="25270" x="5918200" y="1308100"/>
          <p14:tracePt t="25286" x="5975350" y="1327150"/>
          <p14:tracePt t="25303" x="6070600" y="1339850"/>
          <p14:tracePt t="25319" x="6146800" y="1346200"/>
          <p14:tracePt t="25337" x="6191250" y="1352550"/>
          <p14:tracePt t="25353" x="6261100" y="1358900"/>
          <p14:tracePt t="25370" x="6337300" y="1358900"/>
          <p14:tracePt t="25387" x="6369050" y="1358900"/>
          <p14:tracePt t="25403" x="6426200" y="1358900"/>
          <p14:tracePt t="25419" x="6445250" y="1358900"/>
          <p14:tracePt t="25437" x="6508750" y="1358900"/>
          <p14:tracePt t="25452" x="6521450" y="1358900"/>
          <p14:tracePt t="25469" x="6540500" y="1365250"/>
          <p14:tracePt t="25486" x="6584950" y="1365250"/>
          <p14:tracePt t="25502" x="6623050" y="1365250"/>
          <p14:tracePt t="25519" x="6642100" y="1371600"/>
          <p14:tracePt t="25536" x="6686550" y="1384300"/>
          <p14:tracePt t="25552" x="6711950" y="1384300"/>
          <p14:tracePt t="25569" x="6756400" y="1390650"/>
          <p14:tracePt t="25586" x="6775450" y="1390650"/>
          <p14:tracePt t="25602" x="6826250" y="1390650"/>
          <p14:tracePt t="25619" x="6870700" y="1390650"/>
          <p14:tracePt t="25636" x="6908800" y="1390650"/>
          <p14:tracePt t="25652" x="6915150" y="1390650"/>
          <p14:tracePt t="25669" x="6940550" y="1390650"/>
          <p14:tracePt t="25685" x="6959600" y="1397000"/>
          <p14:tracePt t="25702" x="6965950" y="1397000"/>
          <p14:tracePt t="25718" x="7004050" y="1403350"/>
          <p14:tracePt t="25735" x="7010400" y="1403350"/>
          <p14:tracePt t="25752" x="7029450" y="1403350"/>
          <p14:tracePt t="25768" x="7042150" y="1403350"/>
          <p14:tracePt t="25785" x="7073900" y="1403350"/>
          <p14:tracePt t="25802" x="7112000" y="1416050"/>
          <p14:tracePt t="25818" x="7131050" y="1416050"/>
          <p14:tracePt t="25835" x="7188200" y="1409700"/>
          <p14:tracePt t="25852" x="7245350" y="1409700"/>
          <p14:tracePt t="25868" x="7283450" y="1403350"/>
          <p14:tracePt t="25885" x="7378700" y="1384300"/>
          <p14:tracePt t="25901" x="7448550" y="1371600"/>
          <p14:tracePt t="25918" x="7493000" y="1365250"/>
          <p14:tracePt t="25935" x="7575550" y="1346200"/>
          <p14:tracePt t="25951" x="7658100" y="1327150"/>
          <p14:tracePt t="25968" x="7683500" y="1320800"/>
          <p14:tracePt t="25985" x="7766050" y="1308100"/>
          <p14:tracePt t="26000" x="7835900" y="1289050"/>
          <p14:tracePt t="26017" x="7867650" y="1282700"/>
          <p14:tracePt t="26034" x="7918450" y="1276350"/>
          <p14:tracePt t="26051" x="7937500" y="1263650"/>
          <p14:tracePt t="26067" x="7969250" y="1257300"/>
          <p14:tracePt t="26084" x="8001000" y="1244600"/>
          <p14:tracePt t="26101" x="8013700" y="1244600"/>
          <p14:tracePt t="26118" x="8032750" y="1238250"/>
          <p14:tracePt t="26133" x="8051800" y="1238250"/>
          <p14:tracePt t="26150" x="8058150" y="1238250"/>
          <p14:tracePt t="26153" x="8064500" y="1238250"/>
          <p14:tracePt t="26167" x="8070850" y="1238250"/>
          <p14:tracePt t="26195" x="8077200" y="1238250"/>
          <p14:tracePt t="26209" x="8083550" y="1238250"/>
          <p14:tracePt t="26223" x="8089900" y="1238250"/>
          <p14:tracePt t="26244" x="8096250" y="1238250"/>
          <p14:tracePt t="26252" x="8102600" y="1238250"/>
          <p14:tracePt t="26267" x="8108950" y="1238250"/>
          <p14:tracePt t="26301" x="8121650" y="1238250"/>
          <p14:tracePt t="26314" x="8121650" y="1244600"/>
          <p14:tracePt t="26321" x="8134350" y="1244600"/>
          <p14:tracePt t="26336" x="8147050" y="1250950"/>
          <p14:tracePt t="26350" x="8178800" y="1257300"/>
          <p14:tracePt t="26366" x="8210550" y="1263650"/>
          <p14:tracePt t="26383" x="8235950" y="1276350"/>
          <p14:tracePt t="26399" x="8299450" y="1282700"/>
          <p14:tracePt t="26416" x="8369300" y="1295400"/>
          <p14:tracePt t="26433" x="8394700" y="1301750"/>
          <p14:tracePt t="26449" x="8445500" y="1314450"/>
          <p14:tracePt t="26466" x="8489950" y="1320800"/>
          <p14:tracePt t="26483" x="8515350" y="1320800"/>
          <p14:tracePt t="26771" x="8502650" y="1327150"/>
          <p14:tracePt t="26786" x="8477250" y="1327150"/>
          <p14:tracePt t="26793" x="8439150" y="1339850"/>
          <p14:tracePt t="26807" x="8401050" y="1346200"/>
          <p14:tracePt t="26815" x="8350250" y="1346200"/>
          <p14:tracePt t="26831" x="8280400" y="1346200"/>
          <p14:tracePt t="26849" x="8089900" y="1358900"/>
          <p14:tracePt t="26864" x="7810500" y="1352550"/>
          <p14:tracePt t="26881" x="7645400" y="1339850"/>
          <p14:tracePt t="26898" x="7181850" y="1282700"/>
          <p14:tracePt t="26915" x="6623050" y="1238250"/>
          <p14:tracePt t="26931" x="6343650" y="1193800"/>
          <p14:tracePt t="26948" x="5778500" y="1130300"/>
          <p14:tracePt t="26964" x="5480050" y="1085850"/>
          <p14:tracePt t="26981" x="4984750" y="1009650"/>
          <p14:tracePt t="26997" x="4514850" y="939800"/>
          <p14:tracePt t="27015" x="4292600" y="914400"/>
          <p14:tracePt t="27031" x="3905250" y="863600"/>
          <p14:tracePt t="27047" x="3727450" y="825500"/>
          <p14:tracePt t="27064" x="3403600" y="762000"/>
          <p14:tracePt t="27081" x="3168650" y="692150"/>
          <p14:tracePt t="27097" x="2965450" y="628650"/>
          <p14:tracePt t="27114" x="2870200" y="603250"/>
          <p14:tracePt t="27130" x="2686050" y="533400"/>
          <p14:tracePt t="27147" x="2514600" y="482600"/>
          <p14:tracePt t="27164" x="2438400" y="476250"/>
          <p14:tracePt t="27180" x="2317750" y="457200"/>
          <p14:tracePt t="27197" x="2241550" y="457200"/>
          <p14:tracePt t="27215" x="2165350" y="431800"/>
          <p14:tracePt t="27230" x="2127250" y="431800"/>
          <p14:tracePt t="27247" x="2076450" y="431800"/>
          <p14:tracePt t="27264" x="1949450" y="431800"/>
          <p14:tracePt t="27280" x="1924050" y="431800"/>
          <p14:tracePt t="27296" x="1892300" y="444500"/>
          <p14:tracePt t="27313" x="1860550" y="450850"/>
          <p14:tracePt t="27330" x="1835150" y="450850"/>
          <p14:tracePt t="27346" x="1822450" y="450850"/>
          <p14:tracePt t="27363" x="1809750" y="450850"/>
          <p14:tracePt t="27379" x="1803400" y="450850"/>
          <p14:tracePt t="27397" x="1797050" y="450850"/>
          <p14:tracePt t="27412" x="1784350" y="450850"/>
          <p14:tracePt t="27429" x="1771650" y="450850"/>
          <p14:tracePt t="27467" x="1765300" y="457200"/>
          <p14:tracePt t="27537" x="1784350" y="457200"/>
          <p14:tracePt t="27545" x="1797050" y="457200"/>
          <p14:tracePt t="27559" x="1816100" y="457200"/>
          <p14:tracePt t="27566" x="1847850" y="457200"/>
          <p14:tracePt t="27581" x="1885950" y="457200"/>
          <p14:tracePt t="27595" x="1974850" y="457200"/>
          <p14:tracePt t="27612" x="2044700" y="457200"/>
          <p14:tracePt t="27629" x="2146300" y="444500"/>
          <p14:tracePt t="27645" x="2197100" y="444500"/>
          <p14:tracePt t="27662" x="2305050" y="444500"/>
          <p14:tracePt t="27679" x="2355850" y="444500"/>
          <p14:tracePt t="27681" x="2406650" y="450850"/>
          <p14:tracePt t="27695" x="2457450" y="450850"/>
          <p14:tracePt t="27712" x="2565400" y="457200"/>
          <p14:tracePt t="27729" x="2679700" y="469900"/>
          <p14:tracePt t="27745" x="2730500" y="469900"/>
          <p14:tracePt t="27762" x="2825750" y="469900"/>
          <p14:tracePt t="27777" x="2901950" y="463550"/>
          <p14:tracePt t="27795" x="2946400" y="463550"/>
          <p14:tracePt t="27812" x="3022600" y="463550"/>
          <p14:tracePt t="27828" x="3124200" y="469900"/>
          <p14:tracePt t="27845" x="3181350" y="469900"/>
          <p14:tracePt t="27862" x="3308350" y="476250"/>
          <p14:tracePt t="27878" x="3384550" y="476250"/>
          <p14:tracePt t="27894" x="3543300" y="495300"/>
          <p14:tracePt t="27911" x="3695700" y="514350"/>
          <p14:tracePt t="27927" x="3771900" y="527050"/>
          <p14:tracePt t="27945" x="3879850" y="546100"/>
          <p14:tracePt t="27961" x="3937000" y="546100"/>
          <p14:tracePt t="27977" x="3956050" y="546100"/>
          <p14:tracePt t="27995" x="3981450" y="546100"/>
          <p14:tracePt t="28011" x="4006850" y="539750"/>
          <p14:tracePt t="28027" x="4019550" y="533400"/>
          <p14:tracePt t="28044" x="4038600" y="520700"/>
          <p14:tracePt t="28060" x="4064000" y="514350"/>
          <p14:tracePt t="28077" x="4076700" y="514350"/>
          <p14:tracePt t="28094" x="4108450" y="514350"/>
          <p14:tracePt t="28110" x="4152900" y="514350"/>
          <p14:tracePt t="28127" x="4171950" y="514350"/>
          <p14:tracePt t="28143" x="4229100" y="527050"/>
          <p14:tracePt t="28160" x="4260850" y="533400"/>
          <p14:tracePt t="28177" x="4381500" y="558800"/>
          <p14:tracePt t="28193" x="4413250" y="571500"/>
          <p14:tracePt t="28210" x="4451350" y="571500"/>
          <p14:tracePt t="28227" x="4502150" y="571500"/>
          <p14:tracePt t="28243" x="4527550" y="571500"/>
          <p14:tracePt t="28260" x="4559300" y="571500"/>
          <p14:tracePt t="28276" x="4584700" y="571500"/>
          <p14:tracePt t="28293" x="4610100" y="565150"/>
          <p14:tracePt t="28310" x="4622800" y="565150"/>
          <p14:tracePt t="28326" x="4635500" y="565150"/>
          <p14:tracePt t="28343" x="4648200" y="565150"/>
          <p14:tracePt t="28360" x="4654550" y="565150"/>
          <p14:tracePt t="28376" x="4660900" y="565150"/>
          <p14:tracePt t="28393" x="4667250" y="565150"/>
          <p14:tracePt t="28410" x="4679950" y="565150"/>
          <p14:tracePt t="28426" x="4686300" y="565150"/>
          <p14:tracePt t="28459" x="4692650" y="565150"/>
          <p14:tracePt t="28480" x="4699000" y="565150"/>
          <p14:tracePt t="28500" x="4699000" y="558800"/>
          <p14:tracePt t="28509" x="4705350" y="552450"/>
          <p14:tracePt t="33858" x="4699000" y="552450"/>
          <p14:tracePt t="33865" x="4679950" y="552450"/>
          <p14:tracePt t="33874" x="4667250" y="552450"/>
          <p14:tracePt t="33890" x="4635500" y="558800"/>
          <p14:tracePt t="33908" x="4572000" y="558800"/>
          <p14:tracePt t="33923" x="4514850" y="552450"/>
          <p14:tracePt t="33940" x="4451350" y="552450"/>
          <p14:tracePt t="33957" x="4330700" y="533400"/>
          <p14:tracePt t="33973" x="4235450" y="527050"/>
          <p14:tracePt t="33989" x="4133850" y="514350"/>
          <p14:tracePt t="34007" x="3987800" y="508000"/>
          <p14:tracePt t="34023" x="3879850" y="508000"/>
          <p14:tracePt t="34040" x="3790950" y="508000"/>
          <p14:tracePt t="34056" x="3657600" y="520700"/>
          <p14:tracePt t="34073" x="3575050" y="520700"/>
          <p14:tracePt t="34090" x="3467100" y="539750"/>
          <p14:tracePt t="34106" x="3308350" y="552450"/>
          <p14:tracePt t="34123" x="3213100" y="577850"/>
          <p14:tracePt t="34140" x="3048000" y="628650"/>
          <p14:tracePt t="34156" x="2952750" y="673100"/>
          <p14:tracePt t="34173" x="2813050" y="717550"/>
          <p14:tracePt t="34189" x="2628900" y="768350"/>
          <p14:tracePt t="34206" x="2508250" y="781050"/>
          <p14:tracePt t="34222" x="2400300" y="819150"/>
          <p14:tracePt t="34239" x="2311400" y="844550"/>
          <p14:tracePt t="34256" x="2266950" y="863600"/>
          <p14:tracePt t="34273" x="2203450" y="882650"/>
          <p14:tracePt t="34289" x="2184400" y="895350"/>
          <p14:tracePt t="34309" x="2178050" y="895350"/>
          <p14:tracePt t="34343" x="2178050" y="901700"/>
          <p14:tracePt t="34385" x="2178050" y="895350"/>
          <p14:tracePt t="34858" x="2184400" y="895350"/>
          <p14:tracePt t="34865" x="2190750" y="889000"/>
          <p14:tracePt t="34873" x="2203450" y="889000"/>
          <p14:tracePt t="34886" x="2241550" y="869950"/>
          <p14:tracePt t="34903" x="2279650" y="850900"/>
          <p14:tracePt t="34920" x="2324100" y="838200"/>
          <p14:tracePt t="34936" x="2393950" y="806450"/>
          <p14:tracePt t="34953" x="2438400" y="793750"/>
          <p14:tracePt t="34970" x="2476500" y="787400"/>
          <p14:tracePt t="34987" x="2527300" y="774700"/>
          <p14:tracePt t="35003" x="2559050" y="768350"/>
          <p14:tracePt t="35020" x="2603500" y="762000"/>
          <p14:tracePt t="35036" x="2628900" y="755650"/>
          <p14:tracePt t="35053" x="2654300" y="736600"/>
          <p14:tracePt t="35069" x="2692400" y="730250"/>
          <p14:tracePt t="35086" x="2724150" y="723900"/>
          <p14:tracePt t="35103" x="2768600" y="717550"/>
          <p14:tracePt t="35119" x="2813050" y="704850"/>
          <p14:tracePt t="35136" x="2844800" y="704850"/>
          <p14:tracePt t="35153" x="2895600" y="704850"/>
          <p14:tracePt t="35169" x="2933700" y="711200"/>
          <p14:tracePt t="35186" x="2971800" y="717550"/>
          <p14:tracePt t="35203" x="3009900" y="730250"/>
          <p14:tracePt t="35219" x="3060700" y="742950"/>
          <p14:tracePt t="35235" x="3092450" y="749300"/>
          <p14:tracePt t="35252" x="3130550" y="762000"/>
          <p14:tracePt t="35269" x="3155950" y="768350"/>
          <p14:tracePt t="35286" x="3194050" y="781050"/>
          <p14:tracePt t="35302" x="3244850" y="787400"/>
          <p14:tracePt t="35319" x="3282950" y="787400"/>
          <p14:tracePt t="35336" x="3346450" y="787400"/>
          <p14:tracePt t="35352" x="3397250" y="787400"/>
          <p14:tracePt t="35368" x="3435350" y="793750"/>
          <p14:tracePt t="35386" x="3492500" y="793750"/>
          <p14:tracePt t="35402" x="3524250" y="793750"/>
          <p14:tracePt t="35418" x="3536950" y="793750"/>
          <p14:tracePt t="35435" x="3556000" y="793750"/>
          <p14:tracePt t="35452" x="3568700" y="787400"/>
          <p14:tracePt t="35468" x="3575050" y="781050"/>
          <p14:tracePt t="35484" x="3581400" y="781050"/>
          <p14:tracePt t="35501" x="3594100" y="774700"/>
          <p14:tracePt t="35519" x="3619500" y="774700"/>
          <p14:tracePt t="35535" x="3644900" y="774700"/>
          <p14:tracePt t="35551" x="3676650" y="774700"/>
          <p14:tracePt t="35568" x="3759200" y="768350"/>
          <p14:tracePt t="35585" x="3816350" y="768350"/>
          <p14:tracePt t="35601" x="3879850" y="768350"/>
          <p14:tracePt t="35618" x="4038600" y="762000"/>
          <p14:tracePt t="35634" x="4146550" y="730250"/>
          <p14:tracePt t="35651" x="4241800" y="723900"/>
          <p14:tracePt t="35668" x="4318000" y="711200"/>
          <p14:tracePt t="35684" x="4356100" y="698500"/>
          <p14:tracePt t="35737" x="4356100" y="692150"/>
          <p14:tracePt t="35765" x="4349750" y="685800"/>
          <p14:tracePt t="35772" x="4324350" y="685800"/>
          <p14:tracePt t="35783" x="4298950" y="679450"/>
          <p14:tracePt t="35801" x="4197350" y="666750"/>
          <p14:tracePt t="35817" x="4102100" y="660400"/>
          <p14:tracePt t="35834" x="4006850" y="654050"/>
          <p14:tracePt t="35850" x="3829050" y="635000"/>
          <p14:tracePt t="35867" x="3670300" y="622300"/>
          <p14:tracePt t="35884" x="3568700" y="615950"/>
          <p14:tracePt t="35900" x="3409950" y="609600"/>
          <p14:tracePt t="35916" x="3308350" y="609600"/>
          <p14:tracePt t="35935" x="3124200" y="622300"/>
          <p14:tracePt t="35950" x="3009900" y="622300"/>
          <p14:tracePt t="35966" x="2914650" y="628650"/>
          <p14:tracePt t="35983" x="2781300" y="628650"/>
          <p14:tracePt t="35999" x="2724150" y="615950"/>
          <p14:tracePt t="36016" x="2679700" y="615950"/>
          <p14:tracePt t="36033" x="2622550" y="628650"/>
          <p14:tracePt t="36049" x="2603500" y="635000"/>
          <p14:tracePt t="36066" x="2597150" y="635000"/>
          <p14:tracePt t="36083" x="2590800" y="635000"/>
          <p14:tracePt t="36207" x="2597150" y="635000"/>
          <p14:tracePt t="36229" x="2590800" y="635000"/>
          <p14:tracePt t="36597" x="2571750" y="654050"/>
          <p14:tracePt t="36604" x="2533650" y="679450"/>
          <p14:tracePt t="36614" x="2508250" y="698500"/>
          <p14:tracePt t="36631" x="2419350" y="755650"/>
          <p14:tracePt t="36647" x="2298700" y="850900"/>
          <p14:tracePt t="36664" x="2203450" y="914400"/>
          <p14:tracePt t="36681" x="2114550" y="984250"/>
          <p14:tracePt t="36697" x="2063750" y="1035050"/>
          <p14:tracePt t="36714" x="2019300" y="1060450"/>
          <p14:tracePt t="36731" x="1981200" y="1098550"/>
          <p14:tracePt t="36747" x="1943100" y="1130300"/>
          <p14:tracePt t="36764" x="1924050" y="1149350"/>
          <p14:tracePt t="36780" x="1885950" y="1181100"/>
          <p14:tracePt t="36797" x="1866900" y="1200150"/>
          <p14:tracePt t="36800" x="1860550" y="1200150"/>
          <p14:tracePt t="36813" x="1860550" y="1206500"/>
          <p14:tracePt t="36830" x="1841500" y="1212850"/>
          <p14:tracePt t="36871" x="1841500" y="1219200"/>
          <p14:tracePt t="37004" x="1835150" y="1225550"/>
          <p14:tracePt t="37026" x="1835150" y="1231900"/>
          <p14:tracePt t="37033" x="1828800" y="1238250"/>
          <p14:tracePt t="37048" x="1822450" y="1238250"/>
          <p14:tracePt t="37063" x="1809750" y="1250950"/>
          <p14:tracePt t="37079" x="1809750" y="1257300"/>
          <p14:tracePt t="37096" x="1803400" y="1257300"/>
          <p14:tracePt t="37112" x="1803400" y="1263650"/>
          <p14:tracePt t="37129" x="1784350" y="1282700"/>
          <p14:tracePt t="37146" x="1765300" y="1308100"/>
          <p14:tracePt t="37162" x="1752600" y="1320800"/>
          <p14:tracePt t="37179" x="1739900" y="1327150"/>
          <p14:tracePt t="37195" x="1714500" y="1346200"/>
          <p14:tracePt t="37212" x="1708150" y="1352550"/>
          <p14:tracePt t="37229" x="1701800" y="1352550"/>
          <p14:tracePt t="37246" x="1695450" y="1358900"/>
          <p14:tracePt t="37503" x="1695450" y="1365250"/>
          <p14:tracePt t="37525" x="1701800" y="1365250"/>
          <p14:tracePt t="37532" x="1708150" y="1371600"/>
          <p14:tracePt t="37547" x="1714500" y="1371600"/>
          <p14:tracePt t="37561" x="1720850" y="1390650"/>
          <p14:tracePt t="37577" x="1733550" y="1409700"/>
          <p14:tracePt t="37595" x="1739900" y="1441450"/>
          <p14:tracePt t="37611" x="1739900" y="1454150"/>
          <p14:tracePt t="37627" x="1739900" y="1479550"/>
          <p14:tracePt t="37645" x="1739900" y="1504950"/>
          <p14:tracePt t="37676" x="1733550" y="1517650"/>
          <p14:tracePt t="37694" x="1720850" y="1530350"/>
          <p14:tracePt t="37710" x="1714500" y="1530350"/>
          <p14:tracePt t="37744" x="1708150" y="1530350"/>
          <p14:tracePt t="38862" x="1714500" y="1530350"/>
          <p14:tracePt t="38869" x="1727200" y="1530350"/>
          <p14:tracePt t="38876" x="1746250" y="1530350"/>
          <p14:tracePt t="38890" x="1784350" y="1530350"/>
          <p14:tracePt t="38906" x="1803400" y="1530350"/>
          <p14:tracePt t="38923" x="1841500" y="1530350"/>
          <p14:tracePt t="38940" x="1873250" y="1530350"/>
          <p14:tracePt t="38956" x="1892300" y="1530350"/>
          <p14:tracePt t="38972" x="1911350" y="1530350"/>
          <p14:tracePt t="38989" x="1936750" y="1530350"/>
          <p14:tracePt t="39006" x="1955800" y="1530350"/>
          <p14:tracePt t="39023" x="1981200" y="1524000"/>
          <p14:tracePt t="39039" x="2025650" y="1524000"/>
          <p14:tracePt t="39055" x="2057400" y="1517650"/>
          <p14:tracePt t="39073" x="2127250" y="1517650"/>
          <p14:tracePt t="39088" x="2178050" y="1517650"/>
          <p14:tracePt t="39105" x="2216150" y="1511300"/>
          <p14:tracePt t="39123" x="2286000" y="1492250"/>
          <p14:tracePt t="39139" x="2324100" y="1479550"/>
          <p14:tracePt t="39155" x="2349500" y="1466850"/>
          <p14:tracePt t="39172" x="2381250" y="1454150"/>
          <p14:tracePt t="39188" x="2393950" y="1447800"/>
          <p14:tracePt t="39205" x="2406650" y="1441450"/>
          <p14:tracePt t="39222" x="2419350" y="1435100"/>
          <p14:tracePt t="39242" x="2425700" y="1428750"/>
          <p14:tracePt t="39262" x="2425700" y="1422400"/>
          <p14:tracePt t="39305" x="2425700" y="1416050"/>
          <p14:tracePt t="39319" x="2419350" y="1416050"/>
          <p14:tracePt t="39333" x="2419350" y="1409700"/>
          <p14:tracePt t="39341" x="2406650" y="1397000"/>
          <p14:tracePt t="39355" x="2400300" y="1390650"/>
          <p14:tracePt t="39371" x="2393950" y="1384300"/>
          <p14:tracePt t="39389" x="2374900" y="1365250"/>
          <p14:tracePt t="39405" x="2343150" y="1346200"/>
          <p14:tracePt t="39421" x="2330450" y="1339850"/>
          <p14:tracePt t="39438" x="2305050" y="1327150"/>
          <p14:tracePt t="39454" x="2286000" y="1314450"/>
          <p14:tracePt t="39471" x="2279650" y="1308100"/>
          <p14:tracePt t="39523" x="2286000" y="1308100"/>
          <p14:tracePt t="39538" x="2292350" y="1308100"/>
          <p14:tracePt t="39543" x="2305050" y="1301750"/>
          <p14:tracePt t="39554" x="2311400" y="1301750"/>
          <p14:tracePt t="39570" x="2336800" y="1301750"/>
          <p14:tracePt t="39587" x="2393950" y="1301750"/>
          <p14:tracePt t="39604" x="2432050" y="1301750"/>
          <p14:tracePt t="39622" x="2578100" y="1314450"/>
          <p14:tracePt t="39637" x="2628900" y="1314450"/>
          <p14:tracePt t="39653" x="2692400" y="1320800"/>
          <p14:tracePt t="39671" x="2825750" y="1327150"/>
          <p14:tracePt t="39687" x="2940050" y="1327150"/>
          <p14:tracePt t="39704" x="3003550" y="1327150"/>
          <p14:tracePt t="39720" x="3105150" y="1327150"/>
          <p14:tracePt t="39737" x="3206750" y="1327150"/>
          <p14:tracePt t="39753" x="3263900" y="1327150"/>
          <p14:tracePt t="39770" x="3365500" y="1339850"/>
          <p14:tracePt t="39787" x="3467100" y="1339850"/>
          <p14:tracePt t="39804" x="3575050" y="1339850"/>
          <p14:tracePt t="39820" x="3638550" y="1346200"/>
          <p14:tracePt t="39836" x="3752850" y="1358900"/>
          <p14:tracePt t="39853" x="3810000" y="1358900"/>
          <p14:tracePt t="39856" x="3848100" y="1365250"/>
          <p14:tracePt t="39869" x="3898900" y="1365250"/>
          <p14:tracePt t="39886" x="3930650" y="1371600"/>
          <p14:tracePt t="39903" x="4000500" y="1390650"/>
          <p14:tracePt t="39919" x="4032250" y="1390650"/>
          <p14:tracePt t="39936" x="4051300" y="1390650"/>
          <p14:tracePt t="39952" x="4095750" y="1390650"/>
          <p14:tracePt t="39969" x="4108450" y="1390650"/>
          <p14:tracePt t="39986" x="4127500" y="1390650"/>
          <p14:tracePt t="40002" x="4146550" y="1390650"/>
          <p14:tracePt t="40019" x="4152900" y="1390650"/>
          <p14:tracePt t="40036" x="4159250" y="1390650"/>
          <p14:tracePt t="40052" x="4159250" y="1384300"/>
          <p14:tracePt t="40069" x="4165600" y="1384300"/>
          <p14:tracePt t="40086" x="4184650" y="1384300"/>
          <p14:tracePt t="40102" x="4197350" y="1384300"/>
          <p14:tracePt t="40119" x="4210050" y="1384300"/>
          <p14:tracePt t="40135" x="4241800" y="1384300"/>
          <p14:tracePt t="40152" x="4267200" y="1384300"/>
          <p14:tracePt t="40170" x="4324350" y="1384300"/>
          <p14:tracePt t="40185" x="4413250" y="1390650"/>
          <p14:tracePt t="40201" x="4476750" y="1390650"/>
          <p14:tracePt t="40219" x="4616450" y="1390650"/>
          <p14:tracePt t="40235" x="4692650" y="1403350"/>
          <p14:tracePt t="40251" x="4857750" y="1403350"/>
          <p14:tracePt t="40269" x="5022850" y="1403350"/>
          <p14:tracePt t="40285" x="5118100" y="1409700"/>
          <p14:tracePt t="40301" x="5270500" y="1409700"/>
          <p14:tracePt t="40318" x="5422900" y="1384300"/>
          <p14:tracePt t="40335" x="5480050" y="1377950"/>
          <p14:tracePt t="40352" x="5600700" y="1358900"/>
          <p14:tracePt t="40368" x="5676900" y="1352550"/>
          <p14:tracePt t="40384" x="5708650" y="1346200"/>
          <p14:tracePt t="40402" x="5759450" y="1339850"/>
          <p14:tracePt t="40418" x="5772150" y="1333500"/>
          <p14:tracePt t="40434" x="5778500" y="1333500"/>
          <p14:tracePt t="40451" x="5778500" y="1320800"/>
          <p14:tracePt t="40483" x="5778500" y="1314450"/>
          <p14:tracePt t="40501" x="5772150" y="1295400"/>
          <p14:tracePt t="40517" x="5734050" y="1276350"/>
          <p14:tracePt t="40881" x="5759450" y="1276350"/>
          <p14:tracePt t="40895" x="5797550" y="1276350"/>
          <p14:tracePt t="40902" x="5848350" y="1276350"/>
          <p14:tracePt t="40918" x="5899150" y="1276350"/>
          <p14:tracePt t="40932" x="5962650" y="1276350"/>
          <p14:tracePt t="40949" x="6026150" y="1276350"/>
          <p14:tracePt t="40966" x="6165850" y="1276350"/>
          <p14:tracePt t="40982" x="6229350" y="1276350"/>
          <p14:tracePt t="40999" x="6292850" y="1276350"/>
          <p14:tracePt t="41015" x="6400800" y="1276350"/>
          <p14:tracePt t="41032" x="6426200" y="1276350"/>
          <p14:tracePt t="41049" x="6483350" y="1276350"/>
          <p14:tracePt t="41065" x="6502400" y="1276350"/>
          <p14:tracePt t="41082" x="6527800" y="1276350"/>
          <p14:tracePt t="41099" x="6534150" y="1276350"/>
          <p14:tracePt t="41131" x="6540500" y="1276350"/>
          <p14:tracePt t="41155" x="6546850" y="1282700"/>
          <p14:tracePt t="41190" x="6553200" y="1282700"/>
          <p14:tracePt t="41218" x="6559550" y="1282700"/>
          <p14:tracePt t="41233" x="6565900" y="1282700"/>
          <p14:tracePt t="41240" x="6572250" y="1282700"/>
          <p14:tracePt t="41254" x="6604000" y="1289050"/>
          <p14:tracePt t="41268" x="6635750" y="1308100"/>
          <p14:tracePt t="41284" x="6686550" y="1314450"/>
          <p14:tracePt t="41298" x="6743700" y="1320800"/>
          <p14:tracePt t="41315" x="6807200" y="1339850"/>
          <p14:tracePt t="41331" x="6953250" y="1371600"/>
          <p14:tracePt t="41348" x="7023100" y="1390650"/>
          <p14:tracePt t="41365" x="7086600" y="1397000"/>
          <p14:tracePt t="41381" x="7213600" y="1409700"/>
          <p14:tracePt t="41398" x="7258050" y="1416050"/>
          <p14:tracePt t="41414" x="7327900" y="1416050"/>
          <p14:tracePt t="41431" x="7346950" y="1416050"/>
          <p14:tracePt t="41447" x="7359650" y="1416050"/>
          <p14:tracePt t="41465" x="7366000" y="1416050"/>
          <p14:tracePt t="41549" x="7359650" y="1416050"/>
          <p14:tracePt t="41576" x="7353300" y="1409700"/>
          <p14:tracePt t="41591" x="7346950" y="1409700"/>
          <p14:tracePt t="41612" x="7340600" y="1409700"/>
          <p14:tracePt t="41954" x="7378700" y="1409700"/>
          <p14:tracePt t="41961" x="7454900" y="1409700"/>
          <p14:tracePt t="41975" x="7531100" y="1409700"/>
          <p14:tracePt t="41982" x="7607300" y="1409700"/>
          <p14:tracePt t="41998" x="7670800" y="1409700"/>
          <p14:tracePt t="42012" x="7804150" y="1409700"/>
          <p14:tracePt t="42029" x="7842250" y="1409700"/>
          <p14:tracePt t="42046" x="7893050" y="1409700"/>
          <p14:tracePt t="42062" x="7905750" y="1403350"/>
          <p14:tracePt t="42079" x="7931150" y="1397000"/>
          <p14:tracePt t="42096" x="7943850" y="1397000"/>
          <p14:tracePt t="42113" x="7950200" y="1397000"/>
          <p14:tracePt t="42128" x="7962900" y="1397000"/>
          <p14:tracePt t="42145" x="7969250" y="1397000"/>
          <p14:tracePt t="42214" x="7962900" y="1397000"/>
          <p14:tracePt t="42243" x="7956550" y="1397000"/>
          <p14:tracePt t="45546" x="7950200" y="1397000"/>
          <p14:tracePt t="45561" x="7924800" y="1397000"/>
          <p14:tracePt t="45569" x="7905750" y="1397000"/>
          <p14:tracePt t="45583" x="7886700" y="1403350"/>
          <p14:tracePt t="45600" x="7829550" y="1416050"/>
          <p14:tracePt t="45617" x="7715250" y="1447800"/>
          <p14:tracePt t="45633" x="7651750" y="1454150"/>
          <p14:tracePt t="45649" x="7524750" y="1473200"/>
          <p14:tracePt t="45666" x="7353300" y="1511300"/>
          <p14:tracePt t="45683" x="7264400" y="1524000"/>
          <p14:tracePt t="45699" x="7156450" y="1536700"/>
          <p14:tracePt t="45716" x="6915150" y="1587500"/>
          <p14:tracePt t="45733" x="6661150" y="1638300"/>
          <p14:tracePt t="45750" x="6540500" y="1670050"/>
          <p14:tracePt t="45766" x="6337300" y="1733550"/>
          <p14:tracePt t="45782" x="6140450" y="1797050"/>
          <p14:tracePt t="45800" x="5918200" y="1866900"/>
          <p14:tracePt t="45816" x="5822950" y="1911350"/>
          <p14:tracePt t="45832" x="5600700" y="1974850"/>
          <p14:tracePt t="45849" x="5327650" y="2051050"/>
          <p14:tracePt t="45865" x="5219700" y="2082800"/>
          <p14:tracePt t="45882" x="5010150" y="2146300"/>
          <p14:tracePt t="45899" x="4851400" y="2197100"/>
          <p14:tracePt t="45915" x="4762500" y="2228850"/>
          <p14:tracePt t="45932" x="4591050" y="2266950"/>
          <p14:tracePt t="45948" x="4489450" y="2311400"/>
          <p14:tracePt t="45965" x="4438650" y="2330450"/>
          <p14:tracePt t="45983" x="4387850" y="2362200"/>
          <p14:tracePt t="45998" x="4381500" y="2362200"/>
          <p14:tracePt t="51336" x="4387850" y="2362200"/>
          <p14:tracePt t="51357" x="4406900" y="2362200"/>
          <p14:tracePt t="51371" x="4419600" y="2355850"/>
          <p14:tracePt t="51380" x="4445000" y="2336800"/>
          <p14:tracePt t="51393" x="4483100" y="2324100"/>
          <p14:tracePt t="51399" x="4540250" y="2311400"/>
          <p14:tracePt t="51414" x="4591050" y="2298700"/>
          <p14:tracePt t="51430" x="4724400" y="2260600"/>
          <p14:tracePt t="51446" x="4806950" y="2228850"/>
          <p14:tracePt t="51463" x="4965700" y="2178050"/>
          <p14:tracePt t="51479" x="5149850" y="2127250"/>
          <p14:tracePt t="51496" x="5251450" y="2095500"/>
          <p14:tracePt t="51513" x="5448300" y="2012950"/>
          <p14:tracePt t="51529" x="5530850" y="1981200"/>
          <p14:tracePt t="51547" x="5600700" y="1943100"/>
          <p14:tracePt t="51562" x="5759450" y="1860550"/>
          <p14:tracePt t="51579" x="5911850" y="1771650"/>
          <p14:tracePt t="51596" x="6026150" y="1682750"/>
          <p14:tracePt t="51612" x="6134100" y="1606550"/>
          <p14:tracePt t="51629" x="6178550" y="1574800"/>
          <p14:tracePt t="51646" x="6248400" y="1504950"/>
          <p14:tracePt t="51662" x="6299200" y="1466850"/>
          <p14:tracePt t="51678" x="6311900" y="1447800"/>
          <p14:tracePt t="51696" x="6350000" y="1416050"/>
          <p14:tracePt t="51711" x="6375400" y="1397000"/>
          <p14:tracePt t="51729" x="6388100" y="1390650"/>
          <p14:tracePt t="51745" x="6407150" y="1371600"/>
          <p14:tracePt t="51762" x="6407150" y="1365250"/>
          <p14:tracePt t="51779" x="6407150" y="1358900"/>
          <p14:tracePt t="51811" x="6407150" y="1352550"/>
          <p14:tracePt t="51849" x="6394450" y="1352550"/>
          <p14:tracePt t="51870" x="6388100" y="1352550"/>
          <p14:tracePt t="51884" x="6381750" y="1352550"/>
          <p14:tracePt t="51891" x="6375400" y="1352550"/>
          <p14:tracePt t="51898" x="6362700" y="1352550"/>
          <p14:tracePt t="51914" x="6343650" y="1339850"/>
          <p14:tracePt t="51928" x="6318250" y="1339850"/>
          <p14:tracePt t="51944" x="6261100" y="1333500"/>
          <p14:tracePt t="51962" x="6172200" y="1333500"/>
          <p14:tracePt t="51978" x="6121400" y="1333500"/>
          <p14:tracePt t="51994" x="6013450" y="1333500"/>
          <p14:tracePt t="52012" x="5886450" y="1333500"/>
          <p14:tracePt t="52027" x="5835650" y="1339850"/>
          <p14:tracePt t="52044" x="5702300" y="1365250"/>
          <p14:tracePt t="52061" x="5581650" y="1403350"/>
          <p14:tracePt t="52077" x="5524500" y="1416050"/>
          <p14:tracePt t="52094" x="5473700" y="1428750"/>
          <p14:tracePt t="52110" x="5346700" y="1466850"/>
          <p14:tracePt t="52127" x="5314950" y="1473200"/>
          <p14:tracePt t="52130" x="5302250" y="1473200"/>
          <p14:tracePt t="52146" x="5302250" y="1479550"/>
          <p14:tracePt t="52160" x="5295900" y="1479550"/>
          <p14:tracePt t="52177" x="5283200" y="1479550"/>
          <p14:tracePt t="52210" x="5276850" y="1479550"/>
          <p14:tracePt t="52404" x="5283200" y="1473200"/>
          <p14:tracePt t="52433" x="5289550" y="1466850"/>
          <p14:tracePt t="52524" x="5283200" y="1466850"/>
          <p14:tracePt t="52531" x="5276850" y="1466850"/>
          <p14:tracePt t="52545" x="5270500" y="1466850"/>
          <p14:tracePt t="52559" x="5251450" y="1466850"/>
          <p14:tracePt t="52575" x="5213350" y="1460500"/>
          <p14:tracePt t="52592" x="5175250" y="1460500"/>
          <p14:tracePt t="52609" x="5080000" y="1454150"/>
          <p14:tracePt t="52626" x="4959350" y="1435100"/>
          <p14:tracePt t="52643" x="4908550" y="1435100"/>
          <p14:tracePt t="52659" x="4813300" y="1416050"/>
          <p14:tracePt t="52675" x="4762500" y="1409700"/>
          <p14:tracePt t="52693" x="4737100" y="1409700"/>
          <p14:tracePt t="52708" x="4730750" y="1409700"/>
          <p14:tracePt t="52725" x="4724400" y="1409700"/>
          <p14:tracePt t="52742" x="4718050" y="1409700"/>
          <p14:tracePt t="52778" x="4724400" y="1409700"/>
          <p14:tracePt t="52792" x="4730750" y="1403350"/>
          <p14:tracePt t="52808" x="4749800" y="1403350"/>
          <p14:tracePt t="52824" x="4768850" y="1397000"/>
          <p14:tracePt t="52841" x="4813300" y="1384300"/>
          <p14:tracePt t="52858" x="4876800" y="1377950"/>
          <p14:tracePt t="52875" x="4972050" y="1358900"/>
          <p14:tracePt t="52891" x="5041900" y="1339850"/>
          <p14:tracePt t="52908" x="5156200" y="1320800"/>
          <p14:tracePt t="52925" x="5302250" y="1314450"/>
          <p14:tracePt t="52941" x="5378450" y="1301750"/>
          <p14:tracePt t="52958" x="5505450" y="1295400"/>
          <p14:tracePt t="52974" x="5626100" y="1295400"/>
          <p14:tracePt t="52991" x="5676900" y="1295400"/>
          <p14:tracePt t="53007" x="5715000" y="1295400"/>
          <p14:tracePt t="53024" x="5784850" y="1295400"/>
          <p14:tracePt t="53041" x="5803900" y="1295400"/>
          <p14:tracePt t="53058" x="5816600" y="1289050"/>
          <p14:tracePt t="53074" x="5835650" y="1282700"/>
          <p14:tracePt t="53090" x="5835650" y="1276350"/>
          <p14:tracePt t="53124" x="5835650" y="1270000"/>
          <p14:tracePt t="53149" x="5829300" y="1263650"/>
          <p14:tracePt t="53158" x="5822950" y="1263650"/>
          <p14:tracePt t="53173" x="5816600" y="1263650"/>
          <p14:tracePt t="53578" x="5842000" y="1263650"/>
          <p14:tracePt t="53585" x="5899150" y="1263650"/>
          <p14:tracePt t="53599" x="5962650" y="1263650"/>
          <p14:tracePt t="53608" x="6026150" y="1257300"/>
          <p14:tracePt t="53622" x="6089650" y="1244600"/>
          <p14:tracePt t="53639" x="6165850" y="1244600"/>
          <p14:tracePt t="53656" x="6356350" y="1206500"/>
          <p14:tracePt t="53672" x="6407150" y="1200150"/>
          <p14:tracePt t="53688" x="6438900" y="1200150"/>
          <p14:tracePt t="53705" x="6477000" y="1193800"/>
          <p14:tracePt t="53722" x="6489700" y="1187450"/>
          <p14:tracePt t="53739" x="6496050" y="1187450"/>
          <p14:tracePt t="53782" x="6489700" y="1187450"/>
          <p14:tracePt t="53796" x="6483350" y="1187450"/>
          <p14:tracePt t="63459" x="6438900" y="1187450"/>
          <p14:tracePt t="63466" x="6375400" y="1168400"/>
          <p14:tracePt t="63474" x="6292850" y="1149350"/>
          <p14:tracePt t="63488" x="6121400" y="1104900"/>
          <p14:tracePt t="63504" x="5937250" y="1047750"/>
          <p14:tracePt t="63522" x="5734050" y="1003300"/>
          <p14:tracePt t="63537" x="5435600" y="933450"/>
          <p14:tracePt t="63555" x="5238750" y="901700"/>
          <p14:tracePt t="63572" x="4991100" y="863600"/>
          <p14:tracePt t="63587" x="4851400" y="863600"/>
          <p14:tracePt t="63604" x="4724400" y="863600"/>
          <p14:tracePt t="63621" x="4552950" y="882650"/>
          <p14:tracePt t="63637" x="4445000" y="901700"/>
          <p14:tracePt t="63654" x="4330700" y="914400"/>
          <p14:tracePt t="63671" x="4152900" y="958850"/>
          <p14:tracePt t="63687" x="4019550" y="984250"/>
          <p14:tracePt t="63704" x="3905250" y="1003300"/>
          <p14:tracePt t="63720" x="3771900" y="1016000"/>
          <p14:tracePt t="63737" x="3702050" y="1028700"/>
          <p14:tracePt t="63754" x="3568700" y="1035050"/>
          <p14:tracePt t="63770" x="3473450" y="1066800"/>
          <p14:tracePt t="63787" x="3390900" y="1073150"/>
          <p14:tracePt t="63804" x="3289300" y="1098550"/>
          <p14:tracePt t="63820" x="3238500" y="1104900"/>
          <p14:tracePt t="63836" x="3149600" y="1123950"/>
          <p14:tracePt t="63853" x="3022600" y="1155700"/>
          <p14:tracePt t="63870" x="2933700" y="1200150"/>
          <p14:tracePt t="63873" x="2889250" y="1219200"/>
          <p14:tracePt t="63887" x="2844800" y="1244600"/>
          <p14:tracePt t="63903" x="2698750" y="1333500"/>
          <p14:tracePt t="63920" x="2622550" y="1397000"/>
          <p14:tracePt t="63937" x="2463800" y="1485900"/>
          <p14:tracePt t="63953" x="2387600" y="1549400"/>
          <p14:tracePt t="63969" x="2362200" y="1593850"/>
          <p14:tracePt t="63987" x="2349500" y="1625600"/>
          <p14:tracePt t="64541" x="2355850" y="1625600"/>
          <p14:tracePt t="64548" x="2374900" y="1619250"/>
          <p14:tracePt t="64555" x="2393950" y="1619250"/>
          <p14:tracePt t="64567" x="2419350" y="1612900"/>
          <p14:tracePt t="64584" x="2495550" y="1587500"/>
          <p14:tracePt t="64601" x="2565400" y="1574800"/>
          <p14:tracePt t="64618" x="2667000" y="1549400"/>
          <p14:tracePt t="64634" x="2736850" y="1530350"/>
          <p14:tracePt t="64650" x="2819400" y="1517650"/>
          <p14:tracePt t="64668" x="2921000" y="1498600"/>
          <p14:tracePt t="64684" x="2978150" y="1479550"/>
          <p14:tracePt t="64700" x="3035300" y="1466850"/>
          <p14:tracePt t="64717" x="3098800" y="1460500"/>
          <p14:tracePt t="64734" x="3117850" y="1460500"/>
          <p14:tracePt t="64750" x="3130550" y="1460500"/>
          <p14:tracePt t="64767" x="3136900" y="1460500"/>
          <p14:tracePt t="64800" x="3143250" y="1460500"/>
          <p14:tracePt t="64905" x="3136900" y="1466850"/>
          <p14:tracePt t="64920" x="3136900" y="1473200"/>
          <p14:tracePt t="64927" x="3136900" y="1485900"/>
          <p14:tracePt t="64936" x="3136900" y="1492250"/>
          <p14:tracePt t="64950" x="3149600" y="1524000"/>
          <p14:tracePt t="64966" x="3162300" y="1555750"/>
          <p14:tracePt t="83160" x="3162300" y="1568450"/>
          <p14:tracePt t="83167" x="3155950" y="1600200"/>
          <p14:tracePt t="83174" x="3149600" y="1625600"/>
          <p14:tracePt t="83186" x="3143250" y="1657350"/>
          <p14:tracePt t="83203" x="3124200" y="1733550"/>
          <p14:tracePt t="83220" x="3117850" y="1790700"/>
          <p14:tracePt t="83236" x="3098800" y="1860550"/>
          <p14:tracePt t="83253" x="3086100" y="1974850"/>
          <p14:tracePt t="83269" x="3067050" y="2044700"/>
          <p14:tracePt t="83287" x="3048000" y="2146300"/>
          <p14:tracePt t="83303" x="3041650" y="2190750"/>
          <p14:tracePt t="83319" x="3022600" y="2254250"/>
          <p14:tracePt t="83336" x="2997200" y="2330450"/>
          <p14:tracePt t="83353" x="2978150" y="2387600"/>
          <p14:tracePt t="83369" x="2959100" y="2451100"/>
          <p14:tracePt t="83386" x="2927350" y="2546350"/>
          <p14:tracePt t="83402" x="2895600" y="2603500"/>
          <p14:tracePt t="83423" x="2870200" y="2686050"/>
          <p14:tracePt t="83435" x="2851150" y="2736850"/>
          <p14:tracePt t="83452" x="2838450" y="2787650"/>
          <p14:tracePt t="83469" x="2825750" y="2863850"/>
          <p14:tracePt t="83485" x="2819400" y="2914650"/>
          <p14:tracePt t="83502" x="2819400" y="2965450"/>
          <p14:tracePt t="83519" x="2819400" y="3035300"/>
          <p14:tracePt t="83535" x="2832100" y="3092450"/>
          <p14:tracePt t="83552" x="2863850" y="3181350"/>
          <p14:tracePt t="83568" x="2933700" y="3302000"/>
          <p14:tracePt t="83585" x="2997200" y="3378200"/>
          <p14:tracePt t="83602" x="3048000" y="3441700"/>
          <p14:tracePt t="83618" x="3155950" y="3511550"/>
          <p14:tracePt t="83635" x="3232150" y="3549650"/>
          <p14:tracePt t="83652" x="3371850" y="3594100"/>
          <p14:tracePt t="83668" x="3517900" y="3625850"/>
          <p14:tracePt t="83685" x="3644900" y="3632200"/>
          <p14:tracePt t="83702" x="3879850" y="3638550"/>
          <p14:tracePt t="83718" x="4019550" y="3638550"/>
          <p14:tracePt t="83735" x="4165600" y="3613150"/>
          <p14:tracePt t="83751" x="4368800" y="3581400"/>
          <p14:tracePt t="83768" x="4502150" y="3556000"/>
          <p14:tracePt t="83785" x="4603750" y="3517900"/>
          <p14:tracePt t="83801" x="4730750" y="3467100"/>
          <p14:tracePt t="83817" x="4813300" y="3441700"/>
          <p14:tracePt t="83835" x="4914900" y="3416300"/>
          <p14:tracePt t="83851" x="4997450" y="3403600"/>
          <p14:tracePt t="83867" x="5054600" y="3390900"/>
          <p14:tracePt t="83885" x="5143500" y="3365500"/>
          <p14:tracePt t="83901" x="5194300" y="3346450"/>
          <p14:tracePt t="83917" x="5257800" y="3333750"/>
          <p14:tracePt t="83934" x="5340350" y="3321050"/>
          <p14:tracePt t="83950" x="5410200" y="3308350"/>
          <p14:tracePt t="83966" x="5480050" y="3295650"/>
          <p14:tracePt t="83984" x="5619750" y="3270250"/>
          <p14:tracePt t="84000" x="5695950" y="3263900"/>
          <p14:tracePt t="84018" x="5803900" y="3251200"/>
          <p14:tracePt t="84033" x="5861050" y="3238500"/>
          <p14:tracePt t="84050" x="5930900" y="3238500"/>
          <p14:tracePt t="84067" x="6000750" y="3225800"/>
          <p14:tracePt t="84085" x="6051550" y="3225800"/>
          <p14:tracePt t="84100" x="6089650" y="3213100"/>
          <p14:tracePt t="84117" x="6134100" y="3206750"/>
          <p14:tracePt t="84133" x="6153150" y="3200400"/>
          <p14:tracePt t="84149" x="6165850" y="3200400"/>
          <p14:tracePt t="84166" x="6178550" y="3194050"/>
          <p14:tracePt t="84313" x="6172200" y="3194050"/>
          <p14:tracePt t="84327" x="6165850" y="3194050"/>
          <p14:tracePt t="84335" x="6153150" y="3200400"/>
          <p14:tracePt t="84349" x="6146800" y="3206750"/>
          <p14:tracePt t="84366" x="6121400" y="3213100"/>
          <p14:tracePt t="84383" x="6070600" y="3238500"/>
          <p14:tracePt t="84399" x="6019800" y="3257550"/>
          <p14:tracePt t="84415" x="5969000" y="3276600"/>
          <p14:tracePt t="84419" x="5937250" y="3282950"/>
          <p14:tracePt t="84433" x="5899150" y="3302000"/>
          <p14:tracePt t="84449" x="5854700" y="3327400"/>
          <p14:tracePt t="84465" x="5822950" y="3340100"/>
          <p14:tracePt t="84482" x="5772150" y="3378200"/>
          <p14:tracePt t="84498" x="5753100" y="3390900"/>
          <p14:tracePt t="84516" x="5734050" y="3409950"/>
          <p14:tracePt t="84532" x="5734050" y="3416300"/>
          <p14:tracePt t="84548" x="5727700" y="3429000"/>
          <p14:tracePt t="84594" x="5727700" y="3435350"/>
          <p14:tracePt t="84650" x="5740400" y="3441700"/>
          <p14:tracePt t="84657" x="5753100" y="3441700"/>
          <p14:tracePt t="84665" x="5759450" y="3448050"/>
          <p14:tracePt t="84681" x="5778500" y="3454400"/>
          <p14:tracePt t="84698" x="5810250" y="3460750"/>
          <p14:tracePt t="84715" x="5886450" y="3473450"/>
          <p14:tracePt t="84731" x="5943600" y="3473450"/>
          <p14:tracePt t="84749" x="6032500" y="3473450"/>
          <p14:tracePt t="84765" x="6089650" y="3473450"/>
          <p14:tracePt t="84781" x="6134100" y="3460750"/>
          <p14:tracePt t="84798" x="6203950" y="3416300"/>
          <p14:tracePt t="84814" x="6235700" y="3384550"/>
          <p14:tracePt t="84831" x="6248400" y="3352800"/>
          <p14:tracePt t="84848" x="6261100" y="3340100"/>
          <p14:tracePt t="84864" x="6261100" y="3333750"/>
          <p14:tracePt t="84897" x="6261100" y="3327400"/>
          <p14:tracePt t="84914" x="6254750" y="3327400"/>
          <p14:tracePt t="84931" x="6216650" y="3321050"/>
          <p14:tracePt t="84947" x="6184900" y="3314700"/>
          <p14:tracePt t="84963" x="6134100" y="3314700"/>
          <p14:tracePt t="84981" x="6038850" y="3333750"/>
          <p14:tracePt t="84997" x="5969000" y="3346450"/>
          <p14:tracePt t="85013" x="5905500" y="3371850"/>
          <p14:tracePt t="85030" x="5835650" y="3403600"/>
          <p14:tracePt t="85047" x="5791200" y="3435350"/>
          <p14:tracePt t="85064" x="5765800" y="3460750"/>
          <p14:tracePt t="85080" x="5740400" y="3492500"/>
          <p14:tracePt t="85096" x="5734050" y="3505200"/>
          <p14:tracePt t="85114" x="5727700" y="3511550"/>
          <p14:tracePt t="85712" x="5753100" y="3511550"/>
          <p14:tracePt t="85719" x="5791200" y="3517900"/>
          <p14:tracePt t="85727" x="5829300" y="3517900"/>
          <p14:tracePt t="85744" x="5905500" y="3524250"/>
          <p14:tracePt t="85761" x="6076950" y="3517900"/>
          <p14:tracePt t="85777" x="6178550" y="3517900"/>
          <p14:tracePt t="85794" x="6273800" y="3517900"/>
          <p14:tracePt t="85811" x="6356350" y="3505200"/>
          <p14:tracePt t="85827" x="6400800" y="3505200"/>
          <p14:tracePt t="85844" x="6426200" y="3498850"/>
          <p14:tracePt t="85860" x="6464300" y="3492500"/>
          <p14:tracePt t="85877" x="6470650" y="3486150"/>
          <p14:tracePt t="85893" x="6477000" y="3486150"/>
          <p14:tracePt t="85910" x="6496050" y="3479800"/>
          <p14:tracePt t="85927" x="6502400" y="3479800"/>
          <p14:tracePt t="85944" x="6521450" y="3473450"/>
          <p14:tracePt t="85960" x="6540500" y="3467100"/>
          <p14:tracePt t="85977" x="6565900" y="3460750"/>
          <p14:tracePt t="85994" x="6591300" y="3454400"/>
          <p14:tracePt t="86010" x="6616700" y="3448050"/>
          <p14:tracePt t="86027" x="6635750" y="3435350"/>
          <p14:tracePt t="86043" x="6648450" y="3429000"/>
          <p14:tracePt t="86060" x="6654800" y="3429000"/>
          <p14:tracePt t="86140" x="6654800" y="3422650"/>
          <p14:tracePt t="86373" x="6648450" y="3422650"/>
          <p14:tracePt t="86380" x="6642100" y="3422650"/>
          <p14:tracePt t="86392" x="6635750" y="3422650"/>
          <p14:tracePt t="86409" x="6616700" y="3441700"/>
          <p14:tracePt t="86425" x="6584950" y="3460750"/>
          <p14:tracePt t="86442" x="6540500" y="3492500"/>
          <p14:tracePt t="86459" x="6477000" y="3524250"/>
          <p14:tracePt t="86475" x="6413500" y="3568700"/>
          <p14:tracePt t="86493" x="6337300" y="3619500"/>
          <p14:tracePt t="86508" x="6292850" y="3651250"/>
          <p14:tracePt t="86524" x="6261100" y="3676650"/>
          <p14:tracePt t="86542" x="6229350" y="3702050"/>
          <p14:tracePt t="86558" x="6216650" y="3702050"/>
          <p14:tracePt t="86575" x="6210300" y="3702050"/>
          <p14:tracePt t="86591" x="6210300" y="3708400"/>
          <p14:tracePt t="86788" x="6216650" y="3708400"/>
          <p14:tracePt t="86837" x="6223000" y="3708400"/>
          <p14:tracePt t="86844" x="6229350" y="3708400"/>
          <p14:tracePt t="86859" x="6229350" y="3702050"/>
          <p14:tracePt t="86874" x="6235700" y="3695700"/>
          <p14:tracePt t="86890" x="6254750" y="3676650"/>
          <p14:tracePt t="86908" x="6273800" y="3638550"/>
          <p14:tracePt t="86923" x="6299200" y="3613150"/>
          <p14:tracePt t="86940" x="6318250" y="3581400"/>
          <p14:tracePt t="86957" x="6343650" y="3524250"/>
          <p14:tracePt t="86973" x="6356350" y="3492500"/>
          <p14:tracePt t="86990" x="6381750" y="3454400"/>
          <p14:tracePt t="87007" x="6407150" y="3397250"/>
          <p14:tracePt t="87023" x="6419850" y="3371850"/>
          <p14:tracePt t="87040" x="6432550" y="3352800"/>
          <p14:tracePt t="87056" x="6438900" y="3346450"/>
          <p14:tracePt t="87073" x="6438900" y="3340100"/>
          <p14:tracePt t="87216" x="6432550" y="3346450"/>
          <p14:tracePt t="87293" x="6426200" y="3352800"/>
          <p14:tracePt t="87301" x="6419850" y="3359150"/>
          <p14:tracePt t="87323" x="6419850" y="3365500"/>
          <p14:tracePt t="87336" x="6413500" y="3365500"/>
          <p14:tracePt t="87343" x="6407150" y="3371850"/>
          <p14:tracePt t="87358" x="6407150" y="3384550"/>
          <p14:tracePt t="87372" x="6369050" y="3409950"/>
          <p14:tracePt t="87388" x="6356350" y="3435350"/>
          <p14:tracePt t="87406" x="6305550" y="3505200"/>
          <p14:tracePt t="87422" x="6280150" y="3530600"/>
          <p14:tracePt t="87438" x="6229350" y="3606800"/>
          <p14:tracePt t="87456" x="6178550" y="3683000"/>
          <p14:tracePt t="87472" x="6165850" y="3708400"/>
          <p14:tracePt t="87489" x="6146800" y="3746500"/>
          <p14:tracePt t="87505" x="6121400" y="3784600"/>
          <p14:tracePt t="87521" x="6121400" y="3790950"/>
          <p14:tracePt t="87537" x="6115050" y="3803650"/>
          <p14:tracePt t="87555" x="6115050" y="3810000"/>
          <p14:tracePt t="87596" x="6115050" y="3816350"/>
          <p14:tracePt t="87645" x="6121400" y="3816350"/>
          <p14:tracePt t="87652" x="6127750" y="3816350"/>
          <p14:tracePt t="87666" x="6134100" y="3810000"/>
          <p14:tracePt t="87674" x="6140450" y="3810000"/>
          <p14:tracePt t="87690" x="6146800" y="3810000"/>
          <p14:tracePt t="87708" x="6165850" y="3797300"/>
          <p14:tracePt t="87721" x="6191250" y="3778250"/>
          <p14:tracePt t="87737" x="6254750" y="3740150"/>
          <p14:tracePt t="87754" x="6286500" y="3708400"/>
          <p14:tracePt t="87771" x="6381750" y="3632200"/>
          <p14:tracePt t="87787" x="6457950" y="3562350"/>
          <p14:tracePt t="87804" x="6502400" y="3524250"/>
          <p14:tracePt t="87821" x="6546850" y="3486150"/>
          <p14:tracePt t="87837" x="6578600" y="3454400"/>
          <p14:tracePt t="87854" x="6578600" y="3448050"/>
          <p14:tracePt t="87870" x="6584950" y="3435350"/>
          <p14:tracePt t="87947" x="6584950" y="3441700"/>
          <p14:tracePt t="87955" x="6578600" y="3448050"/>
          <p14:tracePt t="87968" x="6572250" y="3454400"/>
          <p14:tracePt t="87975" x="6559550" y="3460750"/>
          <p14:tracePt t="87989" x="6546850" y="3479800"/>
          <p14:tracePt t="88004" x="6502400" y="3511550"/>
          <p14:tracePt t="88020" x="6477000" y="3530600"/>
          <p14:tracePt t="88036" x="6445250" y="3562350"/>
          <p14:tracePt t="88053" x="6375400" y="3644900"/>
          <p14:tracePt t="88069" x="6311900" y="3733800"/>
          <p14:tracePt t="88086" x="6286500" y="3771900"/>
          <p14:tracePt t="88102" x="6248400" y="3854450"/>
          <p14:tracePt t="88119" x="6223000" y="3898900"/>
          <p14:tracePt t="88136" x="6216650" y="3911600"/>
          <p14:tracePt t="88153" x="6210300" y="3924300"/>
          <p14:tracePt t="88200" x="6216650" y="3924300"/>
          <p14:tracePt t="88207" x="6223000" y="3924300"/>
          <p14:tracePt t="88219" x="6235700" y="3924300"/>
          <p14:tracePt t="88236" x="6267450" y="3892550"/>
          <p14:tracePt t="88252" x="6299200" y="3879850"/>
          <p14:tracePt t="88269" x="6318250" y="3848100"/>
          <p14:tracePt t="88285" x="6438900" y="3708400"/>
          <p14:tracePt t="88302" x="6477000" y="3651250"/>
          <p14:tracePt t="88319" x="6553200" y="3536950"/>
          <p14:tracePt t="88335" x="6591300" y="3492500"/>
          <p14:tracePt t="88352" x="6642100" y="3435350"/>
          <p14:tracePt t="88369" x="6661150" y="3390900"/>
          <p14:tracePt t="88385" x="6673850" y="3378200"/>
          <p14:tracePt t="88402" x="6680200" y="3371850"/>
          <p14:tracePt t="88446" x="6673850" y="3371850"/>
          <p14:tracePt t="88460" x="6667500" y="3378200"/>
          <p14:tracePt t="88469" x="6661150" y="3384550"/>
          <p14:tracePt t="88484" x="6661150" y="3397250"/>
          <p14:tracePt t="88502" x="6623050" y="3416300"/>
          <p14:tracePt t="88518" x="6584950" y="3460750"/>
          <p14:tracePt t="88535" x="6565900" y="3473450"/>
          <p14:tracePt t="88552" x="6527800" y="3536950"/>
          <p14:tracePt t="88568" x="6496050" y="3587750"/>
          <p14:tracePt t="88585" x="6489700" y="3613150"/>
          <p14:tracePt t="88601" x="6470650" y="3638550"/>
          <p14:tracePt t="88618" x="6464300" y="3644900"/>
          <p14:tracePt t="88634" x="6457950" y="3651250"/>
          <p14:tracePt t="88678" x="6464300" y="3651250"/>
          <p14:tracePt t="88692" x="6470650" y="3651250"/>
          <p14:tracePt t="88700" x="6477000" y="3644900"/>
          <p14:tracePt t="88717" x="6489700" y="3632200"/>
          <p14:tracePt t="88734" x="6534150" y="3600450"/>
          <p14:tracePt t="88751" x="6597650" y="3543300"/>
          <p14:tracePt t="88767" x="6635750" y="3505200"/>
          <p14:tracePt t="88784" x="6711950" y="3435350"/>
          <p14:tracePt t="88800" x="6781800" y="3365500"/>
          <p14:tracePt t="88817" x="6807200" y="3346450"/>
          <p14:tracePt t="88834" x="6832600" y="3295650"/>
          <p14:tracePt t="88850" x="6851650" y="3276600"/>
          <p14:tracePt t="88917" x="6851650" y="3282950"/>
          <p14:tracePt t="88931" x="6851650" y="3289300"/>
          <p14:tracePt t="88938" x="6838950" y="3302000"/>
          <p14:tracePt t="88953" x="6832600" y="3314700"/>
          <p14:tracePt t="88966" x="6819900" y="3321050"/>
          <p14:tracePt t="88983" x="6775450" y="3365500"/>
          <p14:tracePt t="89000" x="6750050" y="3409950"/>
          <p14:tracePt t="89016" x="6686550" y="3479800"/>
          <p14:tracePt t="89033" x="6635750" y="3568700"/>
          <p14:tracePt t="89051" x="6578600" y="3683000"/>
          <p14:tracePt t="89066" x="6553200" y="3740150"/>
          <p14:tracePt t="89082" x="6508750" y="3816350"/>
          <p14:tracePt t="89100" x="6496050" y="3848100"/>
          <p14:tracePt t="89116" x="6489700" y="3860800"/>
          <p14:tracePt t="89132" x="6477000" y="3867150"/>
          <p14:tracePt t="89149" x="6477000" y="3873500"/>
          <p14:tracePt t="89212" x="6483350" y="3873500"/>
          <p14:tracePt t="89219" x="6489700" y="3867150"/>
          <p14:tracePt t="89235" x="6489700" y="3860800"/>
          <p14:tracePt t="89249" x="6502400" y="3848100"/>
          <p14:tracePt t="89266" x="6540500" y="3822700"/>
          <p14:tracePt t="89283" x="6591300" y="3784600"/>
          <p14:tracePt t="89299" x="6629400" y="3746500"/>
          <p14:tracePt t="89315" x="6686550" y="3689350"/>
          <p14:tracePt t="89332" x="6743700" y="3613150"/>
          <p14:tracePt t="89348" x="6781800" y="3575050"/>
          <p14:tracePt t="89365" x="6819900" y="3511550"/>
          <p14:tracePt t="89382" x="6858000" y="3454400"/>
          <p14:tracePt t="89398" x="6877050" y="3435350"/>
          <p14:tracePt t="89415" x="6896100" y="3390900"/>
          <p14:tracePt t="89431" x="6908800" y="3378200"/>
          <p14:tracePt t="89448" x="6915150" y="3371850"/>
          <p14:tracePt t="89465" x="6915150" y="3365500"/>
          <p14:tracePt t="89493" x="6915150" y="3359150"/>
          <p14:tracePt t="89606" x="6915150" y="3365500"/>
          <p14:tracePt t="89655" x="6908800" y="3371850"/>
          <p14:tracePt t="89662" x="6902450" y="3371850"/>
          <p14:tracePt t="89676" x="6902450" y="3378200"/>
          <p14:tracePt t="89684" x="6896100" y="3378200"/>
          <p14:tracePt t="89698" x="6883400" y="3384550"/>
          <p14:tracePt t="89714" x="6851650" y="3416300"/>
          <p14:tracePt t="89730" x="6826250" y="3435350"/>
          <p14:tracePt t="89747" x="6788150" y="3473450"/>
          <p14:tracePt t="89764" x="6731000" y="3517900"/>
          <p14:tracePt t="89780" x="6711950" y="3543300"/>
          <p14:tracePt t="89797" x="6680200" y="3575050"/>
          <p14:tracePt t="89813" x="6667500" y="3587750"/>
          <p14:tracePt t="89831" x="6642100" y="3606800"/>
          <p14:tracePt t="89846" x="6642100" y="3613150"/>
          <p14:tracePt t="89901" x="6642100" y="3619500"/>
          <p14:tracePt t="89922" x="6635750" y="3619500"/>
          <p14:tracePt t="89957" x="6629400" y="3619500"/>
          <p14:tracePt t="89971" x="6623050" y="3625850"/>
          <p14:tracePt t="89992" x="6623050" y="3632200"/>
          <p14:tracePt t="90014" x="6616700" y="3638550"/>
          <p14:tracePt t="90355" x="6572250" y="3638550"/>
          <p14:tracePt t="90369" x="6521450" y="3638550"/>
          <p14:tracePt t="90375" x="6470650" y="3638550"/>
          <p14:tracePt t="90382" x="6419850" y="3638550"/>
          <p14:tracePt t="90398" x="6369050" y="3638550"/>
          <p14:tracePt t="90412" x="6292850" y="3638550"/>
          <p14:tracePt t="90428" x="6191250" y="3638550"/>
          <p14:tracePt t="90445" x="6134100" y="3638550"/>
          <p14:tracePt t="90461" x="6057900" y="3638550"/>
          <p14:tracePt t="90478" x="6007100" y="3638550"/>
          <p14:tracePt t="90496" x="5975350" y="3632200"/>
          <p14:tracePt t="90511" x="5962650" y="3632200"/>
          <p14:tracePt t="90527" x="5943600" y="3625850"/>
          <p14:tracePt t="90545" x="5930900" y="3613150"/>
          <p14:tracePt t="90561" x="5918200" y="3613150"/>
          <p14:tracePt t="90577" x="5911850" y="3606800"/>
          <p14:tracePt t="90581" x="5899150" y="3600450"/>
          <p14:tracePt t="90594" x="5886450" y="3594100"/>
          <p14:tracePt t="90627" x="5880100" y="3594100"/>
          <p14:tracePt t="90839" x="5918200" y="3594100"/>
          <p14:tracePt t="90846" x="5969000" y="3594100"/>
          <p14:tracePt t="90862" x="6045200" y="3594100"/>
          <p14:tracePt t="90876" x="6191250" y="3581400"/>
          <p14:tracePt t="90893" x="6267450" y="3575050"/>
          <p14:tracePt t="90910" x="6394450" y="3575050"/>
          <p14:tracePt t="90926" x="6438900" y="3562350"/>
          <p14:tracePt t="90943" x="6496050" y="3549650"/>
          <p14:tracePt t="90960" x="6521450" y="3549650"/>
          <p14:tracePt t="90976" x="6521450" y="3543300"/>
          <p14:tracePt t="91036" x="6508750" y="3543300"/>
          <p14:tracePt t="91050" x="6489700" y="3543300"/>
          <p14:tracePt t="91057" x="6457950" y="3543300"/>
          <p14:tracePt t="91071" x="6432550" y="3543300"/>
          <p14:tracePt t="91079" x="6381750" y="3543300"/>
          <p14:tracePt t="91093" x="6318250" y="3543300"/>
          <p14:tracePt t="91109" x="6165850" y="3543300"/>
          <p14:tracePt t="91126" x="6089650" y="3530600"/>
          <p14:tracePt t="91142" x="5924550" y="3530600"/>
          <p14:tracePt t="91159" x="5778500" y="3530600"/>
          <p14:tracePt t="91175" x="5702300" y="3536950"/>
          <p14:tracePt t="91192" x="5594350" y="3562350"/>
          <p14:tracePt t="91209" x="5562600" y="3568700"/>
          <p14:tracePt t="91226" x="5499100" y="3594100"/>
          <p14:tracePt t="91241" x="5486400" y="3600450"/>
          <p14:tracePt t="91276" x="5473700" y="3613150"/>
          <p14:tracePt t="91292" x="5467350" y="3619500"/>
          <p14:tracePt t="91308" x="5461000" y="3619500"/>
          <p14:tracePt t="91325" x="5454650" y="3619500"/>
          <p14:tracePt t="91341" x="5454650" y="3625850"/>
          <p14:tracePt t="91358" x="5461000" y="3625850"/>
          <p14:tracePt t="92082" x="5441950" y="3625850"/>
          <p14:tracePt t="92090" x="5391150" y="3638550"/>
          <p14:tracePt t="92104" x="5340350" y="3644900"/>
          <p14:tracePt t="92110" x="5270500" y="3663950"/>
          <p14:tracePt t="92125" x="5213350" y="3695700"/>
          <p14:tracePt t="92139" x="5149850" y="3702050"/>
          <p14:tracePt t="92155" x="5003800" y="3752850"/>
          <p14:tracePt t="92176" x="4832350" y="3803650"/>
          <p14:tracePt t="92189" x="4737100" y="3822700"/>
          <p14:tracePt t="92205" x="4546600" y="3860800"/>
          <p14:tracePt t="92223" x="4432300" y="3892550"/>
          <p14:tracePt t="92238" x="4197350" y="3956050"/>
          <p14:tracePt t="92255" x="3981450" y="3987800"/>
          <p14:tracePt t="92272" x="3778250" y="4000500"/>
          <p14:tracePt t="92288" x="3651250" y="4013200"/>
          <p14:tracePt t="92305" x="3454400" y="4038600"/>
          <p14:tracePt t="92322" x="3314700" y="4057650"/>
          <p14:tracePt t="92338" x="3282950" y="4057650"/>
          <p14:tracePt t="92355" x="3244850" y="4057650"/>
          <p14:tracePt t="95884" x="3276600" y="4057650"/>
          <p14:tracePt t="95898" x="3327400" y="4057650"/>
          <p14:tracePt t="95905" x="3365500" y="4051300"/>
          <p14:tracePt t="95919" x="3409950" y="4051300"/>
          <p14:tracePt t="95928" x="3460750" y="4051300"/>
          <p14:tracePt t="95942" x="3511550" y="4044950"/>
          <p14:tracePt t="95959" x="3587750" y="4044950"/>
          <p14:tracePt t="95976" x="3879850" y="4032250"/>
          <p14:tracePt t="95992" x="4006850" y="4038600"/>
          <p14:tracePt t="96009" x="4133850" y="4038600"/>
          <p14:tracePt t="96026" x="4654550" y="4038600"/>
          <p14:tracePt t="96042" x="4819650" y="4051300"/>
          <p14:tracePt t="96059" x="5168900" y="4032250"/>
          <p14:tracePt t="96075" x="5340350" y="4006850"/>
          <p14:tracePt t="96092" x="5695950" y="3930650"/>
          <p14:tracePt t="96109" x="5988050" y="3835400"/>
          <p14:tracePt t="96125" x="6096000" y="3784600"/>
          <p14:tracePt t="96142" x="6280150" y="3702050"/>
          <p14:tracePt t="96159" x="6407150" y="3644900"/>
          <p14:tracePt t="96174" x="6445250" y="3638550"/>
          <p14:tracePt t="96191" x="6489700" y="3625850"/>
          <p14:tracePt t="96208" x="6546850" y="3606800"/>
          <p14:tracePt t="96224" x="6572250" y="3600450"/>
          <p14:tracePt t="96242" x="6629400" y="3587750"/>
          <p14:tracePt t="96258" x="6654800" y="3587750"/>
          <p14:tracePt t="96274" x="6680200" y="3581400"/>
          <p14:tracePt t="96291" x="6692900" y="3581400"/>
          <p14:tracePt t="96308" x="6705600" y="3575050"/>
          <p14:tracePt t="96341" x="6711950" y="3575050"/>
          <p14:tracePt t="98396" x="6667500" y="3575050"/>
          <p14:tracePt t="98404" x="6578600" y="3575050"/>
          <p14:tracePt t="98420" x="6496050" y="3581400"/>
          <p14:tracePt t="98434" x="6394450" y="3600450"/>
          <p14:tracePt t="98450" x="6172200" y="3657600"/>
          <p14:tracePt t="98468" x="5930900" y="3721100"/>
          <p14:tracePt t="98484" x="5810250" y="3759200"/>
          <p14:tracePt t="98500" x="5594350" y="3822700"/>
          <p14:tracePt t="98517" x="5359400" y="3898900"/>
          <p14:tracePt t="98533" x="5245100" y="3917950"/>
          <p14:tracePt t="98551" x="5073650" y="3962400"/>
          <p14:tracePt t="98566" x="4876800" y="4000500"/>
          <p14:tracePt t="98583" x="4762500" y="4019550"/>
          <p14:tracePt t="98601" x="4546600" y="4032250"/>
          <p14:tracePt t="98616" x="4343400" y="4025900"/>
          <p14:tracePt t="98633" x="4254500" y="4019550"/>
          <p14:tracePt t="98650" x="4038600" y="4000500"/>
          <p14:tracePt t="98666" x="3949700" y="3975100"/>
          <p14:tracePt t="98683" x="3752850" y="3937000"/>
          <p14:tracePt t="98699" x="3581400" y="3898900"/>
          <p14:tracePt t="98716" x="3517900" y="3886200"/>
          <p14:tracePt t="98733" x="3365500" y="3879850"/>
          <p14:tracePt t="98749" x="3213100" y="3879850"/>
          <p14:tracePt t="98766" x="3143250" y="3892550"/>
          <p14:tracePt t="98783" x="2997200" y="3905250"/>
          <p14:tracePt t="98799" x="2870200" y="3924300"/>
          <p14:tracePt t="98816" x="2787650" y="3949700"/>
          <p14:tracePt t="98833" x="2597150" y="3968750"/>
          <p14:tracePt t="98849" x="2444750" y="3987800"/>
          <p14:tracePt t="98865" x="2387600" y="3994150"/>
          <p14:tracePt t="98882" x="2279650" y="4025900"/>
          <p14:tracePt t="98899" x="2209800" y="4038600"/>
          <p14:tracePt t="98916" x="2178050" y="4051300"/>
          <p14:tracePt t="98932" x="2114550" y="4076700"/>
          <p14:tracePt t="98949" x="2095500" y="4089400"/>
          <p14:tracePt t="98966" x="2038350" y="4121150"/>
          <p14:tracePt t="98982" x="2044700" y="4114800"/>
          <p14:tracePt t="99641" x="2057400" y="4108450"/>
          <p14:tracePt t="99648" x="2076450" y="4089400"/>
          <p14:tracePt t="99664" x="2101850" y="4076700"/>
          <p14:tracePt t="99669" x="2120900" y="4070350"/>
          <p14:tracePt t="99683" x="2133600" y="4064000"/>
          <p14:tracePt t="99696" x="2146300" y="4057650"/>
          <p14:tracePt t="99713" x="2159000" y="4051300"/>
          <p14:tracePt t="99729" x="2159000" y="4044950"/>
          <p14:tracePt t="99746" x="2165350" y="4044950"/>
          <p14:tracePt t="99803" x="2159000" y="4044950"/>
          <p14:tracePt t="99824" x="2146300" y="4038600"/>
          <p14:tracePt t="99831" x="2133600" y="4038600"/>
          <p14:tracePt t="99846" x="2127250" y="4038600"/>
          <p14:tracePt t="99852" x="2108200" y="4032250"/>
          <p14:tracePt t="99862" x="2089150" y="4025900"/>
          <p14:tracePt t="99878" x="2070100" y="4025900"/>
          <p14:tracePt t="99895" x="2006600" y="4013200"/>
          <p14:tracePt t="99912" x="1955800" y="4006850"/>
          <p14:tracePt t="99929" x="1784350" y="3968750"/>
          <p14:tracePt t="99945" x="1727200" y="3956050"/>
          <p14:tracePt t="99962" x="1676400" y="3949700"/>
          <p14:tracePt t="99979" x="1562100" y="3930650"/>
          <p14:tracePt t="99995" x="1536700" y="3924300"/>
          <p14:tracePt t="100012" x="1530350" y="3924300"/>
          <p14:tracePt t="100028" x="1517650" y="3924300"/>
          <p14:tracePt t="100045" x="1511300" y="3924300"/>
          <p14:tracePt t="100112" x="1517650" y="3917950"/>
          <p14:tracePt t="102963" x="1524000" y="3917950"/>
          <p14:tracePt t="102970" x="1530350" y="3917950"/>
          <p14:tracePt t="103034" x="1543050" y="3917950"/>
          <p14:tracePt t="103055" x="1568450" y="3905250"/>
          <p14:tracePt t="103062" x="1581150" y="3892550"/>
          <p14:tracePt t="103076" x="1593850" y="3860800"/>
          <p14:tracePt t="103090" x="1612900" y="3829050"/>
          <p14:tracePt t="103101" x="1638300" y="3784600"/>
          <p14:tracePt t="103117" x="1657350" y="3721100"/>
          <p14:tracePt t="103134" x="1708150" y="3536950"/>
          <p14:tracePt t="103152" x="1727200" y="3409950"/>
          <p14:tracePt t="103169" x="1784350" y="2959100"/>
          <p14:tracePt t="103184" x="1816100" y="2324100"/>
          <p14:tracePt t="103201" x="1803400" y="2089150"/>
          <p14:tracePt t="103217" x="1784350" y="1733550"/>
          <p14:tracePt t="103234" x="1758950" y="1504950"/>
          <p14:tracePt t="103250" x="1752600" y="1416050"/>
          <p14:tracePt t="103267" x="1733550" y="1276350"/>
          <p14:tracePt t="103284" x="1733550" y="1257300"/>
          <p14:tracePt t="103287" x="1733550" y="1244600"/>
          <p14:tracePt t="103301" x="1733550" y="1231900"/>
          <p14:tracePt t="103317" x="1733550" y="1219200"/>
          <p14:tracePt t="103334" x="1733550" y="1212850"/>
          <p14:tracePt t="103350" x="1733550" y="1200150"/>
          <p14:tracePt t="103367" x="1727200" y="1193800"/>
          <p14:tracePt t="103383" x="1720850" y="1181100"/>
          <p14:tracePt t="103401" x="1701800" y="1174750"/>
          <p14:tracePt t="103417" x="1695450" y="1162050"/>
          <p14:tracePt t="103433" x="1689100" y="1162050"/>
          <p14:tracePt t="103450" x="1670050" y="1155700"/>
          <p14:tracePt t="103466" x="1644650" y="1149350"/>
          <p14:tracePt t="103484" x="1631950" y="1149350"/>
          <p14:tracePt t="103499" x="1600200" y="1143000"/>
          <p14:tracePt t="103516" x="1587500" y="1136650"/>
          <p14:tracePt t="103533" x="1568450" y="1136650"/>
          <p14:tracePt t="103550" x="1536700" y="1136650"/>
          <p14:tracePt t="103566" x="1517650" y="1136650"/>
          <p14:tracePt t="103583" x="1485900" y="1136650"/>
          <p14:tracePt t="103599" x="1435100" y="1143000"/>
          <p14:tracePt t="103617" x="1416050" y="1149350"/>
          <p14:tracePt t="103633" x="1371600" y="1162050"/>
          <p14:tracePt t="103649" x="1333500" y="1174750"/>
          <p14:tracePt t="103666" x="1295400" y="1206500"/>
          <p14:tracePt t="103682" x="1276350" y="1212850"/>
          <p14:tracePt t="103699" x="1244600" y="1238250"/>
          <p14:tracePt t="103717" x="1225550" y="1257300"/>
          <p14:tracePt t="103732" x="1225550" y="1263650"/>
          <p14:tracePt t="103749" x="1219200" y="1270000"/>
          <p14:tracePt t="103782" x="1219200" y="1276350"/>
          <p14:tracePt t="103799" x="1219200" y="1282700"/>
          <p14:tracePt t="103815" x="1219200" y="1289050"/>
          <p14:tracePt t="104406" x="1225550" y="1314450"/>
          <p14:tracePt t="104420" x="1250950" y="1352550"/>
          <p14:tracePt t="104427" x="1276350" y="1403350"/>
          <p14:tracePt t="104441" x="1308100" y="1460500"/>
          <p14:tracePt t="104449" x="1346200" y="1517650"/>
          <p14:tracePt t="104465" x="1384300" y="1600200"/>
          <p14:tracePt t="104479" x="1454150" y="1797050"/>
          <p14:tracePt t="104496" x="1485900" y="1911350"/>
          <p14:tracePt t="104513" x="1549400" y="2133600"/>
          <p14:tracePt t="104529" x="1581150" y="2260600"/>
          <p14:tracePt t="104546" x="1638300" y="2508250"/>
          <p14:tracePt t="104563" x="1676400" y="2724150"/>
          <p14:tracePt t="104579" x="1701800" y="2825750"/>
          <p14:tracePt t="104597" x="1720850" y="3022600"/>
          <p14:tracePt t="104612" x="1739900" y="3200400"/>
          <p14:tracePt t="104629" x="1746250" y="3289300"/>
          <p14:tracePt t="104646" x="1758950" y="3448050"/>
          <p14:tracePt t="104663" x="1765300" y="3587750"/>
          <p14:tracePt t="104679" x="1765300" y="3638550"/>
          <p14:tracePt t="104696" x="1758950" y="3708400"/>
          <p14:tracePt t="104712" x="1758950" y="3727450"/>
          <p14:tracePt t="104730" x="1752600" y="3733800"/>
          <p14:tracePt t="104891" x="1746250" y="3740150"/>
          <p14:tracePt t="104898" x="1739900" y="3746500"/>
          <p14:tracePt t="104914" x="1739900" y="3752850"/>
          <p14:tracePt t="104928" x="1733550" y="3759200"/>
          <p14:tracePt t="104945" x="1714500" y="3771900"/>
          <p14:tracePt t="104962" x="1701800" y="3771900"/>
          <p14:tracePt t="104994" x="1701800" y="3765550"/>
          <p14:tracePt t="105957" x="1708150" y="3771900"/>
          <p14:tracePt t="105964" x="1714500" y="3771900"/>
          <p14:tracePt t="105978" x="1720850" y="3784600"/>
          <p14:tracePt t="105992" x="1727200" y="3790950"/>
          <p14:tracePt t="106008" x="1739900" y="3816350"/>
          <p14:tracePt t="106024" x="1752600" y="3835400"/>
          <p14:tracePt t="106041" x="1771650" y="3867150"/>
          <p14:tracePt t="106057" x="1790700" y="3905250"/>
          <p14:tracePt t="106074" x="1797050" y="3917950"/>
          <p14:tracePt t="106091" x="1809750" y="3937000"/>
          <p14:tracePt t="106107" x="1809750" y="3949700"/>
          <p14:tracePt t="106141" x="1816100" y="3956050"/>
          <p14:tracePt t="107960" x="1828800" y="3956050"/>
          <p14:tracePt t="107974" x="1847850" y="3956050"/>
          <p14:tracePt t="107981" x="1866900" y="3956050"/>
          <p14:tracePt t="107995" x="1898650" y="3956050"/>
          <p14:tracePt t="108004" x="1924050" y="3956050"/>
          <p14:tracePt t="108018" x="1962150" y="3956050"/>
          <p14:tracePt t="108034" x="2032000" y="3956050"/>
          <p14:tracePt t="108051" x="2070100" y="3956050"/>
          <p14:tracePt t="108067" x="2159000" y="3956050"/>
          <p14:tracePt t="108084" x="2203450" y="3949700"/>
          <p14:tracePt t="108101" x="2393950" y="3886200"/>
          <p14:tracePt t="108118" x="2457450" y="3867150"/>
          <p14:tracePt t="108134" x="2527300" y="3835400"/>
          <p14:tracePt t="108150" x="2647950" y="3778250"/>
          <p14:tracePt t="108167" x="2762250" y="3740150"/>
          <p14:tracePt t="108186" x="2794000" y="3727450"/>
          <p14:tracePt t="108200" x="2876550" y="3708400"/>
          <p14:tracePt t="108217" x="2933700" y="3689350"/>
          <p14:tracePt t="108235" x="2990850" y="3670300"/>
          <p14:tracePt t="108250" x="3016250" y="3663950"/>
          <p14:tracePt t="108266" x="3048000" y="3651250"/>
          <p14:tracePt t="108285" x="3079750" y="3644900"/>
          <p14:tracePt t="108300" x="3105150" y="3644900"/>
          <p14:tracePt t="108316" x="3136900" y="3638550"/>
          <p14:tracePt t="108333" x="3168650" y="3638550"/>
          <p14:tracePt t="108349" x="3187700" y="3638550"/>
          <p14:tracePt t="108366" x="3206750" y="3638550"/>
          <p14:tracePt t="108383" x="3270250" y="3638550"/>
          <p14:tracePt t="108399" x="3289300" y="3638550"/>
          <p14:tracePt t="108402" x="3327400" y="3638550"/>
          <p14:tracePt t="108418" x="3359150" y="3638550"/>
          <p14:tracePt t="108433" x="3397250" y="3638550"/>
          <p14:tracePt t="108449" x="3473450" y="3638550"/>
          <p14:tracePt t="108469" x="3543300" y="3651250"/>
          <p14:tracePt t="108482" x="3594100" y="3657600"/>
          <p14:tracePt t="108499" x="3689350" y="3676650"/>
          <p14:tracePt t="108516" x="3797300" y="3702050"/>
          <p14:tracePt t="108532" x="3867150" y="3721100"/>
          <p14:tracePt t="108549" x="4032250" y="3752850"/>
          <p14:tracePt t="108566" x="4191000" y="3803650"/>
          <p14:tracePt t="108582" x="4273550" y="3829050"/>
          <p14:tracePt t="108599" x="4419600" y="3867150"/>
          <p14:tracePt t="108615" x="4489450" y="3886200"/>
          <p14:tracePt t="108632" x="4540250" y="3898900"/>
          <p14:tracePt t="108649" x="4610100" y="3924300"/>
          <p14:tracePt t="108665" x="4648200" y="3930650"/>
          <p14:tracePt t="108682" x="4660900" y="3937000"/>
          <p14:tracePt t="108699" x="4673600" y="3930650"/>
          <p14:tracePt t="108715" x="4673600" y="3917950"/>
          <p14:tracePt t="109074" x="4635500" y="3917950"/>
          <p14:tracePt t="109088" x="4565650" y="3917950"/>
          <p14:tracePt t="109096" x="4489450" y="3917950"/>
          <p14:tracePt t="109109" x="4425950" y="3917950"/>
          <p14:tracePt t="109117" x="4362450" y="3911600"/>
          <p14:tracePt t="109133" x="4286250" y="3911600"/>
          <p14:tracePt t="109147" x="4121150" y="3892550"/>
          <p14:tracePt t="109164" x="4032250" y="3892550"/>
          <p14:tracePt t="109180" x="3835400" y="3873500"/>
          <p14:tracePt t="109197" x="3746500" y="3873500"/>
          <p14:tracePt t="109213" x="3568700" y="3873500"/>
          <p14:tracePt t="109230" x="3378200" y="3886200"/>
          <p14:tracePt t="109246" x="3302000" y="3886200"/>
          <p14:tracePt t="109263" x="3162300" y="3879850"/>
          <p14:tracePt t="109280" x="3079750" y="3873500"/>
          <p14:tracePt t="109296" x="3060700" y="3873500"/>
          <p14:tracePt t="109313" x="3009900" y="3873500"/>
          <p14:tracePt t="109330" x="2978150" y="3879850"/>
          <p14:tracePt t="109346" x="2971800" y="3886200"/>
          <p14:tracePt t="109363" x="2965450" y="3886200"/>
          <p14:tracePt t="109418" x="2965450" y="3892550"/>
          <p14:tracePt t="109447" x="2971800" y="3892550"/>
          <p14:tracePt t="109461" x="2978150" y="3892550"/>
          <p14:tracePt t="109468" x="2984500" y="3892550"/>
          <p14:tracePt t="109482" x="3009900" y="3892550"/>
          <p14:tracePt t="109496" x="3035300" y="3892550"/>
          <p14:tracePt t="109512" x="3124200" y="3892550"/>
          <p14:tracePt t="109530" x="3175000" y="3892550"/>
          <p14:tracePt t="109547" x="3321050" y="3892550"/>
          <p14:tracePt t="109562" x="3498850" y="3905250"/>
          <p14:tracePt t="109579" x="3600450" y="3917950"/>
          <p14:tracePt t="109595" x="3829050" y="3924300"/>
          <p14:tracePt t="109612" x="4057650" y="3937000"/>
          <p14:tracePt t="109629" x="4171950" y="3937000"/>
          <p14:tracePt t="109645" x="4400550" y="3930650"/>
          <p14:tracePt t="109662" x="4603750" y="3924300"/>
          <p14:tracePt t="109679" x="4781550" y="3911600"/>
          <p14:tracePt t="109695" x="4857750" y="3911600"/>
          <p14:tracePt t="109711" x="4997450" y="3911600"/>
          <p14:tracePt t="109729" x="5124450" y="3911600"/>
          <p14:tracePt t="109744" x="5162550" y="3911600"/>
          <p14:tracePt t="109762" x="5200650" y="3911600"/>
          <p14:tracePt t="109778" x="5238750" y="3911600"/>
          <p14:tracePt t="109795" x="5245100" y="3905250"/>
          <p14:tracePt t="109861" x="5226050" y="3905250"/>
          <p14:tracePt t="109868" x="5207000" y="3905250"/>
          <p14:tracePt t="109882" x="5168900" y="3905250"/>
          <p14:tracePt t="109895" x="5111750" y="3905250"/>
          <p14:tracePt t="109911" x="4946650" y="3898900"/>
          <p14:tracePt t="109928" x="4845050" y="3898900"/>
          <p14:tracePt t="109944" x="4616450" y="3867150"/>
          <p14:tracePt t="109961" x="4362450" y="3835400"/>
          <p14:tracePt t="109978" x="4248150" y="3835400"/>
          <p14:tracePt t="109994" x="4032250" y="3835400"/>
          <p14:tracePt t="110010" x="3867150" y="3835400"/>
          <p14:tracePt t="110027" x="3803650" y="3835400"/>
          <p14:tracePt t="110044" x="3746500" y="3854450"/>
          <p14:tracePt t="110061" x="3619500" y="3886200"/>
          <p14:tracePt t="110078" x="3594100" y="3898900"/>
          <p14:tracePt t="110094" x="3536950" y="3905250"/>
          <p14:tracePt t="110110" x="3511550" y="3911600"/>
          <p14:tracePt t="110127" x="3479800" y="3917950"/>
          <p14:tracePt t="110145" x="3448050" y="3924300"/>
          <p14:tracePt t="110161" x="3441700" y="3930650"/>
          <p14:tracePt t="110178" x="3435350" y="3930650"/>
          <p14:tracePt t="110194" x="3429000" y="3930650"/>
          <p14:tracePt t="110227" x="3429000" y="3937000"/>
          <p14:tracePt t="110262" x="3435350" y="3937000"/>
          <p14:tracePt t="110269" x="3441700" y="3937000"/>
          <p14:tracePt t="110290" x="3454400" y="3937000"/>
          <p14:tracePt t="110304" x="3460750" y="3930650"/>
          <p14:tracePt t="110312" x="3473450" y="3930650"/>
          <p14:tracePt t="110329" x="3505200" y="3930650"/>
          <p14:tracePt t="110342" x="3575050" y="3924300"/>
          <p14:tracePt t="110359" x="3625850" y="3924300"/>
          <p14:tracePt t="110376" x="3778250" y="3924300"/>
          <p14:tracePt t="110392" x="3892550" y="3937000"/>
          <p14:tracePt t="110409" x="4121150" y="3949700"/>
          <p14:tracePt t="110412" x="4235450" y="3956050"/>
          <p14:tracePt t="110426" x="4349750" y="3956050"/>
          <p14:tracePt t="110442" x="4464050" y="3956050"/>
          <p14:tracePt t="110459" x="4705350" y="3924300"/>
          <p14:tracePt t="110475" x="4895850" y="3911600"/>
          <p14:tracePt t="110492" x="4991100" y="3898900"/>
          <p14:tracePt t="110509" x="5118100" y="3892550"/>
          <p14:tracePt t="110525" x="5187950" y="3892550"/>
          <p14:tracePt t="110542" x="5207000" y="3892550"/>
          <p14:tracePt t="110558" x="5226050" y="3892550"/>
          <p14:tracePt t="110620" x="5226050" y="3886200"/>
          <p14:tracePt t="110634" x="5226050" y="3879850"/>
          <p14:tracePt t="113201" x="5207000" y="3879850"/>
          <p14:tracePt t="113216" x="5168900" y="3879850"/>
          <p14:tracePt t="113223" x="5118100" y="3879850"/>
          <p14:tracePt t="113236" x="5054600" y="3879850"/>
          <p14:tracePt t="113249" x="4972050" y="3873500"/>
          <p14:tracePt t="113265" x="4743450" y="3848100"/>
          <p14:tracePt t="113282" x="4616450" y="3829050"/>
          <p14:tracePt t="113300" x="4248150" y="3790950"/>
          <p14:tracePt t="113315" x="3816350" y="3752850"/>
          <p14:tracePt t="113332" x="3632200" y="3752850"/>
          <p14:tracePt t="113349" x="3251200" y="3746500"/>
          <p14:tracePt t="113365" x="2984500" y="3778250"/>
          <p14:tracePt t="113382" x="2870200" y="3790950"/>
          <p14:tracePt t="113399" x="2705100" y="3810000"/>
          <p14:tracePt t="113415" x="2520950" y="3835400"/>
          <p14:tracePt t="113432" x="2432050" y="3860800"/>
          <p14:tracePt t="113448" x="2330450" y="3860800"/>
          <p14:tracePt t="113465" x="2286000" y="3860800"/>
          <p14:tracePt t="113483" x="2235200" y="3822700"/>
          <p14:tracePt t="114459" x="2228850" y="3822700"/>
          <p14:tracePt t="114466" x="2209800" y="3810000"/>
          <p14:tracePt t="114481" x="2178050" y="3803650"/>
          <p14:tracePt t="114495" x="2159000" y="3784600"/>
          <p14:tracePt t="114511" x="2095500" y="3752850"/>
          <p14:tracePt t="114528" x="2051050" y="3740150"/>
          <p14:tracePt t="114545" x="1974850" y="3695700"/>
          <p14:tracePt t="114561" x="1892300" y="3663950"/>
          <p14:tracePt t="114578" x="1860550" y="3651250"/>
          <p14:tracePt t="114594" x="1809750" y="3638550"/>
          <p14:tracePt t="114611" x="1778000" y="3632200"/>
          <p14:tracePt t="114628" x="1758950" y="3625850"/>
          <p14:tracePt t="114644" x="1752600" y="3625850"/>
          <p14:tracePt t="114698" x="1746250" y="3625850"/>
          <p14:tracePt t="114740" x="1739900" y="3632200"/>
          <p14:tracePt t="114748" x="1739900" y="3638550"/>
          <p14:tracePt t="114811" x="1739900" y="3644900"/>
          <p14:tracePt t="114853" x="1739900" y="3651250"/>
          <p14:tracePt t="114861" x="1733550" y="3651250"/>
          <p14:tracePt t="114881" x="1733550" y="3657600"/>
          <p14:tracePt t="114888" x="1733550" y="3663950"/>
          <p14:tracePt t="114923" x="1733550" y="3670300"/>
          <p14:tracePt t="115071" x="1733550" y="3676650"/>
          <p14:tracePt t="115113" x="1739900" y="3676650"/>
          <p14:tracePt t="115155" x="1739900" y="3683000"/>
          <p14:tracePt t="115204" x="1746250" y="3689350"/>
          <p14:tracePt t="115240" x="1746250" y="3695700"/>
          <p14:tracePt t="115295" x="1752600" y="3695700"/>
          <p14:tracePt t="117081" x="1752600" y="3702050"/>
          <p14:tracePt t="117151" x="1752600" y="3708400"/>
          <p14:tracePt t="117263" x="1752600" y="3714750"/>
          <p14:tracePt t="117348" x="1752600" y="3721100"/>
          <p14:tracePt t="117580" x="1758950" y="3721100"/>
          <p14:tracePt t="117600" x="1758950" y="3714750"/>
          <p14:tracePt t="117608" x="1758950" y="3708400"/>
          <p14:tracePt t="117617" x="1765300" y="3695700"/>
          <p14:tracePt t="117634" x="1765300" y="3689350"/>
          <p14:tracePt t="117651" x="1778000" y="3651250"/>
          <p14:tracePt t="117667" x="1778000" y="3638550"/>
          <p14:tracePt t="117685" x="1784350" y="3632200"/>
          <p14:tracePt t="117700" x="1790700" y="3625850"/>
          <p14:tracePt t="117717" x="1797050" y="3619500"/>
          <p14:tracePt t="117741" x="1803400" y="3613150"/>
          <p14:tracePt t="117755" x="1816100" y="3613150"/>
          <p14:tracePt t="117767" x="1828800" y="3613150"/>
          <p14:tracePt t="117784" x="1841500" y="3613150"/>
          <p14:tracePt t="117800" x="1873250" y="3613150"/>
          <p14:tracePt t="117817" x="1955800" y="3632200"/>
          <p14:tracePt t="117833" x="2089150" y="3676650"/>
          <p14:tracePt t="117850" x="2247900" y="3714750"/>
          <p14:tracePt t="117867" x="2324100" y="3746500"/>
          <p14:tracePt t="117883" x="2552700" y="3803650"/>
          <p14:tracePt t="117900" x="2628900" y="3835400"/>
          <p14:tracePt t="117916" x="2743200" y="3873500"/>
          <p14:tracePt t="117933" x="2825750" y="3898900"/>
          <p14:tracePt t="117949" x="2870200" y="3917950"/>
          <p14:tracePt t="117967" x="2895600" y="3924300"/>
          <p14:tracePt t="117983" x="2908300" y="3930650"/>
          <p14:tracePt t="118050" x="2908300" y="3924300"/>
          <p14:tracePt t="118056" x="2901950" y="3924300"/>
          <p14:tracePt t="118624" x="2901950" y="3879850"/>
          <p14:tracePt t="118638" x="2908300" y="3803650"/>
          <p14:tracePt t="118645" x="2908300" y="3740150"/>
          <p14:tracePt t="118652" x="2908300" y="3663950"/>
          <p14:tracePt t="118667" x="2908300" y="3575050"/>
          <p14:tracePt t="118681" x="2895600" y="3454400"/>
          <p14:tracePt t="118697" x="2832100" y="3200400"/>
          <p14:tracePt t="118713" x="2755900" y="3028950"/>
          <p14:tracePt t="118730" x="2546350" y="2654300"/>
          <p14:tracePt t="118747" x="2432050" y="2476500"/>
          <p14:tracePt t="118764" x="2197100" y="2171700"/>
          <p14:tracePt t="118780" x="2051050" y="1981200"/>
          <p14:tracePt t="118797" x="1930400" y="1854200"/>
          <p14:tracePt t="118814" x="1841500" y="1778000"/>
          <p14:tracePt t="118830" x="1797050" y="1746250"/>
          <p14:tracePt t="118846" x="1765300" y="1727200"/>
          <p14:tracePt t="118864" x="1695450" y="1682750"/>
          <p14:tracePt t="118880" x="1682750" y="1676400"/>
          <p14:tracePt t="118896" x="1670050" y="1670050"/>
          <p14:tracePt t="118913" x="1638300" y="1651000"/>
          <p14:tracePt t="118929" x="1606550" y="1625600"/>
          <p14:tracePt t="118946" x="1587500" y="1612900"/>
          <p14:tracePt t="118963" x="1543050" y="1587500"/>
          <p14:tracePt t="118979" x="1517650" y="1549400"/>
          <p14:tracePt t="118996" x="1504950" y="1530350"/>
          <p14:tracePt t="119012" x="1466850" y="1492250"/>
          <p14:tracePt t="119029" x="1447800" y="1473200"/>
          <p14:tracePt t="119046" x="1428750" y="1447800"/>
          <p14:tracePt t="119063" x="1416050" y="1441450"/>
          <p14:tracePt t="119078" x="1403350" y="1428750"/>
          <p14:tracePt t="119096" x="1397000" y="1428750"/>
          <p14:tracePt t="119112" x="1390650" y="1422400"/>
          <p14:tracePt t="119129" x="1390650" y="1416050"/>
          <p14:tracePt t="119145" x="1377950" y="1416050"/>
          <p14:tracePt t="119181" x="1371600" y="1416050"/>
          <p14:tracePt t="119446" x="1384300" y="1416050"/>
          <p14:tracePt t="119462" x="1390650" y="1416050"/>
          <p14:tracePt t="119481" x="1397000" y="1416050"/>
          <p14:tracePt t="119489" x="1409700" y="1416050"/>
          <p14:tracePt t="119497" x="1416050" y="1416050"/>
          <p14:tracePt t="119511" x="1435100" y="1416050"/>
          <p14:tracePt t="119527" x="1454150" y="1416050"/>
          <p14:tracePt t="119544" x="1524000" y="1409700"/>
          <p14:tracePt t="119560" x="1600200" y="1409700"/>
          <p14:tracePt t="119577" x="1631950" y="1403350"/>
          <p14:tracePt t="119595" x="1701800" y="1390650"/>
          <p14:tracePt t="119610" x="1758950" y="1384300"/>
          <p14:tracePt t="119627" x="1778000" y="1377950"/>
          <p14:tracePt t="119644" x="1816100" y="1377950"/>
          <p14:tracePt t="119660" x="1841500" y="1371600"/>
          <p14:tracePt t="119677" x="1847850" y="1371600"/>
          <p14:tracePt t="119694" x="1866900" y="1365250"/>
          <p14:tracePt t="119710" x="1873250" y="1365250"/>
          <p14:tracePt t="119743" x="1879600" y="1365250"/>
          <p14:tracePt t="120093" x="1873250" y="1365250"/>
          <p14:tracePt t="120121" x="1873250" y="1371600"/>
          <p14:tracePt t="120128" x="1873250" y="1377950"/>
          <p14:tracePt t="121089" x="1873250" y="1397000"/>
          <p14:tracePt t="121096" x="1879600" y="1422400"/>
          <p14:tracePt t="121105" x="1898650" y="1466850"/>
          <p14:tracePt t="121122" x="1917700" y="1524000"/>
          <p14:tracePt t="121139" x="1974850" y="1657350"/>
          <p14:tracePt t="121155" x="2019300" y="1790700"/>
          <p14:tracePt t="121172" x="2051050" y="1873250"/>
          <p14:tracePt t="121188" x="2101850" y="2032000"/>
          <p14:tracePt t="121205" x="2108200" y="2108200"/>
          <p14:tracePt t="121222" x="2152650" y="2279650"/>
          <p14:tracePt t="121238" x="2184400" y="2457450"/>
          <p14:tracePt t="121255" x="2209800" y="2565400"/>
          <p14:tracePt t="121272" x="2235200" y="2781300"/>
          <p14:tracePt t="121288" x="2260600" y="2952750"/>
          <p14:tracePt t="121305" x="2273300" y="3016250"/>
          <p14:tracePt t="121322" x="2305050" y="3105150"/>
          <p14:tracePt t="121338" x="2330450" y="3162300"/>
          <p14:tracePt t="121355" x="2336800" y="3194050"/>
          <p14:tracePt t="121371" x="2362200" y="3263900"/>
          <p14:tracePt t="121387" x="2368550" y="3308350"/>
          <p14:tracePt t="121405" x="2374900" y="3314700"/>
          <p14:tracePt t="121930" x="2374900" y="3333750"/>
          <p14:tracePt t="121937" x="2381250" y="3359150"/>
          <p14:tracePt t="121952" x="2393950" y="3390900"/>
          <p14:tracePt t="121958" x="2413000" y="3422650"/>
          <p14:tracePt t="121968" x="2432050" y="3467100"/>
          <p14:tracePt t="121986" x="2444750" y="3486150"/>
          <p14:tracePt t="122002" x="2482850" y="3536950"/>
          <p14:tracePt t="122019" x="2501900" y="3562350"/>
          <p14:tracePt t="122036" x="2552700" y="3638550"/>
          <p14:tracePt t="122052" x="2571750" y="3657600"/>
          <p14:tracePt t="122069" x="2584450" y="3670300"/>
          <p14:tracePt t="122086" x="2603500" y="3702050"/>
          <p14:tracePt t="122102" x="2628900" y="3727450"/>
          <p14:tracePt t="122118" x="2635250" y="3733800"/>
          <p14:tracePt t="122135" x="2654300" y="3752850"/>
          <p14:tracePt t="122151" x="2673350" y="3784600"/>
          <p14:tracePt t="122169" x="2686050" y="3803650"/>
          <p14:tracePt t="122185" x="2724150" y="3854450"/>
          <p14:tracePt t="122201" x="2749550" y="3892550"/>
          <p14:tracePt t="122219" x="2762250" y="3924300"/>
          <p14:tracePt t="122235" x="2768600" y="3930650"/>
          <p14:tracePt t="123958" x="2768600" y="3924300"/>
          <p14:tracePt t="123965" x="2774950" y="3905250"/>
          <p14:tracePt t="123981" x="2781300" y="3886200"/>
          <p14:tracePt t="123995" x="2787650" y="3822700"/>
          <p14:tracePt t="124012" x="2800350" y="3797300"/>
          <p14:tracePt t="124029" x="2806700" y="3771900"/>
          <p14:tracePt t="124045" x="2838450" y="3740150"/>
          <p14:tracePt t="124062" x="2876550" y="3676650"/>
          <p14:tracePt t="124078" x="2927350" y="3606800"/>
          <p14:tracePt t="124095" x="2952750" y="3575050"/>
          <p14:tracePt t="124112" x="3022600" y="3505200"/>
          <p14:tracePt t="124128" x="3111500" y="3454400"/>
          <p14:tracePt t="124145" x="3162300" y="3429000"/>
          <p14:tracePt t="124162" x="3302000" y="3378200"/>
          <p14:tracePt t="124178" x="3467100" y="3346450"/>
          <p14:tracePt t="124195" x="3562350" y="3327400"/>
          <p14:tracePt t="124198" x="3651250" y="3314700"/>
          <p14:tracePt t="124212" x="3740150" y="3314700"/>
          <p14:tracePt t="124228" x="3917950" y="3308350"/>
          <p14:tracePt t="124245" x="4006850" y="3308350"/>
          <p14:tracePt t="124261" x="4184650" y="3308350"/>
          <p14:tracePt t="124278" x="4375150" y="3333750"/>
          <p14:tracePt t="124295" x="4533900" y="3359150"/>
          <p14:tracePt t="124311" x="4603750" y="3378200"/>
          <p14:tracePt t="124327" x="4641850" y="3397250"/>
          <p14:tracePt t="124345" x="4737100" y="3422650"/>
          <p14:tracePt t="124361" x="4749800" y="3429000"/>
          <p14:tracePt t="124377" x="4756150" y="3429000"/>
          <p14:tracePt t="124394" x="4762500" y="3429000"/>
          <p14:tracePt t="124521" x="4756150" y="3429000"/>
          <p14:tracePt t="124542" x="4743450" y="3429000"/>
          <p14:tracePt t="124549" x="4737100" y="3429000"/>
          <p14:tracePt t="124560" x="4718050" y="3435350"/>
          <p14:tracePt t="124577" x="4692650" y="3441700"/>
          <p14:tracePt t="124593" x="4673600" y="3441700"/>
          <p14:tracePt t="124610" x="4660900" y="3441700"/>
          <p14:tracePt t="124626" x="4603750" y="3441700"/>
          <p14:tracePt t="124643" x="4559300" y="3448050"/>
          <p14:tracePt t="124660" x="4521200" y="3467100"/>
          <p14:tracePt t="124676" x="4406900" y="3511550"/>
          <p14:tracePt t="124693" x="4235450" y="3575050"/>
          <p14:tracePt t="124711" x="4025900" y="3657600"/>
          <p14:tracePt t="124726" x="3911600" y="3689350"/>
          <p14:tracePt t="124743" x="3714750" y="3752850"/>
          <p14:tracePt t="124760" x="3543300" y="3810000"/>
          <p14:tracePt t="124776" x="3460750" y="3829050"/>
          <p14:tracePt t="124792" x="3340100" y="3867150"/>
          <p14:tracePt t="124809" x="3244850" y="3905250"/>
          <p14:tracePt t="124825" x="3213100" y="3911600"/>
          <p14:tracePt t="124842" x="3181350" y="3930650"/>
          <p14:tracePt t="124859" x="3162300" y="3937000"/>
          <p14:tracePt t="124875" x="3155950" y="3943350"/>
          <p14:tracePt t="124921" x="3155950" y="3949700"/>
          <p14:tracePt t="124949" x="3162300" y="3949700"/>
          <p14:tracePt t="124970" x="3168650" y="3949700"/>
          <p14:tracePt t="124977" x="3168650" y="3943350"/>
          <p14:tracePt t="124993" x="3175000" y="3943350"/>
          <p14:tracePt t="124999" x="3181350" y="3943350"/>
          <p14:tracePt t="125012" x="3194050" y="3943350"/>
          <p14:tracePt t="125025" x="3213100" y="3937000"/>
          <p14:tracePt t="125042" x="3251200" y="3937000"/>
          <p14:tracePt t="125058" x="3282950" y="3937000"/>
          <p14:tracePt t="125076" x="3397250" y="3937000"/>
          <p14:tracePt t="125091" x="3536950" y="3937000"/>
          <p14:tracePt t="125108" x="3638550" y="3937000"/>
          <p14:tracePt t="125125" x="3841750" y="3943350"/>
          <p14:tracePt t="125141" x="4083050" y="3949700"/>
          <p14:tracePt t="125158" x="4203700" y="3949700"/>
          <p14:tracePt t="125175" x="4419600" y="3949700"/>
          <p14:tracePt t="125191" x="4597400" y="3949700"/>
          <p14:tracePt t="125208" x="4654550" y="3962400"/>
          <p14:tracePt t="125211" x="4705350" y="3962400"/>
          <p14:tracePt t="125225" x="4730750" y="3968750"/>
          <p14:tracePt t="125241" x="4756150" y="3968750"/>
          <p14:tracePt t="125258" x="4762500" y="3968750"/>
          <p14:tracePt t="125274" x="4768850" y="3968750"/>
          <p14:tracePt t="125314" x="4775200" y="3968750"/>
          <p14:tracePt t="125364" x="4781550" y="3968750"/>
          <p14:tracePt t="125392" x="4787900" y="3962400"/>
          <p14:tracePt t="125399" x="4794250" y="3962400"/>
          <p14:tracePt t="125420" x="4806950" y="3962400"/>
          <p14:tracePt t="125434" x="4832350" y="3968750"/>
          <p14:tracePt t="125443" x="4851400" y="3968750"/>
          <p14:tracePt t="125456" x="4870450" y="3968750"/>
          <p14:tracePt t="125473" x="4953000" y="3987800"/>
          <p14:tracePt t="125491" x="5054600" y="4006850"/>
          <p14:tracePt t="125507" x="5111750" y="4006850"/>
          <p14:tracePt t="125523" x="5162550" y="4013200"/>
          <p14:tracePt t="125540" x="5276850" y="4019550"/>
          <p14:tracePt t="125556" x="5334000" y="4032250"/>
          <p14:tracePt t="125573" x="5384800" y="4038600"/>
          <p14:tracePt t="125590" x="5518150" y="4051300"/>
          <p14:tracePt t="125606" x="5556250" y="4051300"/>
          <p14:tracePt t="125624" x="5607050" y="4057650"/>
          <p14:tracePt t="125639" x="5638800" y="4064000"/>
          <p14:tracePt t="125656" x="5676900" y="4076700"/>
          <p14:tracePt t="125674" x="5702300" y="4083050"/>
          <p14:tracePt t="125689" x="5715000" y="4083050"/>
          <p14:tracePt t="125706" x="5727700" y="4083050"/>
          <p14:tracePt t="125724" x="5740400" y="4083050"/>
          <p14:tracePt t="125739" x="5746750" y="4083050"/>
          <p14:tracePt t="125756" x="5759450" y="4083050"/>
          <p14:tracePt t="125773" x="5765800" y="4083050"/>
          <p14:tracePt t="125789" x="5772150" y="4083050"/>
          <p14:tracePt t="125822" x="5803900" y="4083050"/>
          <p14:tracePt t="125839" x="5810250" y="4083050"/>
          <p14:tracePt t="125857" x="5842000" y="4083050"/>
          <p14:tracePt t="125872" x="5854700" y="4083050"/>
          <p14:tracePt t="125889" x="5892800" y="4083050"/>
          <p14:tracePt t="125906" x="5937250" y="4076700"/>
          <p14:tracePt t="125922" x="5962650" y="4070350"/>
          <p14:tracePt t="125938" x="6007100" y="4070350"/>
          <p14:tracePt t="125955" x="6045200" y="4051300"/>
          <p14:tracePt t="125972" x="6057900" y="4044950"/>
          <p14:tracePt t="125989" x="6076950" y="4044950"/>
          <p14:tracePt t="126005" x="6102350" y="4038600"/>
          <p14:tracePt t="126022" x="6108700" y="4038600"/>
          <p14:tracePt t="126039" x="6115050" y="4025900"/>
          <p14:tracePt t="126055" x="6134100" y="4019550"/>
          <p14:tracePt t="126071" x="6140450" y="4019550"/>
          <p14:tracePt t="126089" x="6159500" y="4013200"/>
          <p14:tracePt t="126105" x="6165850" y="4006850"/>
          <p14:tracePt t="126121" x="6172200" y="4006850"/>
          <p14:tracePt t="126138" x="6184900" y="4006850"/>
          <p14:tracePt t="126155" x="6191250" y="4006850"/>
          <p14:tracePt t="126171" x="6203950" y="4006850"/>
          <p14:tracePt t="126188" x="6216650" y="4006850"/>
          <p14:tracePt t="126204" x="6223000" y="4006850"/>
          <p14:tracePt t="126221" x="6235700" y="4006850"/>
          <p14:tracePt t="126237" x="6248400" y="4000500"/>
          <p14:tracePt t="126306" x="6254750" y="4000500"/>
          <p14:tracePt t="126383" x="6242050" y="4000500"/>
          <p14:tracePt t="126398" x="6235700" y="4000500"/>
          <p14:tracePt t="126406" x="6223000" y="4000500"/>
          <p14:tracePt t="126420" x="6203950" y="4006850"/>
          <p14:tracePt t="126437" x="6172200" y="4006850"/>
          <p14:tracePt t="126454" x="6019800" y="4025900"/>
          <p14:tracePt t="126470" x="5956300" y="4025900"/>
          <p14:tracePt t="126487" x="5880100" y="4025900"/>
          <p14:tracePt t="126504" x="5708650" y="4044950"/>
          <p14:tracePt t="126520" x="5543550" y="4057650"/>
          <p14:tracePt t="126537" x="5480050" y="4064000"/>
          <p14:tracePt t="126554" x="5334000" y="4121150"/>
          <p14:tracePt t="128601" x="5245100" y="4121150"/>
          <p14:tracePt t="128615" x="5118100" y="4095750"/>
          <p14:tracePt t="128622" x="5003800" y="4070350"/>
          <p14:tracePt t="128632" x="4838700" y="4038600"/>
          <p14:tracePt t="128645" x="4686300" y="4000500"/>
          <p14:tracePt t="128663" x="4540250" y="3981450"/>
          <p14:tracePt t="128679" x="4152900" y="3943350"/>
          <p14:tracePt t="128696" x="3816350" y="3892550"/>
          <p14:tracePt t="128712" x="3670300" y="3867150"/>
          <p14:tracePt t="128729" x="3327400" y="3867150"/>
          <p14:tracePt t="128745" x="3067050" y="3867150"/>
          <p14:tracePt t="128763" x="2832100" y="3905250"/>
          <p14:tracePt t="128778" x="2730500" y="3937000"/>
          <p14:tracePt t="128795" x="2559050" y="3975100"/>
          <p14:tracePt t="128812" x="2413000" y="4013200"/>
          <p14:tracePt t="128828" x="2368550" y="4038600"/>
          <p14:tracePt t="128845" x="2298700" y="4064000"/>
          <p14:tracePt t="128862" x="2247900" y="4070350"/>
          <p14:tracePt t="128878" x="2228850" y="4070350"/>
          <p14:tracePt t="128896" x="2203450" y="4083050"/>
          <p14:tracePt t="128912" x="2133600" y="4076700"/>
          <p14:tracePt t="128928" x="2095500" y="4076700"/>
          <p14:tracePt t="128945" x="2006600" y="4083050"/>
          <p14:tracePt t="128961" x="1962150" y="4083050"/>
          <p14:tracePt t="128978" x="1892300" y="4089400"/>
          <p14:tracePt t="128995" x="1835150" y="4108450"/>
          <p14:tracePt t="129011" x="1816100" y="4114800"/>
          <p14:tracePt t="129028" x="1778000" y="4121150"/>
          <p14:tracePt t="129045" x="1746250" y="4127500"/>
          <p14:tracePt t="129578" x="1765300" y="4140200"/>
          <p14:tracePt t="129585" x="1784350" y="4152900"/>
          <p14:tracePt t="129599" x="1816100" y="4171950"/>
          <p14:tracePt t="129609" x="1854200" y="4184650"/>
          <p14:tracePt t="129626" x="1898650" y="4197350"/>
          <p14:tracePt t="129642" x="1993900" y="4229100"/>
          <p14:tracePt t="129659" x="2101850" y="4260850"/>
          <p14:tracePt t="129676" x="2159000" y="4267200"/>
          <p14:tracePt t="129692" x="2266950" y="4286250"/>
          <p14:tracePt t="129709" x="2355850" y="4292600"/>
          <p14:tracePt t="129726" x="2400300" y="4298950"/>
          <p14:tracePt t="129742" x="2419350" y="4298950"/>
          <p14:tracePt t="129758" x="2438400" y="4298950"/>
          <p14:tracePt t="129810" x="2444750" y="4298950"/>
          <p14:tracePt t="129887" x="2451100" y="4298950"/>
          <p14:tracePt t="129929" x="2457450" y="4298950"/>
          <p14:tracePt t="129951" x="2470150" y="4298950"/>
          <p14:tracePt t="129959" x="2482850" y="4298950"/>
          <p14:tracePt t="129965" x="2495550" y="4298950"/>
          <p14:tracePt t="129979" x="2514600" y="4298950"/>
          <p14:tracePt t="129991" x="2540000" y="4298950"/>
          <p14:tracePt t="130008" x="2622550" y="4298950"/>
          <p14:tracePt t="130024" x="2673350" y="4305300"/>
          <p14:tracePt t="130042" x="2787650" y="4318000"/>
          <p14:tracePt t="130057" x="2895600" y="4324350"/>
          <p14:tracePt t="130074" x="2946400" y="4330700"/>
          <p14:tracePt t="130091" x="2990850" y="4330700"/>
          <p14:tracePt t="130107" x="3086100" y="4343400"/>
          <p14:tracePt t="130124" x="3098800" y="4343400"/>
          <p14:tracePt t="130141" x="3130550" y="4343400"/>
          <p14:tracePt t="130157" x="3143250" y="4343400"/>
          <p14:tracePt t="130174" x="3155950" y="4343400"/>
          <p14:tracePt t="130191" x="3168650" y="4343400"/>
          <p14:tracePt t="130224" x="3181350" y="4337050"/>
          <p14:tracePt t="130240" x="3194050" y="4330700"/>
          <p14:tracePt t="130995" x="3206750" y="4330700"/>
          <p14:tracePt t="131002" x="3238500" y="4337050"/>
          <p14:tracePt t="131009" x="3263900" y="4337050"/>
          <p14:tracePt t="131024" x="3302000" y="4337050"/>
          <p14:tracePt t="131038" x="3359150" y="4349750"/>
          <p14:tracePt t="131054" x="3448050" y="4343400"/>
          <p14:tracePt t="131071" x="3498850" y="4343400"/>
          <p14:tracePt t="131087" x="3619500" y="4337050"/>
          <p14:tracePt t="131104" x="3759200" y="4324350"/>
          <p14:tracePt t="131122" x="3911600" y="4318000"/>
          <p14:tracePt t="131137" x="3994150" y="4305300"/>
          <p14:tracePt t="131154" x="4095750" y="4305300"/>
          <p14:tracePt t="131171" x="4191000" y="4292600"/>
          <p14:tracePt t="131187" x="4229100" y="4279900"/>
          <p14:tracePt t="131204" x="4254500" y="4279900"/>
          <p14:tracePt t="131221" x="4330700" y="4273550"/>
          <p14:tracePt t="131237" x="4349750" y="4273550"/>
          <p14:tracePt t="131253" x="4368800" y="4267200"/>
          <p14:tracePt t="131270" x="4394200" y="4267200"/>
          <p14:tracePt t="131287" x="4406900" y="4267200"/>
          <p14:tracePt t="131304" x="4413250" y="4267200"/>
          <p14:tracePt t="131320" x="4419600" y="4267200"/>
          <p14:tracePt t="131571" x="4438650" y="4267200"/>
          <p14:tracePt t="131586" x="4464050" y="4267200"/>
          <p14:tracePt t="131593" x="4495800" y="4267200"/>
          <p14:tracePt t="131606" x="4533900" y="4279900"/>
          <p14:tracePt t="131619" x="4572000" y="4279900"/>
          <p14:tracePt t="131635" x="4660900" y="4279900"/>
          <p14:tracePt t="131652" x="4705350" y="4279900"/>
          <p14:tracePt t="131669" x="4768850" y="4279900"/>
          <p14:tracePt t="131685" x="4819650" y="4279900"/>
          <p14:tracePt t="131702" x="4838700" y="4279900"/>
          <p14:tracePt t="131719" x="4857750" y="4279900"/>
          <p14:tracePt t="131735" x="4870450" y="4279900"/>
          <p14:tracePt t="131769" x="4876800" y="4267200"/>
          <p14:tracePt t="134850" x="4883150" y="4279900"/>
          <p14:tracePt t="134857" x="4889500" y="4292600"/>
          <p14:tracePt t="134871" x="4908550" y="4311650"/>
          <p14:tracePt t="134878" x="4927600" y="4324350"/>
          <p14:tracePt t="134892" x="4953000" y="4356100"/>
          <p14:tracePt t="134907" x="4984750" y="4394200"/>
          <p14:tracePt t="134924" x="5016500" y="4419600"/>
          <p14:tracePt t="134942" x="5067300" y="4445000"/>
          <p14:tracePt t="134957" x="5124450" y="4476750"/>
          <p14:tracePt t="134974" x="5149850" y="4483100"/>
          <p14:tracePt t="134991" x="5251450" y="4521200"/>
          <p14:tracePt t="135007" x="5302250" y="4527550"/>
          <p14:tracePt t="135025" x="5397500" y="4546600"/>
          <p14:tracePt t="135040" x="5480050" y="4552950"/>
          <p14:tracePt t="135057" x="5505450" y="4552950"/>
          <p14:tracePt t="135074" x="5556250" y="4552950"/>
          <p14:tracePt t="135090" x="5594350" y="4540250"/>
          <p14:tracePt t="135107" x="5619750" y="4540250"/>
          <p14:tracePt t="135124" x="5645150" y="4527550"/>
          <p14:tracePt t="135140" x="5670550" y="4514850"/>
          <p14:tracePt t="135157" x="5683250" y="4495800"/>
          <p14:tracePt t="135174" x="5708650" y="4476750"/>
          <p14:tracePt t="135190" x="5746750" y="4464050"/>
          <p14:tracePt t="135206" x="5759450" y="4457700"/>
          <p14:tracePt t="135223" x="5791200" y="4445000"/>
          <p14:tracePt t="135239" x="5822950" y="4425950"/>
          <p14:tracePt t="135257" x="5848350" y="4419600"/>
          <p14:tracePt t="135273" x="5867400" y="4413250"/>
          <p14:tracePt t="135290" x="5873750" y="4406900"/>
          <p14:tracePt t="135307" x="5905500" y="4394200"/>
          <p14:tracePt t="135323" x="5918200" y="4394200"/>
          <p14:tracePt t="135339" x="5930900" y="4387850"/>
          <p14:tracePt t="135356" x="5943600" y="4387850"/>
          <p14:tracePt t="135372" x="5949950" y="4387850"/>
          <p14:tracePt t="135389" x="5956300" y="4387850"/>
          <p14:tracePt t="135406" x="5962650" y="4387850"/>
          <p14:tracePt t="135468" x="5969000" y="4387850"/>
          <p14:tracePt t="135490" x="5975350" y="4387850"/>
          <p14:tracePt t="135510" x="5981700" y="4387850"/>
          <p14:tracePt t="135518" x="5988050" y="4387850"/>
          <p14:tracePt t="135559" x="6000750" y="4381500"/>
          <p14:tracePt t="135580" x="6007100" y="4381500"/>
          <p14:tracePt t="135615" x="6013450" y="4381500"/>
          <p14:tracePt t="135630" x="6019800" y="4381500"/>
          <p14:tracePt t="135636" x="6026150" y="4381500"/>
          <p14:tracePt t="135650" x="6032500" y="4375150"/>
          <p14:tracePt t="135658" x="6038850" y="4375150"/>
          <p14:tracePt t="135672" x="6051550" y="4375150"/>
          <p14:tracePt t="135688" x="6089650" y="4375150"/>
          <p14:tracePt t="135705" x="6108700" y="4375150"/>
          <p14:tracePt t="135722" x="6184900" y="4368800"/>
          <p14:tracePt t="135738" x="6229350" y="4362450"/>
          <p14:tracePt t="135755" x="6286500" y="4349750"/>
          <p14:tracePt t="135771" x="6343650" y="4343400"/>
          <p14:tracePt t="135788" x="6369050" y="4337050"/>
          <p14:tracePt t="135804" x="6400800" y="4337050"/>
          <p14:tracePt t="135821" x="6445250" y="4330700"/>
          <p14:tracePt t="135838" x="6457950" y="4330700"/>
          <p14:tracePt t="135856" x="6489700" y="4330700"/>
          <p14:tracePt t="135871" x="6515100" y="4330700"/>
          <p14:tracePt t="135887" x="6527800" y="4324350"/>
          <p14:tracePt t="135905" x="6553200" y="4324350"/>
          <p14:tracePt t="135921" x="6565900" y="4324350"/>
          <p14:tracePt t="135937" x="6578600" y="4324350"/>
          <p14:tracePt t="135954" x="6597650" y="4324350"/>
          <p14:tracePt t="135971" x="6604000" y="4324350"/>
          <p14:tracePt t="135988" x="6616700" y="4324350"/>
          <p14:tracePt t="136003" x="6623050" y="4324350"/>
          <p14:tracePt t="136947" x="6597650" y="4324350"/>
          <p14:tracePt t="136954" x="6534150" y="4324350"/>
          <p14:tracePt t="136970" x="6470650" y="4324350"/>
          <p14:tracePt t="136983" x="6394450" y="4330700"/>
          <p14:tracePt t="137000" x="6229350" y="4330700"/>
          <p14:tracePt t="137017" x="6153150" y="4330700"/>
          <p14:tracePt t="137033" x="6019800" y="4330700"/>
          <p14:tracePt t="137050" x="5867400" y="4330700"/>
          <p14:tracePt t="137067" x="5727700" y="4330700"/>
          <p14:tracePt t="137083" x="5664200" y="4330700"/>
          <p14:tracePt t="137100" x="5556250" y="4362450"/>
          <p14:tracePt t="137117" x="5473700" y="4375150"/>
          <p14:tracePt t="137133" x="5441950" y="4394200"/>
          <p14:tracePt t="137150" x="5378450" y="4406900"/>
          <p14:tracePt t="137166" x="5321300" y="4419600"/>
          <p14:tracePt t="137183" x="5302250" y="4432300"/>
          <p14:tracePt t="137201" x="5251450" y="4451350"/>
          <p14:tracePt t="137216" x="5226050" y="4464050"/>
          <p14:tracePt t="137233" x="5219700" y="4464050"/>
          <p14:tracePt t="137250" x="5207000" y="4464050"/>
          <p14:tracePt t="137286" x="5200650" y="4464050"/>
          <p14:tracePt t="137305" x="5207000" y="4457700"/>
          <p14:tracePt t="137320" x="5213350" y="4457700"/>
          <p14:tracePt t="137332" x="5219700" y="4457700"/>
          <p14:tracePt t="137349" x="5251450" y="4457700"/>
          <p14:tracePt t="137365" x="5276850" y="4457700"/>
          <p14:tracePt t="137383" x="5353050" y="4451350"/>
          <p14:tracePt t="137399" x="5499100" y="4445000"/>
          <p14:tracePt t="137416" x="5588000" y="4419600"/>
          <p14:tracePt t="137433" x="5683250" y="4400550"/>
          <p14:tracePt t="137449" x="5899150" y="4349750"/>
          <p14:tracePt t="137465" x="6096000" y="4298950"/>
          <p14:tracePt t="137482" x="6242050" y="4260850"/>
          <p14:tracePt t="137499" x="6318250" y="4229100"/>
          <p14:tracePt t="137515" x="6337300" y="4222750"/>
          <p14:tracePt t="137531" x="6356350" y="4216400"/>
          <p14:tracePt t="137548" x="6362700" y="4216400"/>
          <p14:tracePt t="137769" x="6369050" y="4216400"/>
          <p14:tracePt t="137777" x="6369050" y="4210050"/>
          <p14:tracePt t="137799" x="6381750" y="4210050"/>
          <p14:tracePt t="137819" x="6394450" y="4210050"/>
          <p14:tracePt t="137833" x="6400800" y="4210050"/>
          <p14:tracePt t="137840" x="6407150" y="4210050"/>
          <p14:tracePt t="137850" x="6413500" y="4210050"/>
          <p14:tracePt t="137864" x="6426200" y="4210050"/>
          <p14:tracePt t="137880" x="6451600" y="4210050"/>
          <p14:tracePt t="137897" x="6489700" y="4210050"/>
          <p14:tracePt t="137914" x="6546850" y="4210050"/>
          <p14:tracePt t="137931" x="6565900" y="4210050"/>
          <p14:tracePt t="137947" x="6610350" y="4210050"/>
          <p14:tracePt t="137964" x="6648450" y="4203700"/>
          <p14:tracePt t="137981" x="6667500" y="4203700"/>
          <p14:tracePt t="137997" x="6680200" y="4203700"/>
          <p14:tracePt t="138013" x="6686550" y="4197350"/>
          <p14:tracePt t="138072" x="6680200" y="4197350"/>
          <p14:tracePt t="138079" x="6673850" y="4197350"/>
          <p14:tracePt t="139810" x="6667500" y="4197350"/>
          <p14:tracePt t="139817" x="6654800" y="4203700"/>
          <p14:tracePt t="139830" x="6635750" y="4216400"/>
          <p14:tracePt t="139840" x="6623050" y="4229100"/>
          <p14:tracePt t="139857" x="6597650" y="4241800"/>
          <p14:tracePt t="139874" x="6553200" y="4260850"/>
          <p14:tracePt t="139890" x="6489700" y="4292600"/>
          <p14:tracePt t="139907" x="6457950" y="4311650"/>
          <p14:tracePt t="139923" x="6381750" y="4337050"/>
          <p14:tracePt t="139940" x="6273800" y="4368800"/>
          <p14:tracePt t="139958" x="6140450" y="4400550"/>
          <p14:tracePt t="139973" x="6051550" y="4419600"/>
          <p14:tracePt t="139990" x="5969000" y="4438650"/>
          <p14:tracePt t="140007" x="5753100" y="4495800"/>
          <p14:tracePt t="140023" x="5638800" y="4527550"/>
          <p14:tracePt t="140039" x="5492750" y="4546600"/>
          <p14:tracePt t="140057" x="4953000" y="4635500"/>
          <p14:tracePt t="140073" x="4756150" y="4660900"/>
          <p14:tracePt t="140091" x="4451350" y="4686300"/>
          <p14:tracePt t="140106" x="4311650" y="4692650"/>
          <p14:tracePt t="140123" x="4057650" y="4718050"/>
          <p14:tracePt t="140141" x="3841750" y="4724400"/>
          <p14:tracePt t="140156" x="3727450" y="4737100"/>
          <p14:tracePt t="140172" x="3486150" y="4749800"/>
          <p14:tracePt t="140190" x="3308350" y="4749800"/>
          <p14:tracePt t="140206" x="3219450" y="4749800"/>
          <p14:tracePt t="140222" x="3079750" y="4756150"/>
          <p14:tracePt t="140239" x="2959100" y="4775200"/>
          <p14:tracePt t="140256" x="2914650" y="4794250"/>
          <p14:tracePt t="140272" x="2876550" y="4813300"/>
          <p14:tracePt t="140289" x="2857500" y="4813300"/>
          <p14:tracePt t="140305" x="2863850" y="4826000"/>
          <p14:tracePt t="140731" x="2832100" y="4832350"/>
          <p14:tracePt t="140738" x="2762250" y="4845050"/>
          <p14:tracePt t="140752" x="2711450" y="4851400"/>
          <p14:tracePt t="140759" x="2647950" y="4857750"/>
          <p14:tracePt t="140774" x="2565400" y="4883150"/>
          <p14:tracePt t="140788" x="2501900" y="4889500"/>
          <p14:tracePt t="140804" x="2381250" y="4908550"/>
          <p14:tracePt t="140820" x="2330450" y="4914900"/>
          <p14:tracePt t="140837" x="2247900" y="4933950"/>
          <p14:tracePt t="140854" x="2165350" y="4946650"/>
          <p14:tracePt t="140870" x="2139950" y="4959350"/>
          <p14:tracePt t="140887" x="2101850" y="4972050"/>
          <p14:tracePt t="140903" x="2070100" y="4978400"/>
          <p14:tracePt t="140922" x="2057400" y="4984750"/>
          <p14:tracePt t="140936" x="2051050" y="4984750"/>
          <p14:tracePt t="140953" x="2051050" y="4991100"/>
          <p14:tracePt t="140998" x="2044700" y="4984750"/>
          <p14:tracePt t="148088" x="2057400" y="4984750"/>
          <p14:tracePt t="148096" x="2070100" y="4984750"/>
          <p14:tracePt t="148103" x="2089150" y="4984750"/>
          <p14:tracePt t="148111" x="2101850" y="4984750"/>
          <p14:tracePt t="148128" x="2133600" y="4991100"/>
          <p14:tracePt t="148132" x="2152650" y="4991100"/>
          <p14:tracePt t="148146" x="2197100" y="4997450"/>
          <p14:tracePt t="148162" x="2254250" y="4997450"/>
          <p14:tracePt t="148178" x="2330450" y="4997450"/>
          <p14:tracePt t="148195" x="2489200" y="4978400"/>
          <p14:tracePt t="148212" x="2609850" y="4978400"/>
          <p14:tracePt t="148229" x="2724150" y="4959350"/>
          <p14:tracePt t="148245" x="2914650" y="4914900"/>
          <p14:tracePt t="148261" x="3035300" y="4883150"/>
          <p14:tracePt t="148278" x="3155950" y="4845050"/>
          <p14:tracePt t="148295" x="3308350" y="4800600"/>
          <p14:tracePt t="148311" x="3390900" y="4768850"/>
          <p14:tracePt t="148328" x="3486150" y="4737100"/>
          <p14:tracePt t="148345" x="3549650" y="4718050"/>
          <p14:tracePt t="148361" x="3594100" y="4699000"/>
          <p14:tracePt t="148378" x="3689350" y="4679950"/>
          <p14:tracePt t="148394" x="3746500" y="4654550"/>
          <p14:tracePt t="148411" x="3829050" y="4629150"/>
          <p14:tracePt t="148427" x="3956050" y="4603750"/>
          <p14:tracePt t="148444" x="4051300" y="4578350"/>
          <p14:tracePt t="148461" x="4184650" y="4546600"/>
          <p14:tracePt t="148477" x="4292600" y="4527550"/>
          <p14:tracePt t="148494" x="4406900" y="4489450"/>
          <p14:tracePt t="148511" x="4514850" y="4451350"/>
          <p14:tracePt t="148527" x="4648200" y="4425950"/>
          <p14:tracePt t="148544" x="4705350" y="4419600"/>
          <p14:tracePt t="148560" x="4806950" y="4413250"/>
          <p14:tracePt t="148577" x="4845050" y="4413250"/>
          <p14:tracePt t="148594" x="4889500" y="4413250"/>
          <p14:tracePt t="148610" x="4933950" y="4419600"/>
          <p14:tracePt t="148627" x="4959350" y="4419600"/>
          <p14:tracePt t="148645" x="4991100" y="4419600"/>
          <p14:tracePt t="148660" x="4991100" y="4413250"/>
          <p14:tracePt t="148676" x="4997450" y="4413250"/>
          <p14:tracePt t="148735" x="5003800" y="4413250"/>
          <p14:tracePt t="148749" x="5010150" y="4413250"/>
          <p14:tracePt t="148756" x="5022850" y="4419600"/>
          <p14:tracePt t="149286" x="5016500" y="4425950"/>
          <p14:tracePt t="149293" x="5003800" y="4432300"/>
          <p14:tracePt t="149300" x="4991100" y="4438650"/>
          <p14:tracePt t="149308" x="4959350" y="4451350"/>
          <p14:tracePt t="149324" x="4914900" y="4476750"/>
          <p14:tracePt t="149341" x="4870450" y="4483100"/>
          <p14:tracePt t="149358" x="4813300" y="4495800"/>
          <p14:tracePt t="149374" x="4762500" y="4502150"/>
          <p14:tracePt t="149392" x="4699000" y="4514850"/>
          <p14:tracePt t="149407" x="4654550" y="4527550"/>
          <p14:tracePt t="149424" x="4616450" y="4533900"/>
          <p14:tracePt t="149441" x="4572000" y="4540250"/>
          <p14:tracePt t="149457" x="4533900" y="4546600"/>
          <p14:tracePt t="149474" x="4502150" y="4546600"/>
          <p14:tracePt t="149490" x="4445000" y="4552950"/>
          <p14:tracePt t="149507" x="4419600" y="4552950"/>
          <p14:tracePt t="149524" x="4394200" y="4552950"/>
          <p14:tracePt t="149540" x="4349750" y="4552950"/>
          <p14:tracePt t="149557" x="4324350" y="4540250"/>
          <p14:tracePt t="149575" x="4279900" y="4540250"/>
          <p14:tracePt t="149590" x="4254500" y="4540250"/>
          <p14:tracePt t="149606" x="4241800" y="4521200"/>
          <p14:tracePt t="149624" x="4216400" y="4521200"/>
          <p14:tracePt t="150117" x="4229100" y="4521200"/>
          <p14:tracePt t="150124" x="4254500" y="4527550"/>
          <p14:tracePt t="150131" x="4279900" y="4527550"/>
          <p14:tracePt t="150140" x="4305300" y="4527550"/>
          <p14:tracePt t="150155" x="4337050" y="4533900"/>
          <p14:tracePt t="150171" x="4368800" y="4533900"/>
          <p14:tracePt t="150188" x="4451350" y="4533900"/>
          <p14:tracePt t="150204" x="4508500" y="4540250"/>
          <p14:tracePt t="150221" x="4565650" y="4540250"/>
          <p14:tracePt t="150238" x="4654550" y="4533900"/>
          <p14:tracePt t="150255" x="4699000" y="4521200"/>
          <p14:tracePt t="150272" x="4756150" y="4508500"/>
          <p14:tracePt t="150288" x="4800600" y="4489450"/>
          <p14:tracePt t="150304" x="4832350" y="4476750"/>
          <p14:tracePt t="150321" x="4876800" y="4457700"/>
          <p14:tracePt t="150337" x="4921250" y="4445000"/>
          <p14:tracePt t="150354" x="4946650" y="4425950"/>
          <p14:tracePt t="150371" x="4978400" y="4413250"/>
          <p14:tracePt t="150387" x="4997450" y="4400550"/>
          <p14:tracePt t="150405" x="5003800" y="4394200"/>
          <p14:tracePt t="150420" x="5022850" y="4387850"/>
          <p14:tracePt t="150437" x="5029200" y="4387850"/>
          <p14:tracePt t="150455" x="5035550" y="4381500"/>
          <p14:tracePt t="150517" x="5041900" y="4375150"/>
          <p14:tracePt t="150538" x="5048250" y="4368800"/>
          <p14:tracePt t="150545" x="5060950" y="4362450"/>
          <p14:tracePt t="150554" x="5067300" y="4362450"/>
          <p14:tracePt t="150570" x="5086350" y="4356100"/>
          <p14:tracePt t="150587" x="5105400" y="4349750"/>
          <p14:tracePt t="150603" x="5143500" y="4337050"/>
          <p14:tracePt t="150620" x="5162550" y="4330700"/>
          <p14:tracePt t="150638" x="5194300" y="4324350"/>
          <p14:tracePt t="150653" x="5207000" y="4324350"/>
          <p14:tracePt t="150670" x="5207000" y="4318000"/>
          <p14:tracePt t="150686" x="5213350" y="4318000"/>
          <p14:tracePt t="150719" x="5226050" y="4318000"/>
          <p14:tracePt t="150819" x="5232400" y="4318000"/>
          <p14:tracePt t="150896" x="5232400" y="4324350"/>
          <p14:tracePt t="150946" x="5226050" y="4324350"/>
          <p14:tracePt t="150973" x="5219700" y="4324350"/>
          <p14:tracePt t="151009" x="5213350" y="4324350"/>
          <p14:tracePt t="151058" x="5213350" y="4330700"/>
          <p14:tracePt t="151107" x="5207000" y="4330700"/>
          <p14:tracePt t="151171" x="5200650" y="4330700"/>
          <p14:tracePt t="151255" x="5200650" y="4337050"/>
          <p14:tracePt t="151339" x="5194300" y="4337050"/>
          <p14:tracePt t="151360" x="5187950" y="4337050"/>
          <p14:tracePt t="151368" x="5181600" y="4343400"/>
          <p14:tracePt t="151382" x="5175250" y="4343400"/>
          <p14:tracePt t="151388" x="5175250" y="4349750"/>
          <p14:tracePt t="151400" x="5168900" y="4349750"/>
          <p14:tracePt t="151417" x="5149850" y="4368800"/>
          <p14:tracePt t="151434" x="5130800" y="4381500"/>
          <p14:tracePt t="151450" x="5105400" y="4406900"/>
          <p14:tracePt t="151467" x="5048250" y="4464050"/>
          <p14:tracePt t="151483" x="5003800" y="4521200"/>
          <p14:tracePt t="151501" x="4933950" y="4597400"/>
          <p14:tracePt t="151517" x="4870450" y="4667250"/>
          <p14:tracePt t="151533" x="4826000" y="4730750"/>
          <p14:tracePt t="151550" x="4762500" y="4800600"/>
          <p14:tracePt t="151567" x="4724400" y="4826000"/>
          <p14:tracePt t="151583" x="4692650" y="4851400"/>
          <p14:tracePt t="151600" x="4654550" y="4883150"/>
          <p14:tracePt t="151616" x="4629150" y="4895850"/>
          <p14:tracePt t="151633" x="4622800" y="4902200"/>
          <p14:tracePt t="151649" x="4616450" y="4908550"/>
          <p14:tracePt t="151666" x="4610100" y="4908550"/>
          <p14:tracePt t="156209" x="4622800" y="4883150"/>
          <p14:tracePt t="156215" x="4641850" y="4851400"/>
          <p14:tracePt t="156222" x="4673600" y="4806950"/>
          <p14:tracePt t="156234" x="4699000" y="4775200"/>
          <p14:tracePt t="156251" x="4743450" y="4692650"/>
          <p14:tracePt t="156267" x="4781550" y="4629150"/>
          <p14:tracePt t="156283" x="4813300" y="4578350"/>
          <p14:tracePt t="156301" x="4857750" y="4521200"/>
          <p14:tracePt t="156317" x="4883150" y="4489450"/>
          <p14:tracePt t="156333" x="4883150" y="4470400"/>
          <p14:tracePt t="156337" x="4889500" y="4470400"/>
          <p14:tracePt t="156433" x="4895850" y="4470400"/>
          <p14:tracePt t="156532" x="4889500" y="4476750"/>
          <p14:tracePt t="156595" x="4889500" y="4483100"/>
          <p14:tracePt t="156644" x="4876800" y="4483100"/>
          <p14:tracePt t="156651" x="4870450" y="4483100"/>
          <p14:tracePt t="156658" x="4864100" y="4483100"/>
          <p14:tracePt t="156668" x="4851400" y="4483100"/>
          <p14:tracePt t="156682" x="4819650" y="4483100"/>
          <p14:tracePt t="156699" x="4781550" y="4483100"/>
          <p14:tracePt t="156715" x="4699000" y="4470400"/>
          <p14:tracePt t="156732" x="4635500" y="4451350"/>
          <p14:tracePt t="156749" x="4502150" y="4406900"/>
          <p14:tracePt t="156765" x="4419600" y="4381500"/>
          <p14:tracePt t="156782" x="4337050" y="4368800"/>
          <p14:tracePt t="156799" x="4254500" y="4356100"/>
          <p14:tracePt t="156815" x="4229100" y="4356100"/>
          <p14:tracePt t="156832" x="4210050" y="4349750"/>
          <p14:tracePt t="156835" x="4210050" y="4343400"/>
          <p14:tracePt t="156848" x="4197350" y="4343400"/>
          <p14:tracePt t="156865" x="4191000" y="4343400"/>
          <p14:tracePt t="156881" x="4184650" y="4343400"/>
          <p14:tracePt t="156914" x="4184650" y="4349750"/>
          <p14:tracePt t="156953" x="4191000" y="4349750"/>
          <p14:tracePt t="156960" x="4203700" y="4349750"/>
          <p14:tracePt t="156967" x="4210050" y="4349750"/>
          <p14:tracePt t="156982" x="4222750" y="4349750"/>
          <p14:tracePt t="156998" x="4254500" y="4349750"/>
          <p14:tracePt t="157014" x="4298950" y="4349750"/>
          <p14:tracePt t="157031" x="4394200" y="4362450"/>
          <p14:tracePt t="157047" x="4451350" y="4368800"/>
          <p14:tracePt t="157064" x="4533900" y="4375150"/>
          <p14:tracePt t="157081" x="4635500" y="4394200"/>
          <p14:tracePt t="157097" x="4711700" y="4394200"/>
          <p14:tracePt t="157114" x="4794250" y="4400550"/>
          <p14:tracePt t="157131" x="4889500" y="4406900"/>
          <p14:tracePt t="157147" x="4953000" y="4413250"/>
          <p14:tracePt t="157164" x="5041900" y="4413250"/>
          <p14:tracePt t="157180" x="5073650" y="4413250"/>
          <p14:tracePt t="157197" x="5099050" y="4413250"/>
          <p14:tracePt t="157214" x="5111750" y="4413250"/>
          <p14:tracePt t="157230" x="5118100" y="4413250"/>
          <p14:tracePt t="157353" x="5111750" y="4413250"/>
          <p14:tracePt t="157410" x="5105400" y="4406900"/>
          <p14:tracePt t="158050" x="5105400" y="4413250"/>
          <p14:tracePt t="158057" x="5105400" y="4419600"/>
          <p14:tracePt t="158064" x="5099050" y="4425950"/>
          <p14:tracePt t="158078" x="5092700" y="4457700"/>
          <p14:tracePt t="158094" x="5080000" y="4483100"/>
          <p14:tracePt t="158111" x="5067300" y="4508500"/>
          <p14:tracePt t="158128" x="5054600" y="4546600"/>
          <p14:tracePt t="158144" x="5035550" y="4572000"/>
          <p14:tracePt t="158160" x="5029200" y="4597400"/>
          <p14:tracePt t="158177" x="5003800" y="4635500"/>
          <p14:tracePt t="158194" x="4991100" y="4660900"/>
          <p14:tracePt t="158211" x="4978400" y="4692650"/>
          <p14:tracePt t="158227" x="4965700" y="4724400"/>
          <p14:tracePt t="158243" x="4953000" y="4749800"/>
          <p14:tracePt t="158261" x="4940300" y="4768850"/>
          <p14:tracePt t="158277" x="4927600" y="4787900"/>
          <p14:tracePt t="158294" x="4927600" y="4800600"/>
          <p14:tracePt t="158310" x="4921250" y="4813300"/>
          <p14:tracePt t="158346" x="4921250" y="4819650"/>
          <p14:tracePt t="159038" x="4927600" y="4826000"/>
          <p14:tracePt t="159045" x="4953000" y="4832350"/>
          <p14:tracePt t="159057" x="4972050" y="4845050"/>
          <p14:tracePt t="159074" x="5054600" y="4876800"/>
          <p14:tracePt t="159090" x="5111750" y="4889500"/>
          <p14:tracePt t="159107" x="5162550" y="4908550"/>
          <p14:tracePt t="159124" x="5251450" y="4921250"/>
          <p14:tracePt t="159140" x="5289550" y="4921250"/>
          <p14:tracePt t="159158" x="5346700" y="4927600"/>
          <p14:tracePt t="159174" x="5378450" y="4927600"/>
          <p14:tracePt t="159190" x="5416550" y="4927600"/>
          <p14:tracePt t="159208" x="5473700" y="4927600"/>
          <p14:tracePt t="159223" x="5499100" y="4927600"/>
          <p14:tracePt t="159240" x="5524500" y="4927600"/>
          <p14:tracePt t="159256" x="5549900" y="4933950"/>
          <p14:tracePt t="159273" x="5562600" y="4933950"/>
          <p14:tracePt t="159290" x="5575300" y="4933950"/>
          <p14:tracePt t="159306" x="5594350" y="4933950"/>
          <p14:tracePt t="159323" x="5613400" y="4933950"/>
          <p14:tracePt t="159341" x="5626100" y="4933950"/>
          <p14:tracePt t="159357" x="5632450" y="4933950"/>
          <p14:tracePt t="159373" x="5638800" y="4933950"/>
          <p14:tracePt t="159390" x="5657850" y="4933950"/>
          <p14:tracePt t="159406" x="5664200" y="4933950"/>
          <p14:tracePt t="159460" x="5670550" y="4927600"/>
          <p14:tracePt t="159495" x="5676900" y="4927600"/>
          <p14:tracePt t="159502" x="5683250" y="4927600"/>
          <p14:tracePt t="159523" x="5689600" y="4927600"/>
          <p14:tracePt t="159530" x="5695950" y="4927600"/>
          <p14:tracePt t="159544" x="5702300" y="4927600"/>
          <p14:tracePt t="159559" x="5708650" y="4927600"/>
          <p14:tracePt t="159572" x="5727700" y="4927600"/>
          <p14:tracePt t="159589" x="5746750" y="4927600"/>
          <p14:tracePt t="159605" x="5759450" y="4927600"/>
          <p14:tracePt t="159622" x="5797550" y="4927600"/>
          <p14:tracePt t="159638" x="5822950" y="4933950"/>
          <p14:tracePt t="159656" x="5842000" y="4933950"/>
          <p14:tracePt t="159672" x="5861050" y="4940300"/>
          <p14:tracePt t="159688" x="5867400" y="4940300"/>
          <p14:tracePt t="159706" x="5880100" y="4940300"/>
          <p14:tracePt t="159722" x="5880100" y="4946650"/>
          <p14:tracePt t="159738" x="5886450" y="4946650"/>
          <p14:tracePt t="159755" x="5892800" y="4946650"/>
          <p14:tracePt t="159775" x="5886450" y="4946650"/>
          <p14:tracePt t="159788" x="5873750" y="4940300"/>
          <p14:tracePt t="159805" x="5842000" y="4940300"/>
          <p14:tracePt t="159821" x="5810250" y="4927600"/>
          <p14:tracePt t="159839" x="5708650" y="4902200"/>
          <p14:tracePt t="159854" x="5638800" y="4889500"/>
          <p14:tracePt t="159871" x="5530850" y="4876800"/>
          <p14:tracePt t="159888" x="5397500" y="4870450"/>
          <p14:tracePt t="159905" x="5334000" y="4870450"/>
          <p14:tracePt t="159921" x="5276850" y="4870450"/>
          <p14:tracePt t="159924" x="5251450" y="4870450"/>
          <p14:tracePt t="159938" x="5219700" y="4883150"/>
          <p14:tracePt t="159954" x="5194300" y="4895850"/>
          <p14:tracePt t="159971" x="5175250" y="4908550"/>
          <p14:tracePt t="159988" x="5162550" y="4927600"/>
          <p14:tracePt t="160004" x="5149850" y="4933950"/>
          <p14:tracePt t="160021" x="5130800" y="4946650"/>
          <p14:tracePt t="160037" x="5118100" y="4953000"/>
          <p14:tracePt t="160054" x="5111750" y="4959350"/>
          <p14:tracePt t="160072" x="5092700" y="4972050"/>
          <p14:tracePt t="160087" x="5073650" y="4972050"/>
          <p14:tracePt t="164981" x="5080000" y="4953000"/>
          <p14:tracePt t="164988" x="5099050" y="4921250"/>
          <p14:tracePt t="164995" x="5124450" y="4889500"/>
          <p14:tracePt t="165003" x="5149850" y="4857750"/>
          <p14:tracePt t="165020" x="5207000" y="4768850"/>
          <p14:tracePt t="165038" x="5264150" y="4660900"/>
          <p14:tracePt t="165053" x="5289550" y="4616450"/>
          <p14:tracePt t="165070" x="5314950" y="4572000"/>
          <p14:tracePt t="165087" x="5340350" y="4533900"/>
          <p14:tracePt t="165103" x="5346700" y="4521200"/>
          <p14:tracePt t="165120" x="5353050" y="4508500"/>
          <p14:tracePt t="165136" x="5353050" y="4502150"/>
          <p14:tracePt t="165153" x="5359400" y="4495800"/>
          <p14:tracePt t="165172" x="5365750" y="4495800"/>
          <p14:tracePt t="172646" x="5359400" y="4495800"/>
          <p14:tracePt t="172654" x="5346700" y="4502150"/>
          <p14:tracePt t="172662" x="5327650" y="4508500"/>
          <p14:tracePt t="172676" x="5276850" y="4527550"/>
          <p14:tracePt t="172694" x="5219700" y="4546600"/>
          <p14:tracePt t="172711" x="5105400" y="4559300"/>
          <p14:tracePt t="172727" x="4991100" y="4572000"/>
          <p14:tracePt t="172743" x="4864100" y="4572000"/>
          <p14:tracePt t="172760" x="4686300" y="4565650"/>
          <p14:tracePt t="172776" x="4438650" y="4540250"/>
          <p14:tracePt t="172793" x="4260850" y="4514850"/>
          <p14:tracePt t="172810" x="3987800" y="4457700"/>
          <p14:tracePt t="172826" x="3879850" y="4425950"/>
          <p14:tracePt t="172844" x="3663950" y="4375150"/>
          <p14:tracePt t="172859" x="3467100" y="4311650"/>
          <p14:tracePt t="172876" x="3365500" y="4298950"/>
          <p14:tracePt t="172893" x="3206750" y="4273550"/>
          <p14:tracePt t="172909" x="3105150" y="4260850"/>
          <p14:tracePt t="172926" x="3048000" y="4267200"/>
          <p14:tracePt t="172943" x="2978150" y="4273550"/>
          <p14:tracePt t="172960" x="2933700" y="4273550"/>
          <p14:tracePt t="172976" x="2908300" y="4273550"/>
          <p14:tracePt t="172992" x="2870200" y="4273550"/>
          <p14:tracePt t="173009" x="2825750" y="4273550"/>
          <p14:tracePt t="173026" x="2800350" y="4273550"/>
          <p14:tracePt t="173042" x="2730500" y="4279900"/>
          <p14:tracePt t="173059" x="2705100" y="4286250"/>
          <p14:tracePt t="173076" x="2559050" y="4305300"/>
          <p14:tracePt t="173092" x="2501900" y="4305300"/>
          <p14:tracePt t="173109" x="2451100" y="4324350"/>
          <p14:tracePt t="173126" x="2279650" y="4349750"/>
          <p14:tracePt t="173142" x="2209800" y="4362450"/>
          <p14:tracePt t="173159" x="2159000" y="4381500"/>
          <p14:tracePt t="173176" x="2019300" y="4432300"/>
          <p14:tracePt t="173192" x="1962150" y="4432300"/>
          <p14:tracePt t="173209" x="1936750" y="4432300"/>
          <p14:tracePt t="173225" x="1892300" y="4445000"/>
          <p14:tracePt t="173242" x="1860550" y="4445000"/>
          <p14:tracePt t="173259" x="1841500" y="4445000"/>
          <p14:tracePt t="173275" x="1835150" y="4445000"/>
          <p14:tracePt t="173704" x="1847850" y="4476750"/>
          <p14:tracePt t="173711" x="1885950" y="4508500"/>
          <p14:tracePt t="173726" x="1924050" y="4572000"/>
          <p14:tracePt t="173740" x="2006600" y="4660900"/>
          <p14:tracePt t="173756" x="2038350" y="4699000"/>
          <p14:tracePt t="173774" x="2063750" y="4711700"/>
          <p14:tracePt t="173790" x="2108200" y="4756150"/>
          <p14:tracePt t="173806" x="2139950" y="4775200"/>
          <p14:tracePt t="173824" x="2159000" y="4794250"/>
          <p14:tracePt t="173839" x="2165350" y="4794250"/>
          <p14:tracePt t="173856" x="2178050" y="4794250"/>
          <p14:tracePt t="173901" x="2184400" y="4794250"/>
          <p14:tracePt t="173964" x="2184400" y="4800600"/>
          <p14:tracePt t="174055" x="2184400" y="4794250"/>
          <p14:tracePt t="174062" x="2184400" y="4781550"/>
          <p14:tracePt t="174075" x="2165350" y="4775200"/>
          <p14:tracePt t="174089" x="2159000" y="4762500"/>
          <p14:tracePt t="174106" x="2114550" y="4711700"/>
          <p14:tracePt t="174122" x="2032000" y="4629150"/>
          <p14:tracePt t="174138" x="1974850" y="4565650"/>
          <p14:tracePt t="174155" x="1879600" y="4464050"/>
          <p14:tracePt t="174172" x="1835150" y="4425950"/>
          <p14:tracePt t="174189" x="1771650" y="4349750"/>
          <p14:tracePt t="174205" x="1727200" y="4311650"/>
          <p14:tracePt t="174221" x="1714500" y="4298950"/>
          <p14:tracePt t="174238" x="1701800" y="4286250"/>
          <p14:tracePt t="174255" x="1695450" y="4279900"/>
          <p14:tracePt t="174274" x="1701800" y="4279900"/>
          <p14:tracePt t="174289" x="1714500" y="4279900"/>
          <p14:tracePt t="174305" x="1752600" y="4298950"/>
          <p14:tracePt t="174322" x="1778000" y="4318000"/>
          <p14:tracePt t="174338" x="1879600" y="4362450"/>
          <p14:tracePt t="174355" x="1949450" y="4400550"/>
          <p14:tracePt t="174372" x="2203450" y="4514850"/>
          <p14:tracePt t="174388" x="2286000" y="4540250"/>
          <p14:tracePt t="174404" x="2355850" y="4584700"/>
          <p14:tracePt t="174421" x="2438400" y="4622800"/>
          <p14:tracePt t="174437" x="2501900" y="4667250"/>
          <p14:tracePt t="174454" x="2527300" y="4686300"/>
          <p14:tracePt t="174471" x="2578100" y="4718050"/>
          <p14:tracePt t="174487" x="2616200" y="4756150"/>
          <p14:tracePt t="174504" x="2641600" y="4775200"/>
          <p14:tracePt t="174520" x="2660650" y="4781550"/>
          <p14:tracePt t="174537" x="2667000" y="4781550"/>
          <p14:tracePt t="177312" x="2667000" y="4762500"/>
          <p14:tracePt t="177328" x="2667000" y="4711700"/>
          <p14:tracePt t="177333" x="2667000" y="4673600"/>
          <p14:tracePt t="177347" x="2667000" y="4622800"/>
          <p14:tracePt t="177361" x="2660650" y="4527550"/>
          <p14:tracePt t="177377" x="2654300" y="4489450"/>
          <p14:tracePt t="177394" x="2647950" y="4445000"/>
          <p14:tracePt t="177411" x="2609850" y="4324350"/>
          <p14:tracePt t="177427" x="2590800" y="4248150"/>
          <p14:tracePt t="177444" x="2520950" y="4083050"/>
          <p14:tracePt t="177460" x="2438400" y="3898900"/>
          <p14:tracePt t="177477" x="2381250" y="3816350"/>
          <p14:tracePt t="177494" x="2292350" y="3657600"/>
          <p14:tracePt t="177510" x="2216150" y="3530600"/>
          <p14:tracePt t="177527" x="2159000" y="3429000"/>
          <p14:tracePt t="177544" x="2120900" y="3352800"/>
          <p14:tracePt t="177560" x="2101850" y="3321050"/>
          <p14:tracePt t="177576" x="2070100" y="3257550"/>
          <p14:tracePt t="177594" x="2032000" y="3206750"/>
          <p14:tracePt t="177610" x="2019300" y="3181350"/>
          <p14:tracePt t="177626" x="2000250" y="3149600"/>
          <p14:tracePt t="177643" x="1949450" y="3022600"/>
          <p14:tracePt t="177660" x="1924050" y="2952750"/>
          <p14:tracePt t="177676" x="1892300" y="2895600"/>
          <p14:tracePt t="177693" x="1822450" y="2762250"/>
          <p14:tracePt t="177710" x="1765300" y="2622550"/>
          <p14:tracePt t="177727" x="1720850" y="2501900"/>
          <p14:tracePt t="177743" x="1720850" y="2451100"/>
          <p14:tracePt t="177759" x="1708150" y="2355850"/>
          <p14:tracePt t="177776" x="1708150" y="2298700"/>
          <p14:tracePt t="177792" x="1714500" y="2260600"/>
          <p14:tracePt t="177809" x="1720850" y="2203450"/>
          <p14:tracePt t="177826" x="1733550" y="2152650"/>
          <p14:tracePt t="177842" x="1739900" y="2120900"/>
          <p14:tracePt t="177860" x="1771650" y="2076450"/>
          <p14:tracePt t="177876" x="1790700" y="2038350"/>
          <p14:tracePt t="177893" x="1797050" y="2012950"/>
          <p14:tracePt t="177910" x="1828800" y="1962150"/>
          <p14:tracePt t="177926" x="1847850" y="1905000"/>
          <p14:tracePt t="177943" x="1866900" y="1873250"/>
          <p14:tracePt t="177959" x="1885950" y="1822450"/>
          <p14:tracePt t="177975" x="1905000" y="1797050"/>
          <p14:tracePt t="177993" x="1924050" y="1771650"/>
          <p14:tracePt t="178009" x="1936750" y="1765300"/>
          <p14:tracePt t="178056" x="1943100" y="1765300"/>
          <p14:tracePt t="178063" x="1943100" y="1771650"/>
          <p14:tracePt t="178078" x="1949450" y="1778000"/>
          <p14:tracePt t="178092" x="1949450" y="1784350"/>
          <p14:tracePt t="178108" x="1955800" y="1816100"/>
          <p14:tracePt t="178125" x="1962150" y="1841500"/>
          <p14:tracePt t="178142" x="2006600" y="1943100"/>
          <p14:tracePt t="178158" x="2082800" y="2139950"/>
          <p14:tracePt t="178175" x="2139950" y="2292350"/>
          <p14:tracePt t="178191" x="2298700" y="2743200"/>
          <p14:tracePt t="178208" x="2514600" y="3352800"/>
          <p14:tracePt t="178225" x="2730500" y="4000500"/>
          <p14:tracePt t="178241" x="2832100" y="4337050"/>
          <p14:tracePt t="178257" x="2927350" y="4629150"/>
          <p14:tracePt t="178275" x="3124200" y="5226050"/>
          <p14:tracePt t="178290" x="3270250" y="5676900"/>
          <p14:tracePt t="178307" x="3302000" y="5829300"/>
          <p14:tracePt t="178311" x="3346450" y="5930900"/>
          <p14:tracePt t="178324" x="3352800" y="6013450"/>
          <p14:tracePt t="178341" x="3371850" y="6108700"/>
          <p14:tracePt t="178357" x="3378200" y="6134100"/>
          <p14:tracePt t="178373" x="3378200" y="6146800"/>
          <p14:tracePt t="178390" x="3378200" y="6153150"/>
          <p14:tracePt t="178548" x="3371850" y="6153150"/>
          <p14:tracePt t="178576" x="3371850" y="6140450"/>
          <p14:tracePt t="178598" x="3371850" y="6134100"/>
          <p14:tracePt t="178612" x="3359150" y="6121400"/>
          <p14:tracePt t="178619" x="3352800" y="6102350"/>
          <p14:tracePt t="178626" x="3346450" y="6083300"/>
          <p14:tracePt t="178642" x="3340100" y="6057900"/>
          <p14:tracePt t="178656" x="3333750" y="6013450"/>
          <p14:tracePt t="178673" x="3333750" y="5975350"/>
          <p14:tracePt t="178689" x="3321050" y="5842000"/>
          <p14:tracePt t="178706" x="3321050" y="5676900"/>
          <p14:tracePt t="178722" x="3321050" y="5568950"/>
          <p14:tracePt t="178739" x="3314700" y="5314950"/>
          <p14:tracePt t="178756" x="3289300" y="5073650"/>
          <p14:tracePt t="178773" x="3263900" y="4851400"/>
          <p14:tracePt t="178789" x="3232150" y="4699000"/>
          <p14:tracePt t="178805" x="3213100" y="4641850"/>
          <p14:tracePt t="178808" x="3194050" y="4597400"/>
          <p14:tracePt t="178825" x="3187700" y="4572000"/>
          <p14:tracePt t="178839" x="3168650" y="4527550"/>
          <p14:tracePt t="178855" x="3162300" y="4514850"/>
          <p14:tracePt t="178872" x="3162300" y="4508500"/>
          <p14:tracePt t="178889" x="3155950" y="4508500"/>
          <p14:tracePt t="178922" x="3143250" y="4508500"/>
          <p14:tracePt t="178939" x="3130550" y="4502150"/>
          <p14:tracePt t="178956" x="3105150" y="4495800"/>
          <p14:tracePt t="178972" x="3054350" y="4476750"/>
          <p14:tracePt t="178988" x="3016250" y="4476750"/>
          <p14:tracePt t="179005" x="2895600" y="4457700"/>
          <p14:tracePt t="179021" x="2755900" y="4445000"/>
          <p14:tracePt t="179038" x="2679700" y="4445000"/>
          <p14:tracePt t="179055" x="2552700" y="4445000"/>
          <p14:tracePt t="179071" x="2470150" y="4445000"/>
          <p14:tracePt t="179088" x="2432050" y="4445000"/>
          <p14:tracePt t="179105" x="2406650" y="4457700"/>
          <p14:tracePt t="179121" x="2387600" y="4464050"/>
          <p14:tracePt t="179139" x="2374900" y="4470400"/>
          <p14:tracePt t="179154" x="2368550" y="4476750"/>
          <p14:tracePt t="179171" x="2368550" y="4483100"/>
          <p14:tracePt t="179188" x="2374900" y="4489450"/>
          <p14:tracePt t="179204" x="2387600" y="4489450"/>
          <p14:tracePt t="179221" x="2400300" y="4502150"/>
          <p14:tracePt t="179238" x="2425700" y="4508500"/>
          <p14:tracePt t="179254" x="2482850" y="4521200"/>
          <p14:tracePt t="179271" x="2514600" y="4527550"/>
          <p14:tracePt t="179287" x="2584450" y="4552950"/>
          <p14:tracePt t="179304" x="2647950" y="4565650"/>
          <p14:tracePt t="179321" x="2692400" y="4572000"/>
          <p14:tracePt t="179337" x="2705100" y="4572000"/>
          <p14:tracePt t="179354" x="2711450" y="4572000"/>
          <p14:tracePt t="179441" x="2705100" y="4572000"/>
          <p14:tracePt t="179455" x="2692400" y="4565650"/>
          <p14:tracePt t="179462" x="2667000" y="4559300"/>
          <p14:tracePt t="179471" x="2647950" y="4552950"/>
          <p14:tracePt t="179487" x="2616200" y="4540250"/>
          <p14:tracePt t="179504" x="2552700" y="4508500"/>
          <p14:tracePt t="179520" x="2520950" y="4495800"/>
          <p14:tracePt t="179536" x="2457450" y="4451350"/>
          <p14:tracePt t="179553" x="2413000" y="4425950"/>
          <p14:tracePt t="179570" x="2393950" y="4413250"/>
          <p14:tracePt t="179586" x="2368550" y="4394200"/>
          <p14:tracePt t="179603" x="2349500" y="4381500"/>
          <p14:tracePt t="179619" x="2343150" y="4368800"/>
          <p14:tracePt t="179636" x="2330450" y="4362450"/>
          <p14:tracePt t="179653" x="2324100" y="4349750"/>
          <p14:tracePt t="179669" x="2317750" y="4337050"/>
          <p14:tracePt t="179686" x="2311400" y="4330700"/>
          <p14:tracePt t="179703" x="2305050" y="4324350"/>
          <p14:tracePt t="179736" x="2305050" y="4318000"/>
          <p14:tracePt t="179764" x="2305050" y="4311650"/>
          <p14:tracePt t="179772" x="2305050" y="4305300"/>
          <p14:tracePt t="179786" x="2305050" y="4298950"/>
          <p14:tracePt t="179802" x="2305050" y="4292600"/>
          <p14:tracePt t="179819" x="2305050" y="4267200"/>
          <p14:tracePt t="179835" x="2317750" y="4229100"/>
          <p14:tracePt t="179852" x="2324100" y="4203700"/>
          <p14:tracePt t="179869" x="2349500" y="4165600"/>
          <p14:tracePt t="179885" x="2381250" y="4108450"/>
          <p14:tracePt t="179902" x="2387600" y="4095750"/>
          <p14:tracePt t="179919" x="2406650" y="4064000"/>
          <p14:tracePt t="179935" x="2419350" y="4051300"/>
          <p14:tracePt t="179952" x="2419350" y="4044950"/>
          <p14:tracePt t="179995" x="2425700" y="4044950"/>
          <p14:tracePt t="180004" x="2425700" y="4051300"/>
          <p14:tracePt t="180019" x="2425700" y="4057650"/>
          <p14:tracePt t="180035" x="2406650" y="4076700"/>
          <p14:tracePt t="180052" x="2387600" y="4108450"/>
          <p14:tracePt t="180068" x="2374900" y="4140200"/>
          <p14:tracePt t="180085" x="2349500" y="4171950"/>
          <p14:tracePt t="180102" x="2305050" y="4311650"/>
          <p14:tracePt t="180118" x="2286000" y="4368800"/>
          <p14:tracePt t="180134" x="2279650" y="4419600"/>
          <p14:tracePt t="180151" x="2266950" y="4527550"/>
          <p14:tracePt t="180167" x="2279650" y="4622800"/>
          <p14:tracePt t="180185" x="2298700" y="4679950"/>
          <p14:tracePt t="180201" x="2362200" y="4787900"/>
          <p14:tracePt t="180217" x="2438400" y="4895850"/>
          <p14:tracePt t="180235" x="2508250" y="4965700"/>
          <p14:tracePt t="180251" x="2533650" y="4984750"/>
          <p14:tracePt t="180267" x="2584450" y="5016500"/>
          <p14:tracePt t="180285" x="2628900" y="5035550"/>
          <p14:tracePt t="180300" x="2641600" y="5041900"/>
          <p14:tracePt t="180317" x="2654300" y="5041900"/>
          <p14:tracePt t="180334" x="2660650" y="5041900"/>
          <p14:tracePt t="180375" x="2660650" y="5029200"/>
          <p14:tracePt t="180396" x="2647950" y="5022850"/>
          <p14:tracePt t="180403" x="2628900" y="5016500"/>
          <p14:tracePt t="180419" x="2609850" y="4997450"/>
          <p14:tracePt t="180433" x="2565400" y="4972050"/>
          <p14:tracePt t="180450" x="2432050" y="4914900"/>
          <p14:tracePt t="180467" x="2254250" y="4826000"/>
          <p14:tracePt t="180483" x="2165350" y="4781550"/>
          <p14:tracePt t="180500" x="1987550" y="4699000"/>
          <p14:tracePt t="180516" x="1879600" y="4641850"/>
          <p14:tracePt t="180533" x="1847850" y="4629150"/>
          <p14:tracePt t="180550" x="1809750" y="4616450"/>
          <p14:tracePt t="180566" x="1803400" y="4610100"/>
          <p14:tracePt t="180583" x="1797050" y="4610100"/>
          <p14:tracePt t="180768" x="1790700" y="4603750"/>
          <p14:tracePt t="180824" x="1784350" y="4597400"/>
          <p14:tracePt t="180874" x="1790700" y="4597400"/>
          <p14:tracePt t="180888" x="1797050" y="4597400"/>
          <p14:tracePt t="180909" x="1809750" y="4603750"/>
          <p14:tracePt t="180916" x="1835150" y="4610100"/>
          <p14:tracePt t="180930" x="1860550" y="4616450"/>
          <p14:tracePt t="180937" x="1917700" y="4635500"/>
          <p14:tracePt t="180948" x="1987550" y="4667250"/>
          <p14:tracePt t="180967" x="2165350" y="4718050"/>
          <p14:tracePt t="180981" x="2273300" y="4749800"/>
          <p14:tracePt t="180998" x="2362200" y="4775200"/>
          <p14:tracePt t="181015" x="2603500" y="4857750"/>
          <p14:tracePt t="181031" x="2654300" y="4864100"/>
          <p14:tracePt t="181048" x="2698750" y="4876800"/>
          <p14:tracePt t="181065" x="2736850" y="4883150"/>
          <p14:tracePt t="181081" x="2749550" y="4889500"/>
          <p14:tracePt t="181098" x="2755900" y="4889500"/>
          <p14:tracePt t="181190" x="2749550" y="4889500"/>
          <p14:tracePt t="181225" x="2743200" y="4889500"/>
          <p14:tracePt t="181246" x="2736850" y="4889500"/>
          <p14:tracePt t="181281" x="2730500" y="4883150"/>
          <p14:tracePt t="181288" x="2724150" y="4876800"/>
          <p14:tracePt t="181297" x="2717800" y="4876800"/>
          <p14:tracePt t="181314" x="2698750" y="4870450"/>
          <p14:tracePt t="181331" x="2647950" y="4845050"/>
          <p14:tracePt t="181347" x="2590800" y="4813300"/>
          <p14:tracePt t="181364" x="2444750" y="4743450"/>
          <p14:tracePt t="181367" x="2349500" y="4705350"/>
          <p14:tracePt t="181382" x="2260600" y="4660900"/>
          <p14:tracePt t="181397" x="2165350" y="4610100"/>
          <p14:tracePt t="181413" x="1993900" y="4527550"/>
          <p14:tracePt t="181430" x="1854200" y="4451350"/>
          <p14:tracePt t="181447" x="1797050" y="4413250"/>
          <p14:tracePt t="181463" x="1708150" y="4375150"/>
          <p14:tracePt t="181479" x="1657350" y="4349750"/>
          <p14:tracePt t="181496" x="1644650" y="4343400"/>
          <p14:tracePt t="181514" x="1625600" y="4337050"/>
          <p14:tracePt t="181724" x="1625600" y="4343400"/>
          <p14:tracePt t="182132" x="1644650" y="4343400"/>
          <p14:tracePt t="182138" x="1670050" y="4343400"/>
          <p14:tracePt t="182153" x="1720850" y="4343400"/>
          <p14:tracePt t="182161" x="1784350" y="4343400"/>
          <p14:tracePt t="182177" x="1860550" y="4343400"/>
          <p14:tracePt t="182194" x="1943100" y="4330700"/>
          <p14:tracePt t="182211" x="2247900" y="4298950"/>
          <p14:tracePt t="182227" x="2349500" y="4292600"/>
          <p14:tracePt t="182244" x="2590800" y="4267200"/>
          <p14:tracePt t="182260" x="2717800" y="4267200"/>
          <p14:tracePt t="182277" x="3009900" y="4267200"/>
          <p14:tracePt t="182294" x="3308350" y="4273550"/>
          <p14:tracePt t="182310" x="3429000" y="4286250"/>
          <p14:tracePt t="182327" x="3676650" y="4318000"/>
          <p14:tracePt t="182343" x="3917950" y="4324350"/>
          <p14:tracePt t="182360" x="4000500" y="4324350"/>
          <p14:tracePt t="182377" x="4146550" y="4324350"/>
          <p14:tracePt t="182394" x="4229100" y="4318000"/>
          <p14:tracePt t="182410" x="4248150" y="4305300"/>
          <p14:tracePt t="182427" x="4273550" y="4298950"/>
          <p14:tracePt t="182443" x="4292600" y="4298950"/>
          <p14:tracePt t="182460" x="4298950" y="4298950"/>
          <p14:tracePt t="182476" x="4305300" y="4298950"/>
          <p14:tracePt t="182493" x="4330700" y="4337050"/>
          <p14:tracePt t="182510" x="4349750" y="4349750"/>
          <p14:tracePt t="182526" x="4343400" y="4368800"/>
          <p14:tracePt t="182845" x="4292600" y="4368800"/>
          <p14:tracePt t="182852" x="4229100" y="4368800"/>
          <p14:tracePt t="182866" x="4152900" y="4381500"/>
          <p14:tracePt t="182875" x="4070350" y="4394200"/>
          <p14:tracePt t="182891" x="3981450" y="4413250"/>
          <p14:tracePt t="182909" x="3803650" y="4419600"/>
          <p14:tracePt t="182925" x="3644900" y="4438650"/>
          <p14:tracePt t="182941" x="3568700" y="4451350"/>
          <p14:tracePt t="182958" x="3397250" y="4489450"/>
          <p14:tracePt t="182975" x="3244850" y="4527550"/>
          <p14:tracePt t="182992" x="3162300" y="4546600"/>
          <p14:tracePt t="183008" x="3028950" y="4584700"/>
          <p14:tracePt t="183025" x="2965450" y="4603750"/>
          <p14:tracePt t="183043" x="2800350" y="4654550"/>
          <p14:tracePt t="183057" x="2768600" y="4660900"/>
          <p14:tracePt t="183074" x="2743200" y="4660900"/>
          <p14:tracePt t="183091" x="2698750" y="4673600"/>
          <p14:tracePt t="183108" x="2667000" y="4679950"/>
          <p14:tracePt t="183124" x="2660650" y="4679950"/>
          <p14:tracePt t="183141" x="2641600" y="4686300"/>
          <p14:tracePt t="183157" x="2628900" y="4699000"/>
          <p14:tracePt t="183174" x="2622550" y="4699000"/>
          <p14:tracePt t="183190" x="2603500" y="4699000"/>
          <p14:tracePt t="183207" x="2584450" y="4705350"/>
          <p14:tracePt t="183225" x="2559050" y="4711700"/>
          <p14:tracePt t="183240" x="2546350" y="4718050"/>
          <p14:tracePt t="183257" x="2533650" y="4730750"/>
          <p14:tracePt t="183274" x="2508250" y="4737100"/>
          <p14:tracePt t="183290" x="2495550" y="4737100"/>
          <p14:tracePt t="183307" x="2482850" y="4743450"/>
          <p14:tracePt t="183324" x="2444750" y="4749800"/>
          <p14:tracePt t="183340" x="2432050" y="4756150"/>
          <p14:tracePt t="183357" x="2419350" y="4762500"/>
          <p14:tracePt t="183373" x="2374900" y="4762500"/>
          <p14:tracePt t="183389" x="2330450" y="4768850"/>
          <p14:tracePt t="183393" x="2298700" y="4775200"/>
          <p14:tracePt t="183409" x="2266950" y="4787900"/>
          <p14:tracePt t="183423" x="2222500" y="4800600"/>
          <p14:tracePt t="183440" x="2152650" y="4813300"/>
          <p14:tracePt t="183457" x="2120900" y="4832350"/>
          <p14:tracePt t="190894" x="2139950" y="4832350"/>
          <p14:tracePt t="190901" x="2184400" y="4845050"/>
          <p14:tracePt t="190914" x="2222500" y="4851400"/>
          <p14:tracePt t="190931" x="2349500" y="4876800"/>
          <p14:tracePt t="190947" x="2476500" y="4895850"/>
          <p14:tracePt t="190965" x="2609850" y="4921250"/>
          <p14:tracePt t="190980" x="2844800" y="4940300"/>
          <p14:tracePt t="190996" x="3022600" y="4953000"/>
          <p14:tracePt t="191014" x="3314700" y="4972050"/>
          <p14:tracePt t="191030" x="3492500" y="4984750"/>
          <p14:tracePt t="191047" x="3695700" y="5003800"/>
          <p14:tracePt t="191064" x="3994150" y="5035550"/>
          <p14:tracePt t="191080" x="4171950" y="5041900"/>
          <p14:tracePt t="191096" x="4362450" y="5067300"/>
          <p14:tracePt t="191113" x="4635500" y="5048250"/>
          <p14:tracePt t="191129" x="4813300" y="5022850"/>
          <p14:tracePt t="191147" x="5048250" y="5003800"/>
          <p14:tracePt t="191163" x="5175250" y="4991100"/>
          <p14:tracePt t="191179" x="5295900" y="4965700"/>
          <p14:tracePt t="191197" x="5461000" y="4921250"/>
          <p14:tracePt t="191213" x="5568950" y="4883150"/>
          <p14:tracePt t="191229" x="5664200" y="4845050"/>
          <p14:tracePt t="191246" x="5810250" y="4762500"/>
          <p14:tracePt t="191263" x="5886450" y="4730750"/>
          <p14:tracePt t="191279" x="5930900" y="4705350"/>
          <p14:tracePt t="191296" x="5994400" y="4679950"/>
          <p14:tracePt t="191313" x="6013450" y="4667250"/>
          <p14:tracePt t="191330" x="6032500" y="4654550"/>
          <p14:tracePt t="191346" x="6051550" y="4654550"/>
          <p14:tracePt t="191362" x="6057900" y="4654550"/>
          <p14:tracePt t="191379" x="6064250" y="4648200"/>
          <p14:tracePt t="191449" x="6057900" y="4648200"/>
          <p14:tracePt t="191470" x="6057900" y="4654550"/>
          <p14:tracePt t="191478" x="6051550" y="4654550"/>
          <p14:tracePt t="191512" x="6051550" y="4660900"/>
          <p14:tracePt t="191540" x="6045200" y="4667250"/>
          <p14:tracePt t="191548" x="6038850" y="4673600"/>
          <p14:tracePt t="191562" x="6032500" y="4679950"/>
          <p14:tracePt t="191569" x="6019800" y="4692650"/>
          <p14:tracePt t="191578" x="6013450" y="4705350"/>
          <p14:tracePt t="191594" x="6000750" y="4730750"/>
          <p14:tracePt t="191612" x="5975350" y="4768850"/>
          <p14:tracePt t="191628" x="5949950" y="4800600"/>
          <p14:tracePt t="191645" x="5930900" y="4819650"/>
          <p14:tracePt t="191661" x="5905500" y="4845050"/>
          <p14:tracePt t="191678" x="5892800" y="4857750"/>
          <p14:tracePt t="191695" x="5892800" y="4864100"/>
          <p14:tracePt t="191711" x="5892800" y="4870450"/>
          <p14:tracePt t="191780" x="5899150" y="4876800"/>
          <p14:tracePt t="191795" x="5905500" y="4876800"/>
          <p14:tracePt t="191801" x="5918200" y="4876800"/>
          <p14:tracePt t="191810" x="5930900" y="4876800"/>
          <p14:tracePt t="191827" x="5956300" y="4876800"/>
          <p14:tracePt t="191844" x="6007100" y="4883150"/>
          <p14:tracePt t="191860" x="6057900" y="4883150"/>
          <p14:tracePt t="191878" x="6153150" y="4889500"/>
          <p14:tracePt t="191894" x="6216650" y="4889500"/>
          <p14:tracePt t="191910" x="6299200" y="4889500"/>
          <p14:tracePt t="191927" x="6394450" y="4889500"/>
          <p14:tracePt t="191944" x="6451600" y="4889500"/>
          <p14:tracePt t="191961" x="6502400" y="4889500"/>
          <p14:tracePt t="191977" x="6553200" y="4883150"/>
          <p14:tracePt t="191993" x="6572250" y="4883150"/>
          <p14:tracePt t="192010" x="6584950" y="4883150"/>
          <p14:tracePt t="192026" x="6597650" y="4876800"/>
          <p14:tracePt t="192043" x="6604000" y="4876800"/>
          <p14:tracePt t="192110" x="6604000" y="4870450"/>
          <p14:tracePt t="192131" x="6597650" y="4870450"/>
          <p14:tracePt t="192159" x="6591300" y="4876800"/>
          <p14:tracePt t="192180" x="6584950" y="4876800"/>
          <p14:tracePt t="192672" x="6572250" y="4876800"/>
          <p14:tracePt t="192679" x="6546850" y="4883150"/>
          <p14:tracePt t="192691" x="6527800" y="4889500"/>
          <p14:tracePt t="192708" x="6457950" y="4908550"/>
          <p14:tracePt t="192724" x="6388100" y="4914900"/>
          <p14:tracePt t="192741" x="6337300" y="4914900"/>
          <p14:tracePt t="192757" x="6273800" y="4914900"/>
          <p14:tracePt t="192774" x="6223000" y="4914900"/>
          <p14:tracePt t="192790" x="6178550" y="4914900"/>
          <p14:tracePt t="192807" x="6127750" y="4921250"/>
          <p14:tracePt t="192824" x="6102350" y="4927600"/>
          <p14:tracePt t="192841" x="6076950" y="4927600"/>
          <p14:tracePt t="192857" x="6064250" y="4927600"/>
          <p14:tracePt t="192874" x="6057900" y="4927600"/>
          <p14:tracePt t="192891" x="6045200" y="4927600"/>
          <p14:tracePt t="193115" x="6057900" y="4927600"/>
          <p14:tracePt t="193122" x="6076950" y="4927600"/>
          <p14:tracePt t="193129" x="6096000" y="4927600"/>
          <p14:tracePt t="193139" x="6121400" y="4927600"/>
          <p14:tracePt t="193157" x="6184900" y="4927600"/>
          <p14:tracePt t="193172" x="6280150" y="4927600"/>
          <p14:tracePt t="193189" x="6350000" y="4921250"/>
          <p14:tracePt t="193207" x="6445250" y="4908550"/>
          <p14:tracePt t="193222" x="6508750" y="4902200"/>
          <p14:tracePt t="193239" x="6540500" y="4895850"/>
          <p14:tracePt t="193256" x="6565900" y="4889500"/>
          <p14:tracePt t="193272" x="6578600" y="4883150"/>
          <p14:tracePt t="193289" x="6584950" y="4883150"/>
          <p14:tracePt t="193305" x="6591300" y="4883150"/>
          <p14:tracePt t="193368" x="6584950" y="4883150"/>
          <p14:tracePt t="193395" x="6578600" y="4889500"/>
          <p14:tracePt t="193551" x="6584950" y="4889500"/>
          <p14:tracePt t="193558" x="6591300" y="4889500"/>
          <p14:tracePt t="193671" x="6578600" y="4889500"/>
          <p14:tracePt t="193677" x="6572250" y="4889500"/>
          <p14:tracePt t="193687" x="6565900" y="4889500"/>
          <p14:tracePt t="193705" x="6546850" y="4883150"/>
          <p14:tracePt t="193721" x="6477000" y="4870450"/>
          <p14:tracePt t="193738" x="6419850" y="4857750"/>
          <p14:tracePt t="193755" x="6343650" y="4857750"/>
          <p14:tracePt t="193770" x="6292850" y="4857750"/>
          <p14:tracePt t="193787" x="6261100" y="4857750"/>
          <p14:tracePt t="193804" x="6229350" y="4857750"/>
          <p14:tracePt t="193820" x="6223000" y="4857750"/>
          <p14:tracePt t="193838" x="6216650" y="4857750"/>
          <p14:tracePt t="193853" x="6210300" y="4864100"/>
          <p14:tracePt t="193909" x="6203950" y="4870450"/>
          <p14:tracePt t="193951" x="6210300" y="4870450"/>
          <p14:tracePt t="193958" x="6216650" y="4876800"/>
          <p14:tracePt t="193969" x="6223000" y="4876800"/>
          <p14:tracePt t="193987" x="6273800" y="4883150"/>
          <p14:tracePt t="194003" x="6324600" y="4883150"/>
          <p14:tracePt t="194020" x="6407150" y="4902200"/>
          <p14:tracePt t="194036" x="6591300" y="4908550"/>
          <p14:tracePt t="194053" x="6692900" y="4908550"/>
          <p14:tracePt t="194072" x="6902450" y="4902200"/>
          <p14:tracePt t="194086" x="7004050" y="4895850"/>
          <p14:tracePt t="194102" x="7099300" y="4889500"/>
          <p14:tracePt t="194120" x="7207250" y="4876800"/>
          <p14:tracePt t="194136" x="7264400" y="4870450"/>
          <p14:tracePt t="194153" x="7315200" y="4864100"/>
          <p14:tracePt t="194169" x="7359650" y="4857750"/>
          <p14:tracePt t="194186" x="7385050" y="4851400"/>
          <p14:tracePt t="194202" x="7404100" y="4851400"/>
          <p14:tracePt t="194219" x="7423150" y="4851400"/>
          <p14:tracePt t="194235" x="7442200" y="4845050"/>
          <p14:tracePt t="194253" x="7467600" y="4838700"/>
          <p14:tracePt t="194269" x="7480300" y="4832350"/>
          <p14:tracePt t="194285" x="7499350" y="4832350"/>
          <p14:tracePt t="194302" x="7518400" y="4832350"/>
          <p14:tracePt t="194319" x="7537450" y="4832350"/>
          <p14:tracePt t="194335" x="7562850" y="4832350"/>
          <p14:tracePt t="194352" x="7594600" y="4832350"/>
          <p14:tracePt t="194368" x="7620000" y="4832350"/>
          <p14:tracePt t="194386" x="7664450" y="4832350"/>
          <p14:tracePt t="194401" x="7721600" y="4832350"/>
          <p14:tracePt t="194418" x="7766050" y="4838700"/>
          <p14:tracePt t="194436" x="7816850" y="4845050"/>
          <p14:tracePt t="194451" x="7848600" y="4845050"/>
          <p14:tracePt t="194468" x="7874000" y="4845050"/>
          <p14:tracePt t="194485" x="7918450" y="4851400"/>
          <p14:tracePt t="194501" x="7943850" y="4851400"/>
          <p14:tracePt t="194518" x="7969250" y="4845050"/>
          <p14:tracePt t="194535" x="7994650" y="4845050"/>
          <p14:tracePt t="194551" x="8001000" y="4845050"/>
          <p14:tracePt t="194567" x="8020050" y="4845050"/>
          <p14:tracePt t="194584" x="8039100" y="4851400"/>
          <p14:tracePt t="194601" x="8045450" y="4851400"/>
          <p14:tracePt t="194618" x="8051800" y="4851400"/>
          <p14:tracePt t="194634" x="8058150" y="4857750"/>
          <p14:tracePt t="194651" x="8064500" y="4857750"/>
          <p14:tracePt t="194668" x="8070850" y="4864100"/>
          <p14:tracePt t="194684" x="8077200" y="4870450"/>
          <p14:tracePt t="194687" x="8083550" y="4870450"/>
          <p14:tracePt t="194717" x="8083550" y="4876800"/>
          <p14:tracePt t="194733" x="8096250" y="4876800"/>
          <p14:tracePt t="194753" x="8102600" y="4876800"/>
          <p14:tracePt t="194767" x="8108950" y="4876800"/>
          <p14:tracePt t="194784" x="8121650" y="4883150"/>
          <p14:tracePt t="194801" x="8128000" y="4889500"/>
          <p14:tracePt t="194834" x="8134350" y="4908550"/>
          <p14:tracePt t="194851" x="8134350" y="4940300"/>
          <p14:tracePt t="194867" x="8115300" y="4965700"/>
          <p14:tracePt t="194884" x="8077200" y="5016500"/>
          <p14:tracePt t="194900" x="7975600" y="5099050"/>
          <p14:tracePt t="194916" x="7899400" y="5162550"/>
          <p14:tracePt t="194934" x="7753350" y="5251450"/>
          <p14:tracePt t="194950" x="7664450" y="5289550"/>
          <p14:tracePt t="194966" x="7613650" y="5321300"/>
          <p14:tracePt t="194984" x="7550150" y="5340350"/>
          <p14:tracePt t="195000" x="7524750" y="5346700"/>
          <p14:tracePt t="195016" x="7512050" y="5353050"/>
          <p14:tracePt t="195032" x="7505700" y="5359400"/>
          <p14:tracePt t="195096" x="7518400" y="5365750"/>
          <p14:tracePt t="195103" x="7550150" y="5372100"/>
          <p14:tracePt t="195117" x="7626350" y="5410200"/>
          <p14:tracePt t="195132" x="7721600" y="5454650"/>
          <p14:tracePt t="195149" x="7842250" y="5492750"/>
          <p14:tracePt t="195166" x="7962900" y="5511800"/>
          <p14:tracePt t="195182" x="8159750" y="5537200"/>
          <p14:tracePt t="195199" x="8255000" y="5537200"/>
          <p14:tracePt t="195203" x="8293100" y="5524500"/>
          <p14:tracePt t="195216" x="8343900" y="5505450"/>
          <p14:tracePt t="195232" x="8382000" y="5480050"/>
          <p14:tracePt t="195249" x="8401050" y="5473700"/>
          <p14:tracePt t="195265" x="8401050" y="5461000"/>
          <p14:tracePt t="195281" x="8369300" y="5410200"/>
          <p14:tracePt t="195300" x="8255000" y="5327650"/>
          <p14:tracePt t="195315" x="8108950" y="5245100"/>
          <p14:tracePt t="195332" x="7912100" y="5194300"/>
          <p14:tracePt t="195349" x="7600950" y="5118100"/>
          <p14:tracePt t="195365" x="7397750" y="5099050"/>
          <p14:tracePt t="195382" x="7200900" y="5111750"/>
          <p14:tracePt t="195399" x="6946900" y="5162550"/>
          <p14:tracePt t="195415" x="6807200" y="5200650"/>
          <p14:tracePt t="195432" x="6718300" y="5219700"/>
          <p14:tracePt t="195449" x="6604000" y="5251450"/>
          <p14:tracePt t="195465" x="6546850" y="5276850"/>
          <p14:tracePt t="195482" x="6483350" y="5302250"/>
          <p14:tracePt t="195498" x="6451600" y="5308600"/>
          <p14:tracePt t="195515" x="6445250" y="5314950"/>
          <p14:tracePt t="195532" x="6438900" y="5321300"/>
          <p14:tracePt t="195564" x="6432550" y="5327650"/>
          <p14:tracePt t="195665" x="6438900" y="5327650"/>
          <p14:tracePt t="195672" x="6445250" y="5327650"/>
          <p14:tracePt t="195700" x="6451600" y="5327650"/>
          <p14:tracePt t="195715" x="6451600" y="5321300"/>
          <p14:tracePt t="195721" x="6451600" y="5314950"/>
          <p14:tracePt t="196663" x="6438900" y="5308600"/>
          <p14:tracePt t="196670" x="6419850" y="5302250"/>
          <p14:tracePt t="196680" x="6388100" y="5289550"/>
          <p14:tracePt t="196693" x="6299200" y="5251450"/>
          <p14:tracePt t="196710" x="6223000" y="5213350"/>
          <p14:tracePt t="196727" x="6057900" y="5124450"/>
          <p14:tracePt t="196744" x="5956300" y="5092700"/>
          <p14:tracePt t="196761" x="5861050" y="5054600"/>
          <p14:tracePt t="196777" x="5708650" y="5003800"/>
          <p14:tracePt t="196793" x="5594350" y="4953000"/>
          <p14:tracePt t="196811" x="5467350" y="4902200"/>
          <p14:tracePt t="196826" x="5384800" y="4876800"/>
          <p14:tracePt t="196843" x="5321300" y="4845050"/>
          <p14:tracePt t="196860" x="5270500" y="4826000"/>
          <p14:tracePt t="196876" x="5149850" y="4800600"/>
          <p14:tracePt t="196893" x="5099050" y="4775200"/>
          <p14:tracePt t="196910" x="4997450" y="4756150"/>
          <p14:tracePt t="196926" x="4946650" y="4749800"/>
          <p14:tracePt t="196944" x="4889500" y="4749800"/>
          <p14:tracePt t="196960" x="4787900" y="4749800"/>
          <p14:tracePt t="196976" x="4679950" y="4756150"/>
          <p14:tracePt t="196993" x="4546600" y="4775200"/>
          <p14:tracePt t="197009" x="4438650" y="4794250"/>
          <p14:tracePt t="197026" x="4343400" y="4806950"/>
          <p14:tracePt t="197043" x="4216400" y="4819650"/>
          <p14:tracePt t="197059" x="4140200" y="4845050"/>
          <p14:tracePt t="197076" x="4057650" y="4857750"/>
          <p14:tracePt t="197092" x="3981450" y="4864100"/>
          <p14:tracePt t="197109" x="3924300" y="4876800"/>
          <p14:tracePt t="197126" x="3879850" y="4883150"/>
          <p14:tracePt t="197142" x="3810000" y="4889500"/>
          <p14:tracePt t="197159" x="3771900" y="4889500"/>
          <p14:tracePt t="197176" x="3702050" y="4889500"/>
          <p14:tracePt t="197192" x="3670300" y="4889500"/>
          <p14:tracePt t="197209" x="3632200" y="4889500"/>
          <p14:tracePt t="197226" x="3613150" y="4883150"/>
          <p14:tracePt t="197242" x="3606800" y="4883150"/>
          <p14:tracePt t="197258" x="3600450" y="4883150"/>
          <p14:tracePt t="197275" x="3594100" y="4889500"/>
          <p14:tracePt t="197625" x="3600450" y="4889500"/>
          <p14:tracePt t="197633" x="3619500" y="4889500"/>
          <p14:tracePt t="197640" x="3632200" y="4889500"/>
          <p14:tracePt t="197657" x="3663950" y="4889500"/>
          <p14:tracePt t="197675" x="3733800" y="4889500"/>
          <p14:tracePt t="197690" x="3784600" y="4883150"/>
          <p14:tracePt t="197707" x="3841750" y="4883150"/>
          <p14:tracePt t="197724" x="3924300" y="4876800"/>
          <p14:tracePt t="197740" x="3994150" y="4876800"/>
          <p14:tracePt t="197757" x="4051300" y="4876800"/>
          <p14:tracePt t="197774" x="4133850" y="4876800"/>
          <p14:tracePt t="197790" x="4184650" y="4876800"/>
          <p14:tracePt t="197807" x="4235450" y="4889500"/>
          <p14:tracePt t="197824" x="4279900" y="4889500"/>
          <p14:tracePt t="197840" x="4311650" y="4889500"/>
          <p14:tracePt t="197857" x="4330700" y="4889500"/>
          <p14:tracePt t="197873" x="4343400" y="4889500"/>
          <p14:tracePt t="197890" x="4356100" y="4889500"/>
          <p14:tracePt t="197907" x="4362450" y="4889500"/>
          <p14:tracePt t="197956" x="4368800" y="4889500"/>
          <p14:tracePt t="198012" x="4375150" y="4889500"/>
          <p14:tracePt t="198040" x="4381500" y="4889500"/>
          <p14:tracePt t="198047" x="4387850" y="4889500"/>
          <p14:tracePt t="198056" x="4400550" y="4889500"/>
          <p14:tracePt t="198072" x="4432300" y="4895850"/>
          <p14:tracePt t="198090" x="4527550" y="4927600"/>
          <p14:tracePt t="198106" x="4616450" y="4933950"/>
          <p14:tracePt t="198122" x="4724400" y="4953000"/>
          <p14:tracePt t="198139" x="4895850" y="4978400"/>
          <p14:tracePt t="198155" x="4997450" y="4978400"/>
          <p14:tracePt t="198172" x="5105400" y="4997450"/>
          <p14:tracePt t="198188" x="5200650" y="5003800"/>
          <p14:tracePt t="198205" x="5251450" y="5003800"/>
          <p14:tracePt t="198223" x="5308600" y="4991100"/>
          <p14:tracePt t="198238" x="5314950" y="4991100"/>
          <p14:tracePt t="198255" x="5321300" y="4984750"/>
          <p14:tracePt t="198272" x="5327650" y="4984750"/>
          <p14:tracePt t="198307" x="5334000" y="4984750"/>
          <p14:tracePt t="198503" x="5327650" y="4984750"/>
          <p14:tracePt t="198532" x="5327650" y="4978400"/>
          <p14:tracePt t="198552" x="5321300" y="4978400"/>
          <p14:tracePt t="198595" x="5314950" y="4978400"/>
          <p14:tracePt t="198665" x="5314950" y="4984750"/>
          <p14:tracePt t="198700" x="5302250" y="4991100"/>
          <p14:tracePt t="199502" x="5270500" y="5003800"/>
          <p14:tracePt t="199509" x="5232400" y="5003800"/>
          <p14:tracePt t="199518" x="5187950" y="5022850"/>
          <p14:tracePt t="199534" x="5054600" y="5054600"/>
          <p14:tracePt t="199551" x="4832350" y="5099050"/>
          <p14:tracePt t="199567" x="4711700" y="5130800"/>
          <p14:tracePt t="199584" x="4616450" y="5143500"/>
          <p14:tracePt t="199601" x="4483100" y="5168900"/>
          <p14:tracePt t="199617" x="4381500" y="5200650"/>
          <p14:tracePt t="199634" x="4267200" y="5213350"/>
          <p14:tracePt t="199650" x="4133850" y="5232400"/>
          <p14:tracePt t="199667" x="3994150" y="5302250"/>
          <p14:tracePt t="201388" x="3930650" y="5314950"/>
          <p14:tracePt t="201395" x="3873500" y="5340350"/>
          <p14:tracePt t="201401" x="3790950" y="5372100"/>
          <p14:tracePt t="201416" x="3714750" y="5403850"/>
          <p14:tracePt t="201427" x="3613150" y="5422900"/>
          <p14:tracePt t="201446" x="3403600" y="5467350"/>
          <p14:tracePt t="201461" x="3314700" y="5486400"/>
          <p14:tracePt t="201477" x="3143250" y="5505450"/>
          <p14:tracePt t="201494" x="2978150" y="5524500"/>
          <p14:tracePt t="201510" x="2901950" y="5524500"/>
          <p14:tracePt t="201527" x="2806700" y="5543550"/>
          <p14:tracePt t="201544" x="2647950" y="5588000"/>
          <p14:tracePt t="201560" x="2622550" y="5594350"/>
          <p14:tracePt t="201578" x="2597150" y="5626100"/>
          <p14:tracePt t="201594" x="2590800" y="5626100"/>
          <p14:tracePt t="201610" x="2584450" y="5632450"/>
          <p14:tracePt t="201654" x="2578100" y="5632450"/>
          <p14:tracePt t="201677" x="2578100" y="5638800"/>
          <p14:tracePt t="201683" x="2571750" y="5645150"/>
          <p14:tracePt t="201697" x="2559050" y="5645150"/>
          <p14:tracePt t="201711" x="2552700" y="5645150"/>
          <p14:tracePt t="201726" x="2533650" y="5645150"/>
          <p14:tracePt t="202298" x="2571750" y="5657850"/>
          <p14:tracePt t="202305" x="2654300" y="5670550"/>
          <p14:tracePt t="202320" x="2717800" y="5689600"/>
          <p14:tracePt t="202327" x="2800350" y="5708650"/>
          <p14:tracePt t="202343" x="2889250" y="5721350"/>
          <p14:tracePt t="202357" x="3003550" y="5740400"/>
          <p14:tracePt t="202374" x="3257550" y="5753100"/>
          <p14:tracePt t="202391" x="3473450" y="5759450"/>
          <p14:tracePt t="202407" x="3562350" y="5759450"/>
          <p14:tracePt t="202424" x="3740150" y="5746750"/>
          <p14:tracePt t="202441" x="3867150" y="5740400"/>
          <p14:tracePt t="202457" x="3898900" y="5740400"/>
          <p14:tracePt t="202474" x="3937000" y="5727700"/>
          <p14:tracePt t="202490" x="3949700" y="5727700"/>
          <p14:tracePt t="202507" x="3956050" y="5727700"/>
          <p14:tracePt t="202586" x="3956050" y="5734050"/>
          <p14:tracePt t="202628" x="3949700" y="5734050"/>
          <p14:tracePt t="202635" x="3943350" y="5734050"/>
          <p14:tracePt t="213584" x="3937000" y="5740400"/>
          <p14:tracePt t="213591" x="3924300" y="5746750"/>
          <p14:tracePt t="213601" x="3911600" y="5753100"/>
          <p14:tracePt t="213619" x="3873500" y="5772150"/>
          <p14:tracePt t="213635" x="3841750" y="5784850"/>
          <p14:tracePt t="213652" x="3803650" y="5797550"/>
          <p14:tracePt t="213669" x="3746500" y="5810250"/>
          <p14:tracePt t="213685" x="3702050" y="5816600"/>
          <p14:tracePt t="213702" x="3663950" y="5816600"/>
          <p14:tracePt t="213718" x="3575050" y="5797550"/>
          <p14:tracePt t="213735" x="3524250" y="5791200"/>
          <p14:tracePt t="213752" x="3448050" y="5791200"/>
          <p14:tracePt t="213768" x="3340100" y="5784850"/>
          <p14:tracePt t="213785" x="3270250" y="5778500"/>
          <p14:tracePt t="213802" x="3168650" y="5791200"/>
          <p14:tracePt t="213818" x="3111500" y="5791200"/>
          <p14:tracePt t="213835" x="3073400" y="5797550"/>
          <p14:tracePt t="213852" x="3035300" y="5803900"/>
          <p14:tracePt t="213868" x="3009900" y="5803900"/>
          <p14:tracePt t="213884" x="2984500" y="5816600"/>
          <p14:tracePt t="213901" x="2946400" y="5822950"/>
          <p14:tracePt t="213917" x="2921000" y="5829300"/>
          <p14:tracePt t="213934" x="2895600" y="5829300"/>
          <p14:tracePt t="213951" x="2851150" y="5848350"/>
          <p14:tracePt t="213967" x="2825750" y="5854700"/>
          <p14:tracePt t="213985" x="2787650" y="5854700"/>
          <p14:tracePt t="214001" x="2755900" y="5854700"/>
          <p14:tracePt t="214017" x="2724150" y="5848350"/>
          <p14:tracePt t="214034" x="2686050" y="5842000"/>
          <p14:tracePt t="214051" x="2667000" y="5842000"/>
          <p14:tracePt t="214067" x="2622550" y="5829300"/>
          <p14:tracePt t="214084" x="2571750" y="5822950"/>
          <p14:tracePt t="214100" x="2552700" y="5816600"/>
          <p14:tracePt t="214117" x="2489200" y="5816600"/>
          <p14:tracePt t="214133" x="2419350" y="5810250"/>
          <p14:tracePt t="214150" x="2381250" y="5810250"/>
          <p14:tracePt t="214167" x="2317750" y="5810250"/>
          <p14:tracePt t="214183" x="2279650" y="5816600"/>
          <p14:tracePt t="214200" x="2266950" y="5816600"/>
          <p14:tracePt t="214217" x="2247900" y="5822950"/>
          <p14:tracePt t="214233" x="2235200" y="5829300"/>
          <p14:tracePt t="214266" x="2235200" y="5822950"/>
          <p14:tracePt t="214734" x="2235200" y="5835650"/>
          <p14:tracePt t="214742" x="2254250" y="5873750"/>
          <p14:tracePt t="214755" x="2266950" y="5905500"/>
          <p14:tracePt t="214764" x="2286000" y="5937250"/>
          <p14:tracePt t="214781" x="2311400" y="5975350"/>
          <p14:tracePt t="214798" x="2349500" y="6026150"/>
          <p14:tracePt t="214814" x="2400300" y="6070600"/>
          <p14:tracePt t="214831" x="2425700" y="6096000"/>
          <p14:tracePt t="214848" x="2470150" y="6121400"/>
          <p14:tracePt t="214864" x="2489200" y="6134100"/>
          <p14:tracePt t="214882" x="2514600" y="6146800"/>
          <p14:tracePt t="214897" x="2527300" y="6146800"/>
          <p14:tracePt t="214914" x="2533650" y="6146800"/>
          <p14:tracePt t="214931" x="2540000" y="6146800"/>
          <p14:tracePt t="214947" x="2546350" y="6153150"/>
          <p14:tracePt t="215009" x="2552700" y="6153150"/>
          <p14:tracePt t="215072" x="2559050" y="6153150"/>
          <p14:tracePt t="215756" x="2559050" y="6140450"/>
          <p14:tracePt t="215771" x="2559050" y="6134100"/>
          <p14:tracePt t="215779" x="2565400" y="6108700"/>
          <p14:tracePt t="215791" x="2565400" y="6089650"/>
          <p14:tracePt t="215798" x="2571750" y="6076950"/>
          <p14:tracePt t="215810" x="2578100" y="6057900"/>
          <p14:tracePt t="215827" x="2578100" y="6013450"/>
          <p14:tracePt t="215844" x="2584450" y="5988050"/>
          <p14:tracePt t="215862" x="2590800" y="5956300"/>
          <p14:tracePt t="215877" x="2616200" y="5873750"/>
          <p14:tracePt t="215894" x="2622550" y="5854700"/>
          <p14:tracePt t="215911" x="2635250" y="5829300"/>
          <p14:tracePt t="215927" x="2635250" y="5822950"/>
          <p14:tracePt t="215944" x="2635250" y="5816600"/>
          <p14:tracePt t="215981" x="2622550" y="5816600"/>
          <p14:tracePt t="215994" x="2616200" y="5816600"/>
          <p14:tracePt t="216010" x="2571750" y="5822950"/>
          <p14:tracePt t="216027" x="2552700" y="5822950"/>
          <p14:tracePt t="216043" x="2476500" y="5822950"/>
          <p14:tracePt t="216060" x="2368550" y="5822950"/>
          <p14:tracePt t="216077" x="2317750" y="5822950"/>
          <p14:tracePt t="216094" x="2216150" y="5835650"/>
          <p14:tracePt t="216110" x="2165350" y="5835650"/>
          <p14:tracePt t="216126" x="2152650" y="5835650"/>
          <p14:tracePt t="216143" x="2139950" y="5835650"/>
          <p14:tracePt t="216159" x="2146300" y="5835650"/>
          <p14:tracePt t="216176" x="2178050" y="5835650"/>
          <p14:tracePt t="216193" x="2266950" y="5835650"/>
          <p14:tracePt t="216210" x="2343150" y="5835650"/>
          <p14:tracePt t="216227" x="2622550" y="5842000"/>
          <p14:tracePt t="216243" x="2711450" y="5842000"/>
          <p14:tracePt t="216259" x="2813050" y="5842000"/>
          <p14:tracePt t="216277" x="2978150" y="5842000"/>
          <p14:tracePt t="216293" x="3079750" y="5842000"/>
          <p14:tracePt t="216309" x="3111500" y="5835650"/>
          <p14:tracePt t="216326" x="3155950" y="5822950"/>
          <p14:tracePt t="216342" x="3162300" y="5822950"/>
          <p14:tracePt t="216359" x="3168650" y="5816600"/>
          <p14:tracePt t="216376" x="3175000" y="5816600"/>
          <p14:tracePt t="217929" x="3168650" y="5816600"/>
          <p14:tracePt t="217935" x="3155950" y="5822950"/>
          <p14:tracePt t="217950" x="3143250" y="5822950"/>
          <p14:tracePt t="217957" x="3136900" y="5822950"/>
          <p14:tracePt t="217971" x="3111500" y="5829300"/>
          <p14:tracePt t="217987" x="3073400" y="5835650"/>
          <p14:tracePt t="218003" x="3048000" y="5842000"/>
          <p14:tracePt t="218020" x="3009900" y="5848350"/>
          <p14:tracePt t="218037" x="2952750" y="5854700"/>
          <p14:tracePt t="218053" x="2921000" y="5854700"/>
          <p14:tracePt t="218070" x="2876550" y="5861050"/>
          <p14:tracePt t="218086" x="2863850" y="5867400"/>
          <p14:tracePt t="218103" x="2819400" y="5873750"/>
          <p14:tracePt t="218119" x="2794000" y="5892800"/>
          <p14:tracePt t="218136" x="2781300" y="5892800"/>
          <p14:tracePt t="218139" x="2774950" y="5899150"/>
          <p14:tracePt t="218153" x="2768600" y="5899150"/>
          <p14:tracePt t="218169" x="2768600" y="5905500"/>
          <p14:tracePt t="218186" x="2762250" y="5905500"/>
          <p14:tracePt t="218217" x="2762250" y="5911850"/>
          <p14:tracePt t="218456" x="2762250" y="5918200"/>
          <p14:tracePt t="218470" x="2762250" y="5924550"/>
          <p14:tracePt t="218476" x="2762250" y="5937250"/>
          <p14:tracePt t="218491" x="2768600" y="5949950"/>
          <p14:tracePt t="218501" x="2768600" y="5962650"/>
          <p14:tracePt t="218519" x="2774950" y="6007100"/>
          <p14:tracePt t="218535" x="2781300" y="6038850"/>
          <p14:tracePt t="218551" x="2787650" y="6121400"/>
          <p14:tracePt t="218568" x="2787650" y="6223000"/>
          <p14:tracePt t="218585" x="2787650" y="6286500"/>
          <p14:tracePt t="218601" x="2800350" y="6413500"/>
          <p14:tracePt t="218618" x="2800350" y="6521450"/>
          <p14:tracePt t="218635" x="2800350" y="6572250"/>
          <p14:tracePt t="218638" x="2800350" y="6610350"/>
          <p14:tracePt t="218654" x="2800350" y="6635750"/>
          <p14:tracePt t="218667" x="2813050" y="6692900"/>
          <p14:tracePt t="218685" x="2813050" y="6711950"/>
          <p14:tracePt t="218702" x="2819400" y="6731000"/>
          <p14:tracePt t="218718" x="2819400" y="6737350"/>
          <p14:tracePt t="218734" x="2819400" y="6743700"/>
          <p14:tracePt t="218751" x="2825750" y="6743700"/>
          <p14:tracePt t="218821" x="2825750" y="6750050"/>
          <p14:tracePt t="219199" x="2832100" y="6737350"/>
          <p14:tracePt t="219228" x="2838450" y="6731000"/>
          <p14:tracePt t="219250" x="2838450" y="6724650"/>
          <p14:tracePt t="219263" x="2844800" y="6718300"/>
          <p14:tracePt t="219271" x="2844800" y="6705600"/>
          <p14:tracePt t="219285" x="2851150" y="6692900"/>
          <p14:tracePt t="219299" x="2876550" y="6642100"/>
          <p14:tracePt t="219315" x="2882900" y="6610350"/>
          <p14:tracePt t="219332" x="2895600" y="6572250"/>
          <p14:tracePt t="219349" x="2914650" y="6451600"/>
          <p14:tracePt t="219365" x="2952750" y="6343650"/>
          <p14:tracePt t="219383" x="2971800" y="6223000"/>
          <p14:tracePt t="219399" x="2978150" y="6165850"/>
          <p14:tracePt t="219415" x="3003550" y="6096000"/>
          <p14:tracePt t="219432" x="3009900" y="6051550"/>
          <p14:tracePt t="219448" x="3016250" y="6038850"/>
          <p14:tracePt t="219465" x="3016250" y="6026150"/>
          <p14:tracePt t="219482" x="3022600" y="6019800"/>
          <p14:tracePt t="219516" x="3028950" y="6013450"/>
          <p14:tracePt t="219551" x="3035300" y="6000750"/>
          <p14:tracePt t="219572" x="3041650" y="5994400"/>
          <p14:tracePt t="219581" x="3041650" y="5988050"/>
          <p14:tracePt t="219598" x="3041650" y="5981700"/>
          <p14:tracePt t="219615" x="3048000" y="5981700"/>
          <p14:tracePt t="219663" x="3054350" y="5975350"/>
          <p14:tracePt t="219671" x="3054350" y="5969000"/>
          <p14:tracePt t="219692" x="3060700" y="5969000"/>
          <p14:tracePt t="219714" x="3067050" y="5962650"/>
          <p14:tracePt t="219720" x="3067050" y="5956300"/>
          <p14:tracePt t="219741" x="3073400" y="5949950"/>
          <p14:tracePt t="219762" x="3079750" y="5949950"/>
          <p14:tracePt t="219825" x="3086100" y="5949950"/>
          <p14:tracePt t="219924" x="3079750" y="5956300"/>
          <p14:tracePt t="219931" x="3067050" y="5962650"/>
          <p14:tracePt t="219945" x="3060700" y="5969000"/>
          <p14:tracePt t="219952" x="3048000" y="5975350"/>
          <p14:tracePt t="219966" x="3035300" y="5988050"/>
          <p14:tracePt t="219980" x="3016250" y="5994400"/>
          <p14:tracePt t="219996" x="2965450" y="6019800"/>
          <p14:tracePt t="220013" x="2933700" y="6026150"/>
          <p14:tracePt t="220030" x="2876550" y="6032500"/>
          <p14:tracePt t="220046" x="2825750" y="6038850"/>
          <p14:tracePt t="220063" x="2806700" y="6038850"/>
          <p14:tracePt t="220079" x="2762250" y="6045200"/>
          <p14:tracePt t="220096" x="2730500" y="6051550"/>
          <p14:tracePt t="220114" x="2705100" y="6051550"/>
          <p14:tracePt t="220129" x="2698750" y="6051550"/>
          <p14:tracePt t="220146" x="2692400" y="6051550"/>
          <p14:tracePt t="220178" x="2686050" y="6051550"/>
          <p14:tracePt t="220199" x="2686050" y="6045200"/>
          <p14:tracePt t="220213" x="2692400" y="6038850"/>
          <p14:tracePt t="220229" x="2692400" y="6032500"/>
          <p14:tracePt t="220246" x="2692400" y="6019800"/>
          <p14:tracePt t="220262" x="2717800" y="5994400"/>
          <p14:tracePt t="220279" x="2743200" y="5956300"/>
          <p14:tracePt t="220297" x="2787650" y="5911850"/>
          <p14:tracePt t="220312" x="2800350" y="5892800"/>
          <p14:tracePt t="220329" x="2832100" y="5854700"/>
          <p14:tracePt t="220346" x="2851150" y="5835650"/>
          <p14:tracePt t="220362" x="2851150" y="5829300"/>
          <p14:tracePt t="220378" x="2857500" y="5829300"/>
          <p14:tracePt t="220395" x="2863850" y="5829300"/>
          <p14:tracePt t="220412" x="2870200" y="5842000"/>
          <p14:tracePt t="220428" x="2882900" y="5911850"/>
          <p14:tracePt t="220445" x="2901950" y="6045200"/>
          <p14:tracePt t="220462" x="2914650" y="6134100"/>
          <p14:tracePt t="220479" x="2933700" y="6216650"/>
          <p14:tracePt t="220495" x="2965450" y="6445250"/>
          <p14:tracePt t="220511" x="2971800" y="6515100"/>
          <p14:tracePt t="220530" x="2984500" y="6584950"/>
          <p14:tracePt t="220545" x="2990850" y="6604000"/>
          <p14:tracePt t="220561" x="2990850" y="6623050"/>
          <p14:tracePt t="220578" x="2990850" y="6629400"/>
          <p14:tracePt t="220648" x="2997200" y="6635750"/>
          <p14:tracePt t="220718" x="2997200" y="6629400"/>
          <p14:tracePt t="220725" x="2997200" y="6623050"/>
          <p14:tracePt t="220739" x="2997200" y="6616700"/>
          <p14:tracePt t="220747" x="2997200" y="6597650"/>
          <p14:tracePt t="220763" x="2997200" y="6584950"/>
          <p14:tracePt t="220777" x="2997200" y="6521450"/>
          <p14:tracePt t="220794" x="2997200" y="6464300"/>
          <p14:tracePt t="220810" x="2997200" y="6337300"/>
          <p14:tracePt t="220827" x="2997200" y="6248400"/>
          <p14:tracePt t="220845" x="2984500" y="6019800"/>
          <p14:tracePt t="220860" x="2978150" y="5949950"/>
          <p14:tracePt t="220877" x="2959100" y="5886450"/>
          <p14:tracePt t="220894" x="2933700" y="5810250"/>
          <p14:tracePt t="220910" x="2921000" y="5759450"/>
          <p14:tracePt t="220926" x="2921000" y="5753100"/>
          <p14:tracePt t="220944" x="2914650" y="5746750"/>
          <p14:tracePt t="221477" x="2863850" y="5753100"/>
          <p14:tracePt t="221492" x="2781300" y="5784850"/>
          <p14:tracePt t="221498" x="2698750" y="5810250"/>
          <p14:tracePt t="221512" x="2622550" y="5842000"/>
          <p14:tracePt t="221524" x="2552700" y="5880100"/>
          <p14:tracePt t="221541" x="2419350" y="5943600"/>
          <p14:tracePt t="221558" x="2374900" y="5969000"/>
          <p14:tracePt t="221575" x="2273300" y="6019800"/>
          <p14:tracePt t="221591" x="2203450" y="6083300"/>
          <p14:tracePt t="221608" x="2159000" y="6108700"/>
          <p14:tracePt t="221625" x="2095500" y="6159500"/>
          <p14:tracePt t="221641" x="2038350" y="6197600"/>
          <p14:tracePt t="221657" x="2025650" y="6203950"/>
          <p14:tracePt t="221674" x="2000250" y="6210300"/>
          <p14:tracePt t="221691" x="1968500" y="6210300"/>
          <p14:tracePt t="221708" x="1955800" y="6210300"/>
          <p14:tracePt t="221724" x="1924050" y="6197600"/>
          <p14:tracePt t="221740" x="1898650" y="6178550"/>
          <p14:tracePt t="221758" x="1873250" y="6153150"/>
          <p14:tracePt t="221774" x="1860550" y="6146800"/>
          <p14:tracePt t="221790" x="1860550" y="6140450"/>
          <p14:tracePt t="221807" x="1860550" y="6134100"/>
          <p14:tracePt t="221823" x="1860550" y="6127750"/>
          <p14:tracePt t="222130" x="1866900" y="6127750"/>
          <p14:tracePt t="222136" x="1879600" y="6127750"/>
          <p14:tracePt t="222151" x="1898650" y="6134100"/>
          <p14:tracePt t="222159" x="1924050" y="6140450"/>
          <p14:tracePt t="222173" x="1962150" y="6146800"/>
          <p14:tracePt t="222189" x="2070100" y="6172200"/>
          <p14:tracePt t="222205" x="2133600" y="6184900"/>
          <p14:tracePt t="222209" x="2203450" y="6191250"/>
          <p14:tracePt t="222222" x="2279650" y="6191250"/>
          <p14:tracePt t="222239" x="2355850" y="6203950"/>
          <p14:tracePt t="222256" x="2520950" y="6203950"/>
          <p14:tracePt t="222272" x="2571750" y="6203950"/>
          <p14:tracePt t="222288" x="2603500" y="6203950"/>
          <p14:tracePt t="222305" x="2641600" y="6203950"/>
          <p14:tracePt t="222322" x="2660650" y="6203950"/>
          <p14:tracePt t="222338" x="2667000" y="6203950"/>
          <p14:tracePt t="222396" x="2667000" y="6210300"/>
          <p14:tracePt t="223063" x="2686050" y="6210300"/>
          <p14:tracePt t="223070" x="2705100" y="6210300"/>
          <p14:tracePt t="223084" x="2736850" y="6210300"/>
          <p14:tracePt t="223091" x="2762250" y="6210300"/>
          <p14:tracePt t="223106" x="2794000" y="6197600"/>
          <p14:tracePt t="223120" x="2857500" y="6191250"/>
          <p14:tracePt t="223136" x="2889250" y="6184900"/>
          <p14:tracePt t="223152" x="2921000" y="6178550"/>
          <p14:tracePt t="223169" x="2997200" y="6178550"/>
          <p14:tracePt t="223185" x="3060700" y="6178550"/>
          <p14:tracePt t="223202" x="3092450" y="6178550"/>
          <p14:tracePt t="223219" x="3162300" y="6159500"/>
          <p14:tracePt t="223235" x="3219450" y="6159500"/>
          <p14:tracePt t="223253" x="3257550" y="6153150"/>
          <p14:tracePt t="223269" x="3276600" y="6153150"/>
          <p14:tracePt t="223285" x="3302000" y="6153150"/>
          <p14:tracePt t="223303" x="3321050" y="6153150"/>
          <p14:tracePt t="223318" x="3333750" y="6153150"/>
          <p14:tracePt t="223336" x="3352800" y="6153150"/>
          <p14:tracePt t="223352" x="3371850" y="6153150"/>
          <p14:tracePt t="223368" x="3384550" y="6153150"/>
          <p14:tracePt t="223385" x="3397250" y="6146800"/>
          <p14:tracePt t="223401" x="3486150" y="6146800"/>
          <p14:tracePt t="223418" x="3536950" y="6146800"/>
          <p14:tracePt t="223436" x="3683000" y="6153150"/>
          <p14:tracePt t="223451" x="3759200" y="6165850"/>
          <p14:tracePt t="223468" x="3937000" y="6172200"/>
          <p14:tracePt t="223485" x="4114800" y="6172200"/>
          <p14:tracePt t="223501" x="4191000" y="6184900"/>
          <p14:tracePt t="223519" x="4311650" y="6191250"/>
          <p14:tracePt t="223535" x="4406900" y="6216650"/>
          <p14:tracePt t="223551" x="4438650" y="6223000"/>
          <p14:tracePt t="223568" x="4470400" y="6242050"/>
          <p14:tracePt t="228532" x="4489450" y="6242050"/>
          <p14:tracePt t="228539" x="4521200" y="6248400"/>
          <p14:tracePt t="228553" x="4540250" y="6254750"/>
          <p14:tracePt t="228567" x="4578350" y="6254750"/>
          <p14:tracePt t="228583" x="4654550" y="6286500"/>
          <p14:tracePt t="228600" x="4705350" y="6299200"/>
          <p14:tracePt t="228617" x="4813300" y="6311900"/>
          <p14:tracePt t="228633" x="4940300" y="6330950"/>
          <p14:tracePt t="228650" x="5022850" y="6343650"/>
          <p14:tracePt t="228667" x="5162550" y="6369050"/>
          <p14:tracePt t="228683" x="5302250" y="6407150"/>
          <p14:tracePt t="228700" x="5365750" y="6419850"/>
          <p14:tracePt t="228716" x="5473700" y="6445250"/>
          <p14:tracePt t="228733" x="5518150" y="6464300"/>
          <p14:tracePt t="228751" x="5638800" y="6489700"/>
          <p14:tracePt t="228766" x="5664200" y="6496050"/>
          <p14:tracePt t="228783" x="5689600" y="6502400"/>
          <p14:tracePt t="228800" x="5740400" y="6502400"/>
          <p14:tracePt t="228816" x="5772150" y="6502400"/>
          <p14:tracePt t="228833" x="5784850" y="6496050"/>
          <p14:tracePt t="228849" x="5803900" y="6489700"/>
          <p14:tracePt t="228865" x="5829300" y="6477000"/>
          <p14:tracePt t="228882" x="5842000" y="6477000"/>
          <p14:tracePt t="228899" x="5867400" y="6470650"/>
          <p14:tracePt t="228916" x="5892800" y="6457950"/>
          <p14:tracePt t="228933" x="5924550" y="6451600"/>
          <p14:tracePt t="228949" x="5937250" y="6445250"/>
          <p14:tracePt t="228965" x="5969000" y="6438900"/>
          <p14:tracePt t="228983" x="6007100" y="6419850"/>
          <p14:tracePt t="228999" x="6013450" y="6419850"/>
          <p14:tracePt t="229015" x="6019800" y="6413500"/>
          <p14:tracePt t="229032" x="6026150" y="6407150"/>
          <p14:tracePt t="229068" x="6032500" y="6400800"/>
          <p14:tracePt t="229116" x="6032500" y="6394450"/>
          <p14:tracePt t="229122" x="6032500" y="6388100"/>
          <p14:tracePt t="229193" x="6032500" y="6381750"/>
          <p14:tracePt t="229214" x="6032500" y="6375400"/>
          <p14:tracePt t="229235" x="6032500" y="6369050"/>
          <p14:tracePt t="229242" x="6032500" y="6362700"/>
          <p14:tracePt t="229256" x="6026150" y="6356350"/>
          <p14:tracePt t="229265" x="6026150" y="6343650"/>
          <p14:tracePt t="229281" x="6019800" y="6343650"/>
          <p14:tracePt t="229298" x="6000750" y="6330950"/>
          <p14:tracePt t="229821" x="5930900" y="6330950"/>
          <p14:tracePt t="229829" x="5911850" y="6330950"/>
          <p14:tracePt t="229835" x="5880100" y="6330950"/>
          <p14:tracePt t="229849" x="5861050" y="6330950"/>
          <p14:tracePt t="229863" x="5835650" y="6330950"/>
          <p14:tracePt t="229879" x="5791200" y="6330950"/>
          <p14:tracePt t="229895" x="5772150" y="6330950"/>
          <p14:tracePt t="229913" x="5740400" y="6330950"/>
          <p14:tracePt t="229929" x="5702300" y="6330950"/>
          <p14:tracePt t="229945" x="5689600" y="6330950"/>
          <p14:tracePt t="229962" x="5645150" y="6337300"/>
          <p14:tracePt t="229979" x="5594350" y="6350000"/>
          <p14:tracePt t="229996" x="5575300" y="6356350"/>
          <p14:tracePt t="230012" x="5556250" y="6362700"/>
          <p14:tracePt t="234305" x="5556250" y="6356350"/>
          <p14:tracePt t="234314" x="5568950" y="6324600"/>
          <p14:tracePt t="234320" x="5581650" y="6305550"/>
          <p14:tracePt t="234334" x="5588000" y="6267450"/>
          <p14:tracePt t="234347" x="5600700" y="6223000"/>
          <p14:tracePt t="234363" x="5619750" y="6096000"/>
          <p14:tracePt t="234380" x="5626100" y="6019800"/>
          <p14:tracePt t="234397" x="5645150" y="5810250"/>
          <p14:tracePt t="234413" x="5657850" y="5518150"/>
          <p14:tracePt t="234430" x="5638800" y="5346700"/>
          <p14:tracePt t="234447" x="5594350" y="5010150"/>
          <p14:tracePt t="234463" x="5530850" y="4718050"/>
          <p14:tracePt t="234480" x="5511800" y="4622800"/>
          <p14:tracePt t="234497" x="5473700" y="4476750"/>
          <p14:tracePt t="234513" x="5454650" y="4425950"/>
          <p14:tracePt t="234531" x="5410200" y="4298950"/>
          <p14:tracePt t="234546" x="5397500" y="4267200"/>
          <p14:tracePt t="234563" x="5378450" y="4210050"/>
          <p14:tracePt t="234580" x="5346700" y="4133850"/>
          <p14:tracePt t="234596" x="5314950" y="4083050"/>
          <p14:tracePt t="234612" x="5302250" y="4057650"/>
          <p14:tracePt t="234630" x="5283200" y="4025900"/>
          <p14:tracePt t="234646" x="5264150" y="4000500"/>
          <p14:tracePt t="234663" x="5257800" y="3987800"/>
          <p14:tracePt t="234679" x="5245100" y="3949700"/>
          <p14:tracePt t="234696" x="5232400" y="3930650"/>
          <p14:tracePt t="234713" x="5226050" y="3898900"/>
          <p14:tracePt t="234729" x="5200650" y="3816350"/>
          <p14:tracePt t="234745" x="5175250" y="3695700"/>
          <p14:tracePt t="234763" x="5156200" y="3600450"/>
          <p14:tracePt t="234779" x="5143500" y="3549650"/>
          <p14:tracePt t="234795" x="5143500" y="3543300"/>
          <p14:tracePt t="234828" x="5156200" y="3543300"/>
          <p14:tracePt t="234862" x="5175250" y="3549650"/>
          <p14:tracePt t="234878" x="5181600" y="3556000"/>
          <p14:tracePt t="234896" x="5207000" y="3575050"/>
          <p14:tracePt t="234912" x="5226050" y="3600450"/>
          <p14:tracePt t="234928" x="5308600" y="3689350"/>
          <p14:tracePt t="234945" x="5365750" y="3746500"/>
          <p14:tracePt t="234961" x="5588000" y="3987800"/>
          <p14:tracePt t="234978" x="5676900" y="4114800"/>
          <p14:tracePt t="234995" x="5994400" y="4546600"/>
          <p14:tracePt t="235011" x="6102350" y="4724400"/>
          <p14:tracePt t="235014" x="6197600" y="4895850"/>
          <p14:tracePt t="235045" x="6502400" y="5448300"/>
          <p14:tracePt t="235061" x="6597650" y="5619750"/>
          <p14:tracePt t="235079" x="6686550" y="5797550"/>
          <p14:tracePt t="235094" x="6940550" y="6203950"/>
          <p14:tracePt t="235111" x="6991350" y="6299200"/>
          <p14:tracePt t="235128" x="7105650" y="6489700"/>
          <p14:tracePt t="235144" x="7137400" y="6553200"/>
          <p14:tracePt t="235161" x="7181850" y="6642100"/>
          <p14:tracePt t="235178" x="7194550" y="6654800"/>
          <p14:tracePt t="235219" x="7188200" y="6648450"/>
          <p14:tracePt t="235227" x="7181850" y="6629400"/>
          <p14:tracePt t="235244" x="7169150" y="6610350"/>
          <p14:tracePt t="235261" x="7067550" y="6483350"/>
          <p14:tracePt t="235276" x="6896100" y="6261100"/>
          <p14:tracePt t="235294" x="6769100" y="6076950"/>
          <p14:tracePt t="235311" x="6419850" y="5600700"/>
          <p14:tracePt t="235327" x="6089650" y="5111750"/>
          <p14:tracePt t="235343" x="5937250" y="4902200"/>
          <p14:tracePt t="235360" x="5676900" y="4572000"/>
          <p14:tracePt t="235377" x="5511800" y="4381500"/>
          <p14:tracePt t="235393" x="5435600" y="4298950"/>
          <p14:tracePt t="235410" x="5314950" y="4159250"/>
          <p14:tracePt t="235427" x="5270500" y="4121150"/>
          <p14:tracePt t="235443" x="5219700" y="4083050"/>
          <p14:tracePt t="235459" x="5194300" y="4070350"/>
          <p14:tracePt t="235476" x="5181600" y="4057650"/>
          <p14:tracePt t="235494" x="5149850" y="4051300"/>
          <p14:tracePt t="235509" x="5105400" y="4044950"/>
          <p14:tracePt t="235526" x="5067300" y="4044950"/>
          <p14:tracePt t="235529" x="5029200" y="4044950"/>
          <p14:tracePt t="235543" x="4978400" y="4051300"/>
          <p14:tracePt t="235559" x="4857750" y="4064000"/>
          <p14:tracePt t="235576" x="4800600" y="4083050"/>
          <p14:tracePt t="235593" x="4667250" y="4121150"/>
          <p14:tracePt t="235609" x="4521200" y="4178300"/>
          <p14:tracePt t="235626" x="4451350" y="4216400"/>
          <p14:tracePt t="235642" x="4337050" y="4292600"/>
          <p14:tracePt t="235659" x="4260850" y="4362450"/>
          <p14:tracePt t="235677" x="4222750" y="4419600"/>
          <p14:tracePt t="235692" x="4210050" y="4451350"/>
          <p14:tracePt t="235709" x="4203700" y="4489450"/>
          <p14:tracePt t="235726" x="4235450" y="4641850"/>
          <p14:tracePt t="235742" x="4260850" y="4692650"/>
          <p14:tracePt t="235759" x="4298950" y="4749800"/>
          <p14:tracePt t="235776" x="4394200" y="4857750"/>
          <p14:tracePt t="235792" x="4546600" y="4972050"/>
          <p14:tracePt t="235809" x="4641850" y="5022850"/>
          <p14:tracePt t="235825" x="4838700" y="5105400"/>
          <p14:tracePt t="235842" x="5105400" y="5168900"/>
          <p14:tracePt t="235859" x="5365750" y="5181600"/>
          <p14:tracePt t="235875" x="5518150" y="5156200"/>
          <p14:tracePt t="235892" x="5715000" y="5060950"/>
          <p14:tracePt t="235908" x="5880100" y="4902200"/>
          <p14:tracePt t="235925" x="5943600" y="4794250"/>
          <p14:tracePt t="235941" x="6019800" y="4546600"/>
          <p14:tracePt t="235958" x="6057900" y="4260850"/>
          <p14:tracePt t="235975" x="6057900" y="4121150"/>
          <p14:tracePt t="235992" x="6057900" y="3994150"/>
          <p14:tracePt t="236007" x="6019800" y="3778250"/>
          <p14:tracePt t="236024" x="5988050" y="3670300"/>
          <p14:tracePt t="236042" x="5918200" y="3486150"/>
          <p14:tracePt t="236058" x="5816600" y="3333750"/>
          <p14:tracePt t="236074" x="5765800" y="3276600"/>
          <p14:tracePt t="236091" x="5689600" y="3213100"/>
          <p14:tracePt t="236108" x="5657850" y="3206750"/>
          <p14:tracePt t="236125" x="5626100" y="3213100"/>
          <p14:tracePt t="236141" x="5581650" y="3244850"/>
          <p14:tracePt t="236157" x="5562600" y="3263900"/>
          <p14:tracePt t="236174" x="5543550" y="3289300"/>
          <p14:tracePt t="236190" x="5511800" y="3422650"/>
          <p14:tracePt t="236207" x="5511800" y="3511550"/>
          <p14:tracePt t="236224" x="5556250" y="3721100"/>
          <p14:tracePt t="236240" x="5683250" y="4038600"/>
          <p14:tracePt t="236257" x="5759450" y="4210050"/>
          <p14:tracePt t="236274" x="5975350" y="4635500"/>
          <p14:tracePt t="236290" x="6248400" y="5067300"/>
          <p14:tracePt t="236307" x="6337300" y="5181600"/>
          <p14:tracePt t="236323" x="6496050" y="5346700"/>
          <p14:tracePt t="236340" x="6565900" y="5410200"/>
          <p14:tracePt t="236357" x="6680200" y="5473700"/>
          <p14:tracePt t="236373" x="6756400" y="5505450"/>
          <p14:tracePt t="236390" x="6775450" y="5505450"/>
          <p14:tracePt t="236407" x="6800850" y="5505450"/>
          <p14:tracePt t="236423" x="6813550" y="5492750"/>
          <p14:tracePt t="236440" x="6813550" y="5480050"/>
          <p14:tracePt t="236456" x="6819900" y="5441950"/>
          <p14:tracePt t="236473" x="6819900" y="5397500"/>
          <p14:tracePt t="236489" x="6813550" y="5359400"/>
          <p14:tracePt t="236506" x="6775450" y="5232400"/>
          <p14:tracePt t="236523" x="6705600" y="5035550"/>
          <p14:tracePt t="236540" x="6654800" y="4933950"/>
          <p14:tracePt t="236543" x="6584950" y="4813300"/>
          <p14:tracePt t="236556" x="6489700" y="4679950"/>
          <p14:tracePt t="236573" x="6280150" y="4362450"/>
          <p14:tracePt t="236590" x="6089650" y="4152900"/>
          <p14:tracePt t="236606" x="6019800" y="4076700"/>
          <p14:tracePt t="236622" x="5962650" y="4032250"/>
          <p14:tracePt t="236639" x="5861050" y="3962400"/>
          <p14:tracePt t="236655" x="5848350" y="3962400"/>
          <p14:tracePt t="236672" x="5829300" y="3962400"/>
          <p14:tracePt t="236689" x="5810250" y="3968750"/>
          <p14:tracePt t="236705" x="5791200" y="3994150"/>
          <p14:tracePt t="236723" x="5772150" y="4038600"/>
          <p14:tracePt t="236739" x="5772150" y="4076700"/>
          <p14:tracePt t="236755" x="5784850" y="4203700"/>
          <p14:tracePt t="236774" x="5861050" y="4438650"/>
          <p14:tracePt t="236788" x="5899150" y="4616450"/>
          <p14:tracePt t="236805" x="6038850" y="5067300"/>
          <p14:tracePt t="236822" x="6191250" y="5562600"/>
          <p14:tracePt t="236838" x="6273800" y="5753100"/>
          <p14:tracePt t="236855" x="6407150" y="6064250"/>
          <p14:tracePt t="236872" x="6489700" y="6235700"/>
          <p14:tracePt t="236888" x="6527800" y="6280150"/>
          <p14:tracePt t="236906" x="6553200" y="6337300"/>
          <p14:tracePt t="236921" x="6559550" y="6343650"/>
          <p14:tracePt t="236957" x="6565900" y="6343650"/>
          <p14:tracePt t="236976" x="6572250" y="6343650"/>
          <p14:tracePt t="236987" x="6572250" y="6337300"/>
          <p14:tracePt t="237005" x="6584950" y="6311900"/>
          <p14:tracePt t="237021" x="6591300" y="6273800"/>
          <p14:tracePt t="237038" x="6604000" y="6108700"/>
          <p14:tracePt t="237054" x="6584950" y="5911850"/>
          <p14:tracePt t="237071" x="6578600" y="5797550"/>
          <p14:tracePt t="237088" x="6527800" y="5581650"/>
          <p14:tracePt t="237104" x="6464300" y="5384800"/>
          <p14:tracePt t="237121" x="6432550" y="5302250"/>
          <p14:tracePt t="237138" x="6330950" y="5130800"/>
          <p14:tracePt t="237154" x="6235700" y="4953000"/>
          <p14:tracePt t="237170" x="6184900" y="4857750"/>
          <p14:tracePt t="237187" x="6089650" y="4686300"/>
          <p14:tracePt t="237204" x="6013450" y="4546600"/>
          <p14:tracePt t="237220" x="5994400" y="4502150"/>
          <p14:tracePt t="237238" x="5981700" y="4464050"/>
          <p14:tracePt t="237254" x="5975350" y="4457700"/>
          <p14:tracePt t="237271" x="5969000" y="4445000"/>
          <p14:tracePt t="237334" x="5969000" y="4457700"/>
          <p14:tracePt t="237362" x="5975350" y="4464050"/>
          <p14:tracePt t="237384" x="5975350" y="4470400"/>
          <p14:tracePt t="237404" x="5975350" y="4476750"/>
          <p14:tracePt t="237412" x="5975350" y="4483100"/>
          <p14:tracePt t="237425" x="5969000" y="4489450"/>
          <p14:tracePt t="237436" x="5962650" y="4502150"/>
          <p14:tracePt t="237454" x="5949950" y="4540250"/>
          <p14:tracePt t="237469" x="5943600" y="4572000"/>
          <p14:tracePt t="237486" x="5943600" y="4660900"/>
          <p14:tracePt t="237503" x="5943600" y="4781550"/>
          <p14:tracePt t="237520" x="5956300" y="4845050"/>
          <p14:tracePt t="237536" x="5975350" y="4927600"/>
          <p14:tracePt t="237553" x="6057900" y="5200650"/>
          <p14:tracePt t="237569" x="6096000" y="5283200"/>
          <p14:tracePt t="237586" x="6127750" y="5359400"/>
          <p14:tracePt t="237602" x="6203950" y="5486400"/>
          <p14:tracePt t="237619" x="6261100" y="5562600"/>
          <p14:tracePt t="237637" x="6286500" y="5594350"/>
          <p14:tracePt t="237652" x="6292850" y="5600700"/>
          <p14:tracePt t="237669" x="6299200" y="5600700"/>
          <p14:tracePt t="237686" x="6305550" y="5588000"/>
          <p14:tracePt t="237702" x="6305550" y="5568950"/>
          <p14:tracePt t="237718" x="6305550" y="5467350"/>
          <p14:tracePt t="237735" x="6261100" y="5270500"/>
          <p14:tracePt t="237752" x="6229350" y="5143500"/>
          <p14:tracePt t="237769" x="6121400" y="4826000"/>
          <p14:tracePt t="237785" x="6007100" y="4476750"/>
          <p14:tracePt t="237802" x="5943600" y="4337050"/>
          <p14:tracePt t="237819" x="5861050" y="4152900"/>
          <p14:tracePt t="237835" x="5835650" y="4083050"/>
          <p14:tracePt t="237851" x="5797550" y="4038600"/>
          <p14:tracePt t="237869" x="5746750" y="3949700"/>
          <p14:tracePt t="237885" x="5708650" y="3898900"/>
          <p14:tracePt t="237902" x="5689600" y="3879850"/>
          <p14:tracePt t="237918" x="5670550" y="3860800"/>
          <p14:tracePt t="237950" x="5664200" y="3854450"/>
          <p14:tracePt t="237988" x="5664200" y="3860800"/>
          <p14:tracePt t="238016" x="5664200" y="3867150"/>
          <p14:tracePt t="238036" x="5664200" y="3873500"/>
          <p14:tracePt t="238044" x="5664200" y="3879850"/>
          <p14:tracePt t="238058" x="5651500" y="3886200"/>
          <p14:tracePt t="238072" x="5651500" y="3898900"/>
          <p14:tracePt t="238084" x="5645150" y="3917950"/>
          <p14:tracePt t="238101" x="5626100" y="3962400"/>
          <p14:tracePt t="238117" x="5632450" y="4051300"/>
          <p14:tracePt t="238134" x="5651500" y="4121150"/>
          <p14:tracePt t="238150" x="5708650" y="4279900"/>
          <p14:tracePt t="238167" x="5753100" y="4375150"/>
          <p14:tracePt t="238185" x="5918200" y="4679950"/>
          <p14:tracePt t="238200" x="5988050" y="4800600"/>
          <p14:tracePt t="238217" x="6038850" y="4914900"/>
          <p14:tracePt t="238234" x="6191250" y="5168900"/>
          <p14:tracePt t="238250" x="6318250" y="5397500"/>
          <p14:tracePt t="238267" x="6381750" y="5505450"/>
          <p14:tracePt t="238283" x="6477000" y="5651500"/>
          <p14:tracePt t="238300" x="6521450" y="5721350"/>
          <p14:tracePt t="238316" x="6534150" y="5734050"/>
          <p14:tracePt t="238333" x="6540500" y="5746750"/>
          <p14:tracePt t="238350" x="6546850" y="5753100"/>
          <p14:tracePt t="238437" x="6540500" y="5746750"/>
          <p14:tracePt t="238458" x="6540500" y="5740400"/>
          <p14:tracePt t="238466" x="6540500" y="5734050"/>
          <p14:tracePt t="238480" x="6540500" y="5727700"/>
          <p14:tracePt t="238486" x="6540500" y="5721350"/>
          <p14:tracePt t="238502" x="6527800" y="5695950"/>
          <p14:tracePt t="238516" x="6521450" y="5657850"/>
          <p14:tracePt t="238532" x="6451600" y="5518150"/>
          <p14:tracePt t="238550" x="6330950" y="5295900"/>
          <p14:tracePt t="238565" x="6235700" y="5099050"/>
          <p14:tracePt t="238582" x="6013450" y="4673600"/>
          <p14:tracePt t="238600" x="5829300" y="4260850"/>
          <p14:tracePt t="238615" x="5759450" y="4114800"/>
          <p14:tracePt t="238632" x="5670550" y="3962400"/>
          <p14:tracePt t="238649" x="5549900" y="3752850"/>
          <p14:tracePt t="238665" x="5448300" y="3600450"/>
          <p14:tracePt t="238682" x="5410200" y="3543300"/>
          <p14:tracePt t="238699" x="5346700" y="3441700"/>
          <p14:tracePt t="238718" x="5340350" y="3429000"/>
          <p14:tracePt t="238735" x="5340350" y="3422650"/>
          <p14:tracePt t="238809" x="5340350" y="3429000"/>
          <p14:tracePt t="238838" x="5340350" y="3435350"/>
          <p14:tracePt t="238880" x="5346700" y="3441700"/>
          <p14:tracePt t="238887" x="5346700" y="3460750"/>
          <p14:tracePt t="238901" x="5353050" y="3473450"/>
          <p14:tracePt t="238915" x="5359400" y="3524250"/>
          <p14:tracePt t="238931" x="5441950" y="3695700"/>
          <p14:tracePt t="238948" x="5511800" y="3854450"/>
          <p14:tracePt t="238965" x="5695950" y="4241800"/>
          <p14:tracePt t="238981" x="5911850" y="4756150"/>
          <p14:tracePt t="238997" x="6007100" y="5022850"/>
          <p14:tracePt t="239014" x="6197600" y="5454650"/>
          <p14:tracePt t="239031" x="6330950" y="5765800"/>
          <p14:tracePt t="239048" x="6388100" y="5886450"/>
          <p14:tracePt t="239064" x="6445250" y="6045200"/>
          <p14:tracePt t="239080" x="6470650" y="6102350"/>
          <p14:tracePt t="239083" x="6489700" y="6146800"/>
          <p14:tracePt t="239098" x="6496050" y="6178550"/>
          <p14:tracePt t="239114" x="6502400" y="6184900"/>
          <p14:tracePt t="239130" x="6502400" y="6191250"/>
          <p14:tracePt t="239245" x="6502400" y="6184900"/>
          <p14:tracePt t="239259" x="6502400" y="6178550"/>
          <p14:tracePt t="239266" x="6508750" y="6178550"/>
          <p14:tracePt t="239844" x="6502400" y="6134100"/>
          <p14:tracePt t="239851" x="6457950" y="6045200"/>
          <p14:tracePt t="239865" x="6426200" y="5962650"/>
          <p14:tracePt t="239878" x="6375400" y="5842000"/>
          <p14:tracePt t="239894" x="6229350" y="5594350"/>
          <p14:tracePt t="239911" x="6153150" y="5429250"/>
          <p14:tracePt t="239928" x="5969000" y="5099050"/>
          <p14:tracePt t="239944" x="5816600" y="4845050"/>
          <p14:tracePt t="239961" x="5753100" y="4737100"/>
          <p14:tracePt t="239978" x="5638800" y="4572000"/>
          <p14:tracePt t="239994" x="5588000" y="4514850"/>
          <p14:tracePt t="240011" x="5499100" y="4419600"/>
          <p14:tracePt t="240028" x="5461000" y="4387850"/>
          <p14:tracePt t="240044" x="5441950" y="4362450"/>
          <p14:tracePt t="240060" x="5403850" y="4349750"/>
          <p14:tracePt t="240077" x="5403850" y="4337050"/>
          <p14:tracePt t="240093" x="5397500" y="4337050"/>
          <p14:tracePt t="240140" x="5397500" y="4343400"/>
          <p14:tracePt t="240168" x="5384800" y="4343400"/>
          <p14:tracePt t="240175" x="5359400" y="4337050"/>
          <p14:tracePt t="240188" x="5321300" y="4318000"/>
          <p14:tracePt t="240196" x="5295900" y="4311650"/>
          <p14:tracePt t="240210" x="5264150" y="4298950"/>
          <p14:tracePt t="240226" x="5194300" y="4254500"/>
          <p14:tracePt t="240243" x="5168900" y="4248150"/>
          <p14:tracePt t="240260" x="5137150" y="4222750"/>
          <p14:tracePt t="240276" x="5118100" y="4210050"/>
          <p14:tracePt t="240293" x="5111750" y="4203700"/>
          <p14:tracePt t="240326" x="5111750" y="4197350"/>
          <p14:tracePt t="240345" x="5111750" y="4191000"/>
          <p14:tracePt t="240365" x="5111750" y="4184650"/>
          <p14:tracePt t="240385" x="5111750" y="4178300"/>
          <p14:tracePt t="240395" x="5124450" y="4178300"/>
          <p14:tracePt t="240409" x="5130800" y="4171950"/>
          <p14:tracePt t="240426" x="5137150" y="4165600"/>
          <p14:tracePt t="240443" x="5162550" y="4146550"/>
          <p14:tracePt t="240459" x="5187950" y="4127500"/>
          <p14:tracePt t="240476" x="5207000" y="4114800"/>
          <p14:tracePt t="240492" x="5251450" y="4089400"/>
          <p14:tracePt t="240509" x="5283200" y="4070350"/>
          <p14:tracePt t="240527" x="5314950" y="4057650"/>
          <p14:tracePt t="240558" x="5327650" y="4057650"/>
          <p14:tracePt t="240576" x="5327650" y="4051300"/>
          <p14:tracePt t="240608" x="5334000" y="4051300"/>
          <p14:tracePt t="240638" x="5340350" y="4051300"/>
          <p14:tracePt t="240659" x="5346700" y="4051300"/>
          <p14:tracePt t="240667" x="5353050" y="4051300"/>
          <p14:tracePt t="240688" x="5359400" y="4051300"/>
          <p14:tracePt t="240709" x="5365750" y="4051300"/>
          <p14:tracePt t="240716" x="5372100" y="4051300"/>
          <p14:tracePt t="240730" x="5378450" y="4044950"/>
          <p14:tracePt t="240741" x="5384800" y="4044950"/>
          <p14:tracePt t="240758" x="5397500" y="4038600"/>
          <p14:tracePt t="240775" x="5429250" y="4032250"/>
          <p14:tracePt t="240791" x="5467350" y="4019550"/>
          <p14:tracePt t="240808" x="5518150" y="4013200"/>
          <p14:tracePt t="240825" x="5530850" y="4006850"/>
          <p14:tracePt t="240841" x="5575300" y="3994150"/>
          <p14:tracePt t="240858" x="5607050" y="3987800"/>
          <p14:tracePt t="240874" x="5626100" y="3981450"/>
          <p14:tracePt t="240892" x="5670550" y="3975100"/>
          <p14:tracePt t="240908" x="5708650" y="3962400"/>
          <p14:tracePt t="240924" x="5740400" y="3956050"/>
          <p14:tracePt t="240941" x="5772150" y="3949700"/>
          <p14:tracePt t="240958" x="5829300" y="3924300"/>
          <p14:tracePt t="240974" x="5842000" y="3924300"/>
          <p14:tracePt t="240991" x="5873750" y="3911600"/>
          <p14:tracePt t="241007" x="5886450" y="3905250"/>
          <p14:tracePt t="249870" x="5880100" y="3905250"/>
          <p14:tracePt t="249878" x="5873750" y="3905250"/>
          <p14:tracePt t="249884" x="5861050" y="3905250"/>
          <p14:tracePt t="249892" x="5848350" y="3905250"/>
          <p14:tracePt t="249910" x="5829300" y="3911600"/>
          <p14:tracePt t="249927" x="5803900" y="3917950"/>
          <p14:tracePt t="249943" x="5778500" y="3924300"/>
          <p14:tracePt t="249960" x="5765800" y="3924300"/>
          <p14:tracePt t="249976" x="5734050" y="3930650"/>
          <p14:tracePt t="249993" x="5715000" y="3937000"/>
          <p14:tracePt t="250011" x="5683250" y="3943350"/>
          <p14:tracePt t="250026" x="5664200" y="3943350"/>
          <p14:tracePt t="250043" x="5645150" y="3943350"/>
          <p14:tracePt t="250060" x="5581650" y="3943350"/>
          <p14:tracePt t="250076" x="5524500" y="3930650"/>
          <p14:tracePt t="250092" x="5461000" y="3911600"/>
          <p14:tracePt t="250109" x="5384800" y="3898900"/>
          <p14:tracePt t="250126" x="5334000" y="3898900"/>
          <p14:tracePt t="250142" x="5283200" y="3898900"/>
          <p14:tracePt t="250159" x="5245100" y="3911600"/>
          <p14:tracePt t="250175" x="5232400" y="3917950"/>
          <p14:tracePt t="250193" x="5226050" y="3917950"/>
          <p14:tracePt t="250225" x="5219700" y="3917950"/>
          <p14:tracePt t="250242" x="5219700" y="3905250"/>
          <p14:tracePt t="250696" x="5219700" y="3930650"/>
          <p14:tracePt t="250703" x="5213350" y="3956050"/>
          <p14:tracePt t="250710" x="5194300" y="4000500"/>
          <p14:tracePt t="250724" x="5175250" y="4044950"/>
          <p14:tracePt t="250740" x="5137150" y="4159250"/>
          <p14:tracePt t="250757" x="5118100" y="4210050"/>
          <p14:tracePt t="250774" x="5099050" y="4292600"/>
          <p14:tracePt t="250790" x="5092700" y="4337050"/>
          <p14:tracePt t="250807" x="5080000" y="4381500"/>
          <p14:tracePt t="250823" x="5073650" y="4432300"/>
          <p14:tracePt t="250840" x="5067300" y="4451350"/>
          <p14:tracePt t="250843" x="5067300" y="4464050"/>
          <p14:tracePt t="250864" x="5067300" y="4470400"/>
          <p14:tracePt t="250899" x="5060950" y="4476750"/>
          <p14:tracePt t="251518" x="5060950" y="4470400"/>
          <p14:tracePt t="251546" x="5054600" y="4470400"/>
          <p14:tracePt t="251588" x="5048250" y="4470400"/>
          <p14:tracePt t="251616" x="5048250" y="4464050"/>
          <p14:tracePt t="251665" x="5041900" y="4464050"/>
          <p14:tracePt t="251806" x="5035550" y="4470400"/>
          <p14:tracePt t="251834" x="5022850" y="4470400"/>
          <p14:tracePt t="251848" x="5016500" y="4470400"/>
          <p14:tracePt t="251862" x="5010150" y="4470400"/>
          <p14:tracePt t="251883" x="5003800" y="4470400"/>
          <p14:tracePt t="251918" x="4997450" y="4470400"/>
          <p14:tracePt t="251988" x="4991100" y="4470400"/>
          <p14:tracePt t="252017" x="4991100" y="4464050"/>
          <p14:tracePt t="252023" x="4991100" y="4457700"/>
          <p14:tracePt t="252039" x="4991100" y="4451350"/>
          <p14:tracePt t="252059" x="4984750" y="4451350"/>
          <p14:tracePt t="252068" x="4978400" y="4445000"/>
          <p14:tracePt t="252085" x="4978400" y="4432300"/>
          <p14:tracePt t="252102" x="4953000" y="4413250"/>
          <p14:tracePt t="252119" x="4933950" y="4394200"/>
          <p14:tracePt t="252136" x="4895850" y="4362450"/>
          <p14:tracePt t="252152" x="4864100" y="4343400"/>
          <p14:tracePt t="252168" x="4838700" y="4324350"/>
          <p14:tracePt t="252186" x="4794250" y="4298950"/>
          <p14:tracePt t="252202" x="4781550" y="4286250"/>
          <p14:tracePt t="252219" x="4762500" y="4279900"/>
          <p14:tracePt t="252235" x="4749800" y="4279900"/>
          <p14:tracePt t="252252" x="4743450" y="4279900"/>
          <p14:tracePt t="252298" x="4743450" y="4273550"/>
          <p14:tracePt t="252607" x="4743450" y="4279900"/>
          <p14:tracePt t="253042" x="4743450" y="4286250"/>
          <p14:tracePt t="253140" x="4743450" y="4292600"/>
          <p14:tracePt t="253204" x="4749800" y="4292600"/>
          <p14:tracePt t="253274" x="4756150" y="4298950"/>
          <p14:tracePt t="253323" x="4762500" y="4298950"/>
          <p14:tracePt t="253372" x="4768850" y="4305300"/>
          <p14:tracePt t="253400" x="4775200" y="4311650"/>
          <p14:tracePt t="253407" x="4781550" y="4311650"/>
          <p14:tracePt t="253417" x="4794250" y="4318000"/>
          <p14:tracePt t="253431" x="4813300" y="4330700"/>
          <p14:tracePt t="253447" x="4845050" y="4349750"/>
          <p14:tracePt t="253464" x="4927600" y="4387850"/>
          <p14:tracePt t="253481" x="4991100" y="4413250"/>
          <p14:tracePt t="253498" x="5048250" y="4457700"/>
          <p14:tracePt t="253514" x="5111750" y="4483100"/>
          <p14:tracePt t="253530" x="5149850" y="4489450"/>
          <p14:tracePt t="253548" x="5168900" y="4495800"/>
          <p14:tracePt t="253564" x="5181600" y="4495800"/>
          <p14:tracePt t="253580" x="5187950" y="4495800"/>
          <p14:tracePt t="253597" x="5194300" y="4495800"/>
          <p14:tracePt t="253625" x="5200650" y="4489450"/>
          <p14:tracePt t="253723" x="5200650" y="4483100"/>
          <p14:tracePt t="253920" x="5207000" y="4483100"/>
          <p14:tracePt t="253962" x="5219700" y="4483100"/>
          <p14:tracePt t="253969" x="5226050" y="4483100"/>
          <p14:tracePt t="253978" x="5232400" y="4483100"/>
          <p14:tracePt t="253995" x="5251450" y="4483100"/>
          <p14:tracePt t="254012" x="5295900" y="4476750"/>
          <p14:tracePt t="254029" x="5334000" y="4476750"/>
          <p14:tracePt t="254046" x="5365750" y="4470400"/>
          <p14:tracePt t="254062" x="5429250" y="4464050"/>
          <p14:tracePt t="254079" x="5461000" y="4451350"/>
          <p14:tracePt t="254096" x="5518150" y="4445000"/>
          <p14:tracePt t="254112" x="5537200" y="4445000"/>
          <p14:tracePt t="254128" x="5549900" y="4445000"/>
          <p14:tracePt t="254146" x="5581650" y="4445000"/>
          <p14:tracePt t="254162" x="5594350" y="4445000"/>
          <p14:tracePt t="254179" x="5613400" y="4445000"/>
          <p14:tracePt t="254195" x="5638800" y="4445000"/>
          <p14:tracePt t="254211" x="5651500" y="4445000"/>
          <p14:tracePt t="254228" x="5657850" y="4445000"/>
          <p14:tracePt t="254245" x="5670550" y="4445000"/>
          <p14:tracePt t="254261" x="5683250" y="4445000"/>
          <p14:tracePt t="254279" x="5695950" y="4445000"/>
          <p14:tracePt t="254295" x="5702300" y="4445000"/>
          <p14:tracePt t="254311" x="5715000" y="4445000"/>
          <p14:tracePt t="254328" x="5721350" y="4445000"/>
          <p14:tracePt t="254362" x="5727700" y="4445000"/>
          <p14:tracePt t="254398" x="5734050" y="4445000"/>
          <p14:tracePt t="254427" x="5740400" y="4445000"/>
          <p14:tracePt t="254517" x="5740400" y="4438650"/>
          <p14:tracePt t="254532" x="5734050" y="4438650"/>
          <p14:tracePt t="254546" x="5727700" y="4432300"/>
          <p14:tracePt t="254553" x="5721350" y="4432300"/>
          <p14:tracePt t="254561" x="5715000" y="4432300"/>
          <p14:tracePt t="254577" x="5683250" y="4432300"/>
          <p14:tracePt t="254594" x="5632450" y="4419600"/>
          <p14:tracePt t="254610" x="5530850" y="4406900"/>
          <p14:tracePt t="254627" x="5441950" y="4406900"/>
          <p14:tracePt t="254644" x="5321300" y="4400550"/>
          <p14:tracePt t="254660" x="5251450" y="4394200"/>
          <p14:tracePt t="254676" x="5207000" y="4394200"/>
          <p14:tracePt t="254694" x="5156200" y="4387850"/>
          <p14:tracePt t="254710" x="5143500" y="4387850"/>
          <p14:tracePt t="254726" x="5137150" y="4387850"/>
          <p14:tracePt t="254743" x="5130800" y="4387850"/>
          <p14:tracePt t="254760" x="5130800" y="4394200"/>
          <p14:tracePt t="254792" x="5137150" y="4394200"/>
          <p14:tracePt t="254810" x="5143500" y="4394200"/>
          <p14:tracePt t="254827" x="5175250" y="4394200"/>
          <p14:tracePt t="254843" x="5213350" y="4400550"/>
          <p14:tracePt t="254859" x="5264150" y="4400550"/>
          <p14:tracePt t="254876" x="5353050" y="4406900"/>
          <p14:tracePt t="254892" x="5359400" y="4406900"/>
          <p14:tracePt t="254909" x="5511800" y="4413250"/>
          <p14:tracePt t="254912" x="5543550" y="4413250"/>
          <p14:tracePt t="254926" x="5588000" y="4413250"/>
          <p14:tracePt t="254942" x="5619750" y="4413250"/>
          <p14:tracePt t="254959" x="5638800" y="4413250"/>
          <p14:tracePt t="254975" x="5664200" y="4413250"/>
          <p14:tracePt t="254992" x="5670550" y="4413250"/>
          <p14:tracePt t="255100" x="5670550" y="4419600"/>
          <p14:tracePt t="255206" x="5676900" y="4419600"/>
          <p14:tracePt t="255213" x="5683250" y="4419600"/>
          <p14:tracePt t="255227" x="5689600" y="4419600"/>
          <p14:tracePt t="255244" x="5702300" y="4419600"/>
          <p14:tracePt t="255258" x="5727700" y="4419600"/>
          <p14:tracePt t="255275" x="5753100" y="4419600"/>
          <p14:tracePt t="255291" x="5784850" y="4419600"/>
          <p14:tracePt t="255308" x="5810250" y="4419600"/>
          <p14:tracePt t="255326" x="5835650" y="4419600"/>
          <p14:tracePt t="255341" x="5842000" y="4413250"/>
          <p14:tracePt t="255357" x="5854700" y="4413250"/>
          <p14:tracePt t="255375" x="5861050" y="4413250"/>
          <p14:tracePt t="255391" x="5867400" y="4413250"/>
          <p14:tracePt t="255424" x="5873750" y="4413250"/>
          <p14:tracePt t="255459" x="5880100" y="4413250"/>
          <p14:tracePt t="255487" x="5880100" y="4406900"/>
          <p14:tracePt t="255508" x="5886450" y="4406900"/>
          <p14:tracePt t="255522" x="5892800" y="4406900"/>
          <p14:tracePt t="255529" x="5899150" y="4406900"/>
          <p14:tracePt t="255540" x="5905500" y="4406900"/>
          <p14:tracePt t="255558" x="5918200" y="4406900"/>
          <p14:tracePt t="255573" x="5924550" y="4413250"/>
          <p14:tracePt t="255590" x="5937250" y="4413250"/>
          <p14:tracePt t="255607" x="5956300" y="4419600"/>
          <p14:tracePt t="255623" x="5962650" y="4419600"/>
          <p14:tracePt t="255640" x="5975350" y="4425950"/>
          <p14:tracePt t="255656" x="5981700" y="4425950"/>
          <p14:tracePt t="255673" x="5994400" y="4425950"/>
          <p14:tracePt t="255719" x="6000750" y="4425950"/>
          <p14:tracePt t="255747" x="6007100" y="4425950"/>
          <p14:tracePt t="255789" x="6013450" y="4425950"/>
          <p14:tracePt t="255810" x="6019800" y="4425950"/>
          <p14:tracePt t="255831" x="6032500" y="4425950"/>
          <p14:tracePt t="255852" x="6038850" y="4425950"/>
          <p14:tracePt t="255874" x="6051550" y="4425950"/>
          <p14:tracePt t="255881" x="6057900" y="4425950"/>
          <p14:tracePt t="255889" x="6064250" y="4432300"/>
          <p14:tracePt t="255906" x="6083300" y="4432300"/>
          <p14:tracePt t="255924" x="6102350" y="4432300"/>
          <p14:tracePt t="255939" x="6121400" y="4438650"/>
          <p14:tracePt t="255956" x="6127750" y="4438650"/>
          <p14:tracePt t="255973" x="6146800" y="4438650"/>
          <p14:tracePt t="255989" x="6159500" y="4438650"/>
          <p14:tracePt t="256005" x="6165850" y="4438650"/>
          <p14:tracePt t="256063" x="6172200" y="4438650"/>
          <p14:tracePt t="256154" x="6184900" y="4438650"/>
          <p14:tracePt t="256169" x="6191250" y="4438650"/>
          <p14:tracePt t="256183" x="6197600" y="4438650"/>
          <p14:tracePt t="256191" x="6203950" y="4438650"/>
          <p14:tracePt t="256205" x="6210300" y="4438650"/>
          <p14:tracePt t="256221" x="6216650" y="4438650"/>
          <p14:tracePt t="256239" x="6248400" y="4438650"/>
          <p14:tracePt t="256254" x="6273800" y="4438650"/>
          <p14:tracePt t="256271" x="6286500" y="4438650"/>
          <p14:tracePt t="256288" x="6318250" y="4438650"/>
          <p14:tracePt t="256304" x="6330950" y="4438650"/>
          <p14:tracePt t="256321" x="6337300" y="4438650"/>
          <p14:tracePt t="256933" x="6311900" y="4438650"/>
          <p14:tracePt t="256939" x="6292850" y="4432300"/>
          <p14:tracePt t="256952" x="6261100" y="4432300"/>
          <p14:tracePt t="256969" x="6178550" y="4413250"/>
          <p14:tracePt t="256985" x="6108700" y="4413250"/>
          <p14:tracePt t="257002" x="6038850" y="4406900"/>
          <p14:tracePt t="257018" x="5962650" y="4400550"/>
          <p14:tracePt t="257035" x="5911850" y="4400550"/>
          <p14:tracePt t="257052" x="5829300" y="4400550"/>
          <p14:tracePt t="257068" x="5759450" y="4406900"/>
          <p14:tracePt t="257085" x="5702300" y="4406900"/>
          <p14:tracePt t="257102" x="5607050" y="4406900"/>
          <p14:tracePt t="257118" x="5556250" y="4406900"/>
          <p14:tracePt t="257134" x="5518150" y="4406900"/>
          <p14:tracePt t="257151" x="5467350" y="4387850"/>
          <p14:tracePt t="257168" x="5448300" y="4381500"/>
          <p14:tracePt t="260748" x="5410200" y="4381500"/>
          <p14:tracePt t="260756" x="5378450" y="4362450"/>
          <p14:tracePt t="260762" x="5340350" y="4362450"/>
          <p14:tracePt t="260772" x="5295900" y="4356100"/>
          <p14:tracePt t="260789" x="5226050" y="4349750"/>
          <p14:tracePt t="260806" x="5092700" y="4324350"/>
          <p14:tracePt t="260822" x="5035550" y="4311650"/>
          <p14:tracePt t="260839" x="4965700" y="4292600"/>
          <p14:tracePt t="260855" x="4914900" y="4286250"/>
          <p14:tracePt t="260872" x="4857750" y="4286250"/>
          <p14:tracePt t="260889" x="4749800" y="4311650"/>
          <p14:tracePt t="260905" x="4673600" y="4324350"/>
          <p14:tracePt t="260922" x="4591050" y="4343400"/>
          <p14:tracePt t="260938" x="4483100" y="4362450"/>
          <p14:tracePt t="260955" x="4413250" y="4368800"/>
          <p14:tracePt t="260972" x="4337050" y="4375150"/>
          <p14:tracePt t="260988" x="4216400" y="4381500"/>
          <p14:tracePt t="261005" x="4159250" y="4394200"/>
          <p14:tracePt t="261022" x="4083050" y="4387850"/>
          <p14:tracePt t="261038" x="4051300" y="4394200"/>
          <p14:tracePt t="261054" x="4032250" y="4394200"/>
          <p14:tracePt t="261072" x="4019550" y="4394200"/>
          <p14:tracePt t="261088" x="4006850" y="4394200"/>
          <p14:tracePt t="261104" x="3994150" y="4394200"/>
          <p14:tracePt t="261121" x="3968750" y="4387850"/>
          <p14:tracePt t="261138" x="3956050" y="4387850"/>
          <p14:tracePt t="261154" x="3943350" y="4381500"/>
          <p14:tracePt t="261171" x="3898900" y="4349750"/>
          <p14:tracePt t="261187" x="3886200" y="4337050"/>
          <p14:tracePt t="261813" x="3879850" y="4337050"/>
          <p14:tracePt t="261820" x="3873500" y="4337050"/>
          <p14:tracePt t="261827" x="3867150" y="4337050"/>
          <p14:tracePt t="261834" x="3860800" y="4337050"/>
          <p14:tracePt t="261852" x="3841750" y="4337050"/>
          <p14:tracePt t="261869" x="3829050" y="4337050"/>
          <p14:tracePt t="261885" x="3816350" y="4337050"/>
          <p14:tracePt t="261902" x="3803650" y="4337050"/>
          <p14:tracePt t="261919" x="3790950" y="4337050"/>
          <p14:tracePt t="261935" x="3778250" y="4337050"/>
          <p14:tracePt t="261951" x="3765550" y="4337050"/>
          <p14:tracePt t="261968" x="3752850" y="4330700"/>
          <p14:tracePt t="261985" x="3733800" y="4324350"/>
          <p14:tracePt t="262002" x="3721100" y="4318000"/>
          <p14:tracePt t="262018" x="3708400" y="4318000"/>
          <p14:tracePt t="262035" x="3708400" y="4311650"/>
          <p14:tracePt t="262059" x="3702050" y="4305300"/>
          <p14:tracePt t="262101" x="3695700" y="4305300"/>
          <p14:tracePt t="262150" x="3689350" y="4298950"/>
          <p14:tracePt t="262269" x="3683000" y="4298950"/>
          <p14:tracePt t="262346" x="3695700" y="4298950"/>
          <p14:tracePt t="262353" x="3702050" y="4298950"/>
          <p14:tracePt t="262367" x="3708400" y="4298950"/>
          <p14:tracePt t="262383" x="3727450" y="4298950"/>
          <p14:tracePt t="262400" x="3752850" y="4298950"/>
          <p14:tracePt t="262417" x="3797300" y="4298950"/>
          <p14:tracePt t="262433" x="3829050" y="4298950"/>
          <p14:tracePt t="262450" x="3854450" y="4305300"/>
          <p14:tracePt t="262466" x="3892550" y="4305300"/>
          <p14:tracePt t="262482" x="3905250" y="4305300"/>
          <p14:tracePt t="262499" x="3911600" y="4305300"/>
          <p14:tracePt t="262532" x="3917950" y="4305300"/>
          <p14:tracePt t="262712" x="3924300" y="4305300"/>
          <p14:tracePt t="262719" x="3930650" y="4305300"/>
          <p14:tracePt t="262735" x="3937000" y="4305300"/>
          <p14:tracePt t="262748" x="3949700" y="4305300"/>
          <p14:tracePt t="262765" x="3956050" y="4305300"/>
          <p14:tracePt t="262783" x="3981450" y="4305300"/>
          <p14:tracePt t="262798" x="3994150" y="4305300"/>
          <p14:tracePt t="262815" x="4006850" y="4305300"/>
          <p14:tracePt t="262832" x="4019550" y="4305300"/>
          <p14:tracePt t="262865" x="4025900" y="4305300"/>
          <p14:tracePt t="263091" x="4038600" y="4305300"/>
          <p14:tracePt t="263105" x="4044950" y="4305300"/>
          <p14:tracePt t="263112" x="4051300" y="4305300"/>
          <p14:tracePt t="263119" x="4057650" y="4305300"/>
          <p14:tracePt t="263134" x="4064000" y="4305300"/>
          <p14:tracePt t="263149" x="4083050" y="4292600"/>
          <p14:tracePt t="263164" x="4102100" y="4286250"/>
          <p14:tracePt t="263181" x="4114800" y="4279900"/>
          <p14:tracePt t="263198" x="4146550" y="4267200"/>
          <p14:tracePt t="263214" x="4159250" y="4267200"/>
          <p14:tracePt t="263230" x="4165600" y="4260850"/>
          <p14:tracePt t="263264" x="4178300" y="4254500"/>
          <p14:tracePt t="263316" x="4178300" y="4248150"/>
          <p14:tracePt t="263401" x="4184650" y="4248150"/>
          <p14:tracePt t="263435" x="4191000" y="4248150"/>
          <p14:tracePt t="263442" x="4197350" y="4248150"/>
          <p14:tracePt t="263450" x="4203700" y="4248150"/>
          <p14:tracePt t="263466" x="4216400" y="4248150"/>
          <p14:tracePt t="263479" x="4241800" y="4248150"/>
          <p14:tracePt t="263496" x="4279900" y="4248150"/>
          <p14:tracePt t="263513" x="4375150" y="4248150"/>
          <p14:tracePt t="263529" x="4445000" y="4248150"/>
          <p14:tracePt t="263546" x="4508500" y="4248150"/>
          <p14:tracePt t="263563" x="4603750" y="4248150"/>
          <p14:tracePt t="263579" x="4648200" y="4248150"/>
          <p14:tracePt t="263596" x="4679950" y="4241800"/>
          <p14:tracePt t="263613" x="4711700" y="4235450"/>
          <p14:tracePt t="263629" x="4718050" y="4235450"/>
          <p14:tracePt t="263647" x="4724400" y="4229100"/>
          <p14:tracePt t="263745" x="4730750" y="4229100"/>
          <p14:tracePt t="263773" x="4737100" y="4229100"/>
          <p14:tracePt t="263794" x="4743450" y="4229100"/>
          <p14:tracePt t="263808" x="4749800" y="4235450"/>
          <p14:tracePt t="263815" x="4756150" y="4235450"/>
          <p14:tracePt t="263831" x="4762500" y="4235450"/>
          <p14:tracePt t="263845" x="4775200" y="4241800"/>
          <p14:tracePt t="263862" x="4787900" y="4248150"/>
          <p14:tracePt t="263879" x="4800600" y="4254500"/>
          <p14:tracePt t="263911" x="4813300" y="4260850"/>
          <p14:tracePt t="263977" x="4813300" y="4267200"/>
          <p14:tracePt t="264026" x="4819650" y="4267200"/>
          <p14:tracePt t="264047" x="4826000" y="4267200"/>
          <p14:tracePt t="264054" x="4832350" y="4267200"/>
          <p14:tracePt t="264090" x="4845050" y="4267200"/>
          <p14:tracePt t="264097" x="4851400" y="4267200"/>
          <p14:tracePt t="264111" x="4864100" y="4267200"/>
          <p14:tracePt t="264127" x="4883150" y="4267200"/>
          <p14:tracePt t="264144" x="4895850" y="4267200"/>
          <p14:tracePt t="264161" x="4927600" y="4267200"/>
          <p14:tracePt t="264177" x="4933950" y="4267200"/>
          <p14:tracePt t="264194" x="4946650" y="4260850"/>
          <p14:tracePt t="264210" x="4953000" y="4260850"/>
          <p14:tracePt t="264230" x="4959350" y="4254500"/>
          <p14:tracePt t="264301" x="4959350" y="4248150"/>
          <p14:tracePt t="264328" x="4965700" y="4241800"/>
          <p14:tracePt t="264335" x="4965700" y="4235450"/>
          <p14:tracePt t="264350" x="4972050" y="4235450"/>
          <p14:tracePt t="264364" x="4978400" y="4235450"/>
          <p14:tracePt t="264376" x="4984750" y="4235450"/>
          <p14:tracePt t="264393" x="5022850" y="4229100"/>
          <p14:tracePt t="264410" x="5073650" y="4222750"/>
          <p14:tracePt t="264427" x="5156200" y="4197350"/>
          <p14:tracePt t="264442" x="5232400" y="4184650"/>
          <p14:tracePt t="264459" x="5295900" y="4171950"/>
          <p14:tracePt t="264477" x="5378450" y="4159250"/>
          <p14:tracePt t="264492" x="5403850" y="4159250"/>
          <p14:tracePt t="264509" x="5416550" y="4152900"/>
          <p14:tracePt t="264526" x="5429250" y="4152900"/>
          <p14:tracePt t="264750" x="5422900" y="4152900"/>
          <p14:tracePt t="264757" x="5416550" y="4152900"/>
          <p14:tracePt t="264772" x="5403850" y="4152900"/>
          <p14:tracePt t="264778" x="5397500" y="4152900"/>
          <p14:tracePt t="264794" x="5378450" y="4159250"/>
          <p14:tracePt t="264808" x="5353050" y="4165600"/>
          <p14:tracePt t="264825" x="5257800" y="4191000"/>
          <p14:tracePt t="264842" x="5124450" y="4222750"/>
          <p14:tracePt t="264858" x="5029200" y="4241800"/>
          <p14:tracePt t="264875" x="4838700" y="4279900"/>
          <p14:tracePt t="264892" x="4641850" y="4311650"/>
          <p14:tracePt t="264908" x="4565650" y="4330700"/>
          <p14:tracePt t="264924" x="4445000" y="4343400"/>
          <p14:tracePt t="264941" x="4381500" y="4349750"/>
          <p14:tracePt t="264958" x="4356100" y="4349750"/>
          <p14:tracePt t="264975" x="4337050" y="4356100"/>
          <p14:tracePt t="264990" x="4330700" y="4356100"/>
          <p14:tracePt t="265039" x="4337050" y="4356100"/>
          <p14:tracePt t="265053" x="4337050" y="4349750"/>
          <p14:tracePt t="265060" x="4349750" y="4349750"/>
          <p14:tracePt t="265076" x="4375150" y="4343400"/>
          <p14:tracePt t="265090" x="4387850" y="4343400"/>
          <p14:tracePt t="265107" x="4432300" y="4330700"/>
          <p14:tracePt t="265124" x="4483100" y="4311650"/>
          <p14:tracePt t="265140" x="4508500" y="4305300"/>
          <p14:tracePt t="265157" x="4533900" y="4298950"/>
          <p14:tracePt t="265201" x="4533900" y="4292600"/>
          <p14:tracePt t="265221" x="4521200" y="4292600"/>
          <p14:tracePt t="265235" x="4502150" y="4286250"/>
          <p14:tracePt t="265243" x="4476750" y="4273550"/>
          <p14:tracePt t="265257" x="4451350" y="4273550"/>
          <p14:tracePt t="265273" x="4375150" y="4254500"/>
          <p14:tracePt t="265290" x="4349750" y="4241800"/>
          <p14:tracePt t="265306" x="4286250" y="4229100"/>
          <p14:tracePt t="265323" x="4254500" y="4222750"/>
          <p14:tracePt t="265340" x="4241800" y="4216400"/>
          <p14:tracePt t="265356" x="4235450" y="4216400"/>
          <p14:tracePt t="265372" x="4235450" y="4210050"/>
          <p14:tracePt t="265390" x="4260850" y="4203700"/>
          <p14:tracePt t="265406" x="4286250" y="4197350"/>
          <p14:tracePt t="265422" x="4305300" y="4191000"/>
          <p14:tracePt t="265440" x="4387850" y="4171950"/>
          <p14:tracePt t="265456" x="4457700" y="4152900"/>
          <p14:tracePt t="265473" x="4489450" y="4146550"/>
          <p14:tracePt t="265489" x="4521200" y="4140200"/>
          <p14:tracePt t="265506" x="4527550" y="4133850"/>
          <p14:tracePt t="265545" x="4521200" y="4133850"/>
          <p14:tracePt t="265555" x="4514850" y="4133850"/>
          <p14:tracePt t="265573" x="4470400" y="4140200"/>
          <p14:tracePt t="265588" x="4432300" y="4140200"/>
          <p14:tracePt t="265605" x="4337050" y="4152900"/>
          <p14:tracePt t="265623" x="4298950" y="4152900"/>
          <p14:tracePt t="265639" x="4235450" y="4171950"/>
          <p14:tracePt t="265655" x="4216400" y="4171950"/>
          <p14:tracePt t="265672" x="4191000" y="4184650"/>
          <p14:tracePt t="265728" x="4197350" y="4184650"/>
          <p14:tracePt t="265735" x="4203700" y="4178300"/>
          <p14:tracePt t="265742" x="4210050" y="4178300"/>
          <p14:tracePt t="265757" x="4216400" y="4178300"/>
          <p14:tracePt t="265771" x="4216400" y="4171950"/>
          <p14:tracePt t="265788" x="4222750" y="4165600"/>
          <p14:tracePt t="265821" x="4229100" y="4159250"/>
          <p14:tracePt t="265938" x="4222750" y="4165600"/>
          <p14:tracePt t="265995" x="4222750" y="4171950"/>
          <p14:tracePt t="266022" x="4222750" y="4178300"/>
          <p14:tracePt t="266038" x="4222750" y="4184650"/>
          <p14:tracePt t="266058" x="4222750" y="4191000"/>
          <p14:tracePt t="266065" x="4229100" y="4197350"/>
          <p14:tracePt t="266079" x="4235450" y="4203700"/>
          <p14:tracePt t="266088" x="4241800" y="4216400"/>
          <p14:tracePt t="266104" x="4254500" y="4222750"/>
          <p14:tracePt t="266121" x="4279900" y="4254500"/>
          <p14:tracePt t="266137" x="4298950" y="4273550"/>
          <p14:tracePt t="266154" x="4337050" y="4305300"/>
          <p14:tracePt t="266171" x="4368800" y="4324350"/>
          <p14:tracePt t="266187" x="4457700" y="4368800"/>
          <p14:tracePt t="266203" x="4527550" y="4387850"/>
          <p14:tracePt t="266220" x="4686300" y="4445000"/>
          <p14:tracePt t="266237" x="4787900" y="4464050"/>
          <p14:tracePt t="266253" x="5035550" y="4540250"/>
          <p14:tracePt t="266270" x="5264150" y="4591050"/>
          <p14:tracePt t="266286" x="5359400" y="4616450"/>
          <p14:tracePt t="266304" x="5499100" y="4635500"/>
          <p14:tracePt t="266319" x="5619750" y="4622800"/>
          <p14:tracePt t="266336" x="5670550" y="4603750"/>
          <p14:tracePt t="266354" x="5759450" y="4559300"/>
          <p14:tracePt t="266369" x="5797550" y="4527550"/>
          <p14:tracePt t="266386" x="5816600" y="4502150"/>
          <p14:tracePt t="266403" x="5854700" y="4457700"/>
          <p14:tracePt t="266419" x="5867400" y="4438650"/>
          <p14:tracePt t="266436" x="5873750" y="4432300"/>
          <p14:tracePt t="266453" x="5886450" y="4413250"/>
          <p14:tracePt t="266469" x="5886450" y="4400550"/>
          <p14:tracePt t="266486" x="5892800" y="4394200"/>
          <p14:tracePt t="266502" x="5899150" y="4387850"/>
          <p14:tracePt t="266620" x="5892800" y="4387850"/>
          <p14:tracePt t="266649" x="5880100" y="4394200"/>
          <p14:tracePt t="266655" x="5873750" y="4394200"/>
          <p14:tracePt t="266671" x="5854700" y="4400550"/>
          <p14:tracePt t="266685" x="5835650" y="4400550"/>
          <p14:tracePt t="266701" x="5765800" y="4419600"/>
          <p14:tracePt t="266719" x="5645150" y="4445000"/>
          <p14:tracePt t="266735" x="5568950" y="4457700"/>
          <p14:tracePt t="266751" x="5492750" y="4464050"/>
          <p14:tracePt t="266769" x="5359400" y="4483100"/>
          <p14:tracePt t="266784" x="5302250" y="4502150"/>
          <p14:tracePt t="266801" x="5264150" y="4508500"/>
          <p14:tracePt t="266818" x="5200650" y="4514850"/>
          <p14:tracePt t="266834" x="5187950" y="4527550"/>
          <p14:tracePt t="266873" x="5194300" y="4527550"/>
          <p14:tracePt t="266888" x="5219700" y="4521200"/>
          <p14:tracePt t="266903" x="5276850" y="4521200"/>
          <p14:tracePt t="266917" x="5353050" y="4514850"/>
          <p14:tracePt t="266934" x="5530850" y="4502150"/>
          <p14:tracePt t="266951" x="5689600" y="4483100"/>
          <p14:tracePt t="266967" x="5734050" y="4464050"/>
          <p14:tracePt t="266984" x="5791200" y="4457700"/>
          <p14:tracePt t="267001" x="5810250" y="4451350"/>
          <p14:tracePt t="267042" x="5803900" y="4451350"/>
          <p14:tracePt t="267077" x="5797550" y="4451350"/>
          <p14:tracePt t="267098" x="5791200" y="4451350"/>
          <p14:tracePt t="267740" x="5772150" y="4457700"/>
          <p14:tracePt t="267754" x="5740400" y="4470400"/>
          <p14:tracePt t="267761" x="5708650" y="4489450"/>
          <p14:tracePt t="267775" x="5683250" y="4495800"/>
          <p14:tracePt t="267784" x="5651500" y="4508500"/>
          <p14:tracePt t="267798" x="5607050" y="4527550"/>
          <p14:tracePt t="267814" x="5562600" y="4552950"/>
          <p14:tracePt t="267832" x="5448300" y="4591050"/>
          <p14:tracePt t="267848" x="5327650" y="4648200"/>
          <p14:tracePt t="267864" x="5257800" y="4679950"/>
          <p14:tracePt t="267881" x="5041900" y="4768850"/>
          <p14:tracePt t="267897" x="4978400" y="4787900"/>
          <p14:tracePt t="267914" x="4921250" y="4813300"/>
          <p14:tracePt t="267931" x="4832350" y="4851400"/>
          <p14:tracePt t="267947" x="4781550" y="4864100"/>
          <p14:tracePt t="267964" x="4762500" y="4876800"/>
          <p14:tracePt t="267980" x="4743450" y="4889500"/>
          <p14:tracePt t="267997" x="4730750" y="4902200"/>
          <p14:tracePt t="268014" x="4724400" y="4902200"/>
          <p14:tracePt t="268030" x="4718050" y="4902200"/>
          <p14:tracePt t="268064" x="4711700" y="4902200"/>
          <p14:tracePt t="268106" x="4705350" y="4895850"/>
          <p14:tracePt t="268113" x="4692650" y="4883150"/>
          <p14:tracePt t="268127" x="4679950" y="4864100"/>
          <p14:tracePt t="268141" x="4667250" y="4832350"/>
          <p14:tracePt t="268149" x="4641850" y="4800600"/>
          <p14:tracePt t="268163" x="4565650" y="4705350"/>
          <p14:tracePt t="268180" x="4521200" y="4660900"/>
          <p14:tracePt t="268197" x="4445000" y="4559300"/>
          <p14:tracePt t="268213" x="4419600" y="4521200"/>
          <p14:tracePt t="268230" x="4362450" y="4476750"/>
          <p14:tracePt t="268247" x="4337050" y="4457700"/>
          <p14:tracePt t="268263" x="4330700" y="4451350"/>
          <p14:tracePt t="268280" x="4324350" y="4451350"/>
          <p14:tracePt t="268296" x="4318000" y="4451350"/>
          <p14:tracePt t="268329" x="4298950" y="4451350"/>
          <p14:tracePt t="268346" x="4279900" y="4464050"/>
          <p14:tracePt t="268363" x="4273550" y="4464050"/>
          <p14:tracePt t="268380" x="4254500" y="4476750"/>
          <p14:tracePt t="268396" x="4178300" y="4546600"/>
          <p14:tracePt t="268412" x="4146550" y="4565650"/>
          <p14:tracePt t="268430" x="4089400" y="4635500"/>
          <p14:tracePt t="268445" x="4032250" y="4692650"/>
          <p14:tracePt t="268462" x="4006850" y="4724400"/>
          <p14:tracePt t="268479" x="3943350" y="4806950"/>
          <p14:tracePt t="268495" x="3917950" y="4851400"/>
          <p14:tracePt t="268512" x="3886200" y="4921250"/>
          <p14:tracePt t="268529" x="3854450" y="4978400"/>
          <p14:tracePt t="268545" x="3848100" y="5003800"/>
          <p14:tracePt t="268563" x="3816350" y="5073650"/>
          <p14:tracePt t="268595" x="3816350" y="5080000"/>
          <p14:tracePt t="268612" x="3810000" y="5092700"/>
          <p14:tracePt t="268675" x="3810000" y="5099050"/>
          <p14:tracePt t="268717" x="3822700" y="5099050"/>
          <p14:tracePt t="268724" x="3829050" y="5099050"/>
          <p14:tracePt t="268738" x="3835400" y="5105400"/>
          <p14:tracePt t="268747" x="3841750" y="5105400"/>
          <p14:tracePt t="268761" x="3848100" y="5105400"/>
          <p14:tracePt t="268781" x="3860800" y="5111750"/>
          <p14:tracePt t="268795" x="3879850" y="5118100"/>
          <p14:tracePt t="268811" x="3898900" y="5124450"/>
          <p14:tracePt t="268827" x="3924300" y="5130800"/>
          <p14:tracePt t="268844" x="3962400" y="5149850"/>
          <p14:tracePt t="268861" x="4006850" y="5162550"/>
          <p14:tracePt t="268877" x="4025900" y="5175250"/>
          <p14:tracePt t="268894" x="4070350" y="5200650"/>
          <p14:tracePt t="268911" x="4102100" y="5213350"/>
          <p14:tracePt t="268928" x="4108450" y="5213350"/>
          <p14:tracePt t="268944" x="4127500" y="5219700"/>
          <p14:tracePt t="268999" x="4133850" y="5219700"/>
          <p14:tracePt t="269026" x="4140200" y="5213350"/>
          <p14:tracePt t="269048" x="4140200" y="5207000"/>
          <p14:tracePt t="269076" x="4140200" y="5200650"/>
          <p14:tracePt t="269139" x="4146550" y="5187950"/>
          <p14:tracePt t="269161" x="4146550" y="5181600"/>
          <p14:tracePt t="269167" x="4146550" y="5175250"/>
          <p14:tracePt t="269181" x="4146550" y="5168900"/>
          <p14:tracePt t="269193" x="4146550" y="5162550"/>
          <p14:tracePt t="269210" x="4146550" y="5130800"/>
          <p14:tracePt t="269226" x="4159250" y="5111750"/>
          <p14:tracePt t="269243" x="4159250" y="5060950"/>
          <p14:tracePt t="269260" x="4159250" y="5016500"/>
          <p14:tracePt t="269277" x="4159250" y="4997450"/>
          <p14:tracePt t="269293" x="4159250" y="4959350"/>
          <p14:tracePt t="269309" x="4159250" y="4946650"/>
          <p14:tracePt t="269326" x="4159250" y="4933950"/>
          <p14:tracePt t="269343" x="4159250" y="4927600"/>
          <p14:tracePt t="269399" x="4152900" y="4921250"/>
          <p14:tracePt t="269491" x="4159250" y="4921250"/>
          <p14:tracePt t="269512" x="4165600" y="4914900"/>
          <p14:tracePt t="269519" x="4171950" y="4914900"/>
          <p14:tracePt t="269533" x="4184650" y="4914900"/>
          <p14:tracePt t="269542" x="4203700" y="4914900"/>
          <p14:tracePt t="269558" x="4222750" y="4914900"/>
          <p14:tracePt t="269575" x="4324350" y="4914900"/>
          <p14:tracePt t="269592" x="4464050" y="4914900"/>
          <p14:tracePt t="269608" x="4540250" y="4921250"/>
          <p14:tracePt t="269625" x="4724400" y="4927600"/>
          <p14:tracePt t="269641" x="4927600" y="4953000"/>
          <p14:tracePt t="269658" x="5016500" y="4959350"/>
          <p14:tracePt t="269661" x="5105400" y="4972050"/>
          <p14:tracePt t="269675" x="5194300" y="4972050"/>
          <p14:tracePt t="269691" x="5270500" y="4978400"/>
          <p14:tracePt t="269709" x="5480050" y="4991100"/>
          <p14:tracePt t="269725" x="5543550" y="4991100"/>
          <p14:tracePt t="269741" x="5607050" y="4997450"/>
          <p14:tracePt t="269758" x="5753100" y="5010150"/>
          <p14:tracePt t="269775" x="5867400" y="5029200"/>
          <p14:tracePt t="269791" x="5911850" y="5029200"/>
          <p14:tracePt t="269808" x="6013450" y="5041900"/>
          <p14:tracePt t="269824" x="6064250" y="5054600"/>
          <p14:tracePt t="269841" x="6076950" y="5054600"/>
          <p14:tracePt t="269857" x="6102350" y="5048250"/>
          <p14:tracePt t="269874" x="6115050" y="5035550"/>
          <p14:tracePt t="269891" x="6115050" y="5029200"/>
          <p14:tracePt t="269907" x="6121400" y="5022850"/>
          <p14:tracePt t="269924" x="6121400" y="4997450"/>
          <p14:tracePt t="269941" x="6121400" y="4978400"/>
          <p14:tracePt t="269957" x="6115050" y="4908550"/>
          <p14:tracePt t="269974" x="6102350" y="4819650"/>
          <p14:tracePt t="269990" x="6102350" y="4762500"/>
          <p14:tracePt t="270007" x="6102350" y="4749800"/>
          <p14:tracePt t="270024" x="6108700" y="4730750"/>
          <p14:tracePt t="270039" x="6115050" y="4718050"/>
          <p14:tracePt t="270057" x="6121400" y="4711700"/>
          <p14:tracePt t="270090" x="6127750" y="4705350"/>
          <p14:tracePt t="270126" x="6134100" y="4705350"/>
          <p14:tracePt t="270271" x="6134100" y="4711700"/>
          <p14:tracePt t="270292" x="6146800" y="4711700"/>
          <p14:tracePt t="270307" x="6146800" y="4718050"/>
          <p14:tracePt t="270319" x="6153150" y="4718050"/>
          <p14:tracePt t="270334" x="6159500" y="4718050"/>
          <p14:tracePt t="270342" x="6165850" y="4724400"/>
          <p14:tracePt t="270356" x="6172200" y="4724400"/>
          <p14:tracePt t="270372" x="6184900" y="4724400"/>
          <p14:tracePt t="270388" x="6210300" y="4743450"/>
          <p14:tracePt t="270405" x="6242050" y="4768850"/>
          <p14:tracePt t="270422" x="6261100" y="4781550"/>
          <p14:tracePt t="270440" x="6286500" y="4806950"/>
          <p14:tracePt t="270455" x="6311900" y="4838700"/>
          <p14:tracePt t="270472" x="6318250" y="4851400"/>
          <p14:tracePt t="270489" x="6324600" y="4864100"/>
          <p14:tracePt t="270505" x="6330950" y="4883150"/>
          <p14:tracePt t="270538" x="6337300" y="4883150"/>
          <p14:tracePt t="270555" x="6337300" y="4889500"/>
          <p14:tracePt t="270622" x="6343650" y="4895850"/>
          <p14:tracePt t="270664" x="6350000" y="4895850"/>
          <p14:tracePt t="270756" x="6350000" y="4889500"/>
          <p14:tracePt t="270797" x="6356350" y="4889500"/>
          <p14:tracePt t="270847" x="6356350" y="4883150"/>
          <p14:tracePt t="270967" x="6350000" y="4883150"/>
          <p14:tracePt t="270973" x="6343650" y="4883150"/>
          <p14:tracePt t="270989" x="6337300" y="4883150"/>
          <p14:tracePt t="271004" x="6324600" y="4883150"/>
          <p14:tracePt t="271020" x="6299200" y="4889500"/>
          <p14:tracePt t="271037" x="6280150" y="4895850"/>
          <p14:tracePt t="271053" x="6235700" y="4914900"/>
          <p14:tracePt t="271070" x="6203950" y="4927600"/>
          <p14:tracePt t="271087" x="6178550" y="4933950"/>
          <p14:tracePt t="271103" x="6165850" y="4940300"/>
          <p14:tracePt t="271121" x="6153150" y="4940300"/>
          <p14:tracePt t="271136" x="6146800" y="4940300"/>
          <p14:tracePt t="271184" x="6134100" y="4940300"/>
          <p14:tracePt t="271198" x="6127750" y="4940300"/>
          <p14:tracePt t="271206" x="6121400" y="4940300"/>
          <p14:tracePt t="271222" x="6115050" y="4940300"/>
          <p14:tracePt t="271236" x="6096000" y="4933950"/>
          <p14:tracePt t="271253" x="6038850" y="4921250"/>
          <p14:tracePt t="271269" x="5905500" y="4902200"/>
          <p14:tracePt t="271286" x="5842000" y="4883150"/>
          <p14:tracePt t="271302" x="5619750" y="4851400"/>
          <p14:tracePt t="271319" x="5378450" y="4819650"/>
          <p14:tracePt t="271336" x="5251450" y="4794250"/>
          <p14:tracePt t="271353" x="4997450" y="4762500"/>
          <p14:tracePt t="271369" x="4781550" y="4743450"/>
          <p14:tracePt t="271385" x="4667250" y="4724400"/>
          <p14:tracePt t="271403" x="4470400" y="4692650"/>
          <p14:tracePt t="271419" x="4279900" y="4654550"/>
          <p14:tracePt t="271435" x="4197350" y="4641850"/>
          <p14:tracePt t="271452" x="4076700" y="4616450"/>
          <p14:tracePt t="271468" x="3987800" y="4603750"/>
          <p14:tracePt t="271485" x="3956050" y="4603750"/>
          <p14:tracePt t="271502" x="3898900" y="4597400"/>
          <p14:tracePt t="271518" x="3879850" y="4591050"/>
          <p14:tracePt t="271536" x="3841750" y="4584700"/>
          <p14:tracePt t="271551" x="3816350" y="4578350"/>
          <p14:tracePt t="271568" x="3803650" y="4578350"/>
          <p14:tracePt t="271585" x="3790950" y="4578350"/>
          <p14:tracePt t="271601" x="3765550" y="4578350"/>
          <p14:tracePt t="271618" x="3752850" y="4578350"/>
          <p14:tracePt t="271635" x="3727450" y="4584700"/>
          <p14:tracePt t="271651" x="3676650" y="4597400"/>
          <p14:tracePt t="271668" x="3644900" y="4616450"/>
          <p14:tracePt t="271685" x="3581400" y="4648200"/>
          <p14:tracePt t="271701" x="3492500" y="4686300"/>
          <p14:tracePt t="271718" x="3409950" y="4730750"/>
          <p14:tracePt t="271734" x="3371850" y="4756150"/>
          <p14:tracePt t="271751" x="3308350" y="4800600"/>
          <p14:tracePt t="271768" x="3276600" y="4819650"/>
          <p14:tracePt t="271784" x="3219450" y="4883150"/>
          <p14:tracePt t="271801" x="3194050" y="4902200"/>
          <p14:tracePt t="271818" x="3149600" y="4959350"/>
          <p14:tracePt t="271834" x="3143250" y="4965700"/>
          <p14:tracePt t="271851" x="3136900" y="4978400"/>
          <p14:tracePt t="271867" x="3130550" y="4984750"/>
          <p14:tracePt t="271883" x="3124200" y="4984750"/>
          <p14:tracePt t="271923" x="3130550" y="4984750"/>
          <p14:tracePt t="271930" x="3136900" y="4984750"/>
          <p14:tracePt t="271951" x="3149600" y="4984750"/>
          <p14:tracePt t="271958" x="3162300" y="4984750"/>
          <p14:tracePt t="271972" x="3175000" y="4984750"/>
          <p14:tracePt t="271983" x="3194050" y="4984750"/>
          <p14:tracePt t="272001" x="3257550" y="4984750"/>
          <p14:tracePt t="272017" x="3282950" y="4984750"/>
          <p14:tracePt t="272033" x="3359150" y="4972050"/>
          <p14:tracePt t="272050" x="3441700" y="4972050"/>
          <p14:tracePt t="272066" x="3492500" y="4978400"/>
          <p14:tracePt t="272083" x="3549650" y="4984750"/>
          <p14:tracePt t="272099" x="3676650" y="5035550"/>
          <p14:tracePt t="272116" x="3695700" y="5041900"/>
          <p14:tracePt t="272133" x="3721100" y="5054600"/>
          <p14:tracePt t="272149" x="3727450" y="5073650"/>
          <p14:tracePt t="272166" x="3733800" y="5073650"/>
          <p14:tracePt t="272199" x="3740150" y="5080000"/>
          <p14:tracePt t="272216" x="3740150" y="5086350"/>
          <p14:tracePt t="272235" x="3746500" y="5092700"/>
          <p14:tracePt t="272249" x="3752850" y="5099050"/>
          <p14:tracePt t="272266" x="3771900" y="5111750"/>
          <p14:tracePt t="272282" x="3803650" y="5130800"/>
          <p14:tracePt t="272299" x="3822700" y="5143500"/>
          <p14:tracePt t="272316" x="3867150" y="5162550"/>
          <p14:tracePt t="272332" x="3917950" y="5175250"/>
          <p14:tracePt t="272348" x="3937000" y="5187950"/>
          <p14:tracePt t="272366" x="3994150" y="5200650"/>
          <p14:tracePt t="272382" x="4025900" y="5207000"/>
          <p14:tracePt t="272399" x="4032250" y="5207000"/>
          <p14:tracePt t="272415" x="4044950" y="5207000"/>
          <p14:tracePt t="272448" x="4044950" y="5200650"/>
          <p14:tracePt t="272465" x="4044950" y="5187950"/>
          <p14:tracePt t="272499" x="4044950" y="5181600"/>
          <p14:tracePt t="272515" x="4044950" y="5168900"/>
          <p14:tracePt t="272549" x="4051300" y="5156200"/>
          <p14:tracePt t="272565" x="4057650" y="5149850"/>
          <p14:tracePt t="272581" x="4070350" y="5143500"/>
          <p14:tracePt t="272598" x="4083050" y="5124450"/>
          <p14:tracePt t="272615" x="4127500" y="5086350"/>
          <p14:tracePt t="272631" x="4159250" y="5060950"/>
          <p14:tracePt t="272648" x="4229100" y="5022850"/>
          <p14:tracePt t="272664" x="4286250" y="4991100"/>
          <p14:tracePt t="272682" x="4318000" y="4972050"/>
          <p14:tracePt t="272697" x="4356100" y="4953000"/>
          <p14:tracePt t="272714" x="4368800" y="4953000"/>
          <p14:tracePt t="272731" x="4375150" y="4946650"/>
          <p14:tracePt t="272801" x="4368800" y="4946650"/>
          <p14:tracePt t="272815" x="4362450" y="4953000"/>
          <p14:tracePt t="272823" x="4349750" y="4953000"/>
          <p14:tracePt t="272837" x="4330700" y="4953000"/>
          <p14:tracePt t="272847" x="4305300" y="4953000"/>
          <p14:tracePt t="272864" x="4254500" y="4953000"/>
          <p14:tracePt t="272880" x="4102100" y="4953000"/>
          <p14:tracePt t="272897" x="3905250" y="4921250"/>
          <p14:tracePt t="272914" x="3727450" y="4902200"/>
          <p14:tracePt t="272930" x="3651250" y="4889500"/>
          <p14:tracePt t="272947" x="3556000" y="4883150"/>
          <p14:tracePt t="272964" x="3511550" y="4876800"/>
          <p14:tracePt t="272980" x="3492500" y="4876800"/>
          <p14:tracePt t="273014" x="3505200" y="4870450"/>
          <p14:tracePt t="273029" x="3524250" y="4870450"/>
          <p14:tracePt t="273048" x="3606800" y="4851400"/>
          <p14:tracePt t="273063" x="3683000" y="4851400"/>
          <p14:tracePt t="273080" x="3898900" y="4832350"/>
          <p14:tracePt t="273097" x="4127500" y="4813300"/>
          <p14:tracePt t="273113" x="4248150" y="4800600"/>
          <p14:tracePt t="273129" x="4400550" y="4768850"/>
          <p14:tracePt t="273146" x="4476750" y="4737100"/>
          <p14:tracePt t="273163" x="4489450" y="4730750"/>
          <p14:tracePt t="273179" x="4502150" y="4724400"/>
          <p14:tracePt t="273212" x="4495800" y="4724400"/>
          <p14:tracePt t="273229" x="4476750" y="4724400"/>
          <p14:tracePt t="273246" x="4438650" y="4724400"/>
          <p14:tracePt t="273262" x="4406900" y="4724400"/>
          <p14:tracePt t="273280" x="4330700" y="4724400"/>
          <p14:tracePt t="273295" x="4229100" y="4724400"/>
          <p14:tracePt t="273312" x="4178300" y="4724400"/>
          <p14:tracePt t="273329" x="4102100" y="4724400"/>
          <p14:tracePt t="273345" x="4070350" y="4724400"/>
          <p14:tracePt t="273362" x="4019550" y="4724400"/>
          <p14:tracePt t="273379" x="3987800" y="4718050"/>
          <p14:tracePt t="273395" x="3981450" y="4718050"/>
          <p14:tracePt t="273412" x="3975100" y="4718050"/>
          <p14:tracePt t="273428" x="3968750" y="4718050"/>
          <p14:tracePt t="273462" x="3968750" y="4724400"/>
          <p14:tracePt t="273659" x="3975100" y="4724400"/>
          <p14:tracePt t="273737" x="3981450" y="4724400"/>
          <p14:tracePt t="273772" x="3987800" y="4730750"/>
          <p14:tracePt t="273779" x="3994150" y="4730750"/>
          <p14:tracePt t="273785" x="4006850" y="4730750"/>
          <p14:tracePt t="273800" x="4006850" y="4737100"/>
          <p14:tracePt t="273810" x="4019550" y="4743450"/>
          <p14:tracePt t="273828" x="4051300" y="4756150"/>
          <p14:tracePt t="273843" x="4146550" y="4794250"/>
          <p14:tracePt t="273860" x="4349750" y="4870450"/>
          <p14:tracePt t="273877" x="4476750" y="4908550"/>
          <p14:tracePt t="273893" x="4794250" y="5010150"/>
          <p14:tracePt t="273910" x="4959350" y="5073650"/>
          <p14:tracePt t="273927" x="5473700" y="5194300"/>
          <p14:tracePt t="273944" x="5619750" y="5219700"/>
          <p14:tracePt t="273960" x="5778500" y="5232400"/>
          <p14:tracePt t="273976" x="6032500" y="5251450"/>
          <p14:tracePt t="273993" x="6235700" y="5251450"/>
          <p14:tracePt t="274009" x="6337300" y="5251450"/>
          <p14:tracePt t="274026" x="6508750" y="5226050"/>
          <p14:tracePt t="274043" x="6648450" y="5207000"/>
          <p14:tracePt t="274060" x="6807200" y="5181600"/>
          <p14:tracePt t="274076" x="6896100" y="5162550"/>
          <p14:tracePt t="274093" x="7080250" y="5111750"/>
          <p14:tracePt t="274110" x="7277100" y="5067300"/>
          <p14:tracePt t="274126" x="7353300" y="5060950"/>
          <p14:tracePt t="274143" x="7473950" y="5022850"/>
          <p14:tracePt t="274159" x="7550150" y="4997450"/>
          <p14:tracePt t="274176" x="7581900" y="4978400"/>
          <p14:tracePt t="274192" x="7600950" y="4972050"/>
          <p14:tracePt t="274209" x="7658100" y="4933950"/>
          <p14:tracePt t="274226" x="7670800" y="4927600"/>
          <p14:tracePt t="274243" x="7689850" y="4914900"/>
          <p14:tracePt t="274263" x="7696200" y="4908550"/>
          <p14:tracePt t="274275" x="7702550" y="4908550"/>
          <p14:tracePt t="274293" x="7721600" y="4895850"/>
          <p14:tracePt t="274309" x="7727950" y="4889500"/>
          <p14:tracePt t="274325" x="7734300" y="4889500"/>
          <p14:tracePt t="274342" x="7747000" y="4883150"/>
          <p14:tracePt t="274359" x="7766050" y="4864100"/>
          <p14:tracePt t="274376" x="7778750" y="4864100"/>
          <p14:tracePt t="274391" x="7785100" y="4857750"/>
          <p14:tracePt t="274408" x="7804150" y="4851400"/>
          <p14:tracePt t="274425" x="7810500" y="4845050"/>
          <p14:tracePt t="275232" x="7759700" y="4845050"/>
          <p14:tracePt t="275246" x="7677150" y="4851400"/>
          <p14:tracePt t="275254" x="7588250" y="4851400"/>
          <p14:tracePt t="275267" x="7473950" y="4864100"/>
          <p14:tracePt t="275275" x="7366000" y="4864100"/>
          <p14:tracePt t="275291" x="7239000" y="4876800"/>
          <p14:tracePt t="275305" x="6915150" y="4889500"/>
          <p14:tracePt t="275322" x="6737350" y="4889500"/>
          <p14:tracePt t="275339" x="6356350" y="4914900"/>
          <p14:tracePt t="275355" x="6121400" y="4914900"/>
          <p14:tracePt t="275371" x="5886450" y="4927600"/>
          <p14:tracePt t="275388" x="5422900" y="4965700"/>
          <p14:tracePt t="275405" x="5010150" y="5022850"/>
          <p14:tracePt t="275422" x="4743450" y="5073650"/>
          <p14:tracePt t="275438" x="4546600" y="5137150"/>
          <p14:tracePt t="275454" x="4457700" y="5168900"/>
          <p14:tracePt t="275472" x="4260850" y="5251450"/>
          <p14:tracePt t="275488" x="4083050" y="5353050"/>
          <p14:tracePt t="275505" x="4025900" y="5391150"/>
          <p14:tracePt t="275521" x="3937000" y="5467350"/>
          <p14:tracePt t="275538" x="3892550" y="5480050"/>
          <p14:tracePt t="275556" x="3873500" y="5461000"/>
          <p14:tracePt t="276147" x="3860800" y="5461000"/>
          <p14:tracePt t="276161" x="3829050" y="5461000"/>
          <p14:tracePt t="276169" x="3803650" y="5448300"/>
          <p14:tracePt t="276182" x="3771900" y="5448300"/>
          <p14:tracePt t="276189" x="3746500" y="5448300"/>
          <p14:tracePt t="276202" x="3714750" y="5441950"/>
          <p14:tracePt t="276218" x="3657600" y="5441950"/>
          <p14:tracePt t="276235" x="3638550" y="5441950"/>
          <p14:tracePt t="276252" x="3606800" y="5441950"/>
          <p14:tracePt t="276268" x="3575050" y="5441950"/>
          <p14:tracePt t="276285" x="3562350" y="5441950"/>
          <p14:tracePt t="276302" x="3530600" y="5441950"/>
          <p14:tracePt t="276318" x="3517900" y="5441950"/>
          <p14:tracePt t="276335" x="3498850" y="5441950"/>
          <p14:tracePt t="276352" x="3479800" y="5448300"/>
          <p14:tracePt t="276385" x="3467100" y="5448300"/>
          <p14:tracePt t="276401" x="3448050" y="5448300"/>
          <p14:tracePt t="276418" x="3441700" y="5454650"/>
          <p14:tracePt t="276435" x="3435350" y="5461000"/>
          <p14:tracePt t="276451" x="3416300" y="5461000"/>
          <p14:tracePt t="276467" x="3403600" y="5467350"/>
          <p14:tracePt t="276485" x="3359150" y="5480050"/>
          <p14:tracePt t="276501" x="3302000" y="5492750"/>
          <p14:tracePt t="276518" x="3276600" y="5499100"/>
          <p14:tracePt t="276535" x="3200400" y="5518150"/>
          <p14:tracePt t="276551" x="3136900" y="5524500"/>
          <p14:tracePt t="276567" x="3105150" y="5524500"/>
          <p14:tracePt t="276584" x="3048000" y="5530850"/>
          <p14:tracePt t="276601" x="3028950" y="5530850"/>
          <p14:tracePt t="276619" x="2984500" y="5530850"/>
          <p14:tracePt t="276634" x="2971800" y="5530850"/>
          <p14:tracePt t="276668" x="2959100" y="5530850"/>
          <p14:tracePt t="277096" x="2959100" y="5537200"/>
          <p14:tracePt t="277131" x="2959100" y="5543550"/>
          <p14:tracePt t="277272" x="2959100" y="5537200"/>
          <p14:tracePt t="277293" x="2971800" y="5530850"/>
          <p14:tracePt t="277314" x="2971800" y="5524500"/>
          <p14:tracePt t="277321" x="2978150" y="5524500"/>
          <p14:tracePt t="277342" x="2984500" y="5518150"/>
          <p14:tracePt t="277363" x="2990850" y="5511800"/>
          <p14:tracePt t="277377" x="2990850" y="5505450"/>
          <p14:tracePt t="277385" x="2990850" y="5499100"/>
          <p14:tracePt t="277398" x="2997200" y="5486400"/>
          <p14:tracePt t="277414" x="3016250" y="5473700"/>
          <p14:tracePt t="277431" x="3022600" y="5461000"/>
          <p14:tracePt t="277448" x="3054350" y="5403850"/>
          <p14:tracePt t="277464" x="3079750" y="5353050"/>
          <p14:tracePt t="277481" x="3098800" y="5334000"/>
          <p14:tracePt t="277498" x="3117850" y="5289550"/>
          <p14:tracePt t="277514" x="3130550" y="5276850"/>
          <p14:tracePt t="277532" x="3143250" y="5257800"/>
          <p14:tracePt t="277547" x="3149600" y="5251450"/>
          <p14:tracePt t="277595" x="3149600" y="5257800"/>
          <p14:tracePt t="277602" x="3149600" y="5264150"/>
          <p14:tracePt t="277617" x="3149600" y="5270500"/>
          <p14:tracePt t="277630" x="3149600" y="5276850"/>
          <p14:tracePt t="277647" x="3143250" y="5295900"/>
          <p14:tracePt t="277664" x="3143250" y="5302250"/>
          <p14:tracePt t="277681" x="3143250" y="5334000"/>
          <p14:tracePt t="277697" x="3136900" y="5359400"/>
          <p14:tracePt t="277714" x="3136900" y="5378450"/>
          <p14:tracePt t="277730" x="3136900" y="5429250"/>
          <p14:tracePt t="277747" x="3136900" y="5441950"/>
          <p14:tracePt t="277764" x="3136900" y="5461000"/>
          <p14:tracePt t="277806" x="3136900" y="5467350"/>
          <p14:tracePt t="277918" x="3143250" y="5467350"/>
          <p14:tracePt t="277961" x="3149600" y="5467350"/>
          <p14:tracePt t="277975" x="3149600" y="5461000"/>
          <p14:tracePt t="277997" x="3155950" y="5461000"/>
          <p14:tracePt t="278010" x="3162300" y="5454650"/>
          <p14:tracePt t="278017" x="3168650" y="5454650"/>
          <p14:tracePt t="278029" x="3181350" y="5448300"/>
          <p14:tracePt t="278046" x="3194050" y="5448300"/>
          <p14:tracePt t="278062" x="3232150" y="5448300"/>
          <p14:tracePt t="278079" x="3270250" y="5448300"/>
          <p14:tracePt t="278095" x="3346450" y="5448300"/>
          <p14:tracePt t="278112" x="3403600" y="5461000"/>
          <p14:tracePt t="278129" x="3549650" y="5524500"/>
          <p14:tracePt t="278145" x="3581400" y="5537200"/>
          <p14:tracePt t="278162" x="3619500" y="5556250"/>
          <p14:tracePt t="278179" x="3644900" y="5581650"/>
          <p14:tracePt t="278195" x="3651250" y="5581650"/>
          <p14:tracePt t="278212" x="3657600" y="5588000"/>
          <p14:tracePt t="278228" x="3663950" y="5594350"/>
          <p14:tracePt t="278291" x="3670300" y="5594350"/>
          <p14:tracePt t="278418" x="3670300" y="5588000"/>
          <p14:tracePt t="278586" x="3663950" y="5581650"/>
          <p14:tracePt t="278678" x="3657600" y="5581650"/>
          <p14:tracePt t="278727" x="3651250" y="5581650"/>
          <p14:tracePt t="278776" x="3651250" y="5575300"/>
          <p14:tracePt t="278818" x="3651250" y="5568950"/>
          <p14:tracePt t="278846" x="3651250" y="5562600"/>
          <p14:tracePt t="278860" x="3644900" y="5556250"/>
          <p14:tracePt t="278867" x="3644900" y="5549900"/>
          <p14:tracePt t="278882" x="3644900" y="5543550"/>
          <p14:tracePt t="278896" x="3638550" y="5537200"/>
          <p14:tracePt t="278910" x="3632200" y="5511800"/>
          <p14:tracePt t="278926" x="3619500" y="5492750"/>
          <p14:tracePt t="278943" x="3587750" y="5429250"/>
          <p14:tracePt t="278960" x="3530600" y="5302250"/>
          <p14:tracePt t="278976" x="3486150" y="5238750"/>
          <p14:tracePt t="278993" x="3448050" y="5168900"/>
          <p14:tracePt t="279009" x="3302000" y="4959350"/>
          <p14:tracePt t="279025" x="3251200" y="4889500"/>
          <p14:tracePt t="279043" x="3213100" y="4832350"/>
          <p14:tracePt t="279059" x="3136900" y="4749800"/>
          <p14:tracePt t="279076" x="3098800" y="4705350"/>
          <p14:tracePt t="279093" x="3079750" y="4699000"/>
          <p14:tracePt t="279109" x="3067050" y="4686300"/>
          <p14:tracePt t="279125" x="3060700" y="4686300"/>
          <p14:tracePt t="279170" x="3054350" y="4686300"/>
          <p14:tracePt t="279205" x="3054350" y="4692650"/>
          <p14:tracePt t="279219" x="3054350" y="4711700"/>
          <p14:tracePt t="279233" x="3054350" y="4724400"/>
          <p14:tracePt t="279242" x="3060700" y="4762500"/>
          <p14:tracePt t="279258" x="3067050" y="4806950"/>
          <p14:tracePt t="279276" x="3086100" y="4940300"/>
          <p14:tracePt t="279291" x="3124200" y="5092700"/>
          <p14:tracePt t="279308" x="3143250" y="5175250"/>
          <p14:tracePt t="279326" x="3175000" y="5334000"/>
          <p14:tracePt t="279341" x="3194050" y="5397500"/>
          <p14:tracePt t="279358" x="3213100" y="5505450"/>
          <p14:tracePt t="279375" x="3219450" y="5562600"/>
          <p14:tracePt t="279391" x="3219450" y="5581650"/>
          <p14:tracePt t="279408" x="3219450" y="5600700"/>
          <p14:tracePt t="279424" x="3219450" y="5607050"/>
          <p14:tracePt t="279521" x="3225800" y="5607050"/>
          <p14:tracePt t="279556" x="3232150" y="5607050"/>
          <p14:tracePt t="279563" x="3232150" y="5600700"/>
          <p14:tracePt t="279578" x="3238500" y="5594350"/>
          <p14:tracePt t="279593" x="3238500" y="5588000"/>
          <p14:tracePt t="279607" x="3257550" y="5581650"/>
          <p14:tracePt t="279624" x="3282950" y="5562600"/>
          <p14:tracePt t="279641" x="3333750" y="5524500"/>
          <p14:tracePt t="279657" x="3397250" y="5480050"/>
          <p14:tracePt t="279674" x="3441700" y="5467350"/>
          <p14:tracePt t="279690" x="3505200" y="5429250"/>
          <p14:tracePt t="279707" x="3556000" y="5416550"/>
          <p14:tracePt t="279723" x="3575050" y="5416550"/>
          <p14:tracePt t="279740" x="3619500" y="5416550"/>
          <p14:tracePt t="279756" x="3651250" y="5441950"/>
          <p14:tracePt t="279773" x="3663950" y="5454650"/>
          <p14:tracePt t="279789" x="3689350" y="5492750"/>
          <p14:tracePt t="279806" x="3702050" y="5524500"/>
          <p14:tracePt t="279824" x="3708400" y="5549900"/>
          <p14:tracePt t="279839" x="3714750" y="5556250"/>
          <p14:tracePt t="279856" x="3714750" y="5562600"/>
          <p14:tracePt t="280056" x="3708400" y="5562600"/>
          <p14:tracePt t="280070" x="3702050" y="5562600"/>
          <p14:tracePt t="280077" x="3695700" y="5556250"/>
          <p14:tracePt t="280089" x="3689350" y="5549900"/>
          <p14:tracePt t="280106" x="3651250" y="5530850"/>
          <p14:tracePt t="280122" x="3619500" y="5518150"/>
          <p14:tracePt t="280138" x="3536950" y="5480050"/>
          <p14:tracePt t="280155" x="3448050" y="5448300"/>
          <p14:tracePt t="280172" x="3403600" y="5429250"/>
          <p14:tracePt t="280190" x="3333750" y="5403850"/>
          <p14:tracePt t="280205" x="3282950" y="5384800"/>
          <p14:tracePt t="280221" x="3270250" y="5384800"/>
          <p14:tracePt t="280239" x="3244850" y="5378450"/>
          <p14:tracePt t="280255" x="3232150" y="5365750"/>
          <p14:tracePt t="280271" x="3232150" y="5359400"/>
          <p14:tracePt t="280288" x="3232150" y="5334000"/>
          <p14:tracePt t="284653" x="3263900" y="5327650"/>
          <p14:tracePt t="284667" x="3308350" y="5308600"/>
          <p14:tracePt t="284675" x="3352800" y="5295900"/>
          <p14:tracePt t="284689" x="3403600" y="5283200"/>
          <p14:tracePt t="284706" x="3505200" y="5251450"/>
          <p14:tracePt t="284724" x="3651250" y="5200650"/>
          <p14:tracePt t="284739" x="3752850" y="5168900"/>
          <p14:tracePt t="284756" x="3848100" y="5124450"/>
          <p14:tracePt t="284773" x="4044950" y="5054600"/>
          <p14:tracePt t="284789" x="4254500" y="4959350"/>
          <p14:tracePt t="284806" x="4394200" y="4889500"/>
          <p14:tracePt t="284823" x="4584700" y="4756150"/>
          <p14:tracePt t="284839" x="4667250" y="4692650"/>
          <p14:tracePt t="284856" x="4724400" y="4635500"/>
          <p14:tracePt t="284872" x="4851400" y="4464050"/>
          <p14:tracePt t="284889" x="4908550" y="4318000"/>
          <p14:tracePt t="284906" x="4927600" y="4210050"/>
          <p14:tracePt t="284922" x="4927600" y="4146550"/>
          <p14:tracePt t="284938" x="4921250" y="4019550"/>
          <p14:tracePt t="284956" x="4870450" y="3810000"/>
          <p14:tracePt t="284972" x="4838700" y="3708400"/>
          <p14:tracePt t="284988" x="4705350" y="3448050"/>
          <p14:tracePt t="285005" x="4635500" y="3327400"/>
          <p14:tracePt t="285022" x="4400550" y="2959100"/>
          <p14:tracePt t="285038" x="4267200" y="2819400"/>
          <p14:tracePt t="285055" x="3987800" y="2578100"/>
          <p14:tracePt t="285071" x="3771900" y="2419350"/>
          <p14:tracePt t="285089" x="3549650" y="2349500"/>
          <p14:tracePt t="285104" x="3422650" y="2349500"/>
          <p14:tracePt t="285121" x="3124200" y="2362200"/>
          <p14:tracePt t="285138" x="2813050" y="2501900"/>
          <p14:tracePt t="285154" x="2635250" y="2609850"/>
          <p14:tracePt t="285171" x="2286000" y="2940050"/>
          <p14:tracePt t="285188" x="1943100" y="3390900"/>
          <p14:tracePt t="285204" x="1809750" y="3600450"/>
          <p14:tracePt t="285221" x="1600200" y="4000500"/>
          <p14:tracePt t="285237" x="1511300" y="4241800"/>
          <p14:tracePt t="285254" x="1485900" y="4337050"/>
          <p14:tracePt t="285272" x="1479550" y="4464050"/>
          <p14:tracePt t="285288" x="1479550" y="4521200"/>
          <p14:tracePt t="285304" x="1498600" y="4540250"/>
          <p14:tracePt t="285321" x="1562100" y="4552950"/>
          <p14:tracePt t="285337" x="1682750" y="4552950"/>
          <p14:tracePt t="285354" x="1771650" y="4540250"/>
          <p14:tracePt t="285371" x="1968500" y="4470400"/>
          <p14:tracePt t="285387" x="2070100" y="4413250"/>
          <p14:tracePt t="285404" x="2305050" y="4210050"/>
          <p14:tracePt t="285420" x="2489200" y="3917950"/>
          <p14:tracePt t="285437" x="2559050" y="3771900"/>
          <p14:tracePt t="285440" x="2584450" y="3625850"/>
          <p14:tracePt t="285454" x="2590800" y="3498850"/>
          <p14:tracePt t="285470" x="2565400" y="3232150"/>
          <p14:tracePt t="285487" x="2527300" y="3117850"/>
          <p14:tracePt t="285504" x="2355850" y="2844800"/>
          <p14:tracePt t="285520" x="2114550" y="2520950"/>
          <p14:tracePt t="285536" x="1993900" y="2362200"/>
          <p14:tracePt t="285553" x="1765300" y="2120900"/>
          <p14:tracePt t="285570" x="1625600" y="1968500"/>
          <p14:tracePt t="285586" x="1568450" y="1930400"/>
          <p14:tracePt t="285603" x="1498600" y="1879600"/>
          <p14:tracePt t="285620" x="1479550" y="1854200"/>
          <p14:tracePt t="285637" x="1454150" y="1835150"/>
          <p14:tracePt t="285653" x="1447800" y="1828800"/>
          <p14:tracePt t="285669" x="1441450" y="1816100"/>
          <p14:tracePt t="285686" x="1435100" y="1809750"/>
          <p14:tracePt t="285763" x="1441450" y="1809750"/>
          <p14:tracePt t="285777" x="1447800" y="1803400"/>
          <p14:tracePt t="285805" x="1466850" y="1797050"/>
          <p14:tracePt t="285812" x="1498600" y="1790700"/>
          <p14:tracePt t="285826" x="1530350" y="1778000"/>
          <p14:tracePt t="285841" x="1581150" y="1778000"/>
          <p14:tracePt t="285851" x="1644650" y="1758950"/>
          <p14:tracePt t="285869" x="1733550" y="1752600"/>
          <p14:tracePt t="285885" x="1828800" y="1739900"/>
          <p14:tracePt t="285902" x="2089150" y="1733550"/>
          <p14:tracePt t="285919" x="2266950" y="1739900"/>
          <p14:tracePt t="285935" x="2508250" y="1752600"/>
          <p14:tracePt t="285938" x="2755900" y="1797050"/>
          <p14:tracePt t="285952" x="3060700" y="1841500"/>
          <p14:tracePt t="285968" x="3409950" y="1911350"/>
          <p14:tracePt t="285985" x="4076700" y="2057400"/>
          <p14:tracePt t="286002" x="4629150" y="2165350"/>
          <p14:tracePt t="286018" x="4775200" y="2190750"/>
          <p14:tracePt t="286035" x="4972050" y="2241550"/>
          <p14:tracePt t="286052" x="5048250" y="2247900"/>
          <p14:tracePt t="286068" x="5073650" y="2247900"/>
          <p14:tracePt t="286103" x="5073650" y="2241550"/>
          <p14:tracePt t="286122" x="5054600" y="2241550"/>
          <p14:tracePt t="286134" x="5022850" y="2254250"/>
          <p14:tracePt t="286151" x="4895850" y="2311400"/>
          <p14:tracePt t="286168" x="4819650" y="2349500"/>
          <p14:tracePt t="286185" x="4603750" y="2470150"/>
          <p14:tracePt t="286201" x="4330700" y="2609850"/>
          <p14:tracePt t="286218" x="4203700" y="2692400"/>
          <p14:tracePt t="286235" x="3968750" y="2889250"/>
          <p14:tracePt t="286250" x="3822700" y="3067050"/>
          <p14:tracePt t="286267" x="3759200" y="3149600"/>
          <p14:tracePt t="286284" x="3702050" y="3263900"/>
          <p14:tracePt t="286301" x="3695700" y="3308350"/>
          <p14:tracePt t="286317" x="3695700" y="3346450"/>
          <p14:tracePt t="286334" x="3714750" y="3384550"/>
          <p14:tracePt t="286350" x="3740150" y="3403600"/>
          <p14:tracePt t="286367" x="3803650" y="3441700"/>
          <p14:tracePt t="286383" x="3892550" y="3505200"/>
          <p14:tracePt t="286400" x="3943350" y="3543300"/>
          <p14:tracePt t="286417" x="4032250" y="3606800"/>
          <p14:tracePt t="286434" x="4102100" y="3676650"/>
          <p14:tracePt t="286450" x="4127500" y="3708400"/>
          <p14:tracePt t="286453" x="4133850" y="3759200"/>
          <p14:tracePt t="286467" x="4152900" y="3816350"/>
          <p14:tracePt t="286483" x="4146550" y="3968750"/>
          <p14:tracePt t="286500" x="4127500" y="4051300"/>
          <p14:tracePt t="286517" x="4044950" y="4235450"/>
          <p14:tracePt t="286533" x="3994150" y="4343400"/>
          <p14:tracePt t="286550" x="3848100" y="4533900"/>
          <p14:tracePt t="286566" x="3670300" y="4679950"/>
          <p14:tracePt t="286583" x="3606800" y="4724400"/>
          <p14:tracePt t="286600" x="3435350" y="4851400"/>
          <p14:tracePt t="286616" x="3403600" y="4889500"/>
          <p14:tracePt t="286633" x="3365500" y="4908550"/>
          <p14:tracePt t="286650" x="3314700" y="4953000"/>
          <p14:tracePt t="286666" x="3276600" y="4991100"/>
          <p14:tracePt t="286682" x="3263900" y="4997450"/>
          <p14:tracePt t="286699" x="3257550" y="5010150"/>
          <p14:tracePt t="286716" x="3251200" y="5022850"/>
          <p14:tracePt t="286733" x="3244850" y="5035550"/>
          <p14:tracePt t="286749" x="3225800" y="5067300"/>
          <p14:tracePt t="286765" x="3225800" y="5105400"/>
          <p14:tracePt t="286783" x="3219450" y="5137150"/>
          <p14:tracePt t="286799" x="3219450" y="5143500"/>
          <p14:tracePt t="286815" x="3219450" y="5149850"/>
          <p14:tracePt t="286832" x="3219450" y="5168900"/>
          <p14:tracePt t="286848" x="3219450" y="5181600"/>
          <p14:tracePt t="286865" x="3219450" y="5194300"/>
          <p14:tracePt t="286882" x="3213100" y="5245100"/>
          <p14:tracePt t="286898" x="3213100" y="5264150"/>
          <p14:tracePt t="286915" x="3213100" y="5276850"/>
          <p14:tracePt t="287296" x="3213100" y="5308600"/>
          <p14:tracePt t="287303" x="3213100" y="5334000"/>
          <p14:tracePt t="287317" x="3219450" y="5378450"/>
          <p14:tracePt t="287331" x="3225800" y="5416550"/>
          <p14:tracePt t="287347" x="3251200" y="5505450"/>
          <p14:tracePt t="287364" x="3270250" y="5537200"/>
          <p14:tracePt t="287380" x="3289300" y="5581650"/>
          <p14:tracePt t="287397" x="3302000" y="5594350"/>
          <p14:tracePt t="287414" x="3308350" y="5594350"/>
          <p14:tracePt t="287430" x="3308350" y="5600700"/>
          <p14:tracePt t="287528" x="3314700" y="5600700"/>
          <p14:tracePt t="287577" x="3302000" y="5600700"/>
          <p14:tracePt t="287584" x="3295650" y="5600700"/>
          <p14:tracePt t="287599" x="3289300" y="5600700"/>
          <p14:tracePt t="287619" x="3276600" y="5600700"/>
          <p14:tracePt t="287629" x="3263900" y="5600700"/>
          <p14:tracePt t="287645" x="3244850" y="5607050"/>
          <p14:tracePt t="287662" x="3219450" y="5607050"/>
          <p14:tracePt t="287679" x="3175000" y="5607050"/>
          <p14:tracePt t="287697" x="3149600" y="5607050"/>
          <p14:tracePt t="287712" x="3136900" y="5607050"/>
          <p14:tracePt t="287729" x="3124200" y="5607050"/>
          <p14:tracePt t="287746" x="3111500" y="5607050"/>
          <p14:tracePt t="287858" x="3111500" y="5613400"/>
          <p14:tracePt t="287907" x="3105150" y="5613400"/>
          <p14:tracePt t="287929" x="3105150" y="5626100"/>
          <p14:tracePt t="287950" x="3105150" y="5632450"/>
          <p14:tracePt t="287978" x="3098800" y="5638800"/>
          <p14:tracePt t="288006" x="3098800" y="5645150"/>
          <p14:tracePt t="288048" x="3098800" y="5651500"/>
          <p14:tracePt t="288069" x="3098800" y="5657850"/>
          <p14:tracePt t="288083" x="3098800" y="5664200"/>
          <p14:tracePt t="288097" x="3098800" y="5670550"/>
          <p14:tracePt t="288775" x="3117850" y="5670550"/>
          <p14:tracePt t="288789" x="3136900" y="5676900"/>
          <p14:tracePt t="288796" x="3149600" y="5676900"/>
          <p14:tracePt t="288811" x="3168650" y="5676900"/>
          <p14:tracePt t="288825" x="3194050" y="5676900"/>
          <p14:tracePt t="288842" x="3238500" y="5676900"/>
          <p14:tracePt t="288859" x="3263900" y="5676900"/>
          <p14:tracePt t="288875" x="3282950" y="5676900"/>
          <p14:tracePt t="288892" x="3314700" y="5664200"/>
          <p14:tracePt t="288909" x="3327400" y="5657850"/>
          <p14:tracePt t="288925" x="3333750" y="5651500"/>
          <p14:tracePt t="288941" x="3340100" y="5645150"/>
          <p14:tracePt t="288958" x="3346450" y="5638800"/>
          <p14:tracePt t="288991" x="3346450" y="5632450"/>
          <p14:tracePt t="289098" x="3340100" y="5626100"/>
          <p14:tracePt t="289126" x="3333750" y="5619750"/>
          <p14:tracePt t="289142" x="3327400" y="5619750"/>
          <p14:tracePt t="289169" x="3327400" y="5613400"/>
          <p14:tracePt t="289190" x="3314700" y="5607050"/>
          <p14:tracePt t="289197" x="3308350" y="5600700"/>
          <p14:tracePt t="289211" x="3302000" y="5600700"/>
          <p14:tracePt t="289224" x="3295650" y="5594350"/>
          <p14:tracePt t="289240" x="3263900" y="5581650"/>
          <p14:tracePt t="289257" x="3251200" y="5581650"/>
          <p14:tracePt t="289274" x="3213100" y="5568950"/>
          <p14:tracePt t="289290" x="3187700" y="5562600"/>
          <p14:tracePt t="289307" x="3168650" y="5562600"/>
          <p14:tracePt t="289324" x="3149600" y="5556250"/>
          <p14:tracePt t="289340" x="3136900" y="5556250"/>
          <p14:tracePt t="289373" x="3130550" y="5556250"/>
          <p14:tracePt t="289401" x="3124200" y="5549900"/>
          <p14:tracePt t="289471" x="3117850" y="5549900"/>
          <p14:tracePt t="289506" x="3111500" y="5549900"/>
          <p14:tracePt t="289528" x="3105150" y="5549900"/>
          <p14:tracePt t="289556" x="3098800" y="5549900"/>
          <p14:tracePt t="289570" x="3092450" y="5549900"/>
          <p14:tracePt t="289576" x="3086100" y="5549900"/>
          <p14:tracePt t="289598" x="3079750" y="5549900"/>
          <p14:tracePt t="289606" x="3067050" y="5543550"/>
          <p14:tracePt t="289622" x="3048000" y="5543550"/>
          <p14:tracePt t="289641" x="2978150" y="5524500"/>
          <p14:tracePt t="289655" x="2946400" y="5518150"/>
          <p14:tracePt t="289672" x="2927350" y="5511800"/>
          <p14:tracePt t="289689" x="2857500" y="5505450"/>
          <p14:tracePt t="289705" x="2844800" y="5499100"/>
          <p14:tracePt t="289722" x="2832100" y="5499100"/>
          <p14:tracePt t="289739" x="2813050" y="5499100"/>
          <p14:tracePt t="289755" x="2806700" y="5492750"/>
          <p14:tracePt t="289772" x="2800350" y="5492750"/>
          <p14:tracePt t="290090" x="2800350" y="5499100"/>
          <p14:tracePt t="290105" x="2806700" y="5499100"/>
          <p14:tracePt t="290117" x="2813050" y="5499100"/>
          <p14:tracePt t="290132" x="2819400" y="5505450"/>
          <p14:tracePt t="290154" x="2832100" y="5505450"/>
          <p14:tracePt t="290167" x="2844800" y="5505450"/>
          <p14:tracePt t="290174" x="2863850" y="5505450"/>
          <p14:tracePt t="290190" x="2889250" y="5511800"/>
          <p14:tracePt t="290204" x="2914650" y="5511800"/>
          <p14:tracePt t="290220" x="2933700" y="5511800"/>
          <p14:tracePt t="290239" x="2984500" y="5518150"/>
          <p14:tracePt t="290254" x="3003550" y="5518150"/>
          <p14:tracePt t="290270" x="3016250" y="5518150"/>
          <p14:tracePt t="290287" x="3028950" y="5518150"/>
          <p14:tracePt t="290303" x="3035300" y="5518150"/>
          <p14:tracePt t="290540" x="3041650" y="5518150"/>
          <p14:tracePt t="290716" x="3035300" y="5518150"/>
          <p14:tracePt t="290743" x="3028950" y="5518150"/>
          <p14:tracePt t="291241" x="3035300" y="5518150"/>
          <p14:tracePt t="291248" x="3086100" y="5518150"/>
          <p14:tracePt t="291262" x="3149600" y="5518150"/>
          <p14:tracePt t="291270" x="3238500" y="5518150"/>
          <p14:tracePt t="291283" x="3340100" y="5518150"/>
          <p14:tracePt t="291300" x="3556000" y="5518150"/>
          <p14:tracePt t="291317" x="3670300" y="5518150"/>
          <p14:tracePt t="291333" x="3905250" y="5518150"/>
          <p14:tracePt t="291350" x="4171950" y="5518150"/>
          <p14:tracePt t="291366" x="4286250" y="5518150"/>
          <p14:tracePt t="291383" x="4489450" y="5518150"/>
          <p14:tracePt t="291400" x="4603750" y="5518150"/>
          <p14:tracePt t="291417" x="4883150" y="5518150"/>
          <p14:tracePt t="291433" x="4959350" y="5518150"/>
          <p14:tracePt t="291449" x="5048250" y="5518150"/>
          <p14:tracePt t="291466" x="5226050" y="5524500"/>
          <p14:tracePt t="291483" x="5416550" y="5530850"/>
          <p14:tracePt t="291499" x="5505450" y="5543550"/>
          <p14:tracePt t="291516" x="5670550" y="5549900"/>
          <p14:tracePt t="291532" x="5816600" y="5568950"/>
          <p14:tracePt t="291550" x="5867400" y="5568950"/>
          <p14:tracePt t="291565" x="5949950" y="5581650"/>
          <p14:tracePt t="291582" x="6019800" y="5568950"/>
          <p14:tracePt t="291600" x="6070600" y="5568950"/>
          <p14:tracePt t="291615" x="6083300" y="5568950"/>
          <p14:tracePt t="291632" x="6096000" y="5562600"/>
          <p14:tracePt t="291649" x="6115050" y="5556250"/>
          <p14:tracePt t="291665" x="6134100" y="5556250"/>
          <p14:tracePt t="291682" x="6146800" y="5556250"/>
          <p14:tracePt t="291699" x="6191250" y="5556250"/>
          <p14:tracePt t="291715" x="6210300" y="5556250"/>
          <p14:tracePt t="291732" x="6229350" y="5549900"/>
          <p14:tracePt t="291748" x="6273800" y="5556250"/>
          <p14:tracePt t="291765" x="6324600" y="5556250"/>
          <p14:tracePt t="291782" x="6369050" y="5562600"/>
          <p14:tracePt t="291798" x="6381750" y="5562600"/>
          <p14:tracePt t="291815" x="6426200" y="5568950"/>
          <p14:tracePt t="291832" x="6457950" y="5575300"/>
          <p14:tracePt t="291848" x="6489700" y="5581650"/>
          <p14:tracePt t="291865" x="6527800" y="5594350"/>
          <p14:tracePt t="291881" x="6578600" y="5607050"/>
          <p14:tracePt t="291898" x="6610350" y="5613400"/>
          <p14:tracePt t="291914" x="6667500" y="5638800"/>
          <p14:tracePt t="291931" x="6750050" y="5657850"/>
          <p14:tracePt t="291947" x="6794500" y="5664200"/>
          <p14:tracePt t="291965" x="6864350" y="5676900"/>
          <p14:tracePt t="291981" x="6934200" y="5676900"/>
          <p14:tracePt t="291997" x="6972300" y="5676900"/>
          <p14:tracePt t="292015" x="7016750" y="5676900"/>
          <p14:tracePt t="292031" x="7042150" y="5676900"/>
          <p14:tracePt t="292047" x="7073900" y="5676900"/>
          <p14:tracePt t="292064" x="7099300" y="5676900"/>
          <p14:tracePt t="292080" x="7105650" y="5676900"/>
          <p14:tracePt t="292141" x="7112000" y="5670550"/>
          <p14:tracePt t="292197" x="7112000" y="5664200"/>
          <p14:tracePt t="292211" x="7112000" y="5657850"/>
          <p14:tracePt t="292585" x="7143750" y="5657850"/>
          <p14:tracePt t="292591" x="7200900" y="5676900"/>
          <p14:tracePt t="292606" x="7277100" y="5689600"/>
          <p14:tracePt t="292614" x="7353300" y="5695950"/>
          <p14:tracePt t="292628" x="7448550" y="5708650"/>
          <p14:tracePt t="292645" x="7537450" y="5715000"/>
          <p14:tracePt t="292662" x="7715250" y="5715000"/>
          <p14:tracePt t="292678" x="7905750" y="5702300"/>
          <p14:tracePt t="292695" x="7994650" y="5683250"/>
          <p14:tracePt t="292712" x="8153400" y="5651500"/>
          <p14:tracePt t="292728" x="8286750" y="5632450"/>
          <p14:tracePt t="292745" x="8337550" y="5626100"/>
          <p14:tracePt t="292762" x="8420100" y="5607050"/>
          <p14:tracePt t="292778" x="8464550" y="5600700"/>
          <p14:tracePt t="292796" x="8470900" y="5594350"/>
          <p14:tracePt t="292811" x="8477250" y="5594350"/>
          <p14:tracePt t="292859" x="8470900" y="5594350"/>
          <p14:tracePt t="292866" x="8464550" y="5594350"/>
          <p14:tracePt t="292877" x="8458200" y="5594350"/>
          <p14:tracePt t="292895" x="8432800" y="5594350"/>
          <p14:tracePt t="292911" x="8407400" y="5594350"/>
          <p14:tracePt t="292928" x="8369300" y="5588000"/>
          <p14:tracePt t="292945" x="8115300" y="5588000"/>
          <p14:tracePt t="292960" x="8001000" y="5575300"/>
          <p14:tracePt t="292978" x="7874000" y="5568950"/>
          <p14:tracePt t="292994" x="7607300" y="5568950"/>
          <p14:tracePt t="293011" x="7366000" y="5568950"/>
          <p14:tracePt t="293028" x="7175500" y="5568950"/>
          <p14:tracePt t="293044" x="7124700" y="5568950"/>
          <p14:tracePt t="293060" x="7054850" y="5581650"/>
          <p14:tracePt t="293078" x="7029450" y="5581650"/>
          <p14:tracePt t="293094" x="7016750" y="5581650"/>
          <p14:tracePt t="293110" x="7010400" y="5588000"/>
          <p14:tracePt t="293175" x="7023100" y="5594350"/>
          <p14:tracePt t="293189" x="7035800" y="5594350"/>
          <p14:tracePt t="293196" x="7054850" y="5594350"/>
          <p14:tracePt t="293213" x="7086600" y="5594350"/>
          <p14:tracePt t="293226" x="7219950" y="5600700"/>
          <p14:tracePt t="293243" x="7308850" y="5600700"/>
          <p14:tracePt t="293260" x="7524750" y="5607050"/>
          <p14:tracePt t="293276" x="7626350" y="5607050"/>
          <p14:tracePt t="293293" x="7829550" y="5619750"/>
          <p14:tracePt t="293310" x="8001000" y="5607050"/>
          <p14:tracePt t="293327" x="8064500" y="5594350"/>
          <p14:tracePt t="293343" x="8147050" y="5581650"/>
          <p14:tracePt t="293359" x="8197850" y="5556250"/>
          <p14:tracePt t="293375" x="8216900" y="5549900"/>
          <p14:tracePt t="293393" x="8216900" y="5543550"/>
          <p14:tracePt t="293436" x="8210550" y="5543550"/>
          <p14:tracePt t="293449" x="8204200" y="5543550"/>
          <p14:tracePt t="293459" x="8197850" y="5543550"/>
          <p14:tracePt t="293475" x="8191500" y="5543550"/>
          <p14:tracePt t="293492" x="8147050" y="5549900"/>
          <p14:tracePt t="293509" x="8051800" y="5568950"/>
          <p14:tracePt t="293527" x="7975600" y="5575300"/>
          <p14:tracePt t="293542" x="7778750" y="5619750"/>
          <p14:tracePt t="293559" x="7677150" y="5638800"/>
          <p14:tracePt t="293576" x="7327900" y="5689600"/>
          <p14:tracePt t="293592" x="7226300" y="5715000"/>
          <p14:tracePt t="293608" x="7150100" y="5721350"/>
          <p14:tracePt t="293612" x="7080250" y="5734050"/>
          <p14:tracePt t="293626" x="7042150" y="5740400"/>
          <p14:tracePt t="293642" x="6997700" y="5759450"/>
          <p14:tracePt t="293658" x="6985000" y="5759450"/>
          <p14:tracePt t="293675" x="6972300" y="5765800"/>
          <p14:tracePt t="293708" x="6972300" y="5772150"/>
          <p14:tracePt t="293731" x="6978650" y="5778500"/>
          <p14:tracePt t="293741" x="6985000" y="5778500"/>
          <p14:tracePt t="293759" x="6997700" y="5778500"/>
          <p14:tracePt t="293774" x="7004050" y="5778500"/>
          <p14:tracePt t="293791" x="7042150" y="5778500"/>
          <p14:tracePt t="293809" x="7118350" y="5778500"/>
          <p14:tracePt t="293825" x="7181850" y="5778500"/>
          <p14:tracePt t="293841" x="7258050" y="5778500"/>
          <p14:tracePt t="293858" x="7537450" y="5791200"/>
          <p14:tracePt t="293874" x="7639050" y="5784850"/>
          <p14:tracePt t="293891" x="7727950" y="5784850"/>
          <p14:tracePt t="293907" x="7867650" y="5772150"/>
          <p14:tracePt t="293924" x="7950200" y="5772150"/>
          <p14:tracePt t="293942" x="7975600" y="5765800"/>
          <p14:tracePt t="293957" x="7981950" y="5765800"/>
          <p14:tracePt t="293991" x="7969250" y="5765800"/>
          <p14:tracePt t="294007" x="7956550" y="5759450"/>
          <p14:tracePt t="294024" x="7950200" y="5759450"/>
          <p14:tracePt t="294041" x="7899400" y="5765800"/>
          <p14:tracePt t="294057" x="7861300" y="5772150"/>
          <p14:tracePt t="294074" x="7740650" y="5791200"/>
          <p14:tracePt t="294090" x="7594600" y="5816600"/>
          <p14:tracePt t="294107" x="7518400" y="5829300"/>
          <p14:tracePt t="294110" x="7442200" y="5835650"/>
          <p14:tracePt t="294126" x="7385050" y="5848350"/>
          <p14:tracePt t="294140" x="7308850" y="5854700"/>
          <p14:tracePt t="294157" x="7296150" y="5861050"/>
          <p14:tracePt t="294174" x="7270750" y="5861050"/>
          <p14:tracePt t="294190" x="7264400" y="5861050"/>
          <p14:tracePt t="294206" x="7264400" y="5867400"/>
          <p14:tracePt t="294223" x="7258050" y="5867400"/>
          <p14:tracePt t="294240" x="7258050" y="5873750"/>
          <p14:tracePt t="294257" x="7277100" y="5873750"/>
          <p14:tracePt t="294273" x="7315200" y="5867400"/>
          <p14:tracePt t="294289" x="7346950" y="5867400"/>
          <p14:tracePt t="294307" x="7435850" y="5854700"/>
          <p14:tracePt t="294323" x="7581900" y="5835650"/>
          <p14:tracePt t="294339" x="7658100" y="5829300"/>
          <p14:tracePt t="294356" x="7797800" y="5810250"/>
          <p14:tracePt t="294373" x="7893050" y="5797550"/>
          <p14:tracePt t="294389" x="7924800" y="5791200"/>
          <p14:tracePt t="294406" x="7950200" y="5784850"/>
          <p14:tracePt t="294483" x="7943850" y="5784850"/>
          <p14:tracePt t="294490" x="7937500" y="5784850"/>
          <p14:tracePt t="294511" x="7931150" y="5784850"/>
          <p14:tracePt t="294525" x="7924800" y="5784850"/>
          <p14:tracePt t="294532" x="7918450" y="5784850"/>
          <p14:tracePt t="294546" x="7912100" y="5784850"/>
          <p14:tracePt t="294555" x="7899400" y="5784850"/>
          <p14:tracePt t="294572" x="7874000" y="5784850"/>
          <p14:tracePt t="294589" x="7829550" y="5791200"/>
          <p14:tracePt t="294605" x="7759700" y="5797550"/>
          <p14:tracePt t="294622" x="7727950" y="5810250"/>
          <p14:tracePt t="294625" x="7689850" y="5810250"/>
          <p14:tracePt t="294638" x="7664450" y="5810250"/>
          <p14:tracePt t="294655" x="7600950" y="5816600"/>
          <p14:tracePt t="294672" x="7581900" y="5816600"/>
          <p14:tracePt t="294688" x="7550150" y="5816600"/>
          <p14:tracePt t="294705" x="7531100" y="5816600"/>
          <p14:tracePt t="294722" x="7524750" y="5816600"/>
          <p14:tracePt t="294764" x="7524750" y="5810250"/>
          <p14:tracePt t="294785" x="7537450" y="5810250"/>
          <p14:tracePt t="294792" x="7543800" y="5803900"/>
          <p14:tracePt t="294807" x="7556500" y="5803900"/>
          <p14:tracePt t="294821" x="7575550" y="5803900"/>
          <p14:tracePt t="294838" x="7613650" y="5797550"/>
          <p14:tracePt t="294855" x="7677150" y="5791200"/>
          <p14:tracePt t="294871" x="7715250" y="5778500"/>
          <p14:tracePt t="294887" x="7772400" y="5772150"/>
          <p14:tracePt t="294905" x="7797800" y="5765800"/>
          <p14:tracePt t="294921" x="7804150" y="5759450"/>
          <p14:tracePt t="294937" x="7810500" y="5753100"/>
          <p14:tracePt t="294982" x="7797800" y="5753100"/>
          <p14:tracePt t="294996" x="7791450" y="5753100"/>
          <p14:tracePt t="295004" x="7785100" y="5753100"/>
          <p14:tracePt t="295020" x="7778750" y="5746750"/>
          <p14:tracePt t="295037" x="7778750" y="5740400"/>
          <p14:tracePt t="295258" x="7696200" y="5721350"/>
          <p14:tracePt t="295265" x="7531100" y="5689600"/>
          <p14:tracePt t="295279" x="7321550" y="5632450"/>
          <p14:tracePt t="295289" x="7124700" y="5607050"/>
          <p14:tracePt t="295303" x="6877050" y="5562600"/>
          <p14:tracePt t="295319" x="6407150" y="5492750"/>
          <p14:tracePt t="295336" x="5899150" y="5448300"/>
          <p14:tracePt t="295352" x="5581650" y="5435600"/>
          <p14:tracePt t="295369" x="5054600" y="5416550"/>
          <p14:tracePt t="295386" x="4654550" y="5435600"/>
          <p14:tracePt t="295402" x="4457700" y="5461000"/>
          <p14:tracePt t="295420" x="4108450" y="5524500"/>
          <p14:tracePt t="295435" x="3867150" y="5600700"/>
          <p14:tracePt t="295452" x="3746500" y="5651500"/>
          <p14:tracePt t="295469" x="3524250" y="5715000"/>
          <p14:tracePt t="295485" x="3448050" y="5746750"/>
          <p14:tracePt t="295502" x="3257550" y="5829300"/>
          <p14:tracePt t="295519" x="3136900" y="5873750"/>
          <p14:tracePt t="295535" x="3079750" y="5892800"/>
          <p14:tracePt t="295552" x="3022600" y="5918200"/>
          <p14:tracePt t="295568" x="2990850" y="5924550"/>
          <p14:tracePt t="295585" x="2965450" y="5930900"/>
          <p14:tracePt t="295602" x="2959100" y="5943600"/>
          <p14:tracePt t="296077" x="2908300" y="5937250"/>
          <p14:tracePt t="296091" x="2819400" y="5911850"/>
          <p14:tracePt t="296098" x="2724150" y="5886450"/>
          <p14:tracePt t="296112" x="2609850" y="5861050"/>
          <p14:tracePt t="296120" x="2520950" y="5842000"/>
          <p14:tracePt t="296136" x="2413000" y="5810250"/>
          <p14:tracePt t="296150" x="2247900" y="5772150"/>
          <p14:tracePt t="296166" x="2165350" y="5759450"/>
          <p14:tracePt t="296184" x="2038350" y="5740400"/>
          <p14:tracePt t="296200" x="1987550" y="5740400"/>
          <p14:tracePt t="296217" x="1879600" y="5740400"/>
          <p14:tracePt t="296232" x="1835150" y="5740400"/>
          <p14:tracePt t="296249" x="1822450" y="5740400"/>
          <p14:tracePt t="296266" x="1803400" y="5740400"/>
          <p14:tracePt t="296283" x="1790700" y="5740400"/>
          <p14:tracePt t="296299" x="1784350" y="5746750"/>
          <p14:tracePt t="296316" x="1784350" y="5753100"/>
          <p14:tracePt t="296333" x="1778000" y="5759450"/>
          <p14:tracePt t="296366" x="1771650" y="5765800"/>
          <p14:tracePt t="296449" x="1771650" y="5772150"/>
          <p14:tracePt t="296463" x="1771650" y="5778500"/>
          <p14:tracePt t="296470" x="1771650" y="5791200"/>
          <p14:tracePt t="296485" x="1771650" y="5803900"/>
          <p14:tracePt t="296499" x="1771650" y="5835650"/>
          <p14:tracePt t="296515" x="1771650" y="5867400"/>
          <p14:tracePt t="296532" x="1771650" y="5880100"/>
          <p14:tracePt t="296549" x="1752600" y="5949950"/>
          <p14:tracePt t="296565" x="1727200" y="6032500"/>
          <p14:tracePt t="296582" x="1720850" y="6057900"/>
          <p14:tracePt t="296598" x="1701800" y="6121400"/>
          <p14:tracePt t="296615" x="1676400" y="6146800"/>
          <p14:tracePt t="296632" x="1676400" y="6159500"/>
          <p14:tracePt t="296648" x="1676400" y="6165850"/>
          <p14:tracePt t="296665" x="1670050" y="6172200"/>
          <p14:tracePt t="296766" x="1670050" y="6178550"/>
          <p14:tracePt t="296801" x="1676400" y="6178550"/>
          <p14:tracePt t="296815" x="1682750" y="6178550"/>
          <p14:tracePt t="296822" x="1682750" y="6184900"/>
          <p14:tracePt t="296836" x="1689100" y="6184900"/>
          <p14:tracePt t="296847" x="1695450" y="6184900"/>
          <p14:tracePt t="296864" x="1708150" y="6184900"/>
          <p14:tracePt t="296897" x="1720850" y="6178550"/>
          <p14:tracePt t="296914" x="1746250" y="6172200"/>
          <p14:tracePt t="296930" x="1758950" y="6172200"/>
          <p14:tracePt t="296947" x="1797050" y="6159500"/>
          <p14:tracePt t="296964" x="1828800" y="6146800"/>
          <p14:tracePt t="296980" x="1841500" y="6140450"/>
          <p14:tracePt t="296998" x="1866900" y="6134100"/>
          <p14:tracePt t="297014" x="1879600" y="6127750"/>
          <p14:tracePt t="297049" x="1885950" y="6127750"/>
          <p14:tracePt t="297075" x="1892300" y="6121400"/>
          <p14:tracePt t="297152" x="1898650" y="6121400"/>
          <p14:tracePt t="297201" x="1905000" y="6121400"/>
          <p14:tracePt t="297223" x="1911350" y="6121400"/>
          <p14:tracePt t="297236" x="1917700" y="6121400"/>
          <p14:tracePt t="297265" x="1924050" y="6121400"/>
          <p14:tracePt t="297272" x="1924050" y="6115050"/>
          <p14:tracePt t="297286" x="1930400" y="6115050"/>
          <p14:tracePt t="297295" x="1936750" y="6115050"/>
          <p14:tracePt t="297312" x="1943100" y="6108700"/>
          <p14:tracePt t="297329" x="1955800" y="6108700"/>
          <p14:tracePt t="297363" x="1968500" y="6102350"/>
          <p14:tracePt t="297379" x="1974850" y="6102350"/>
          <p14:tracePt t="297413" x="1987550" y="6096000"/>
          <p14:tracePt t="297454" x="1993900" y="6096000"/>
          <p14:tracePt t="297469" x="2000250" y="6089650"/>
          <p14:tracePt t="297483" x="2006600" y="6089650"/>
          <p14:tracePt t="297503" x="2012950" y="6089650"/>
          <p14:tracePt t="297525" x="2019300" y="6083300"/>
          <p14:tracePt t="297539" x="2025650" y="6083300"/>
          <p14:tracePt t="297548" x="2032000" y="6083300"/>
          <p14:tracePt t="297562" x="2038350" y="6083300"/>
          <p14:tracePt t="297578" x="2070100" y="6076950"/>
          <p14:tracePt t="297595" x="2120900" y="6070600"/>
          <p14:tracePt t="297611" x="2159000" y="6070600"/>
          <p14:tracePt t="297628" x="2228850" y="6057900"/>
          <p14:tracePt t="297645" x="2298700" y="6057900"/>
          <p14:tracePt t="297661" x="2317750" y="6051550"/>
          <p14:tracePt t="297678" x="2349500" y="6051550"/>
          <p14:tracePt t="297681" x="2362200" y="6045200"/>
          <p14:tracePt t="297695" x="2381250" y="6045200"/>
          <p14:tracePt t="297711" x="2387600" y="6045200"/>
          <p14:tracePt t="297729" x="2387600" y="6038850"/>
          <p14:tracePt t="297744" x="2387600" y="6032500"/>
          <p14:tracePt t="298390" x="2374900" y="6032500"/>
          <p14:tracePt t="298398" x="2336800" y="6032500"/>
          <p14:tracePt t="298412" x="2279650" y="6032500"/>
          <p14:tracePt t="298426" x="2241550" y="6032500"/>
          <p14:tracePt t="298442" x="2165350" y="6032500"/>
          <p14:tracePt t="298458" x="2133600" y="6038850"/>
          <p14:tracePt t="298475" x="2089150" y="6051550"/>
          <p14:tracePt t="298491" x="2076450" y="6051550"/>
          <p14:tracePt t="298508" x="2063750" y="6057900"/>
          <p14:tracePt t="298525" x="2057400" y="6057900"/>
          <p14:tracePt t="298541" x="2051050" y="6057900"/>
          <p14:tracePt t="298573" x="2044700" y="6064250"/>
          <p14:tracePt t="298580" x="2038350" y="6064250"/>
          <p14:tracePt t="298601" x="2025650" y="6064250"/>
          <p14:tracePt t="298622" x="2012950" y="6064250"/>
          <p14:tracePt t="298629" x="2006600" y="6070600"/>
          <p14:tracePt t="298644" x="1993900" y="6070600"/>
          <p14:tracePt t="298658" x="1968500" y="6070600"/>
          <p14:tracePt t="298674" x="1949450" y="6070600"/>
          <p14:tracePt t="298691" x="1930400" y="6070600"/>
          <p14:tracePt t="298708" x="1879600" y="6070600"/>
          <p14:tracePt t="298725" x="1847850" y="6070600"/>
          <p14:tracePt t="298742" x="1828800" y="6070600"/>
          <p14:tracePt t="298757" x="1816100" y="6070600"/>
          <p14:tracePt t="298791" x="1809750" y="6070600"/>
          <p14:tracePt t="301270" x="1816100" y="6070600"/>
          <p14:tracePt t="301277" x="1835150" y="6070600"/>
          <p14:tracePt t="301291" x="1854200" y="6064250"/>
          <p14:tracePt t="301305" x="1873250" y="6064250"/>
          <p14:tracePt t="301319" x="1898650" y="6064250"/>
          <p14:tracePt t="301332" x="1911350" y="6057900"/>
          <p14:tracePt t="301355" x="1924050" y="6057900"/>
          <p14:tracePt t="301365" x="1930400" y="6057900"/>
          <p14:tracePt t="301382" x="1936750" y="6057900"/>
          <p14:tracePt t="301404" x="1943100" y="6057900"/>
          <p14:tracePt t="301453" x="1949450" y="6057900"/>
          <p14:tracePt t="301572" x="1955800" y="6057900"/>
          <p14:tracePt t="301678" x="1955800" y="6064250"/>
          <p14:tracePt t="301797" x="1968500" y="6064250"/>
          <p14:tracePt t="301811" x="1981200" y="6076950"/>
          <p14:tracePt t="301824" x="1993900" y="6076950"/>
          <p14:tracePt t="301838" x="2025650" y="6083300"/>
          <p14:tracePt t="301848" x="2051050" y="6089650"/>
          <p14:tracePt t="301864" x="2184400" y="6115050"/>
          <p14:tracePt t="301882" x="2381250" y="6159500"/>
          <p14:tracePt t="301897" x="2482850" y="6165850"/>
          <p14:tracePt t="301913" x="2597150" y="6191250"/>
          <p14:tracePt t="301931" x="2940050" y="6229350"/>
          <p14:tracePt t="301946" x="3048000" y="6242050"/>
          <p14:tracePt t="301963" x="3143250" y="6242050"/>
          <p14:tracePt t="301980" x="3244850" y="6242050"/>
          <p14:tracePt t="301996" x="3429000" y="6235700"/>
          <p14:tracePt t="302013" x="3517900" y="6229350"/>
          <p14:tracePt t="302030" x="3670300" y="6210300"/>
          <p14:tracePt t="302046" x="3752850" y="6197600"/>
          <p14:tracePt t="302063" x="3829050" y="6191250"/>
          <p14:tracePt t="302079" x="3943350" y="6178550"/>
          <p14:tracePt t="302096" x="4000500" y="6172200"/>
          <p14:tracePt t="302113" x="4051300" y="6172200"/>
          <p14:tracePt t="302129" x="4127500" y="6172200"/>
          <p14:tracePt t="302146" x="4159250" y="6165850"/>
          <p14:tracePt t="302163" x="4178300" y="6165850"/>
          <p14:tracePt t="302179" x="4210050" y="6153150"/>
          <p14:tracePt t="302196" x="4222750" y="6134100"/>
          <p14:tracePt t="302212" x="4235450" y="6121400"/>
          <p14:tracePt t="302595" x="4273550" y="6121400"/>
          <p14:tracePt t="302610" x="4337050" y="6121400"/>
          <p14:tracePt t="302617" x="4394200" y="6134100"/>
          <p14:tracePt t="302627" x="4445000" y="6134100"/>
          <p14:tracePt t="302645" x="4578350" y="6159500"/>
          <p14:tracePt t="302661" x="4654550" y="6159500"/>
          <p14:tracePt t="302677" x="4718050" y="6172200"/>
          <p14:tracePt t="302694" x="4838700" y="6178550"/>
          <p14:tracePt t="302710" x="4914900" y="6178550"/>
          <p14:tracePt t="302727" x="4946650" y="6178550"/>
          <p14:tracePt t="302744" x="4984750" y="6165850"/>
          <p14:tracePt t="302760" x="5022850" y="6153150"/>
          <p14:tracePt t="302763" x="5029200" y="6153150"/>
          <p14:tracePt t="302793" x="5048250" y="6153150"/>
          <p14:tracePt t="302810" x="5060950" y="6153150"/>
          <p14:tracePt t="302843" x="5067300" y="6153150"/>
          <p14:tracePt t="302877" x="5073650" y="6153150"/>
          <p14:tracePt t="302947" x="5080000" y="6153150"/>
          <p14:tracePt t="302961" x="5086350" y="6153150"/>
          <p14:tracePt t="302968" x="5092700" y="6153150"/>
          <p14:tracePt t="302977" x="5099050" y="6153150"/>
          <p14:tracePt t="302992" x="5111750" y="6153150"/>
          <p14:tracePt t="303010" x="5124450" y="6153150"/>
          <p14:tracePt t="303026" x="5130800" y="6153150"/>
          <p14:tracePt t="303042" x="5156200" y="6153150"/>
          <p14:tracePt t="303060" x="5181600" y="6153150"/>
          <p14:tracePt t="303076" x="5187950" y="6153150"/>
          <p14:tracePt t="303092" x="5200650" y="6153150"/>
          <p14:tracePt t="303109" x="5207000" y="6153150"/>
          <p14:tracePt t="303126" x="5213350" y="6153150"/>
          <p14:tracePt t="303160" x="5219700" y="6153150"/>
          <p14:tracePt t="303277" x="5226050" y="6153150"/>
          <p14:tracePt t="303298" x="5232400" y="6153150"/>
          <p14:tracePt t="303320" x="5238750" y="6153150"/>
          <p14:tracePt t="303326" x="5245100" y="6153150"/>
          <p14:tracePt t="303342" x="5251450" y="6153150"/>
          <p14:tracePt t="303355" x="5264150" y="6153150"/>
          <p14:tracePt t="303362" x="5283200" y="6153150"/>
          <p14:tracePt t="303375" x="5302250" y="6153150"/>
          <p14:tracePt t="303391" x="5391150" y="6153150"/>
          <p14:tracePt t="303407" x="5461000" y="6153150"/>
          <p14:tracePt t="303425" x="5626100" y="6153150"/>
          <p14:tracePt t="303441" x="5842000" y="6153150"/>
          <p14:tracePt t="303458" x="5969000" y="6165850"/>
          <p14:tracePt t="303475" x="6203950" y="6178550"/>
          <p14:tracePt t="303491" x="6432550" y="6178550"/>
          <p14:tracePt t="303508" x="6534150" y="6172200"/>
          <p14:tracePt t="303524" x="6692900" y="6159500"/>
          <p14:tracePt t="303541" x="6781800" y="6153150"/>
          <p14:tracePt t="303558" x="6813550" y="6146800"/>
          <p14:tracePt t="303574" x="6838950" y="6140450"/>
          <p14:tracePt t="303591" x="6845300" y="6140450"/>
          <p14:tracePt t="303629" x="6838950" y="6140450"/>
          <p14:tracePt t="303650" x="6826250" y="6140450"/>
          <p14:tracePt t="303664" x="6813550" y="6140450"/>
          <p14:tracePt t="303673" x="6794500" y="6140450"/>
          <p14:tracePt t="303690" x="6756400" y="6146800"/>
          <p14:tracePt t="303707" x="6623050" y="6178550"/>
          <p14:tracePt t="303724" x="6445250" y="6203950"/>
          <p14:tracePt t="303740" x="6324600" y="6229350"/>
          <p14:tracePt t="303756" x="6108700" y="6267450"/>
          <p14:tracePt t="303774" x="5924550" y="6299200"/>
          <p14:tracePt t="303791" x="5784850" y="6330950"/>
          <p14:tracePt t="303806" x="5715000" y="6350000"/>
          <p14:tracePt t="303823" x="5651500" y="6362700"/>
          <p14:tracePt t="303840" x="5600700" y="6375400"/>
          <p14:tracePt t="303856" x="5588000" y="6381750"/>
          <p14:tracePt t="303873" x="5575300" y="6388100"/>
          <p14:tracePt t="303890" x="5543550" y="6400800"/>
          <p14:tracePt t="303924" x="5530850" y="6400800"/>
          <p14:tracePt t="303939" x="5530850" y="6407150"/>
          <p14:tracePt t="303973" x="5524500" y="6407150"/>
          <p14:tracePt t="304051" x="5537200" y="6407150"/>
          <p14:tracePt t="304064" x="5549900" y="6407150"/>
          <p14:tracePt t="304072" x="5568950" y="6407150"/>
          <p14:tracePt t="304086" x="5594350" y="6400800"/>
          <p14:tracePt t="304093" x="5638800" y="6400800"/>
          <p14:tracePt t="304106" x="5702300" y="6400800"/>
          <p14:tracePt t="304122" x="5842000" y="6381750"/>
          <p14:tracePt t="304138" x="5924550" y="6369050"/>
          <p14:tracePt t="304156" x="6089650" y="6343650"/>
          <p14:tracePt t="304172" x="6210300" y="6305550"/>
          <p14:tracePt t="304188" x="6254750" y="6299200"/>
          <p14:tracePt t="304206" x="6292850" y="6273800"/>
          <p14:tracePt t="304222" x="6299200" y="6267450"/>
          <p14:tracePt t="304238" x="6305550" y="6267450"/>
          <p14:tracePt t="304272" x="6299200" y="6267450"/>
          <p14:tracePt t="304288" x="6280150" y="6267450"/>
          <p14:tracePt t="304305" x="6223000" y="6267450"/>
          <p14:tracePt t="304321" x="6165850" y="6267450"/>
          <p14:tracePt t="304339" x="6013450" y="6242050"/>
          <p14:tracePt t="304355" x="5848350" y="6235700"/>
          <p14:tracePt t="304371" x="5765800" y="6223000"/>
          <p14:tracePt t="304389" x="5651500" y="6216650"/>
          <p14:tracePt t="304404" x="5575300" y="6216650"/>
          <p14:tracePt t="304421" x="5549900" y="6216650"/>
          <p14:tracePt t="304438" x="5543550" y="6216650"/>
          <p14:tracePt t="304455" x="5530850" y="6216650"/>
          <p14:tracePt t="304488" x="5537200" y="6216650"/>
          <p14:tracePt t="304504" x="5543550" y="6216650"/>
          <p14:tracePt t="304522" x="5575300" y="6216650"/>
          <p14:tracePt t="304537" x="5600700" y="6210300"/>
          <p14:tracePt t="304554" x="5626100" y="6203950"/>
          <p14:tracePt t="304571" x="5708650" y="6191250"/>
          <p14:tracePt t="304587" x="5854700" y="6165850"/>
          <p14:tracePt t="304604" x="5930900" y="6165850"/>
          <p14:tracePt t="304620" x="6108700" y="6146800"/>
          <p14:tracePt t="304637" x="6267450" y="6115050"/>
          <p14:tracePt t="304654" x="6330950" y="6096000"/>
          <p14:tracePt t="304670" x="6407150" y="6070600"/>
          <p14:tracePt t="304687" x="6432550" y="6064250"/>
          <p14:tracePt t="304703" x="6432550" y="6057900"/>
          <p14:tracePt t="304720" x="6438900" y="6057900"/>
          <p14:tracePt t="304736" x="6432550" y="6057900"/>
          <p14:tracePt t="304756" x="6426200" y="6057900"/>
          <p14:tracePt t="304775" x="6419850" y="6057900"/>
          <p14:tracePt t="304789" x="6407150" y="6057900"/>
          <p14:tracePt t="304804" x="6350000" y="6057900"/>
          <p14:tracePt t="304820" x="6311900" y="6064250"/>
          <p14:tracePt t="304823" x="6261100" y="6064250"/>
          <p14:tracePt t="304853" x="6134100" y="6070600"/>
          <p14:tracePt t="304870" x="6000750" y="6089650"/>
          <p14:tracePt t="304887" x="5918200" y="6108700"/>
          <p14:tracePt t="304903" x="5899150" y="6115050"/>
          <p14:tracePt t="304919" x="5861050" y="6121400"/>
          <p14:tracePt t="304938" x="5854700" y="6127750"/>
          <p14:tracePt t="304969" x="5867400" y="6127750"/>
          <p14:tracePt t="304986" x="5899150" y="6127750"/>
          <p14:tracePt t="305003" x="5918200" y="6127750"/>
          <p14:tracePt t="305019" x="6007100" y="6127750"/>
          <p14:tracePt t="305036" x="6140450" y="6140450"/>
          <p14:tracePt t="305053" x="6203950" y="6146800"/>
          <p14:tracePt t="305069" x="6267450" y="6146800"/>
          <p14:tracePt t="305085" x="6375400" y="6146800"/>
          <p14:tracePt t="305102" x="6388100" y="6146800"/>
          <p14:tracePt t="305119" x="6394450" y="6140450"/>
          <p14:tracePt t="305135" x="6400800" y="6140450"/>
          <p14:tracePt t="305170" x="6394450" y="6140450"/>
          <p14:tracePt t="305175" x="6394450" y="6134100"/>
          <p14:tracePt t="305196" x="6388100" y="6134100"/>
          <p14:tracePt t="305211" x="6381750" y="6134100"/>
          <p14:tracePt t="305219" x="6375400" y="6134100"/>
          <p14:tracePt t="305235" x="6350000" y="6127750"/>
          <p14:tracePt t="305252" x="6311900" y="6108700"/>
          <p14:tracePt t="305268" x="6197600" y="6070600"/>
          <p14:tracePt t="305285" x="6134100" y="6051550"/>
          <p14:tracePt t="305302" x="5949950" y="6000750"/>
          <p14:tracePt t="305318" x="5740400" y="5962650"/>
          <p14:tracePt t="305335" x="5638800" y="5962650"/>
          <p14:tracePt t="305338" x="5524500" y="5949950"/>
          <p14:tracePt t="305353" x="5410200" y="5949950"/>
          <p14:tracePt t="305368" x="5219700" y="5956300"/>
          <p14:tracePt t="305385" x="5143500" y="5956300"/>
          <p14:tracePt t="305401" x="5016500" y="5962650"/>
          <p14:tracePt t="305418" x="4972050" y="5969000"/>
          <p14:tracePt t="305435" x="4889500" y="5988050"/>
          <p14:tracePt t="305451" x="4838700" y="6000750"/>
          <p14:tracePt t="305468" x="4819650" y="6000750"/>
          <p14:tracePt t="305485" x="4749800" y="6000750"/>
          <p14:tracePt t="319841" x="4699000" y="6013450"/>
          <p14:tracePt t="319848" x="4635500" y="6032500"/>
          <p14:tracePt t="319854" x="4578350" y="6038850"/>
          <p14:tracePt t="319869" x="4445000" y="6076950"/>
          <p14:tracePt t="319884" x="4337050" y="6121400"/>
          <p14:tracePt t="319901" x="4216400" y="6172200"/>
          <p14:tracePt t="319918" x="4064000" y="6203950"/>
          <p14:tracePt t="319934" x="3962400" y="6242050"/>
          <p14:tracePt t="319951" x="3854450" y="6267450"/>
          <p14:tracePt t="319968" x="3695700" y="6305550"/>
          <p14:tracePt t="319984" x="3625850" y="6311900"/>
          <p14:tracePt t="320001" x="3575050" y="6318250"/>
          <p14:tracePt t="320017" x="3492500" y="6324600"/>
          <p14:tracePt t="320034" x="3441700" y="6324600"/>
          <p14:tracePt t="320052" x="3365500" y="6324600"/>
          <p14:tracePt t="320067" x="3327400" y="6311900"/>
          <p14:tracePt t="320084" x="3257550" y="6280150"/>
          <p14:tracePt t="320101" x="3187700" y="6242050"/>
          <p14:tracePt t="320117" x="3143250" y="6203950"/>
          <p14:tracePt t="320134" x="3098800" y="6172200"/>
          <p14:tracePt t="320150" x="3022600" y="6121400"/>
          <p14:tracePt t="320167" x="2946400" y="6076950"/>
          <p14:tracePt t="320184" x="2876550" y="6045200"/>
          <p14:tracePt t="320200" x="2762250" y="5975350"/>
          <p14:tracePt t="320216" x="2692400" y="5943600"/>
          <p14:tracePt t="320234" x="2616200" y="5905500"/>
          <p14:tracePt t="320250" x="2578100" y="5892800"/>
          <p14:tracePt t="320266" x="2540000" y="5886450"/>
          <p14:tracePt t="320283" x="2508250" y="5886450"/>
          <p14:tracePt t="320299" x="2463800" y="5886450"/>
          <p14:tracePt t="320316" x="2432050" y="5892800"/>
          <p14:tracePt t="320333" x="2387600" y="5899150"/>
          <p14:tracePt t="320349" x="2355850" y="5905500"/>
          <p14:tracePt t="320366" x="2317750" y="5918200"/>
          <p14:tracePt t="320383" x="2273300" y="5943600"/>
          <p14:tracePt t="320399" x="2247900" y="5949950"/>
          <p14:tracePt t="320417" x="2209800" y="5956300"/>
          <p14:tracePt t="320432" x="2184400" y="5962650"/>
          <p14:tracePt t="320449" x="2159000" y="5962650"/>
          <p14:tracePt t="320466" x="2114550" y="5956300"/>
          <p14:tracePt t="320482" x="2063750" y="5949950"/>
          <p14:tracePt t="320499" x="2032000" y="5949950"/>
          <p14:tracePt t="320516" x="1981200" y="5949950"/>
          <p14:tracePt t="320531" x="1936750" y="5949950"/>
          <p14:tracePt t="320548" x="1911350" y="5962650"/>
          <p14:tracePt t="320566" x="1885950" y="5988050"/>
          <p14:tracePt t="321009" x="1892300" y="6000750"/>
          <p14:tracePt t="321016" x="1905000" y="6007100"/>
          <p14:tracePt t="321023" x="1924050" y="6032500"/>
          <p14:tracePt t="321032" x="1949450" y="6045200"/>
          <p14:tracePt t="321047" x="1974850" y="6064250"/>
          <p14:tracePt t="321064" x="1987550" y="6083300"/>
          <p14:tracePt t="321080" x="2000250" y="6089650"/>
          <p14:tracePt t="321097" x="2012950" y="6096000"/>
          <p14:tracePt t="321114" x="2032000" y="6096000"/>
          <p14:tracePt t="321130" x="2051050" y="6096000"/>
          <p14:tracePt t="321147" x="2076450" y="6096000"/>
          <p14:tracePt t="321164" x="2120900" y="6096000"/>
          <p14:tracePt t="321180" x="2171700" y="6083300"/>
          <p14:tracePt t="321196" x="2216150" y="6070600"/>
          <p14:tracePt t="321200" x="2228850" y="6064250"/>
          <p14:tracePt t="321214" x="2254250" y="6064250"/>
          <p14:tracePt t="321230" x="2266950" y="6051550"/>
          <p14:tracePt t="321247" x="2273300" y="6051550"/>
          <p14:tracePt t="321263" x="2279650" y="6051550"/>
          <p14:tracePt t="321279" x="2286000" y="6045200"/>
          <p14:tracePt t="321360" x="2279650" y="6045200"/>
          <p14:tracePt t="330400" x="2266950" y="6045200"/>
          <p14:tracePt t="330407" x="2254250" y="6051550"/>
          <p14:tracePt t="330417" x="2235200" y="6057900"/>
          <p14:tracePt t="330431" x="2203450" y="6076950"/>
          <p14:tracePt t="330448" x="2165350" y="6083300"/>
          <p14:tracePt t="330465" x="2120900" y="6089650"/>
          <p14:tracePt t="330481" x="2101850" y="6102350"/>
          <p14:tracePt t="330498" x="2076450" y="6108700"/>
          <p14:tracePt t="330514" x="2044700" y="6115050"/>
          <p14:tracePt t="330531" x="2019300" y="6127750"/>
          <p14:tracePt t="330549" x="1968500" y="6140450"/>
          <p14:tracePt t="330564" x="1949450" y="6140450"/>
          <p14:tracePt t="330581" x="1936750" y="6146800"/>
          <p14:tracePt t="330598" x="1911350" y="6146800"/>
          <p14:tracePt t="330630" x="1892300" y="6146800"/>
          <p14:tracePt t="330647" x="1879600" y="6146800"/>
          <p14:tracePt t="330664" x="1873250" y="6146800"/>
          <p14:tracePt t="330697" x="1866900" y="6146800"/>
          <p14:tracePt t="330738" x="1860550" y="6146800"/>
          <p14:tracePt t="330991" x="1866900" y="6146800"/>
          <p14:tracePt t="331005" x="1873250" y="6146800"/>
          <p14:tracePt t="331013" x="1879600" y="6153150"/>
          <p14:tracePt t="331019" x="1885950" y="6153150"/>
          <p14:tracePt t="331029" x="1898650" y="6153150"/>
          <p14:tracePt t="331046" x="1924050" y="6153150"/>
          <p14:tracePt t="331062" x="1968500" y="6153150"/>
          <p14:tracePt t="331079" x="2000250" y="6153150"/>
          <p14:tracePt t="331096" x="2070100" y="6153150"/>
          <p14:tracePt t="331112" x="2108200" y="6153150"/>
          <p14:tracePt t="331129" x="2159000" y="6153150"/>
          <p14:tracePt t="331146" x="2228850" y="6153150"/>
          <p14:tracePt t="331162" x="2266950" y="6159500"/>
          <p14:tracePt t="331179" x="2311400" y="6159500"/>
          <p14:tracePt t="331195" x="2381250" y="6159500"/>
          <p14:tracePt t="331212" x="2419350" y="6159500"/>
          <p14:tracePt t="331228" x="2476500" y="6159500"/>
          <p14:tracePt t="331245" x="2552700" y="6153150"/>
          <p14:tracePt t="331262" x="2603500" y="6153150"/>
          <p14:tracePt t="331279" x="2679700" y="6159500"/>
          <p14:tracePt t="331295" x="2724150" y="6165850"/>
          <p14:tracePt t="331311" x="2781300" y="6165850"/>
          <p14:tracePt t="331329" x="2895600" y="6172200"/>
          <p14:tracePt t="331345" x="2965450" y="6178550"/>
          <p14:tracePt t="331361" x="3048000" y="6178550"/>
          <p14:tracePt t="331378" x="3162300" y="6191250"/>
          <p14:tracePt t="331395" x="3244850" y="6191250"/>
          <p14:tracePt t="331411" x="3308350" y="6191250"/>
          <p14:tracePt t="331414" x="3340100" y="6184900"/>
          <p14:tracePt t="331428" x="3416300" y="6191250"/>
          <p14:tracePt t="331444" x="3460750" y="6191250"/>
          <p14:tracePt t="331462" x="3511550" y="6184900"/>
          <p14:tracePt t="331478" x="3543300" y="6165850"/>
          <p14:tracePt t="331494" x="3568700" y="6159500"/>
          <p14:tracePt t="331511" x="3594100" y="6159500"/>
          <p14:tracePt t="331527" x="3606800" y="6146800"/>
          <p14:tracePt t="331544" x="3619500" y="6134100"/>
          <p14:tracePt t="331561" x="3644900" y="6102350"/>
          <p14:tracePt t="333331" x="3632200" y="6102350"/>
          <p14:tracePt t="333339" x="3613150" y="6102350"/>
          <p14:tracePt t="333346" x="3594100" y="6102350"/>
          <p14:tracePt t="333354" x="3575050" y="6102350"/>
          <p14:tracePt t="333371" x="3505200" y="6102350"/>
          <p14:tracePt t="333388" x="3422650" y="6102350"/>
          <p14:tracePt t="333404" x="3352800" y="6102350"/>
          <p14:tracePt t="333421" x="3257550" y="6083300"/>
          <p14:tracePt t="333437" x="3067050" y="6057900"/>
          <p14:tracePt t="333454" x="2908300" y="6013450"/>
          <p14:tracePt t="333457" x="2851150" y="6007100"/>
          <p14:tracePt t="333471" x="2787650" y="5994400"/>
          <p14:tracePt t="333487" x="2590800" y="5956300"/>
          <p14:tracePt t="333504" x="2470150" y="5930900"/>
          <p14:tracePt t="333521" x="2330450" y="5911850"/>
          <p14:tracePt t="333537" x="2279650" y="5905500"/>
          <p14:tracePt t="333554" x="2247900" y="5905500"/>
          <p14:tracePt t="333571" x="2222500" y="5899150"/>
          <p14:tracePt t="333603" x="2209800" y="5899150"/>
          <p14:tracePt t="333620" x="2197100" y="5899150"/>
          <p14:tracePt t="333637" x="2190750" y="5899150"/>
          <p14:tracePt t="333654" x="2184400" y="5905500"/>
          <p14:tracePt t="333670" x="2171700" y="5911850"/>
          <p14:tracePt t="333687" x="2165350" y="5918200"/>
          <p14:tracePt t="333704" x="2159000" y="5918200"/>
          <p14:tracePt t="333720" x="2152650" y="5924550"/>
          <p14:tracePt t="333756" x="2146300" y="5924550"/>
          <p14:tracePt t="333770" x="2139950" y="5930900"/>
          <p14:tracePt t="333786" x="2133600" y="5937250"/>
          <p14:tracePt t="333803" x="2120900" y="5943600"/>
          <p14:tracePt t="333819" x="2114550" y="5943600"/>
          <p14:tracePt t="333836" x="2114550" y="5949950"/>
          <p14:tracePt t="333853" x="2101850" y="5956300"/>
          <p14:tracePt t="333886" x="2095500" y="5969000"/>
          <p14:tracePt t="333902" x="2089150" y="5975350"/>
          <p14:tracePt t="333936" x="2082800" y="5988050"/>
          <p14:tracePt t="333969" x="2076450" y="5988050"/>
          <p14:tracePt t="333986" x="2076450" y="5994400"/>
          <p14:tracePt t="334034" x="2070100" y="6000750"/>
          <p14:tracePt t="334069" x="2070100" y="6007100"/>
          <p14:tracePt t="334091" x="2070100" y="6013450"/>
          <p14:tracePt t="334118" x="2070100" y="6019800"/>
          <p14:tracePt t="339350" x="2070100" y="6032500"/>
          <p14:tracePt t="339357" x="2057400" y="6057900"/>
          <p14:tracePt t="339367" x="2051050" y="6083300"/>
          <p14:tracePt t="339384" x="2044700" y="6127750"/>
          <p14:tracePt t="339400" x="2025650" y="6216650"/>
          <p14:tracePt t="339417" x="2019300" y="6267450"/>
          <p14:tracePt t="339433" x="2000250" y="6311900"/>
          <p14:tracePt t="339450" x="1987550" y="6356350"/>
          <p14:tracePt t="339466" x="1981200" y="6381750"/>
          <p14:tracePt t="339484" x="1974850" y="6394450"/>
          <p14:tracePt t="339500" x="1974850" y="6413500"/>
          <p14:tracePt t="339516" x="1974850" y="6419850"/>
          <p14:tracePt t="339533" x="1974850" y="6426200"/>
          <p14:tracePt t="339603" x="1974850" y="6432550"/>
          <p14:tracePt t="339667" x="1974850" y="6438900"/>
          <p14:tracePt t="339758" x="1974850" y="6445250"/>
          <p14:tracePt t="339765" x="1974850" y="6451600"/>
          <p14:tracePt t="340831" x="1974850" y="6457950"/>
          <p14:tracePt t="340845" x="1968500" y="6470650"/>
          <p14:tracePt t="340862" x="1962150" y="6477000"/>
          <p14:tracePt t="340879" x="1955800" y="6483350"/>
          <p14:tracePt t="340895" x="1943100" y="6496050"/>
          <p14:tracePt t="341512" x="2190750" y="6597650"/>
          <p14:tracePt t="341528" x="2209800" y="6591300"/>
          <p14:tracePt t="341543" x="2247900" y="6572250"/>
          <p14:tracePt t="341559" x="2260600" y="6565900"/>
          <p14:tracePt t="341576" x="2292350" y="6540500"/>
          <p14:tracePt t="341593" x="2298700" y="6534150"/>
          <p14:tracePt t="341610" x="2324100" y="6527800"/>
          <p14:tracePt t="341626" x="2330450" y="6527800"/>
          <p14:tracePt t="341642" x="2343150" y="6527800"/>
          <p14:tracePt t="341660" x="2349500" y="6521450"/>
          <p14:tracePt t="341676" x="2355850" y="6521450"/>
          <p14:tracePt t="341716" x="2362200" y="6515100"/>
          <p14:tracePt t="341786" x="2368550" y="6515100"/>
          <p14:tracePt t="341821" x="2368550" y="6508750"/>
          <p14:tracePt t="341843" x="2374900" y="6508750"/>
          <p14:tracePt t="341927" x="2381250" y="6508750"/>
          <p14:tracePt t="342003" x="2387600" y="6502400"/>
          <p14:tracePt t="342053" x="2393950" y="6502400"/>
          <p14:tracePt t="342138" x="2400300" y="6502400"/>
          <p14:tracePt t="342145" x="2406650" y="6496050"/>
          <p14:tracePt t="342166" x="2413000" y="6496050"/>
          <p14:tracePt t="342187" x="2419350" y="6496050"/>
          <p14:tracePt t="342194" x="2425700" y="6496050"/>
          <p14:tracePt t="342210" x="2432050" y="6496050"/>
          <p14:tracePt t="342224" x="2438400" y="6496050"/>
          <p14:tracePt t="342240" x="2457450" y="6489700"/>
          <p14:tracePt t="342258" x="2476500" y="6483350"/>
          <p14:tracePt t="342274" x="2489200" y="6483350"/>
          <p14:tracePt t="342290" x="2533650" y="6470650"/>
          <p14:tracePt t="342307" x="2571750" y="6464300"/>
          <p14:tracePt t="342323" x="2584450" y="6457950"/>
          <p14:tracePt t="342340" x="2622550" y="6451600"/>
          <p14:tracePt t="342357" x="2628900" y="6451600"/>
          <p14:tracePt t="342373" x="2635250" y="6451600"/>
          <p14:tracePt t="342391" x="2641600" y="6445250"/>
          <p14:tracePt t="342406" x="2647950" y="6445250"/>
          <p14:tracePt t="342447" x="2654300" y="6445250"/>
          <p14:tracePt t="342489" x="2660650" y="6445250"/>
          <p14:tracePt t="342518" x="2667000" y="6445250"/>
          <p14:tracePt t="342532" x="2673350" y="6445250"/>
          <p14:tracePt t="342546" x="2679700" y="6445250"/>
          <p14:tracePt t="342567" x="2686050" y="6445250"/>
          <p14:tracePt t="342588" x="2692400" y="6445250"/>
          <p14:tracePt t="342609" x="2698750" y="6445250"/>
          <p14:tracePt t="342616" x="2698750" y="6438900"/>
          <p14:tracePt t="342630" x="2705100" y="6438900"/>
          <p14:tracePt t="342651" x="2711450" y="6438900"/>
          <p14:tracePt t="342659" x="2717800" y="6432550"/>
          <p14:tracePt t="342675" x="2724150" y="6432550"/>
          <p14:tracePt t="342689" x="2730500" y="6432550"/>
          <p14:tracePt t="342705" x="2736850" y="6432550"/>
          <p14:tracePt t="342728" x="2743200" y="6426200"/>
          <p14:tracePt t="342743" x="2749550" y="6426200"/>
          <p14:tracePt t="342755" x="2755900" y="6426200"/>
          <p14:tracePt t="342772" x="2768600" y="6419850"/>
          <p14:tracePt t="342788" x="2781300" y="6413500"/>
          <p14:tracePt t="342806" x="2794000" y="6407150"/>
          <p14:tracePt t="342822" x="2819400" y="6407150"/>
          <p14:tracePt t="342838" x="2825750" y="6400800"/>
          <p14:tracePt t="342855" x="2844800" y="6400800"/>
          <p14:tracePt t="342871" x="2851150" y="6394450"/>
          <p14:tracePt t="342888" x="2857500" y="6394450"/>
          <p14:tracePt t="342905" x="2863850" y="6381750"/>
          <p14:tracePt t="342921" x="2863850" y="6369050"/>
          <p14:tracePt t="342938" x="2863850" y="6356350"/>
          <p14:tracePt t="342955" x="2851150" y="6299200"/>
          <p14:tracePt t="342971" x="2781300" y="6159500"/>
          <p14:tracePt t="342988" x="2717800" y="6051550"/>
          <p14:tracePt t="343004" x="2495550" y="5689600"/>
          <p14:tracePt t="343021" x="2311400" y="5384800"/>
          <p14:tracePt t="343038" x="1517650" y="4222750"/>
          <p14:tracePt t="343055" x="1193800" y="3803650"/>
          <p14:tracePt t="343071" x="844550" y="3359150"/>
          <p14:tracePt t="343087" x="114300" y="2514600"/>
          <p14:tracePt t="344814" x="4489450" y="3797300"/>
          <p14:tracePt t="344829" x="4438650" y="3911600"/>
          <p14:tracePt t="344836" x="4368800" y="4051300"/>
          <p14:tracePt t="344843" x="4279900" y="4203700"/>
          <p14:tracePt t="344858" x="4210050" y="4349750"/>
          <p14:tracePt t="344871" x="4146550" y="4457700"/>
          <p14:tracePt t="344887" x="4025900" y="4641850"/>
          <p14:tracePt t="344904" x="3968750" y="4718050"/>
          <p14:tracePt t="344921" x="3854450" y="4870450"/>
          <p14:tracePt t="344937" x="3733800" y="5022850"/>
          <p14:tracePt t="344954" x="3663950" y="5105400"/>
          <p14:tracePt t="344971" x="3524250" y="5270500"/>
          <p14:tracePt t="344987" x="3416300" y="5410200"/>
          <p14:tracePt t="345005" x="3340100" y="5505450"/>
          <p14:tracePt t="345020" x="3295650" y="5549900"/>
          <p14:tracePt t="345037" x="3263900" y="5581650"/>
          <p14:tracePt t="345054" x="3155950" y="5689600"/>
          <p14:tracePt t="345070" x="3124200" y="5721350"/>
          <p14:tracePt t="345087" x="3098800" y="5746750"/>
          <p14:tracePt t="345104" x="3035300" y="5778500"/>
          <p14:tracePt t="345120" x="3003550" y="5791200"/>
          <p14:tracePt t="345137" x="2984500" y="5797550"/>
          <p14:tracePt t="345154" x="2946400" y="5810250"/>
          <p14:tracePt t="345170" x="2914650" y="5822950"/>
          <p14:tracePt t="345187" x="2882900" y="5829300"/>
          <p14:tracePt t="345203" x="2857500" y="5848350"/>
          <p14:tracePt t="345220" x="2813050" y="5861050"/>
          <p14:tracePt t="345237" x="2768600" y="5880100"/>
          <p14:tracePt t="345253" x="2749550" y="5886450"/>
          <p14:tracePt t="345270" x="2692400" y="5918200"/>
          <p14:tracePt t="345286" x="2660650" y="5943600"/>
          <p14:tracePt t="345303" x="2628900" y="5969000"/>
          <p14:tracePt t="345319" x="2609850" y="5981700"/>
          <p14:tracePt t="345336" x="2565400" y="6032500"/>
          <p14:tracePt t="345353" x="2552700" y="6045200"/>
          <p14:tracePt t="345370" x="2533650" y="6064250"/>
          <p14:tracePt t="345386" x="2514600" y="6089650"/>
          <p14:tracePt t="345403" x="2501900" y="6096000"/>
          <p14:tracePt t="345801" x="2482850" y="6121400"/>
          <p14:tracePt t="345807" x="2470150" y="6153150"/>
          <p14:tracePt t="345822" x="2463800" y="6165850"/>
          <p14:tracePt t="345834" x="2444750" y="6178550"/>
          <p14:tracePt t="345851" x="2419350" y="6210300"/>
          <p14:tracePt t="345868" x="2413000" y="6235700"/>
          <p14:tracePt t="345884" x="2400300" y="6254750"/>
          <p14:tracePt t="345901" x="2393950" y="6261100"/>
          <p14:tracePt t="345917" x="2393950" y="6267450"/>
          <p14:tracePt t="345934" x="2387600" y="6273800"/>
          <p14:tracePt t="345950" x="2387600" y="6280150"/>
          <p14:tracePt t="345986" x="2393950" y="6286500"/>
          <p14:tracePt t="346000" x="2400300" y="6286500"/>
          <p14:tracePt t="346017" x="2406650" y="6286500"/>
          <p14:tracePt t="346034" x="2438400" y="6292850"/>
          <p14:tracePt t="346050" x="2451100" y="6292850"/>
          <p14:tracePt t="346067" x="2482850" y="6299200"/>
          <p14:tracePt t="346083" x="2546350" y="6318250"/>
          <p14:tracePt t="346100" x="2584450" y="6337300"/>
          <p14:tracePt t="346117" x="2660650" y="6362700"/>
          <p14:tracePt t="346133" x="2724150" y="6394450"/>
          <p14:tracePt t="346150" x="2762250" y="6400800"/>
          <p14:tracePt t="346167" x="2838450" y="6426200"/>
          <p14:tracePt t="346183" x="2895600" y="6432550"/>
          <p14:tracePt t="346200" x="2921000" y="6432550"/>
          <p14:tracePt t="346216" x="2978150" y="6432550"/>
          <p14:tracePt t="346233" x="3048000" y="6438900"/>
          <p14:tracePt t="346249" x="3073400" y="6438900"/>
          <p14:tracePt t="346266" x="3143250" y="6451600"/>
          <p14:tracePt t="346283" x="3200400" y="6451600"/>
          <p14:tracePt t="346300" x="3238500" y="6457950"/>
          <p14:tracePt t="346316" x="3251200" y="6457950"/>
          <p14:tracePt t="346333" x="3263900" y="6457950"/>
          <p14:tracePt t="346350" x="3302000" y="6457950"/>
          <p14:tracePt t="346366" x="3314700" y="6464300"/>
          <p14:tracePt t="346382" x="3327400" y="6464300"/>
          <p14:tracePt t="346399" x="3352800" y="6464300"/>
          <p14:tracePt t="346416" x="3378200" y="6470650"/>
          <p14:tracePt t="346433" x="3416300" y="6477000"/>
          <p14:tracePt t="346449" x="3441700" y="6477000"/>
          <p14:tracePt t="346465" x="3486150" y="6483350"/>
          <p14:tracePt t="346483" x="3536950" y="6489700"/>
          <p14:tracePt t="346499" x="3556000" y="6489700"/>
          <p14:tracePt t="346516" x="3581400" y="6489700"/>
          <p14:tracePt t="346532" x="3587750" y="6489700"/>
          <p14:tracePt t="346602" x="3581400" y="6496050"/>
          <p14:tracePt t="347065" x="3594100" y="6496050"/>
          <p14:tracePt t="347072" x="3625850" y="6496050"/>
          <p14:tracePt t="347086" x="3663950" y="6496050"/>
          <p14:tracePt t="347096" x="3695700" y="6483350"/>
          <p14:tracePt t="347114" x="3727450" y="6477000"/>
          <p14:tracePt t="347130" x="3771900" y="6457950"/>
          <p14:tracePt t="347146" x="3822700" y="6445250"/>
          <p14:tracePt t="347164" x="3860800" y="6426200"/>
          <p14:tracePt t="347180" x="3879850" y="6419850"/>
          <p14:tracePt t="347196" x="3905250" y="6400800"/>
          <p14:tracePt t="347213" x="3943350" y="6388100"/>
          <p14:tracePt t="347230" x="3943350" y="6381750"/>
          <p14:tracePt t="347247" x="3956050" y="6375400"/>
          <p14:tracePt t="347263" x="3962400" y="6369050"/>
          <p14:tracePt t="347279" x="3968750" y="6362700"/>
          <p14:tracePt t="347296" x="3975100" y="6356350"/>
          <p14:tracePt t="347347" x="3975100" y="6350000"/>
          <p14:tracePt t="347941" x="3968750" y="6350000"/>
          <p14:tracePt t="347949" x="3956050" y="6350000"/>
          <p14:tracePt t="347960" x="3949700" y="6356350"/>
          <p14:tracePt t="347977" x="3930650" y="6375400"/>
          <p14:tracePt t="347993" x="3930650" y="6381750"/>
          <p14:tracePt t="348010" x="3930650" y="6388100"/>
          <p14:tracePt t="348027" x="3924300" y="6400800"/>
          <p14:tracePt t="348043" x="3924300" y="6407150"/>
          <p14:tracePt t="348046" x="3924300" y="6413500"/>
          <p14:tracePt t="348076" x="3917950" y="6438900"/>
          <p14:tracePt t="348093" x="3905250" y="6457950"/>
          <p14:tracePt t="348111" x="3892550" y="6483350"/>
          <p14:tracePt t="348126" x="3886200" y="6496050"/>
          <p14:tracePt t="348143" x="3873500" y="6502400"/>
          <p14:tracePt t="348160" x="3867150" y="6521450"/>
          <p14:tracePt t="348193" x="3860800" y="6527800"/>
          <p14:tracePt t="348230" x="3860800" y="6534150"/>
          <p14:tracePt t="348293" x="3867150" y="6534150"/>
          <p14:tracePt t="348300" x="3879850" y="6534150"/>
          <p14:tracePt t="348309" x="3886200" y="6534150"/>
          <p14:tracePt t="348326" x="3898900" y="6540500"/>
          <p14:tracePt t="348343" x="3943350" y="6540500"/>
          <p14:tracePt t="348359" x="3975100" y="6540500"/>
          <p14:tracePt t="348376" x="4064000" y="6540500"/>
          <p14:tracePt t="348392" x="4210050" y="6527800"/>
          <p14:tracePt t="348408" x="4273550" y="6515100"/>
          <p14:tracePt t="348425" x="4425950" y="6496050"/>
          <p14:tracePt t="348442" x="4559300" y="6477000"/>
          <p14:tracePt t="348459" x="4610100" y="6470650"/>
          <p14:tracePt t="348476" x="4692650" y="6464300"/>
          <p14:tracePt t="348492" x="4749800" y="6457950"/>
          <p14:tracePt t="348508" x="4775200" y="6445250"/>
          <p14:tracePt t="348525" x="4813300" y="6445250"/>
          <p14:tracePt t="348542" x="4832350" y="6445250"/>
          <p14:tracePt t="348558" x="4845050" y="6445250"/>
          <p14:tracePt t="348576" x="4857750" y="6445250"/>
          <p14:tracePt t="348592" x="4870450" y="6445250"/>
          <p14:tracePt t="348608" x="4876800" y="6445250"/>
          <p14:tracePt t="348625" x="4889500" y="6451600"/>
          <p14:tracePt t="348658" x="4902200" y="6451600"/>
          <p14:tracePt t="348691" x="4908550" y="6451600"/>
          <p14:tracePt t="348729" x="4914900" y="6451600"/>
          <p14:tracePt t="348799" x="4908550" y="6451600"/>
          <p14:tracePt t="348813" x="4902200" y="6451600"/>
          <p14:tracePt t="348820" x="4895850" y="6451600"/>
          <p14:tracePt t="348842" x="4883150" y="6457950"/>
          <p14:tracePt t="348855" x="4870450" y="6457950"/>
          <p14:tracePt t="348863" x="4851400" y="6457950"/>
          <p14:tracePt t="348874" x="4819650" y="6457950"/>
          <p14:tracePt t="348891" x="4781550" y="6457950"/>
          <p14:tracePt t="348907" x="4667250" y="6457950"/>
          <p14:tracePt t="348924" x="4527550" y="6457950"/>
          <p14:tracePt t="348941" x="4381500" y="6470650"/>
          <p14:tracePt t="348957" x="4305300" y="6464300"/>
          <p14:tracePt t="348974" x="4241800" y="6464300"/>
          <p14:tracePt t="348990" x="4146550" y="6477000"/>
          <p14:tracePt t="349007" x="4076700" y="6502400"/>
          <p14:tracePt t="349024" x="4044950" y="6502400"/>
          <p14:tracePt t="349040" x="4032250" y="6508750"/>
          <p14:tracePt t="349057" x="4025900" y="6508750"/>
          <p14:tracePt t="349076" x="4019550" y="6508750"/>
          <p14:tracePt t="349122" x="4025900" y="6508750"/>
          <p14:tracePt t="349129" x="4032250" y="6508750"/>
          <p14:tracePt t="349143" x="4044950" y="6508750"/>
          <p14:tracePt t="349156" x="4057650" y="6508750"/>
          <p14:tracePt t="349173" x="4102100" y="6508750"/>
          <p14:tracePt t="349189" x="4140200" y="6508750"/>
          <p14:tracePt t="349207" x="4241800" y="6508750"/>
          <p14:tracePt t="349222" x="4381500" y="6508750"/>
          <p14:tracePt t="349239" x="4445000" y="6508750"/>
          <p14:tracePt t="349256" x="4591050" y="6508750"/>
          <p14:tracePt t="349272" x="4629150" y="6508750"/>
          <p14:tracePt t="349289" x="4724400" y="6496050"/>
          <p14:tracePt t="349306" x="4762500" y="6483350"/>
          <p14:tracePt t="349322" x="4775200" y="6483350"/>
          <p14:tracePt t="349339" x="4787900" y="6483350"/>
          <p14:tracePt t="349355" x="4794250" y="6483350"/>
          <p14:tracePt t="349586" x="4800600" y="6483350"/>
          <p14:tracePt t="349594" x="4813300" y="6483350"/>
          <p14:tracePt t="349608" x="4838700" y="6489700"/>
          <p14:tracePt t="349621" x="4864100" y="6489700"/>
          <p14:tracePt t="349638" x="4921250" y="6502400"/>
          <p14:tracePt t="349654" x="4953000" y="6502400"/>
          <p14:tracePt t="349671" x="5022850" y="6521450"/>
          <p14:tracePt t="349688" x="5080000" y="6527800"/>
          <p14:tracePt t="349704" x="5099050" y="6527800"/>
          <p14:tracePt t="349721" x="5130800" y="6527800"/>
          <p14:tracePt t="349738" x="5149850" y="6527800"/>
          <p14:tracePt t="349754" x="5156200" y="6527800"/>
          <p14:tracePt t="349771" x="5162550" y="6534150"/>
          <p14:tracePt t="349787" x="5181600" y="6534150"/>
          <p14:tracePt t="349805" x="5194300" y="6540500"/>
          <p14:tracePt t="349820" x="5207000" y="6540500"/>
          <p14:tracePt t="349855" x="5238750" y="6546850"/>
          <p14:tracePt t="349870" x="5245100" y="6546850"/>
          <p14:tracePt t="349887" x="5257800" y="6546850"/>
          <p14:tracePt t="349904" x="5276850" y="6553200"/>
          <p14:tracePt t="349920" x="5308600" y="6553200"/>
          <p14:tracePt t="349937" x="5321300" y="6553200"/>
          <p14:tracePt t="349953" x="5359400" y="6565900"/>
          <p14:tracePt t="349970" x="5397500" y="6565900"/>
          <p14:tracePt t="349988" x="5435600" y="6559550"/>
          <p14:tracePt t="350003" x="5454650" y="6559550"/>
          <p14:tracePt t="350020" x="5492750" y="6559550"/>
          <p14:tracePt t="350037" x="5524500" y="6559550"/>
          <p14:tracePt t="350053" x="5556250" y="6559550"/>
          <p14:tracePt t="350070" x="5607050" y="6559550"/>
          <p14:tracePt t="350087" x="5645150" y="6559550"/>
          <p14:tracePt t="350103" x="5676900" y="6559550"/>
          <p14:tracePt t="350120" x="5695950" y="6559550"/>
          <p14:tracePt t="350136" x="5772150" y="6559550"/>
          <p14:tracePt t="350153" x="5791200" y="6559550"/>
          <p14:tracePt t="350171" x="5835650" y="6565900"/>
          <p14:tracePt t="350186" x="5848350" y="6565900"/>
          <p14:tracePt t="350203" x="5867400" y="6565900"/>
          <p14:tracePt t="350221" x="5886450" y="6565900"/>
          <p14:tracePt t="350236" x="5899150" y="6565900"/>
          <p14:tracePt t="350253" x="5918200" y="6565900"/>
          <p14:tracePt t="350269" x="5937250" y="6565900"/>
          <p14:tracePt t="350285" x="5943600" y="6565900"/>
          <p14:tracePt t="350302" x="5962650" y="6565900"/>
          <p14:tracePt t="350319" x="5981700" y="6559550"/>
          <p14:tracePt t="350335" x="6000750" y="6553200"/>
          <p14:tracePt t="350353" x="6019800" y="6553200"/>
          <p14:tracePt t="350369" x="6051550" y="6553200"/>
          <p14:tracePt t="350385" x="6064250" y="6553200"/>
          <p14:tracePt t="350403" x="6102350" y="6553200"/>
          <p14:tracePt t="350418" x="6115050" y="6553200"/>
          <p14:tracePt t="350435" x="6140450" y="6553200"/>
          <p14:tracePt t="350452" x="6153150" y="6553200"/>
          <p14:tracePt t="350468" x="6165850" y="6553200"/>
          <p14:tracePt t="350485" x="6184900" y="6553200"/>
          <p14:tracePt t="350501" x="6203950" y="6553200"/>
          <p14:tracePt t="350518" x="6216650" y="6553200"/>
          <p14:tracePt t="350536" x="6229350" y="6553200"/>
          <p14:tracePt t="350551" x="6261100" y="6553200"/>
          <p14:tracePt t="350568" x="6280150" y="6553200"/>
          <p14:tracePt t="350585" x="6318250" y="6546850"/>
          <p14:tracePt t="350601" x="6350000" y="6540500"/>
          <p14:tracePt t="350618" x="6356350" y="6540500"/>
          <p14:tracePt t="350635" x="6375400" y="6540500"/>
          <p14:tracePt t="350697" x="6375400" y="6534150"/>
          <p14:tracePt t="350711" x="6369050" y="6534150"/>
          <p14:tracePt t="350720" x="6362700" y="6534150"/>
          <p14:tracePt t="350733" x="6350000" y="6534150"/>
          <p14:tracePt t="350751" x="6324600" y="6534150"/>
          <p14:tracePt t="350768" x="6172200" y="6534150"/>
          <p14:tracePt t="350784" x="6070600" y="6534150"/>
          <p14:tracePt t="350800" x="5969000" y="6534150"/>
          <p14:tracePt t="350817" x="5715000" y="6534150"/>
          <p14:tracePt t="350834" x="5448300" y="6534150"/>
          <p14:tracePt t="350850" x="5295900" y="6534150"/>
          <p14:tracePt t="350867" x="5029200" y="6534150"/>
          <p14:tracePt t="350883" x="4800600" y="6559550"/>
          <p14:tracePt t="350901" x="4711700" y="6565900"/>
          <p14:tracePt t="350916" x="4533900" y="6584950"/>
          <p14:tracePt t="350933" x="4375150" y="6597650"/>
          <p14:tracePt t="350951" x="4210050" y="6616700"/>
          <p14:tracePt t="350966" x="4146550" y="6616700"/>
          <p14:tracePt t="350983" x="4025900" y="6629400"/>
          <p14:tracePt t="351000" x="3937000" y="6629400"/>
          <p14:tracePt t="351016" x="3898900" y="6635750"/>
          <p14:tracePt t="351033" x="3867150" y="6635750"/>
          <p14:tracePt t="351050" x="3797300" y="6629400"/>
          <p14:tracePt t="351066" x="3778250" y="6629400"/>
          <p14:tracePt t="351083" x="3759200" y="6616700"/>
          <p14:tracePt t="351086" x="3746500" y="6610350"/>
          <p14:tracePt t="351099" x="3733800" y="6610350"/>
          <p14:tracePt t="351116" x="3708400" y="6604000"/>
          <p14:tracePt t="351133" x="3670300" y="6597650"/>
          <p14:tracePt t="351149" x="3657600" y="6591300"/>
          <p14:tracePt t="351166" x="3619500" y="6584950"/>
          <p14:tracePt t="351183" x="3587750" y="6578600"/>
          <p14:tracePt t="351199" x="3556000" y="6578600"/>
          <p14:tracePt t="351216" x="3517900" y="6572250"/>
          <p14:tracePt t="351232" x="3467100" y="6572250"/>
          <p14:tracePt t="351249" x="3448050" y="6565900"/>
          <p14:tracePt t="351266" x="3397250" y="6553200"/>
          <p14:tracePt t="351282" x="3352800" y="6546850"/>
          <p14:tracePt t="351299" x="3327400" y="6546850"/>
          <p14:tracePt t="351316" x="3282950" y="6540500"/>
          <p14:tracePt t="351332" x="3244850" y="6521450"/>
          <p14:tracePt t="351348" x="3219450" y="6515100"/>
          <p14:tracePt t="351366" x="3194050" y="6508750"/>
          <p14:tracePt t="351398" x="3181350" y="6502400"/>
          <p14:tracePt t="351431" x="3175000" y="6502400"/>
          <p14:tracePt t="351485" x="3168650" y="6502400"/>
          <p14:tracePt t="351625" x="3175000" y="6502400"/>
          <p14:tracePt t="351632" x="3187700" y="6502400"/>
          <p14:tracePt t="351646" x="3200400" y="6502400"/>
          <p14:tracePt t="351653" x="3219450" y="6502400"/>
          <p14:tracePt t="351667" x="3244850" y="6502400"/>
          <p14:tracePt t="351682" x="3314700" y="6496050"/>
          <p14:tracePt t="351697" x="3378200" y="6489700"/>
          <p14:tracePt t="351714" x="3441700" y="6489700"/>
          <p14:tracePt t="351731" x="3587750" y="6477000"/>
          <p14:tracePt t="351747" x="3740150" y="6470650"/>
          <p14:tracePt t="351764" x="3816350" y="6457950"/>
          <p14:tracePt t="351781" x="3949700" y="6438900"/>
          <p14:tracePt t="351797" x="4038600" y="6432550"/>
          <p14:tracePt t="351814" x="4070350" y="6426200"/>
          <p14:tracePt t="351830" x="4102100" y="6426200"/>
          <p14:tracePt t="351847" x="4114800" y="6426200"/>
          <p14:tracePt t="351864" x="4127500" y="6426200"/>
          <p14:tracePt t="351896" x="4140200" y="6426200"/>
          <p14:tracePt t="351914" x="4171950" y="6426200"/>
          <p14:tracePt t="351930" x="4184650" y="6432550"/>
          <p14:tracePt t="351946" x="4210050" y="6432550"/>
          <p14:tracePt t="351963" x="4298950" y="6438900"/>
          <p14:tracePt t="351980" x="4349750" y="6445250"/>
          <p14:tracePt t="351996" x="4394200" y="6457950"/>
          <p14:tracePt t="352013" x="4495800" y="6464300"/>
          <p14:tracePt t="352029" x="4603750" y="6477000"/>
          <p14:tracePt t="352047" x="4692650" y="6483350"/>
          <p14:tracePt t="352063" x="4743450" y="6483350"/>
          <p14:tracePt t="352080" x="4838700" y="6483350"/>
          <p14:tracePt t="352096" x="4902200" y="6483350"/>
          <p14:tracePt t="352113" x="4927600" y="6483350"/>
          <p14:tracePt t="352129" x="4965700" y="6483350"/>
          <p14:tracePt t="352146" x="4991100" y="6483350"/>
          <p14:tracePt t="352162" x="5003800" y="6483350"/>
          <p14:tracePt t="352179" x="5022850" y="6483350"/>
          <p14:tracePt t="352196" x="5041900" y="6483350"/>
          <p14:tracePt t="352212" x="5048250" y="6483350"/>
          <p14:tracePt t="352229" x="5067300" y="6483350"/>
          <p14:tracePt t="352245" x="5086350" y="6489700"/>
          <p14:tracePt t="352262" x="5092700" y="6489700"/>
          <p14:tracePt t="352281" x="5118100" y="6502400"/>
          <p14:tracePt t="352296" x="5137150" y="6508750"/>
          <p14:tracePt t="352312" x="5194300" y="6521450"/>
          <p14:tracePt t="352329" x="5264150" y="6540500"/>
          <p14:tracePt t="352345" x="5308600" y="6546850"/>
          <p14:tracePt t="352362" x="5403850" y="6565900"/>
          <p14:tracePt t="352378" x="5492750" y="6565900"/>
          <p14:tracePt t="352395" x="5530850" y="6565900"/>
          <p14:tracePt t="352412" x="5588000" y="6565900"/>
          <p14:tracePt t="352428" x="5695950" y="6578600"/>
          <p14:tracePt t="352444" x="5721350" y="6578600"/>
          <p14:tracePt t="352462" x="5765800" y="6578600"/>
          <p14:tracePt t="352478" x="5803900" y="6578600"/>
          <p14:tracePt t="352495" x="5816600" y="6572250"/>
          <p14:tracePt t="352512" x="5842000" y="6572250"/>
          <p14:tracePt t="352528" x="5880100" y="6565900"/>
          <p14:tracePt t="352561" x="5905500" y="6565900"/>
          <p14:tracePt t="352578" x="5911850" y="6559550"/>
          <p14:tracePt t="352594" x="5930900" y="6553200"/>
          <p14:tracePt t="352611" x="5943600" y="6553200"/>
          <p14:tracePt t="352628" x="5956300" y="6553200"/>
          <p14:tracePt t="352645" x="5975350" y="6553200"/>
          <p14:tracePt t="352661" x="6000750" y="6540500"/>
          <p14:tracePt t="352677" x="6013450" y="6540500"/>
          <p14:tracePt t="352694" x="6032500" y="6534150"/>
          <p14:tracePt t="352711" x="6045200" y="6534150"/>
          <p14:tracePt t="352728" x="6057900" y="6534150"/>
          <p14:tracePt t="352744" x="6064250" y="6534150"/>
          <p14:tracePt t="352828" x="6064250" y="6527800"/>
          <p14:tracePt t="352841" x="6057900" y="6527800"/>
          <p14:tracePt t="352848" x="6051550" y="6527800"/>
          <p14:tracePt t="352863" x="6045200" y="6527800"/>
          <p14:tracePt t="352877" x="5994400" y="6521450"/>
          <p14:tracePt t="352893" x="5943600" y="6521450"/>
          <p14:tracePt t="352910" x="5867400" y="6521450"/>
          <p14:tracePt t="352927" x="5664200" y="6508750"/>
          <p14:tracePt t="352943" x="5384800" y="6496050"/>
          <p14:tracePt t="352960" x="5213350" y="6496050"/>
          <p14:tracePt t="352976" x="4838700" y="6502400"/>
          <p14:tracePt t="352992" x="4476750" y="6540500"/>
          <p14:tracePt t="353010" x="4197350" y="6565900"/>
          <p14:tracePt t="353026" x="4083050" y="6584950"/>
          <p14:tracePt t="353042" x="3892550" y="6616700"/>
          <p14:tracePt t="353060" x="3708400" y="6635750"/>
          <p14:tracePt t="353076" x="3632200" y="6635750"/>
          <p14:tracePt t="353093" x="3505200" y="6642100"/>
          <p14:tracePt t="353109" x="3390900" y="6642100"/>
          <p14:tracePt t="353126" x="3333750" y="6642100"/>
          <p14:tracePt t="353142" x="3282950" y="6629400"/>
          <p14:tracePt t="353159" x="3194050" y="6610350"/>
          <p14:tracePt t="353176" x="3168650" y="6610350"/>
          <p14:tracePt t="353193" x="3136900" y="6597650"/>
          <p14:tracePt t="353209" x="3117850" y="6584950"/>
          <p14:tracePt t="353225" x="3079750" y="6572250"/>
          <p14:tracePt t="353243" x="3041650" y="6559550"/>
          <p14:tracePt t="353258" x="3022600" y="6559550"/>
          <p14:tracePt t="353275" x="2971800" y="6559550"/>
          <p14:tracePt t="353292" x="2933700" y="6559550"/>
          <p14:tracePt t="353309" x="2908300" y="6559550"/>
          <p14:tracePt t="353325" x="2870200" y="6559550"/>
          <p14:tracePt t="353342" x="2825750" y="6559550"/>
          <p14:tracePt t="353358" x="2813050" y="6559550"/>
          <p14:tracePt t="353376" x="2774950" y="6559550"/>
          <p14:tracePt t="353391" x="2730500" y="6540500"/>
          <p14:tracePt t="353408" x="2717800" y="6540500"/>
          <p14:tracePt t="353426" x="2679700" y="6527800"/>
          <p14:tracePt t="353441" x="2635250" y="6527800"/>
          <p14:tracePt t="353458" x="2622550" y="6527800"/>
          <p14:tracePt t="353475" x="2590800" y="6534150"/>
          <p14:tracePt t="353491" x="2578100" y="6534150"/>
          <p14:tracePt t="353508" x="2552700" y="6534150"/>
          <p14:tracePt t="353524" x="2546350" y="6534150"/>
          <p14:tracePt t="353541" x="2540000" y="6534150"/>
          <p14:tracePt t="353565" x="2540000" y="6527800"/>
          <p14:tracePt t="353605" x="2533650" y="6527800"/>
          <p14:tracePt t="353710" x="2533650" y="6521450"/>
          <p14:tracePt t="353717" x="2546350" y="6521450"/>
          <p14:tracePt t="353731" x="2559050" y="6515100"/>
          <p14:tracePt t="353740" x="2578100" y="6515100"/>
          <p14:tracePt t="353757" x="2597150" y="6508750"/>
          <p14:tracePt t="353774" x="2667000" y="6502400"/>
          <p14:tracePt t="353790" x="2781300" y="6483350"/>
          <p14:tracePt t="353807" x="2851150" y="6483350"/>
          <p14:tracePt t="353823" x="2990850" y="6451600"/>
          <p14:tracePt t="353840" x="3111500" y="6432550"/>
          <p14:tracePt t="353857" x="3155950" y="6426200"/>
          <p14:tracePt t="353873" x="3200400" y="6419850"/>
          <p14:tracePt t="353890" x="3213100" y="6413500"/>
          <p14:tracePt t="353907" x="3225800" y="6407150"/>
          <p14:tracePt t="353942" x="3219450" y="6400800"/>
          <p14:tracePt t="353957" x="3206750" y="6400800"/>
          <p14:tracePt t="353973" x="3149600" y="6388100"/>
          <p14:tracePt t="353989" x="3092450" y="6369050"/>
          <p14:tracePt t="354006" x="2978150" y="6350000"/>
          <p14:tracePt t="354023" x="2825750" y="6350000"/>
          <p14:tracePt t="354039" x="2762250" y="6350000"/>
          <p14:tracePt t="354056" x="2628900" y="6350000"/>
          <p14:tracePt t="354073" x="2571750" y="6350000"/>
          <p14:tracePt t="354090" x="2546350" y="6350000"/>
          <p14:tracePt t="354106" x="2533650" y="6356350"/>
          <p14:tracePt t="354139" x="2533650" y="6375400"/>
          <p14:tracePt t="354155" x="2533650" y="6388100"/>
          <p14:tracePt t="354172" x="2533650" y="6400800"/>
          <p14:tracePt t="354189" x="2533650" y="6426200"/>
          <p14:tracePt t="354205" x="2533650" y="6432550"/>
          <p14:tracePt t="357717" x="2540000" y="6426200"/>
          <p14:tracePt t="357724" x="2546350" y="6407150"/>
          <p14:tracePt t="357738" x="2565400" y="6388100"/>
          <p14:tracePt t="357746" x="2578100" y="6362700"/>
          <p14:tracePt t="357760" x="2590800" y="6337300"/>
          <p14:tracePt t="357776" x="2635250" y="6267450"/>
          <p14:tracePt t="357794" x="2647950" y="6229350"/>
          <p14:tracePt t="357809" x="2692400" y="6165850"/>
          <p14:tracePt t="357826" x="2705100" y="6121400"/>
          <p14:tracePt t="357843" x="2762250" y="6032500"/>
          <p14:tracePt t="357859" x="2781300" y="5975350"/>
          <p14:tracePt t="357876" x="2825750" y="5873750"/>
          <p14:tracePt t="357893" x="2870200" y="5797550"/>
          <p14:tracePt t="357909" x="2889250" y="5765800"/>
          <p14:tracePt t="357926" x="2889250" y="5753100"/>
          <p14:tracePt t="357943" x="2895600" y="5740400"/>
          <p14:tracePt t="357959" x="2901950" y="5740400"/>
          <p14:tracePt t="357992" x="2901950" y="5734050"/>
          <p14:tracePt t="358877" x="2901950" y="5740400"/>
          <p14:tracePt t="358933" x="2901950" y="5746750"/>
          <p14:tracePt t="358968" x="2895600" y="5753100"/>
          <p14:tracePt t="359010" x="2895600" y="5759450"/>
          <p14:tracePt t="359024" x="2895600" y="5765800"/>
          <p14:tracePt t="359031" x="2889250" y="5772150"/>
          <p14:tracePt t="359052" x="2882900" y="5778500"/>
          <p14:tracePt t="359059" x="2882900" y="5791200"/>
          <p14:tracePt t="359075" x="2870200" y="5810250"/>
          <p14:tracePt t="359089" x="2863850" y="5835650"/>
          <p14:tracePt t="359104" x="2838450" y="5886450"/>
          <p14:tracePt t="359122" x="2825750" y="5918200"/>
          <p14:tracePt t="359138" x="2787650" y="6013450"/>
          <p14:tracePt t="359155" x="2736850" y="6115050"/>
          <p14:tracePt t="359172" x="2679700" y="6229350"/>
          <p14:tracePt t="359188" x="2647950" y="6273800"/>
          <p14:tracePt t="359205" x="2609850" y="6350000"/>
          <p14:tracePt t="359222" x="2565400" y="6413500"/>
          <p14:tracePt t="359238" x="2552700" y="6426200"/>
          <p14:tracePt t="359254" x="2533650" y="6457950"/>
          <p14:tracePt t="359271" x="2514600" y="6502400"/>
          <p14:tracePt t="359288" x="2495550" y="6521450"/>
          <p14:tracePt t="359304" x="2482850" y="6546850"/>
          <p14:tracePt t="359321" x="2457450" y="6584950"/>
          <p14:tracePt t="359337" x="2451100" y="6597650"/>
          <p14:tracePt t="359355" x="2432050" y="6635750"/>
          <p14:tracePt t="359371" x="2419350" y="6648450"/>
          <p14:tracePt t="359387" x="2406650" y="6667500"/>
          <p14:tracePt t="359404" x="2387600" y="6680200"/>
          <p14:tracePt t="359421" x="2381250" y="6686550"/>
          <p14:tracePt t="359437" x="2374900" y="6699250"/>
          <p14:tracePt t="359454" x="2368550" y="6705600"/>
          <p14:tracePt t="359471" x="2362200" y="6705600"/>
          <p14:tracePt t="359545" x="2355850" y="6705600"/>
          <p14:tracePt t="359594" x="2349500" y="6705600"/>
          <p14:tracePt t="359622" x="2343150" y="6705600"/>
          <p14:tracePt t="359643" x="2343150" y="6699250"/>
          <p14:tracePt t="359657" x="2336800" y="6692900"/>
          <p14:tracePt t="359671" x="2336800" y="6686550"/>
          <p14:tracePt t="359692" x="2330450" y="6673850"/>
          <p14:tracePt t="359734" x="2330450" y="6667500"/>
          <p14:tracePt t="359763" x="2330450" y="6661150"/>
          <p14:tracePt t="359784" x="2330450" y="6654800"/>
          <p14:tracePt t="359805" x="2324100" y="6648450"/>
          <p14:tracePt t="359833" x="2324100" y="6642100"/>
          <p14:tracePt t="359853" x="2324100" y="6635750"/>
          <p14:tracePt t="359917" x="2324100" y="6629400"/>
          <p14:tracePt t="359966" x="2324100" y="6623050"/>
          <p14:tracePt t="359994" x="2324100" y="6616700"/>
          <p14:tracePt t="360022" x="2330450" y="6616700"/>
          <p14:tracePt t="360043" x="2336800" y="6610350"/>
          <p14:tracePt t="360065" x="2343150" y="6604000"/>
          <p14:tracePt t="360086" x="2349500" y="6604000"/>
          <p14:tracePt t="360107" x="2355850" y="6604000"/>
          <p14:tracePt t="360135" x="2362200" y="6604000"/>
          <p14:tracePt t="360149" x="2362200" y="6597650"/>
          <p14:tracePt t="360156" x="2368550" y="6597650"/>
          <p14:tracePt t="360167" x="2368550" y="6591300"/>
          <p14:tracePt t="360185" x="2381250" y="6591300"/>
          <p14:tracePt t="360218" x="2387600" y="6591300"/>
          <p14:tracePt t="360234" x="2406650" y="6584950"/>
          <p14:tracePt t="360251" x="2419350" y="6578600"/>
          <p14:tracePt t="360268" x="2451100" y="6572250"/>
          <p14:tracePt t="360284" x="2482850" y="6572250"/>
          <p14:tracePt t="360301" x="2520950" y="6572250"/>
          <p14:tracePt t="360318" x="2571750" y="6565900"/>
          <p14:tracePt t="360334" x="2603500" y="6559550"/>
          <p14:tracePt t="360351" x="2660650" y="6559550"/>
          <p14:tracePt t="360368" x="2698750" y="6559550"/>
          <p14:tracePt t="360384" x="2711450" y="6559550"/>
          <p14:tracePt t="360401" x="2730500" y="6553200"/>
          <p14:tracePt t="360417" x="2736850" y="6553200"/>
          <p14:tracePt t="360434" x="2743200" y="6553200"/>
          <p14:tracePt t="360515" x="2736850" y="6553200"/>
          <p14:tracePt t="363940" x="2711450" y="6559550"/>
          <p14:tracePt t="363955" x="2667000" y="6565900"/>
          <p14:tracePt t="363961" x="2628900" y="6565900"/>
          <p14:tracePt t="363975" x="2590800" y="6572250"/>
          <p14:tracePt t="363989" x="2495550" y="6578600"/>
          <p14:tracePt t="364005" x="2444750" y="6591300"/>
          <p14:tracePt t="364022" x="2400300" y="6597650"/>
          <p14:tracePt t="364039" x="2311400" y="6597650"/>
          <p14:tracePt t="364054" x="2228850" y="6597650"/>
          <p14:tracePt t="364071" x="2190750" y="6597650"/>
          <p14:tracePt t="364432" x="2254250" y="6572250"/>
          <p14:tracePt t="364446" x="2305050" y="6572250"/>
          <p14:tracePt t="364456" x="2362200" y="6565900"/>
          <p14:tracePt t="364470" x="2413000" y="6565900"/>
          <p14:tracePt t="364487" x="2508250" y="6559550"/>
          <p14:tracePt t="364503" x="2565400" y="6546850"/>
          <p14:tracePt t="364519" x="2584450" y="6546850"/>
          <p14:tracePt t="364537" x="2603500" y="6546850"/>
          <p14:tracePt t="364552" x="2628900" y="6546850"/>
          <p14:tracePt t="364854" x="2622550" y="6546850"/>
          <p14:tracePt t="364869" x="2597150" y="6546850"/>
          <p14:tracePt t="364875" x="2578100" y="6546850"/>
          <p14:tracePt t="364885" x="2540000" y="6546850"/>
          <p14:tracePt t="364901" x="2514600" y="6546850"/>
          <p14:tracePt t="364918" x="2438400" y="6546850"/>
          <p14:tracePt t="364935" x="2393950" y="6540500"/>
          <p14:tracePt t="364952" x="2336800" y="6540500"/>
          <p14:tracePt t="364968" x="2286000" y="6540500"/>
          <p14:tracePt t="364985" x="2266950" y="6540500"/>
          <p14:tracePt t="365002" x="2247900" y="6540500"/>
          <p14:tracePt t="365018" x="2241550" y="6546850"/>
          <p14:tracePt t="365381" x="2247900" y="6546850"/>
          <p14:tracePt t="365388" x="2266950" y="6546850"/>
          <p14:tracePt t="365400" x="2286000" y="6546850"/>
          <p14:tracePt t="365417" x="2336800" y="6546850"/>
          <p14:tracePt t="365433" x="2362200" y="6546850"/>
          <p14:tracePt t="365450" x="2400300" y="6546850"/>
          <p14:tracePt t="365466" x="2482850" y="6553200"/>
          <p14:tracePt t="365483" x="2508250" y="6553200"/>
          <p14:tracePt t="365501" x="2552700" y="6559550"/>
          <p14:tracePt t="365516" x="2559050" y="6559550"/>
          <p14:tracePt t="365533" x="2584450" y="6559550"/>
          <p14:tracePt t="365550" x="2597150" y="6559550"/>
          <p14:tracePt t="365566" x="2603500" y="6559550"/>
          <p14:tracePt t="365582" x="2609850" y="6559550"/>
          <p14:tracePt t="366394" x="2616200" y="6559550"/>
          <p14:tracePt t="366400" x="2628900" y="6559550"/>
          <p14:tracePt t="366416" x="2647950" y="6553200"/>
          <p14:tracePt t="366430" x="2679700" y="6546850"/>
          <p14:tracePt t="366447" x="2698750" y="6540500"/>
          <p14:tracePt t="366464" x="2736850" y="6534150"/>
          <p14:tracePt t="366479" x="2762250" y="6527800"/>
          <p14:tracePt t="366496" x="2813050" y="6527800"/>
          <p14:tracePt t="366513" x="2876550" y="6527800"/>
          <p14:tracePt t="366529" x="2908300" y="6527800"/>
          <p14:tracePt t="366546" x="2965450" y="6527800"/>
          <p14:tracePt t="366563" x="3003550" y="6527800"/>
          <p14:tracePt t="366579" x="3016250" y="6527800"/>
          <p14:tracePt t="366596" x="3048000" y="6527800"/>
          <p14:tracePt t="366613" x="3060700" y="6527800"/>
          <p14:tracePt t="366629" x="3067050" y="6527800"/>
          <p14:tracePt t="366662" x="3073400" y="6527800"/>
          <p14:tracePt t="366745" x="3079750" y="6527800"/>
          <p14:tracePt t="366844" x="3086100" y="6527800"/>
          <p14:tracePt t="366858" x="3098800" y="6527800"/>
          <p14:tracePt t="366871" x="3111500" y="6527800"/>
          <p14:tracePt t="366886" x="3117850" y="6527800"/>
          <p14:tracePt t="366894" x="3124200" y="6527800"/>
          <p14:tracePt t="366911" x="3130550" y="6527800"/>
          <p14:tracePt t="366930" x="3143250" y="6527800"/>
          <p14:tracePt t="366945" x="3162300" y="6527800"/>
          <p14:tracePt t="366961" x="3175000" y="6521450"/>
          <p14:tracePt t="366978" x="3194050" y="6521450"/>
          <p14:tracePt t="366994" x="3200400" y="6521450"/>
          <p14:tracePt t="367011" x="3206750" y="6521450"/>
          <p14:tracePt t="367027" x="3206750" y="6515100"/>
          <p14:tracePt t="367044" x="3213100" y="6515100"/>
          <p14:tracePt t="367069" x="3219450" y="6515100"/>
          <p14:tracePt t="367103" x="3225800" y="6515100"/>
          <p14:tracePt t="367125" x="3232150" y="6515100"/>
          <p14:tracePt t="367174" x="3238500" y="6515100"/>
          <p14:tracePt t="367195" x="3251200" y="6515100"/>
          <p14:tracePt t="367216" x="3257550" y="6515100"/>
          <p14:tracePt t="367258" x="3263900" y="6515100"/>
          <p14:tracePt t="367315" x="3270250" y="6521450"/>
          <p14:tracePt t="367336" x="3276600" y="6534150"/>
          <p14:tracePt t="367344" x="3282950" y="6534150"/>
        </p14:tracePtLst>
      </p14:laserTraceLst>
    </p:ext>
  </p:extLs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533400" y="76200"/>
            <a:ext cx="8077200" cy="762000"/>
          </a:xfrm>
        </p:spPr>
        <p:txBody>
          <a:bodyPr/>
          <a:lstStyle/>
          <a:p>
            <a:r>
              <a:rPr lang="en-US" altLang="en-US" b="1" dirty="0"/>
              <a:t>A </a:t>
            </a:r>
            <a:r>
              <a:rPr lang="en-US" altLang="en-US" b="1" dirty="0" err="1"/>
              <a:t>Dataclasses</a:t>
            </a:r>
            <a:r>
              <a:rPr lang="en-US" altLang="en-US" b="1" dirty="0"/>
              <a:t> Example</a:t>
            </a:r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-228600" y="987552"/>
            <a:ext cx="9372600" cy="5870448"/>
          </a:xfrm>
        </p:spPr>
        <p:txBody>
          <a:bodyPr/>
          <a:lstStyle/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600" dirty="0">
                <a:solidFill>
                  <a:schemeClr val="tx1"/>
                </a:solidFill>
                <a:latin typeface="Lucida Console" panose="020B0609040504020204" pitchFamily="49" charset="0"/>
              </a:rPr>
              <a:t>from </a:t>
            </a:r>
            <a:r>
              <a:rPr lang="en-US" altLang="en-US" sz="26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600" dirty="0">
                <a:solidFill>
                  <a:schemeClr val="accent2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600" dirty="0">
                <a:solidFill>
                  <a:schemeClr val="tx1"/>
                </a:solidFill>
                <a:latin typeface="Lucida Console" panose="020B0609040504020204" pitchFamily="49" charset="0"/>
              </a:rPr>
              <a:t>import </a:t>
            </a:r>
            <a:r>
              <a:rPr lang="en-US" altLang="en-US" sz="2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6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600" dirty="0">
                <a:solidFill>
                  <a:srgbClr val="FF0000"/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6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  <a:r>
              <a:rPr lang="en-US" altLang="en-US" sz="2600" dirty="0">
                <a:solidFill>
                  <a:schemeClr val="tx1"/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en-US" sz="26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InventoryItem</a:t>
            </a:r>
            <a:r>
              <a:rPr lang="en-US" altLang="en-US" sz="26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600" dirty="0">
                <a:solidFill>
                  <a:srgbClr val="FFC000"/>
                </a:solidFill>
                <a:latin typeface="Lucida Console" panose="020B0609040504020204" pitchFamily="49" charset="0"/>
              </a:rPr>
              <a:t>name: </a:t>
            </a:r>
            <a:r>
              <a:rPr lang="en-US" altLang="en-US" sz="26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str</a:t>
            </a:r>
            <a:endParaRPr lang="en-US" altLang="en-US" sz="2600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600" dirty="0">
                <a:solidFill>
                  <a:srgbClr val="00B050"/>
                </a:solidFill>
                <a:latin typeface="Lucida Console" panose="020B0609040504020204" pitchFamily="49" charset="0"/>
              </a:rPr>
              <a:t>price: float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600" dirty="0">
                <a:solidFill>
                  <a:srgbClr val="00B0F0"/>
                </a:solidFill>
                <a:latin typeface="Lucida Console" panose="020B0609040504020204" pitchFamily="49" charset="0"/>
              </a:rPr>
              <a:t>quantity: </a:t>
            </a:r>
            <a:r>
              <a:rPr lang="en-US" altLang="en-US" sz="26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2600" dirty="0">
                <a:solidFill>
                  <a:srgbClr val="00B0F0"/>
                </a:solidFill>
                <a:latin typeface="Lucida Console" panose="020B0609040504020204" pitchFamily="49" charset="0"/>
              </a:rPr>
              <a:t> = 0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600" dirty="0">
                <a:solidFill>
                  <a:schemeClr val="tx1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6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total_cost</a:t>
            </a:r>
            <a:r>
              <a:rPr lang="en-US" altLang="en-US" sz="2600" dirty="0">
                <a:solidFill>
                  <a:schemeClr val="tx1"/>
                </a:solidFill>
                <a:latin typeface="Lucida Console" panose="020B0609040504020204" pitchFamily="49" charset="0"/>
              </a:rPr>
              <a:t>(self) -&gt; float: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   </a:t>
            </a:r>
            <a:r>
              <a:rPr lang="en-US" altLang="en-US" sz="2600" dirty="0">
                <a:solidFill>
                  <a:schemeClr val="tx1"/>
                </a:solidFill>
                <a:latin typeface="Lucida Console" panose="020B0609040504020204" pitchFamily="49" charset="0"/>
              </a:rPr>
              <a:t>return </a:t>
            </a:r>
            <a:r>
              <a:rPr lang="en-US" altLang="en-US" sz="26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self.price</a:t>
            </a:r>
            <a:r>
              <a:rPr lang="en-US" altLang="en-US" sz="2600" dirty="0">
                <a:solidFill>
                  <a:schemeClr val="tx1"/>
                </a:solidFill>
                <a:latin typeface="Lucida Console" panose="020B0609040504020204" pitchFamily="49" charset="0"/>
              </a:rPr>
              <a:t>* </a:t>
            </a:r>
            <a:r>
              <a:rPr lang="en-US" altLang="en-US" sz="26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self.quantity</a:t>
            </a:r>
            <a:endParaRPr lang="en-US" altLang="en-US" sz="26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600" spc="-50" dirty="0">
                <a:solidFill>
                  <a:srgbClr val="FF0000"/>
                </a:solidFill>
                <a:latin typeface="Lucida Console" panose="020B0609040504020204" pitchFamily="49" charset="0"/>
              </a:rPr>
              <a:t>#The above auto-creates this constructor: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6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def __</a:t>
            </a:r>
            <a:r>
              <a:rPr lang="en-US" altLang="en-US" sz="26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6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__(self, name: </a:t>
            </a:r>
            <a:r>
              <a:rPr lang="en-US" altLang="en-US" sz="26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6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6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price:float</a:t>
            </a:r>
            <a:r>
              <a:rPr lang="en-US" altLang="en-US" sz="26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          </a:t>
            </a:r>
            <a:r>
              <a:rPr lang="en-US" altLang="en-US" sz="26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quantity: </a:t>
            </a:r>
            <a:r>
              <a:rPr lang="en-US" altLang="en-US" sz="26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26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=0):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600" dirty="0">
                <a:solidFill>
                  <a:srgbClr val="FFC000"/>
                </a:solidFill>
                <a:latin typeface="Lucida Console" panose="020B0609040504020204" pitchFamily="49" charset="0"/>
              </a:rPr>
              <a:t>self.name = name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6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self.price</a:t>
            </a:r>
            <a:r>
              <a:rPr lang="en-US" altLang="en-US" sz="2600" dirty="0">
                <a:solidFill>
                  <a:srgbClr val="00B050"/>
                </a:solidFill>
                <a:latin typeface="Lucida Console" panose="020B0609040504020204" pitchFamily="49" charset="0"/>
              </a:rPr>
              <a:t> = price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6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self.quantity</a:t>
            </a:r>
            <a:r>
              <a:rPr lang="en-US" altLang="en-US" sz="2600" dirty="0">
                <a:solidFill>
                  <a:srgbClr val="00B0F0"/>
                </a:solidFill>
                <a:latin typeface="Lucida Console" panose="020B0609040504020204" pitchFamily="49" charset="0"/>
              </a:rPr>
              <a:t> = quantity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6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try:self</a:t>
            </a:r>
            <a:r>
              <a:rPr lang="en-US" altLang="en-US" sz="2600" dirty="0">
                <a:solidFill>
                  <a:srgbClr val="7030A0"/>
                </a:solidFill>
                <a:latin typeface="Lucida Console" panose="020B0609040504020204" pitchFamily="49" charset="0"/>
              </a:rPr>
              <a:t>.__</a:t>
            </a:r>
            <a:r>
              <a:rPr lang="en-US" altLang="en-US" sz="26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post_init</a:t>
            </a:r>
            <a:r>
              <a:rPr lang="en-US" altLang="en-US" sz="2600" dirty="0">
                <a:solidFill>
                  <a:srgbClr val="7030A0"/>
                </a:solidFill>
                <a:latin typeface="Lucida Console" panose="020B0609040504020204" pitchFamily="49" charset="0"/>
              </a:rPr>
              <a:t>__()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86765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0590"/>
    </mc:Choice>
    <mc:Fallback xmlns="">
      <p:transition spd="slow" advTm="3405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1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17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17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317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317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174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3174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3174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222" x="3333750" y="2711450"/>
          <p14:tracePt t="1230" x="3371850" y="2673350"/>
          <p14:tracePt t="1243" x="3416300" y="2641600"/>
          <p14:tracePt t="1250" x="3460750" y="2590800"/>
          <p14:tracePt t="1265" x="3517900" y="2540000"/>
          <p14:tracePt t="1279" x="3651250" y="2432050"/>
          <p14:tracePt t="1296" x="3708400" y="2362200"/>
          <p14:tracePt t="1314" x="3848100" y="2184400"/>
          <p14:tracePt t="1329" x="3917950" y="2089150"/>
          <p14:tracePt t="1346" x="3981450" y="1981200"/>
          <p14:tracePt t="1363" x="4114800" y="1758950"/>
          <p14:tracePt t="1379" x="4203700" y="1606550"/>
          <p14:tracePt t="1396" x="4241800" y="1562100"/>
          <p14:tracePt t="1413" x="4279900" y="1492250"/>
          <p14:tracePt t="1429" x="4318000" y="1441450"/>
          <p14:tracePt t="1445" x="4343400" y="1428750"/>
          <p14:tracePt t="1462" x="4362450" y="1397000"/>
          <p14:tracePt t="1479" x="4387850" y="1377950"/>
          <p14:tracePt t="1496" x="4400550" y="1371600"/>
          <p14:tracePt t="1512" x="4406900" y="1371600"/>
          <p14:tracePt t="1529" x="4413250" y="1371600"/>
          <p14:tracePt t="1546" x="4419600" y="1371600"/>
          <p14:tracePt t="1562" x="4425950" y="1371600"/>
          <p14:tracePt t="1579" x="4432300" y="1377950"/>
          <p14:tracePt t="1595" x="4432300" y="1384300"/>
          <p14:tracePt t="1612" x="4438650" y="1390650"/>
          <p14:tracePt t="1628" x="4445000" y="1397000"/>
          <p14:tracePt t="1645" x="4445000" y="1403350"/>
          <p14:tracePt t="1662" x="4445000" y="1409700"/>
          <p14:tracePt t="1679" x="4457700" y="1416050"/>
          <p14:tracePt t="1695" x="4476750" y="1428750"/>
          <p14:tracePt t="1711" x="4483100" y="1441450"/>
          <p14:tracePt t="1729" x="4508500" y="1460500"/>
          <p14:tracePt t="1745" x="4546600" y="1485900"/>
          <p14:tracePt t="1761" x="4565650" y="1511300"/>
          <p14:tracePt t="1778" x="4610100" y="1549400"/>
          <p14:tracePt t="1794" x="4641850" y="1568450"/>
          <p14:tracePt t="1811" x="4654550" y="1581150"/>
          <p14:tracePt t="1828" x="4673600" y="1587500"/>
          <p14:tracePt t="1844" x="4686300" y="1593850"/>
          <p14:tracePt t="1903" x="4692650" y="1587500"/>
          <p14:tracePt t="1912" x="4699000" y="1587500"/>
          <p14:tracePt t="5070" x="4648200" y="1581150"/>
          <p14:tracePt t="5084" x="4584700" y="1568450"/>
          <p14:tracePt t="5091" x="4540250" y="1555750"/>
          <p14:tracePt t="5105" x="4502150" y="1543050"/>
          <p14:tracePt t="5116" x="4457700" y="1536700"/>
          <p14:tracePt t="5133" x="4387850" y="1524000"/>
          <p14:tracePt t="5150" x="4362450" y="1524000"/>
          <p14:tracePt t="5166" x="4311650" y="1524000"/>
          <p14:tracePt t="5183" x="4279900" y="1504950"/>
          <p14:tracePt t="5199" x="4267200" y="1498600"/>
          <p14:tracePt t="5216" x="4229100" y="1485900"/>
          <p14:tracePt t="5233" x="4197350" y="1479550"/>
          <p14:tracePt t="5249" x="4178300" y="1479550"/>
          <p14:tracePt t="5266" x="4152900" y="1466850"/>
          <p14:tracePt t="5283" x="4083050" y="1460500"/>
          <p14:tracePt t="5299" x="4064000" y="1454150"/>
          <p14:tracePt t="5317" x="4013200" y="1447800"/>
          <p14:tracePt t="5332" x="3994150" y="1447800"/>
          <p14:tracePt t="5349" x="3937000" y="1447800"/>
          <p14:tracePt t="5366" x="3860800" y="1447800"/>
          <p14:tracePt t="5382" x="3822700" y="1447800"/>
          <p14:tracePt t="5399" x="3689350" y="1466850"/>
          <p14:tracePt t="5416" x="3568700" y="1492250"/>
          <p14:tracePt t="5432" x="3505200" y="1504950"/>
          <p14:tracePt t="5450" x="3359150" y="1530350"/>
          <p14:tracePt t="5465" x="3225800" y="1562100"/>
          <p14:tracePt t="5482" x="3162300" y="1581150"/>
          <p14:tracePt t="5499" x="3041650" y="1600200"/>
          <p14:tracePt t="5515" x="2959100" y="1600200"/>
          <p14:tracePt t="5532" x="2940050" y="1600200"/>
          <p14:tracePt t="5549" x="2914650" y="1600200"/>
          <p14:tracePt t="5584" x="2908300" y="1600200"/>
          <p14:tracePt t="5667" x="2908300" y="1593850"/>
          <p14:tracePt t="5689" x="2908300" y="1587500"/>
          <p14:tracePt t="5696" x="2914650" y="1581150"/>
          <p14:tracePt t="5703" x="2927350" y="1574800"/>
          <p14:tracePt t="5718" x="2940050" y="1562100"/>
          <p14:tracePt t="5731" x="2965450" y="1549400"/>
          <p14:tracePt t="5748" x="3028950" y="1511300"/>
          <p14:tracePt t="5764" x="3067050" y="1492250"/>
          <p14:tracePt t="5781" x="3168650" y="1447800"/>
          <p14:tracePt t="5797" x="3289300" y="1409700"/>
          <p14:tracePt t="5814" x="3359150" y="1403350"/>
          <p14:tracePt t="5831" x="3498850" y="1384300"/>
          <p14:tracePt t="5847" x="3689350" y="1371600"/>
          <p14:tracePt t="5865" x="3879850" y="1371600"/>
          <p14:tracePt t="5880" x="3994150" y="1371600"/>
          <p14:tracePt t="5897" x="4095750" y="1371600"/>
          <p14:tracePt t="5914" x="4400550" y="1371600"/>
          <p14:tracePt t="5930" x="4502150" y="1377950"/>
          <p14:tracePt t="5947" x="4578350" y="1377950"/>
          <p14:tracePt t="5964" x="4743450" y="1377950"/>
          <p14:tracePt t="5980" x="4933950" y="1397000"/>
          <p14:tracePt t="5997" x="5022850" y="1403350"/>
          <p14:tracePt t="6013" x="5232400" y="1447800"/>
          <p14:tracePt t="6030" x="5473700" y="1479550"/>
          <p14:tracePt t="6048" x="5702300" y="1511300"/>
          <p14:tracePt t="6063" x="5829300" y="1517650"/>
          <p14:tracePt t="6080" x="5930900" y="1517650"/>
          <p14:tracePt t="6097" x="6261100" y="1504950"/>
          <p14:tracePt t="6112" x="6362700" y="1498600"/>
          <p14:tracePt t="6130" x="6521450" y="1479550"/>
          <p14:tracePt t="6147" x="6642100" y="1441450"/>
          <p14:tracePt t="6163" x="6680200" y="1441450"/>
          <p14:tracePt t="6179" x="6724650" y="1422400"/>
          <p14:tracePt t="6196" x="6807200" y="1384300"/>
          <p14:tracePt t="6212" x="6832600" y="1377950"/>
          <p14:tracePt t="6230" x="6845300" y="1371600"/>
          <p14:tracePt t="6246" x="6870700" y="1358900"/>
          <p14:tracePt t="6262" x="6889750" y="1346200"/>
          <p14:tracePt t="6279" x="6896100" y="1346200"/>
          <p14:tracePt t="6295" x="6896100" y="1339850"/>
          <p14:tracePt t="6321" x="6896100" y="1333500"/>
          <p14:tracePt t="6448" x="6889750" y="1333500"/>
          <p14:tracePt t="6476" x="6883400" y="1339850"/>
          <p14:tracePt t="6511" x="6877050" y="1339850"/>
          <p14:tracePt t="6518" x="6864350" y="1339850"/>
          <p14:tracePt t="6532" x="6851650" y="1346200"/>
          <p14:tracePt t="6545" x="6838950" y="1352550"/>
          <p14:tracePt t="6562" x="6769100" y="1365250"/>
          <p14:tracePt t="6578" x="6705600" y="1384300"/>
          <p14:tracePt t="6595" x="6508750" y="1416050"/>
          <p14:tracePt t="6611" x="6254750" y="1460500"/>
          <p14:tracePt t="6628" x="6089650" y="1485900"/>
          <p14:tracePt t="6645" x="5683250" y="1524000"/>
          <p14:tracePt t="6661" x="5226050" y="1549400"/>
          <p14:tracePt t="6677" x="4984750" y="1581150"/>
          <p14:tracePt t="6695" x="4533900" y="1593850"/>
          <p14:tracePt t="6711" x="4159250" y="1619250"/>
          <p14:tracePt t="6727" x="4000500" y="1619250"/>
          <p14:tracePt t="6744" x="3727450" y="1638300"/>
          <p14:tracePt t="6761" x="3511550" y="1663700"/>
          <p14:tracePt t="6777" x="3435350" y="1670050"/>
          <p14:tracePt t="6794" x="3276600" y="1701800"/>
          <p14:tracePt t="6811" x="3200400" y="1708150"/>
          <p14:tracePt t="6828" x="3048000" y="1733550"/>
          <p14:tracePt t="6844" x="3028950" y="1733550"/>
          <p14:tracePt t="6860" x="3009900" y="1746250"/>
          <p14:tracePt t="6877" x="2984500" y="1746250"/>
          <p14:tracePt t="6920" x="2978150" y="1746250"/>
          <p14:tracePt t="6933" x="2971800" y="1746250"/>
          <p14:tracePt t="6943" x="2965450" y="1746250"/>
          <p14:tracePt t="6960" x="2959100" y="1746250"/>
          <p14:tracePt t="6977" x="2933700" y="1752600"/>
          <p14:tracePt t="6993" x="2908300" y="1758950"/>
          <p14:tracePt t="7011" x="2870200" y="1784350"/>
          <p14:tracePt t="7026" x="2844800" y="1797050"/>
          <p14:tracePt t="7043" x="2774950" y="1822450"/>
          <p14:tracePt t="7061" x="2692400" y="1847850"/>
          <p14:tracePt t="7076" x="2654300" y="1847850"/>
          <p14:tracePt t="7093" x="2616200" y="1847850"/>
          <p14:tracePt t="7110" x="2508250" y="1841500"/>
          <p14:tracePt t="7126" x="2463800" y="1828800"/>
          <p14:tracePt t="7143" x="2419350" y="1816100"/>
          <p14:tracePt t="7160" x="2336800" y="1784350"/>
          <p14:tracePt t="7176" x="2247900" y="1752600"/>
          <p14:tracePt t="7193" x="2165350" y="1733550"/>
          <p14:tracePt t="7209" x="2139950" y="1727200"/>
          <p14:tracePt t="7226" x="2076450" y="1708150"/>
          <p14:tracePt t="7243" x="2025650" y="1689100"/>
          <p14:tracePt t="7259" x="2006600" y="1682750"/>
          <p14:tracePt t="7276" x="1981200" y="1676400"/>
          <p14:tracePt t="7293" x="1962150" y="1670050"/>
          <p14:tracePt t="7390" x="1962150" y="1676400"/>
          <p14:tracePt t="7425" x="1955800" y="1676400"/>
          <p14:tracePt t="7432" x="1955800" y="1682750"/>
          <p14:tracePt t="7446" x="1949450" y="1682750"/>
          <p14:tracePt t="7459" x="1943100" y="1682750"/>
          <p14:tracePt t="7475" x="1930400" y="1682750"/>
          <p14:tracePt t="7491" x="1924050" y="1689100"/>
          <p14:tracePt t="7508" x="1911350" y="1689100"/>
          <p14:tracePt t="7525" x="1879600" y="1689100"/>
          <p14:tracePt t="7541" x="1847850" y="1689100"/>
          <p14:tracePt t="7558" x="1784350" y="1689100"/>
          <p14:tracePt t="7574" x="1689100" y="1682750"/>
          <p14:tracePt t="7591" x="1625600" y="1676400"/>
          <p14:tracePt t="7608" x="1517650" y="1657350"/>
          <p14:tracePt t="7624" x="1416050" y="1657350"/>
          <p14:tracePt t="7641" x="1371600" y="1657350"/>
          <p14:tracePt t="7658" x="1320800" y="1670050"/>
          <p14:tracePt t="8048" x="1346200" y="1689100"/>
          <p14:tracePt t="8054" x="1390650" y="1708150"/>
          <p14:tracePt t="8069" x="1435100" y="1720850"/>
          <p14:tracePt t="8076" x="1466850" y="1739900"/>
          <p14:tracePt t="8092" x="1511300" y="1752600"/>
          <p14:tracePt t="8106" x="1593850" y="1797050"/>
          <p14:tracePt t="8122" x="1631950" y="1822450"/>
          <p14:tracePt t="8126" x="1657350" y="1841500"/>
          <p14:tracePt t="8142" x="1689100" y="1854200"/>
          <p14:tracePt t="8156" x="1733550" y="1879600"/>
          <p14:tracePt t="8172" x="1809750" y="1905000"/>
          <p14:tracePt t="8189" x="1885950" y="1949450"/>
          <p14:tracePt t="8205" x="1917700" y="1955800"/>
          <p14:tracePt t="8223" x="1993900" y="2000250"/>
          <p14:tracePt t="8238" x="2057400" y="2038350"/>
          <p14:tracePt t="8256" x="2089150" y="2063750"/>
          <p14:tracePt t="8273" x="2133600" y="2108200"/>
          <p14:tracePt t="8289" x="2165350" y="2133600"/>
          <p14:tracePt t="8305" x="2171700" y="2139950"/>
          <p14:tracePt t="8322" x="2178050" y="2146300"/>
          <p14:tracePt t="8338" x="2184400" y="2152650"/>
          <p14:tracePt t="8428" x="2190750" y="2152650"/>
          <p14:tracePt t="8477" x="2197100" y="2152650"/>
          <p14:tracePt t="8491" x="2203450" y="2152650"/>
          <p14:tracePt t="8512" x="2209800" y="2152650"/>
          <p14:tracePt t="8519" x="2216150" y="2152650"/>
          <p14:tracePt t="8526" x="2228850" y="2152650"/>
          <p14:tracePt t="8541" x="2247900" y="2152650"/>
          <p14:tracePt t="8555" x="2279650" y="2159000"/>
          <p14:tracePt t="8571" x="2368550" y="2165350"/>
          <p14:tracePt t="8588" x="2451100" y="2184400"/>
          <p14:tracePt t="8604" x="2616200" y="2216150"/>
          <p14:tracePt t="8621" x="2825750" y="2266950"/>
          <p14:tracePt t="8638" x="2940050" y="2298700"/>
          <p14:tracePt t="8654" x="3175000" y="2374900"/>
          <p14:tracePt t="8671" x="3397250" y="2425700"/>
          <p14:tracePt t="8688" x="3587750" y="2444750"/>
          <p14:tracePt t="8704" x="3663950" y="2444750"/>
          <p14:tracePt t="8720" x="3727450" y="2444750"/>
          <p14:tracePt t="8738" x="3848100" y="2457450"/>
          <p14:tracePt t="8754" x="3867150" y="2457450"/>
          <p14:tracePt t="8770" x="3879850" y="2457450"/>
          <p14:tracePt t="8787" x="3886200" y="2457450"/>
          <p14:tracePt t="8803" x="3886200" y="2451100"/>
          <p14:tracePt t="8821" x="3892550" y="2444750"/>
          <p14:tracePt t="8837" x="3892550" y="2438400"/>
          <p14:tracePt t="8853" x="3892550" y="2432050"/>
          <p14:tracePt t="8899" x="3886200" y="2432050"/>
          <p14:tracePt t="8941" x="3879850" y="2432050"/>
          <p14:tracePt t="8969" x="3873500" y="2432050"/>
          <p14:tracePt t="8983" x="3867150" y="2432050"/>
          <p14:tracePt t="8990" x="3860800" y="2432050"/>
          <p14:tracePt t="9006" x="3848100" y="2432050"/>
          <p14:tracePt t="9019" x="3835400" y="2432050"/>
          <p14:tracePt t="9036" x="3810000" y="2432050"/>
          <p14:tracePt t="9054" x="3740150" y="2419350"/>
          <p14:tracePt t="9069" x="3676650" y="2400300"/>
          <p14:tracePt t="9086" x="3517900" y="2336800"/>
          <p14:tracePt t="9104" x="3327400" y="2254250"/>
          <p14:tracePt t="9120" x="3225800" y="2216150"/>
          <p14:tracePt t="9136" x="3003550" y="2108200"/>
          <p14:tracePt t="9153" x="2774950" y="2000250"/>
          <p14:tracePt t="9169" x="2686050" y="1962150"/>
          <p14:tracePt t="9186" x="2495550" y="1866900"/>
          <p14:tracePt t="9202" x="2362200" y="1784350"/>
          <p14:tracePt t="9219" x="2305050" y="1758950"/>
          <p14:tracePt t="9236" x="2222500" y="1695450"/>
          <p14:tracePt t="9253" x="2146300" y="1657350"/>
          <p14:tracePt t="9269" x="2114550" y="1638300"/>
          <p14:tracePt t="9286" x="2051050" y="1606550"/>
          <p14:tracePt t="9302" x="1993900" y="1600200"/>
          <p14:tracePt t="9318" x="1974850" y="1600200"/>
          <p14:tracePt t="9335" x="1943100" y="1600200"/>
          <p14:tracePt t="9351" x="1936750" y="1600200"/>
          <p14:tracePt t="9368" x="1930400" y="1600200"/>
          <p14:tracePt t="9385" x="1924050" y="1600200"/>
          <p14:tracePt t="9461" x="1924050" y="1593850"/>
          <p14:tracePt t="9489" x="1930400" y="1587500"/>
          <p14:tracePt t="9496" x="1936750" y="1587500"/>
          <p14:tracePt t="10305" x="1949450" y="1593850"/>
          <p14:tracePt t="10319" x="1968500" y="1612900"/>
          <p14:tracePt t="10326" x="1987550" y="1631950"/>
          <p14:tracePt t="10340" x="2025650" y="1657350"/>
          <p14:tracePt t="10349" x="2057400" y="1682750"/>
          <p14:tracePt t="10365" x="2101850" y="1701800"/>
          <p14:tracePt t="10382" x="2178050" y="1739900"/>
          <p14:tracePt t="10398" x="2266950" y="1797050"/>
          <p14:tracePt t="10415" x="2324100" y="1835150"/>
          <p14:tracePt t="10432" x="2425700" y="1905000"/>
          <p14:tracePt t="10448" x="2552700" y="1993900"/>
          <p14:tracePt t="10465" x="2609850" y="2057400"/>
          <p14:tracePt t="10481" x="2717800" y="2152650"/>
          <p14:tracePt t="10498" x="2774950" y="2209800"/>
          <p14:tracePt t="10514" x="2794000" y="2228850"/>
          <p14:tracePt t="10531" x="2800350" y="2241550"/>
          <p14:tracePt t="10547" x="2806700" y="2247900"/>
          <p14:tracePt t="10699" x="2806700" y="2241550"/>
          <p14:tracePt t="10706" x="2806700" y="2235200"/>
          <p14:tracePt t="10714" x="2800350" y="2228850"/>
          <p14:tracePt t="11311" x="2806700" y="2235200"/>
          <p14:tracePt t="11325" x="2813050" y="2254250"/>
          <p14:tracePt t="11332" x="2825750" y="2279650"/>
          <p14:tracePt t="11344" x="2851150" y="2298700"/>
          <p14:tracePt t="11361" x="2921000" y="2368550"/>
          <p14:tracePt t="11379" x="2952750" y="2400300"/>
          <p14:tracePt t="11396" x="3022600" y="2463800"/>
          <p14:tracePt t="11411" x="3086100" y="2520950"/>
          <p14:tracePt t="11427" x="3130550" y="2546350"/>
          <p14:tracePt t="11445" x="3200400" y="2590800"/>
          <p14:tracePt t="11461" x="3232150" y="2603500"/>
          <p14:tracePt t="11478" x="3295650" y="2647950"/>
          <p14:tracePt t="11495" x="3378200" y="2686050"/>
          <p14:tracePt t="11511" x="3409950" y="2705100"/>
          <p14:tracePt t="11528" x="3498850" y="2736850"/>
          <p14:tracePt t="11544" x="3587750" y="2774950"/>
          <p14:tracePt t="11561" x="3638550" y="2794000"/>
          <p14:tracePt t="11578" x="3740150" y="2838450"/>
          <p14:tracePt t="11594" x="3848100" y="2863850"/>
          <p14:tracePt t="11611" x="3886200" y="2876550"/>
          <p14:tracePt t="11628" x="3930650" y="2882900"/>
          <p14:tracePt t="11644" x="3962400" y="2882900"/>
          <p14:tracePt t="11660" x="3968750" y="2882900"/>
          <p14:tracePt t="11677" x="3981450" y="2882900"/>
          <p14:tracePt t="11725" x="3981450" y="2876550"/>
          <p14:tracePt t="11803" x="3981450" y="2870200"/>
          <p14:tracePt t="11852" x="3981450" y="2863850"/>
          <p14:tracePt t="11894" x="3981450" y="2857500"/>
          <p14:tracePt t="11986" x="3981450" y="2851150"/>
          <p14:tracePt t="12197" x="3987800" y="2857500"/>
          <p14:tracePt t="12211" x="3994150" y="2870200"/>
          <p14:tracePt t="12226" x="4013200" y="2889250"/>
          <p14:tracePt t="12232" x="4025900" y="2921000"/>
          <p14:tracePt t="12241" x="4051300" y="2952750"/>
          <p14:tracePt t="12258" x="4064000" y="2984500"/>
          <p14:tracePt t="12275" x="4152900" y="3098800"/>
          <p14:tracePt t="12291" x="4178300" y="3130550"/>
          <p14:tracePt t="12310" x="4216400" y="3175000"/>
          <p14:tracePt t="12325" x="4235450" y="3194050"/>
          <p14:tracePt t="12341" x="4241800" y="3206750"/>
          <p14:tracePt t="12359" x="4248150" y="3213100"/>
          <p14:tracePt t="12569" x="4248150" y="3219450"/>
          <p14:tracePt t="12576" x="4241800" y="3225800"/>
          <p14:tracePt t="12593" x="4241800" y="3232150"/>
          <p14:tracePt t="12607" x="4222750" y="3244850"/>
          <p14:tracePt t="12624" x="4210050" y="3251200"/>
          <p14:tracePt t="12640" x="4178300" y="3270250"/>
          <p14:tracePt t="12657" x="4152900" y="3282950"/>
          <p14:tracePt t="12674" x="4102100" y="3321050"/>
          <p14:tracePt t="12691" x="4051300" y="3346450"/>
          <p14:tracePt t="12707" x="4019550" y="3359150"/>
          <p14:tracePt t="12724" x="3975100" y="3384550"/>
          <p14:tracePt t="12740" x="3949700" y="3397250"/>
          <p14:tracePt t="12757" x="3943350" y="3397250"/>
          <p14:tracePt t="12774" x="3937000" y="3403600"/>
          <p14:tracePt t="12790" x="3930650" y="3409950"/>
          <p14:tracePt t="12823" x="3924300" y="3416300"/>
          <p14:tracePt t="12900" x="3924300" y="3422650"/>
          <p14:tracePt t="13041" x="3917950" y="3422650"/>
          <p14:tracePt t="13047" x="3917950" y="3416300"/>
          <p14:tracePt t="13062" x="3911600" y="3416300"/>
          <p14:tracePt t="13072" x="3905250" y="3416300"/>
          <p14:tracePt t="13091" x="3898900" y="3409950"/>
          <p14:tracePt t="13111" x="3892550" y="3409950"/>
          <p14:tracePt t="13131" x="3886200" y="3409950"/>
          <p14:tracePt t="13141" x="3879850" y="3409950"/>
          <p14:tracePt t="13160" x="3873500" y="3409950"/>
          <p14:tracePt t="13171" x="3867150" y="3409950"/>
          <p14:tracePt t="13191" x="3860800" y="3409950"/>
          <p14:tracePt t="13209" x="3854450" y="3409950"/>
          <p14:tracePt t="13224" x="3848100" y="3409950"/>
          <p14:tracePt t="13239" x="3841750" y="3409950"/>
          <p14:tracePt t="13259" x="3835400" y="3409950"/>
          <p14:tracePt t="13275" x="3829050" y="3409950"/>
          <p14:tracePt t="13301" x="3829050" y="3403600"/>
          <p14:tracePt t="13308" x="3822700" y="3403600"/>
          <p14:tracePt t="13329" x="3816350" y="3403600"/>
          <p14:tracePt t="13371" x="3810000" y="3403600"/>
          <p14:tracePt t="13399" x="3803650" y="3403600"/>
          <p14:tracePt t="13420" x="3797300" y="3403600"/>
          <p14:tracePt t="13491" x="3790950" y="3397250"/>
          <p14:tracePt t="13539" x="3784600" y="3397250"/>
          <p14:tracePt t="13568" x="3778250" y="3397250"/>
          <p14:tracePt t="13603" x="3771900" y="3397250"/>
          <p14:tracePt t="14095" x="3778250" y="3397250"/>
          <p14:tracePt t="14103" x="3790950" y="3397250"/>
          <p14:tracePt t="14117" x="3822700" y="3384550"/>
          <p14:tracePt t="14123" x="3848100" y="3384550"/>
          <p14:tracePt t="14138" x="3879850" y="3371850"/>
          <p14:tracePt t="14152" x="3987800" y="3346450"/>
          <p14:tracePt t="14168" x="4025900" y="3333750"/>
          <p14:tracePt t="14185" x="4083050" y="3327400"/>
          <p14:tracePt t="14202" x="4165600" y="3321050"/>
          <p14:tracePt t="14218" x="4222750" y="3314700"/>
          <p14:tracePt t="14235" x="4241800" y="3308350"/>
          <p14:tracePt t="14251" x="4292600" y="3295650"/>
          <p14:tracePt t="14268" x="4343400" y="3289300"/>
          <p14:tracePt t="14285" x="4381500" y="3282950"/>
          <p14:tracePt t="14301" x="4394200" y="3282950"/>
          <p14:tracePt t="14318" x="4419600" y="3282950"/>
          <p14:tracePt t="14335" x="4425950" y="3282950"/>
          <p14:tracePt t="14351" x="4438650" y="3282950"/>
          <p14:tracePt t="14368" x="4451350" y="3282950"/>
          <p14:tracePt t="14384" x="4464050" y="3282950"/>
          <p14:tracePt t="14401" x="4476750" y="3282950"/>
          <p14:tracePt t="14418" x="4483100" y="3282950"/>
          <p14:tracePt t="14434" x="4502150" y="3282950"/>
          <p14:tracePt t="14451" x="4508500" y="3282950"/>
          <p14:tracePt t="14468" x="4527550" y="3282950"/>
          <p14:tracePt t="14484" x="4540250" y="3282950"/>
          <p14:tracePt t="14500" x="4578350" y="3282950"/>
          <p14:tracePt t="14518" x="4622800" y="3289300"/>
          <p14:tracePt t="14534" x="4648200" y="3295650"/>
          <p14:tracePt t="14550" x="4705350" y="3302000"/>
          <p14:tracePt t="14567" x="4775200" y="3302000"/>
          <p14:tracePt t="14584" x="4800600" y="3302000"/>
          <p14:tracePt t="14601" x="4851400" y="3302000"/>
          <p14:tracePt t="14617" x="4895850" y="3295650"/>
          <p14:tracePt t="14634" x="4914900" y="3295650"/>
          <p14:tracePt t="14651" x="4946650" y="3289300"/>
          <p14:tracePt t="14667" x="4972050" y="3276600"/>
          <p14:tracePt t="14683" x="4984750" y="3276600"/>
          <p14:tracePt t="14701" x="5010150" y="3270250"/>
          <p14:tracePt t="14716" x="5035550" y="3257550"/>
          <p14:tracePt t="14733" x="5041900" y="3257550"/>
          <p14:tracePt t="14750" x="5060950" y="3251200"/>
          <p14:tracePt t="14766" x="5067300" y="3251200"/>
          <p14:tracePt t="14783" x="5073650" y="3251200"/>
          <p14:tracePt t="14800" x="5086350" y="3244850"/>
          <p14:tracePt t="14833" x="5092700" y="3244850"/>
          <p14:tracePt t="14855" x="5099050" y="3244850"/>
          <p14:tracePt t="14884" x="5105400" y="3238500"/>
          <p14:tracePt t="15614" x="5111750" y="3238500"/>
          <p14:tracePt t="15621" x="5130800" y="3225800"/>
          <p14:tracePt t="15630" x="5143500" y="3225800"/>
          <p14:tracePt t="15646" x="5162550" y="3219450"/>
          <p14:tracePt t="15664" x="5194300" y="3206750"/>
          <p14:tracePt t="15679" x="5207000" y="3200400"/>
          <p14:tracePt t="15697" x="5245100" y="3187700"/>
          <p14:tracePt t="15714" x="5270500" y="3175000"/>
          <p14:tracePt t="15730" x="5283200" y="3175000"/>
          <p14:tracePt t="15746" x="5289550" y="3168650"/>
          <p14:tracePt t="15763" x="5302250" y="3162300"/>
          <p14:tracePt t="15780" x="5308600" y="3155950"/>
          <p14:tracePt t="15797" x="5314950" y="3155950"/>
          <p14:tracePt t="15813" x="5321300" y="3155950"/>
          <p14:tracePt t="15854" x="5321300" y="3149600"/>
          <p14:tracePt t="15945" x="5327650" y="3149600"/>
          <p14:tracePt t="17361" x="5321300" y="3149600"/>
          <p14:tracePt t="17369" x="5308600" y="3149600"/>
          <p14:tracePt t="17383" x="5283200" y="3149600"/>
          <p14:tracePt t="17391" x="5264150" y="3149600"/>
          <p14:tracePt t="17408" x="5251450" y="3149600"/>
          <p14:tracePt t="17424" x="5219700" y="3155950"/>
          <p14:tracePt t="17440" x="5194300" y="3162300"/>
          <p14:tracePt t="17457" x="5181600" y="3162300"/>
          <p14:tracePt t="17475" x="5149850" y="3162300"/>
          <p14:tracePt t="17490" x="5124450" y="3162300"/>
          <p14:tracePt t="17507" x="5118100" y="3162300"/>
          <p14:tracePt t="17524" x="5111750" y="3162300"/>
          <p14:tracePt t="17540" x="5105400" y="3168650"/>
          <p14:tracePt t="17573" x="5099050" y="3168650"/>
          <p14:tracePt t="17974" x="5105400" y="3168650"/>
          <p14:tracePt t="17995" x="5111750" y="3168650"/>
          <p14:tracePt t="18023" x="5118100" y="3162300"/>
          <p14:tracePt t="18030" x="5124450" y="3162300"/>
          <p14:tracePt t="18044" x="5130800" y="3162300"/>
          <p14:tracePt t="18065" x="5137150" y="3162300"/>
          <p14:tracePt t="18074" x="5143500" y="3155950"/>
          <p14:tracePt t="18087" x="5149850" y="3155950"/>
          <p14:tracePt t="18105" x="5149850" y="3149600"/>
          <p14:tracePt t="18122" x="5162550" y="3149600"/>
          <p14:tracePt t="18154" x="5168900" y="3143250"/>
          <p14:tracePt t="18171" x="5175250" y="3143250"/>
          <p14:tracePt t="18192" x="5181600" y="3136900"/>
          <p14:tracePt t="18213" x="5187950" y="3136900"/>
          <p14:tracePt t="18241" x="5187950" y="3130550"/>
          <p14:tracePt t="18269" x="5194300" y="3130550"/>
          <p14:tracePt t="18785" x="5187950" y="3130550"/>
          <p14:tracePt t="18800" x="5175250" y="3130550"/>
          <p14:tracePt t="18806" x="5149850" y="3130550"/>
          <p14:tracePt t="18819" x="5137150" y="3136900"/>
          <p14:tracePt t="18836" x="5099050" y="3143250"/>
          <p14:tracePt t="18852" x="5067300" y="3143250"/>
          <p14:tracePt t="18869" x="5029200" y="3149600"/>
          <p14:tracePt t="18885" x="4889500" y="3149600"/>
          <p14:tracePt t="18902" x="4832350" y="3155950"/>
          <p14:tracePt t="18920" x="4718050" y="3168650"/>
          <p14:tracePt t="18935" x="4673600" y="3175000"/>
          <p14:tracePt t="18952" x="4578350" y="3181350"/>
          <p14:tracePt t="18970" x="4508500" y="3175000"/>
          <p14:tracePt t="18985" x="4483100" y="3168650"/>
          <p14:tracePt t="19002" x="4432300" y="3162300"/>
          <p14:tracePt t="19019" x="4381500" y="3155950"/>
          <p14:tracePt t="19035" x="4368800" y="3136900"/>
          <p14:tracePt t="19051" x="4362450" y="3136900"/>
          <p14:tracePt t="19541" x="4330700" y="3105150"/>
          <p14:tracePt t="19548" x="4292600" y="3073400"/>
          <p14:tracePt t="19562" x="4248150" y="3022600"/>
          <p14:tracePt t="19570" x="4191000" y="2978150"/>
          <p14:tracePt t="19586" x="4121150" y="2927350"/>
          <p14:tracePt t="19599" x="3962400" y="2794000"/>
          <p14:tracePt t="19616" x="3892550" y="2717800"/>
          <p14:tracePt t="19633" x="3733800" y="2565400"/>
          <p14:tracePt t="19649" x="3676650" y="2501900"/>
          <p14:tracePt t="19666" x="3581400" y="2387600"/>
          <p14:tracePt t="19683" x="3505200" y="2298700"/>
          <p14:tracePt t="19699" x="3467100" y="2247900"/>
          <p14:tracePt t="19716" x="3403600" y="2190750"/>
          <p14:tracePt t="19733" x="3346450" y="2133600"/>
          <p14:tracePt t="19749" x="3321050" y="2101850"/>
          <p14:tracePt t="19766" x="3251200" y="2032000"/>
          <p14:tracePt t="19782" x="3194050" y="1974850"/>
          <p14:tracePt t="19799" x="3168650" y="1949450"/>
          <p14:tracePt t="19816" x="3117850" y="1905000"/>
          <p14:tracePt t="19832" x="3079750" y="1866900"/>
          <p14:tracePt t="19849" x="3067050" y="1860550"/>
          <p14:tracePt t="19866" x="3041650" y="1835150"/>
          <p14:tracePt t="19882" x="3028950" y="1822450"/>
          <p14:tracePt t="19899" x="3016250" y="1816100"/>
          <p14:tracePt t="19915" x="3009900" y="1816100"/>
          <p14:tracePt t="19932" x="3009900" y="1809750"/>
          <p14:tracePt t="20083" x="3009900" y="1816100"/>
          <p14:tracePt t="20090" x="3009900" y="1822450"/>
          <p14:tracePt t="20104" x="3009900" y="1828800"/>
          <p14:tracePt t="20115" x="3009900" y="1835150"/>
          <p14:tracePt t="20132" x="3009900" y="1847850"/>
          <p14:tracePt t="20148" x="3028950" y="1898650"/>
          <p14:tracePt t="20164" x="3054350" y="2006600"/>
          <p14:tracePt t="20182" x="3092450" y="2159000"/>
          <p14:tracePt t="20197" x="3111500" y="2266950"/>
          <p14:tracePt t="20214" x="3143250" y="2355850"/>
          <p14:tracePt t="20232" x="3232150" y="2584450"/>
          <p14:tracePt t="20248" x="3263900" y="2641600"/>
          <p14:tracePt t="20264" x="3276600" y="2686050"/>
          <p14:tracePt t="20281" x="3308350" y="2730500"/>
          <p14:tracePt t="20297" x="3321050" y="2755900"/>
          <p14:tracePt t="20314" x="3327400" y="2768600"/>
          <p14:tracePt t="20330" x="3333750" y="2774950"/>
          <p14:tracePt t="20406" x="3333750" y="2781300"/>
          <p14:tracePt t="20442" x="3327400" y="2781300"/>
          <p14:tracePt t="20477" x="3321050" y="2781300"/>
          <p14:tracePt t="20512" x="3314700" y="2781300"/>
          <p14:tracePt t="20533" x="3314700" y="2774950"/>
          <p14:tracePt t="20568" x="3314700" y="2768600"/>
          <p14:tracePt t="20575" x="3314700" y="2762250"/>
          <p14:tracePt t="20603" x="3314700" y="2755900"/>
          <p14:tracePt t="20625" x="3321050" y="2749550"/>
          <p14:tracePt t="20639" x="3327400" y="2749550"/>
          <p14:tracePt t="20653" x="3333750" y="2743200"/>
          <p14:tracePt t="20667" x="3340100" y="2743200"/>
          <p14:tracePt t="20674" x="3340100" y="2736850"/>
          <p14:tracePt t="20688" x="3352800" y="2736850"/>
          <p14:tracePt t="20696" x="3378200" y="2724150"/>
          <p14:tracePt t="20712" x="3397250" y="2717800"/>
          <p14:tracePt t="20730" x="3448050" y="2686050"/>
          <p14:tracePt t="20745" x="3524250" y="2641600"/>
          <p14:tracePt t="20762" x="3556000" y="2609850"/>
          <p14:tracePt t="20780" x="3613150" y="2559050"/>
          <p14:tracePt t="20796" x="3657600" y="2495550"/>
          <p14:tracePt t="20812" x="3663950" y="2476500"/>
          <p14:tracePt t="20830" x="3651250" y="2393950"/>
          <p14:tracePt t="20845" x="3625850" y="2362200"/>
          <p14:tracePt t="20862" x="3549650" y="2260600"/>
          <p14:tracePt t="20878" x="3435350" y="2184400"/>
          <p14:tracePt t="20895" x="3378200" y="2152650"/>
          <p14:tracePt t="20912" x="3270250" y="2127250"/>
          <p14:tracePt t="20928" x="3194050" y="2127250"/>
          <p14:tracePt t="20945" x="3175000" y="2127250"/>
          <p14:tracePt t="20963" x="3130550" y="2133600"/>
          <p14:tracePt t="20978" x="3098800" y="2159000"/>
          <p14:tracePt t="20995" x="3086100" y="2165350"/>
          <p14:tracePt t="21012" x="3067050" y="2184400"/>
          <p14:tracePt t="21028" x="3054350" y="2190750"/>
          <p14:tracePt t="21045" x="3048000" y="2197100"/>
          <p14:tracePt t="21061" x="3048000" y="2203450"/>
          <p14:tracePt t="21077" x="3041650" y="2203450"/>
          <p14:tracePt t="21117" x="3035300" y="2203450"/>
          <p14:tracePt t="21138" x="3028950" y="2203450"/>
          <p14:tracePt t="21145" x="3028950" y="2197100"/>
          <p14:tracePt t="21159" x="3022600" y="2197100"/>
          <p14:tracePt t="21166" x="3016250" y="2190750"/>
          <p14:tracePt t="21180" x="3009900" y="2184400"/>
          <p14:tracePt t="21195" x="2997200" y="2171700"/>
          <p14:tracePt t="21211" x="2959100" y="2127250"/>
          <p14:tracePt t="21227" x="2933700" y="2095500"/>
          <p14:tracePt t="21244" x="2863850" y="2000250"/>
          <p14:tracePt t="21261" x="2819400" y="1955800"/>
          <p14:tracePt t="21277" x="2743200" y="1873250"/>
          <p14:tracePt t="21294" x="2698750" y="1809750"/>
          <p14:tracePt t="21310" x="2660650" y="1765300"/>
          <p14:tracePt t="21328" x="2647950" y="1739900"/>
          <p14:tracePt t="21344" x="2641600" y="1733550"/>
          <p14:tracePt t="21361" x="2641600" y="1727200"/>
          <p14:tracePt t="21393" x="2641600" y="1720850"/>
          <p14:tracePt t="21413" x="2647950" y="1714500"/>
          <p14:tracePt t="21427" x="2654300" y="1714500"/>
          <p14:tracePt t="21443" x="2667000" y="1714500"/>
          <p14:tracePt t="21460" x="2679700" y="1708150"/>
          <p14:tracePt t="21476" x="2705100" y="1695450"/>
          <p14:tracePt t="21493" x="2749550" y="1682750"/>
          <p14:tracePt t="21510" x="2781300" y="1670050"/>
          <p14:tracePt t="21526" x="2832100" y="1638300"/>
          <p14:tracePt t="21543" x="2895600" y="1600200"/>
          <p14:tracePt t="21560" x="2952750" y="1555750"/>
          <p14:tracePt t="21576" x="2984500" y="1536700"/>
          <p14:tracePt t="21593" x="3022600" y="1504950"/>
          <p14:tracePt t="21610" x="3035300" y="1492250"/>
          <p14:tracePt t="21626" x="3067050" y="1473200"/>
          <p14:tracePt t="21642" x="3092450" y="1460500"/>
          <p14:tracePt t="21659" x="3098800" y="1454150"/>
          <p14:tracePt t="21778" x="3098800" y="1447800"/>
          <p14:tracePt t="22024" x="3098800" y="1454150"/>
          <p14:tracePt t="22045" x="3098800" y="1460500"/>
          <p14:tracePt t="22059" x="3098800" y="1466850"/>
          <p14:tracePt t="22081" x="3098800" y="1473200"/>
          <p14:tracePt t="22095" x="3098800" y="1485900"/>
          <p14:tracePt t="22101" x="3098800" y="1498600"/>
          <p14:tracePt t="22116" x="3098800" y="1517650"/>
          <p14:tracePt t="22130" x="3098800" y="1536700"/>
          <p14:tracePt t="22141" x="3105150" y="1562100"/>
          <p14:tracePt t="22158" x="3111500" y="1587500"/>
          <p14:tracePt t="22174" x="3117850" y="1612900"/>
          <p14:tracePt t="22191" x="3149600" y="1663700"/>
          <p14:tracePt t="22208" x="3162300" y="1695450"/>
          <p14:tracePt t="22224" x="3206750" y="1739900"/>
          <p14:tracePt t="22240" x="3225800" y="1752600"/>
          <p14:tracePt t="22257" x="3302000" y="1797050"/>
          <p14:tracePt t="22274" x="3321050" y="1803400"/>
          <p14:tracePt t="22290" x="3346450" y="1816100"/>
          <p14:tracePt t="22307" x="3359150" y="1822450"/>
          <p14:tracePt t="22323" x="3365500" y="1822450"/>
          <p14:tracePt t="22356" x="3371850" y="1822450"/>
          <p14:tracePt t="22383" x="3371850" y="1809750"/>
          <p14:tracePt t="22404" x="3371850" y="1803400"/>
          <p14:tracePt t="22418" x="3365500" y="1797050"/>
          <p14:tracePt t="22431" x="3365500" y="1790700"/>
          <p14:tracePt t="22441" x="3359150" y="1784350"/>
          <p14:tracePt t="22461" x="3352800" y="1784350"/>
          <p14:tracePt t="22476" x="3352800" y="1778000"/>
          <p14:tracePt t="22490" x="3352800" y="1771650"/>
          <p14:tracePt t="22509" x="3352800" y="1765300"/>
          <p14:tracePt t="22523" x="3346450" y="1758950"/>
          <p14:tracePt t="22539" x="3346450" y="1752600"/>
          <p14:tracePt t="22556" x="3340100" y="1746250"/>
          <p14:tracePt t="22573" x="3340100" y="1727200"/>
          <p14:tracePt t="22589" x="3340100" y="1714500"/>
          <p14:tracePt t="22606" x="3340100" y="1701800"/>
          <p14:tracePt t="22623" x="3340100" y="1657350"/>
          <p14:tracePt t="22639" x="3346450" y="1644650"/>
          <p14:tracePt t="22656" x="3359150" y="1631950"/>
          <p14:tracePt t="22673" x="3384550" y="1606550"/>
          <p14:tracePt t="22689" x="3435350" y="1574800"/>
          <p14:tracePt t="22706" x="3479800" y="1568450"/>
          <p14:tracePt t="22722" x="3543300" y="1562100"/>
          <p14:tracePt t="22739" x="3606800" y="1543050"/>
          <p14:tracePt t="22756" x="3657600" y="1536700"/>
          <p14:tracePt t="22772" x="3670300" y="1530350"/>
          <p14:tracePt t="22788" x="3683000" y="1530350"/>
          <p14:tracePt t="22805" x="3689350" y="1524000"/>
          <p14:tracePt t="22838" x="3695700" y="1524000"/>
          <p14:tracePt t="22855" x="3708400" y="1524000"/>
          <p14:tracePt t="22875" x="3714750" y="1524000"/>
          <p14:tracePt t="22891" x="3721100" y="1524000"/>
          <p14:tracePt t="22907" x="3733800" y="1530350"/>
          <p14:tracePt t="22921" x="3746500" y="1530350"/>
          <p14:tracePt t="22939" x="3790950" y="1543050"/>
          <p14:tracePt t="22955" x="3816350" y="1549400"/>
          <p14:tracePt t="22971" x="3924300" y="1581150"/>
          <p14:tracePt t="22988" x="4057650" y="1606550"/>
          <p14:tracePt t="23004" x="4127500" y="1625600"/>
          <p14:tracePt t="23021" x="4273550" y="1657350"/>
          <p14:tracePt t="23038" x="4425950" y="1663700"/>
          <p14:tracePt t="23054" x="4502150" y="1663700"/>
          <p14:tracePt t="23071" x="4641850" y="1651000"/>
          <p14:tracePt t="23087" x="4762500" y="1631950"/>
          <p14:tracePt t="23104" x="4819650" y="1619250"/>
          <p14:tracePt t="23121" x="4902200" y="1600200"/>
          <p14:tracePt t="23137" x="4959350" y="1587500"/>
          <p14:tracePt t="23154" x="4978400" y="1587500"/>
          <p14:tracePt t="23173" x="5022850" y="1581150"/>
          <p14:tracePt t="23187" x="5054600" y="1562100"/>
          <p14:tracePt t="23204" x="5067300" y="1555750"/>
          <p14:tracePt t="23221" x="5099050" y="1549400"/>
          <p14:tracePt t="23237" x="5118100" y="1543050"/>
          <p14:tracePt t="23254" x="5137150" y="1536700"/>
          <p14:tracePt t="23270" x="5162550" y="1530350"/>
          <p14:tracePt t="23287" x="5175250" y="1524000"/>
          <p14:tracePt t="23303" x="5194300" y="1517650"/>
          <p14:tracePt t="23319" x="5213350" y="1517650"/>
          <p14:tracePt t="23337" x="5219700" y="1511300"/>
          <p14:tracePt t="23354" x="5232400" y="1511300"/>
          <p14:tracePt t="23370" x="5245100" y="1511300"/>
          <p14:tracePt t="23387" x="5251450" y="1511300"/>
          <p14:tracePt t="23404" x="5257800" y="1511300"/>
          <p14:tracePt t="23420" x="5264150" y="1511300"/>
          <p14:tracePt t="23439" x="5270500" y="1511300"/>
          <p14:tracePt t="23466" x="5276850" y="1511300"/>
          <p14:tracePt t="23502" x="5283200" y="1511300"/>
          <p14:tracePt t="23529" x="5289550" y="1511300"/>
          <p14:tracePt t="23537" x="5289550" y="1517650"/>
          <p14:tracePt t="23551" x="5295900" y="1524000"/>
          <p14:tracePt t="23565" x="5295900" y="1530350"/>
          <p14:tracePt t="23572" x="5295900" y="1543050"/>
          <p14:tracePt t="23588" x="5302250" y="1555750"/>
          <p14:tracePt t="23602" x="5308600" y="1568450"/>
          <p14:tracePt t="23619" x="5314950" y="1587500"/>
          <p14:tracePt t="23636" x="5314950" y="1638300"/>
          <p14:tracePt t="23652" x="5321300" y="1663700"/>
          <p14:tracePt t="23669" x="5321300" y="1689100"/>
          <p14:tracePt t="23685" x="5321300" y="1720850"/>
          <p14:tracePt t="23702" x="5321300" y="1739900"/>
          <p14:tracePt t="23720" x="5321300" y="1758950"/>
          <p14:tracePt t="23752" x="5321300" y="1765300"/>
          <p14:tracePt t="23790" x="5327650" y="1765300"/>
          <p14:tracePt t="23811" x="5334000" y="1765300"/>
          <p14:tracePt t="23825" x="5340350" y="1765300"/>
          <p14:tracePt t="23832" x="5340350" y="1758950"/>
          <p14:tracePt t="23839" x="5353050" y="1752600"/>
          <p14:tracePt t="23855" x="5359400" y="1739900"/>
          <p14:tracePt t="23868" x="5372100" y="1727200"/>
          <p14:tracePt t="23884" x="5403850" y="1682750"/>
          <p14:tracePt t="23903" x="5435600" y="1631950"/>
          <p14:tracePt t="23918" x="5441950" y="1600200"/>
          <p14:tracePt t="23934" x="5461000" y="1568450"/>
          <p14:tracePt t="23952" x="5467350" y="1536700"/>
          <p14:tracePt t="23968" x="5473700" y="1517650"/>
          <p14:tracePt t="23984" x="5473700" y="1511300"/>
          <p14:tracePt t="24001" x="5473700" y="1504950"/>
          <p14:tracePt t="24034" x="5461000" y="1498600"/>
          <p14:tracePt t="24051" x="5429250" y="1492250"/>
          <p14:tracePt t="24067" x="5391150" y="1492250"/>
          <p14:tracePt t="24084" x="5353050" y="1485900"/>
          <p14:tracePt t="24101" x="5130800" y="1498600"/>
          <p14:tracePt t="24117" x="5029200" y="1504950"/>
          <p14:tracePt t="24135" x="4826000" y="1536700"/>
          <p14:tracePt t="24150" x="4699000" y="1555750"/>
          <p14:tracePt t="24167" x="4451350" y="1600200"/>
          <p14:tracePt t="24184" x="4222750" y="1644650"/>
          <p14:tracePt t="24200" x="4108450" y="1663700"/>
          <p14:tracePt t="24217" x="3898900" y="1708150"/>
          <p14:tracePt t="24234" x="3752850" y="1746250"/>
          <p14:tracePt t="24250" x="3689350" y="1752600"/>
          <p14:tracePt t="24268" x="3568700" y="1784350"/>
          <p14:tracePt t="24283" x="3473450" y="1797050"/>
          <p14:tracePt t="24300" x="3448050" y="1797050"/>
          <p14:tracePt t="24317" x="3403600" y="1803400"/>
          <p14:tracePt t="24333" x="3384550" y="1803400"/>
          <p14:tracePt t="24416" x="3390900" y="1797050"/>
          <p14:tracePt t="24423" x="3409950" y="1797050"/>
          <p14:tracePt t="24437" x="3422650" y="1797050"/>
          <p14:tracePt t="24450" x="3448050" y="1797050"/>
          <p14:tracePt t="24466" x="3543300" y="1797050"/>
          <p14:tracePt t="24483" x="3632200" y="1797050"/>
          <p14:tracePt t="24500" x="3860800" y="1797050"/>
          <p14:tracePt t="24516" x="4108450" y="1809750"/>
          <p14:tracePt t="24533" x="4235450" y="1809750"/>
          <p14:tracePt t="24550" x="4464050" y="1809750"/>
          <p14:tracePt t="24566" x="4692650" y="1803400"/>
          <p14:tracePt t="24582" x="4794250" y="1797050"/>
          <p14:tracePt t="24599" x="4972050" y="1765300"/>
          <p14:tracePt t="24616" x="5092700" y="1746250"/>
          <p14:tracePt t="24632" x="5149850" y="1739900"/>
          <p14:tracePt t="24649" x="5200650" y="1727200"/>
          <p14:tracePt t="24666" x="5213350" y="1720850"/>
          <p14:tracePt t="24684" x="5213350" y="1714500"/>
          <p14:tracePt t="24698" x="5213350" y="1708150"/>
          <p14:tracePt t="24719" x="5213350" y="1701800"/>
          <p14:tracePt t="24732" x="5200650" y="1701800"/>
          <p14:tracePt t="24749" x="5194300" y="1701800"/>
          <p14:tracePt t="24765" x="5175250" y="1701800"/>
          <p14:tracePt t="24782" x="5073650" y="1701800"/>
          <p14:tracePt t="24798" x="4921250" y="1682750"/>
          <p14:tracePt t="24815" x="4819650" y="1670050"/>
          <p14:tracePt t="24831" x="4578350" y="1651000"/>
          <p14:tracePt t="24848" x="4324350" y="1619250"/>
          <p14:tracePt t="24865" x="4210050" y="1606550"/>
          <p14:tracePt t="24881" x="4000500" y="1587500"/>
          <p14:tracePt t="24898" x="3860800" y="1568450"/>
          <p14:tracePt t="24915" x="3797300" y="1562100"/>
          <p14:tracePt t="24931" x="3778250" y="1562100"/>
          <p14:tracePt t="24948" x="3752850" y="1562100"/>
          <p14:tracePt t="24965" x="3746500" y="1562100"/>
          <p14:tracePt t="24981" x="3740150" y="1562100"/>
          <p14:tracePt t="25014" x="3740150" y="1568450"/>
          <p14:tracePt t="25030" x="3740150" y="1574800"/>
          <p14:tracePt t="25048" x="3746500" y="1574800"/>
          <p14:tracePt t="25064" x="3778250" y="1568450"/>
          <p14:tracePt t="25081" x="3810000" y="1568450"/>
          <p14:tracePt t="25098" x="3905250" y="1581150"/>
          <p14:tracePt t="25114" x="3968750" y="1593850"/>
          <p14:tracePt t="25130" x="4146550" y="1612900"/>
          <p14:tracePt t="25149" x="4356100" y="1651000"/>
          <p14:tracePt t="25164" x="4445000" y="1663700"/>
          <p14:tracePt t="25180" x="4641850" y="1701800"/>
          <p14:tracePt t="25197" x="4781550" y="1701800"/>
          <p14:tracePt t="25213" x="4845050" y="1714500"/>
          <p14:tracePt t="25230" x="4927600" y="1720850"/>
          <p14:tracePt t="25247" x="4965700" y="1720850"/>
          <p14:tracePt t="25263" x="4972050" y="1720850"/>
          <p14:tracePt t="25281" x="4978400" y="1720850"/>
          <p14:tracePt t="25297" x="4984750" y="1714500"/>
          <p14:tracePt t="25313" x="4978400" y="1708150"/>
          <p14:tracePt t="25330" x="4965700" y="1701800"/>
          <p14:tracePt t="25347" x="4959350" y="1701800"/>
          <p14:tracePt t="25363" x="4883150" y="1701800"/>
          <p14:tracePt t="25380" x="4711700" y="1701800"/>
          <p14:tracePt t="25396" x="4610100" y="1714500"/>
          <p14:tracePt t="25413" x="4368800" y="1733550"/>
          <p14:tracePt t="25430" x="4102100" y="1746250"/>
          <p14:tracePt t="25446" x="3975100" y="1758950"/>
          <p14:tracePt t="25449" x="3854450" y="1758950"/>
          <p14:tracePt t="25463" x="3740150" y="1765300"/>
          <p14:tracePt t="25479" x="3575050" y="1765300"/>
          <p14:tracePt t="25496" x="3505200" y="1765300"/>
          <p14:tracePt t="25513" x="3429000" y="1765300"/>
          <p14:tracePt t="25529" x="3397250" y="1778000"/>
          <p14:tracePt t="25546" x="3384550" y="1778000"/>
          <p14:tracePt t="25563" x="3384550" y="1784350"/>
          <p14:tracePt t="25590" x="3390900" y="1784350"/>
          <p14:tracePt t="25599" x="3403600" y="1784350"/>
          <p14:tracePt t="25613" x="3435350" y="1784350"/>
          <p14:tracePt t="25629" x="3454400" y="1784350"/>
          <p14:tracePt t="25646" x="3568700" y="1790700"/>
          <p14:tracePt t="25661" x="3746500" y="1797050"/>
          <p14:tracePt t="25678" x="3860800" y="1816100"/>
          <p14:tracePt t="25696" x="4114800" y="1828800"/>
          <p14:tracePt t="25712" x="4381500" y="1828800"/>
          <p14:tracePt t="25728" x="4502150" y="1828800"/>
          <p14:tracePt t="25745" x="4686300" y="1803400"/>
          <p14:tracePt t="25761" x="4781550" y="1778000"/>
          <p14:tracePt t="25778" x="4806950" y="1771650"/>
          <p14:tracePt t="25795" x="4819650" y="1752600"/>
          <p14:tracePt t="25811" x="4819650" y="1746250"/>
          <p14:tracePt t="25845" x="4819650" y="1739900"/>
          <p14:tracePt t="25861" x="4787900" y="1727200"/>
          <p14:tracePt t="25879" x="4737100" y="1720850"/>
          <p14:tracePt t="25894" x="4591050" y="1689100"/>
          <p14:tracePt t="25911" x="4502150" y="1676400"/>
          <p14:tracePt t="25928" x="4159250" y="1638300"/>
          <p14:tracePt t="25944" x="4032250" y="1625600"/>
          <p14:tracePt t="25961" x="3917950" y="1619250"/>
          <p14:tracePt t="25964" x="3816350" y="1606550"/>
          <p14:tracePt t="25978" x="3740150" y="1606550"/>
          <p14:tracePt t="25994" x="3619500" y="1606550"/>
          <p14:tracePt t="26011" x="3568700" y="1606550"/>
          <p14:tracePt t="26028" x="3511550" y="1606550"/>
          <p14:tracePt t="26044" x="3473450" y="1606550"/>
          <p14:tracePt t="26061" x="3460750" y="1612900"/>
          <p14:tracePt t="26077" x="3435350" y="1625600"/>
          <p14:tracePt t="26094" x="3403600" y="1638300"/>
          <p14:tracePt t="26111" x="3397250" y="1644650"/>
          <p14:tracePt t="26127" x="3390900" y="1644650"/>
          <p14:tracePt t="26144" x="3384550" y="1644650"/>
          <p14:tracePt t="26177" x="3371850" y="1638300"/>
          <p14:tracePt t="26194" x="3365500" y="1631950"/>
          <p14:tracePt t="26210" x="3340100" y="1612900"/>
          <p14:tracePt t="26227" x="3327400" y="1593850"/>
          <p14:tracePt t="26243" x="3308350" y="1587500"/>
          <p14:tracePt t="26260" x="3263900" y="1574800"/>
          <p14:tracePt t="26277" x="3257550" y="1574800"/>
          <p14:tracePt t="26294" x="3238500" y="1574800"/>
          <p14:tracePt t="26310" x="3225800" y="1587500"/>
          <p14:tracePt t="26327" x="3206750" y="1619250"/>
          <p14:tracePt t="26344" x="3194050" y="1670050"/>
          <p14:tracePt t="26359" x="3187700" y="1708150"/>
          <p14:tracePt t="26376" x="3187700" y="1778000"/>
          <p14:tracePt t="26393" x="3200400" y="1828800"/>
          <p14:tracePt t="26409" x="3206750" y="1847850"/>
          <p14:tracePt t="26426" x="3213100" y="1860550"/>
          <p14:tracePt t="26443" x="3225800" y="1879600"/>
          <p14:tracePt t="26459" x="3232150" y="1885950"/>
          <p14:tracePt t="26476" x="3232150" y="1892300"/>
          <p14:tracePt t="26492" x="3238500" y="1892300"/>
          <p14:tracePt t="26512" x="3244850" y="1892300"/>
          <p14:tracePt t="26547" x="3251200" y="1892300"/>
          <p14:tracePt t="26554" x="3251200" y="1885950"/>
          <p14:tracePt t="26582" x="3251200" y="1879600"/>
          <p14:tracePt t="26603" x="3251200" y="1866900"/>
          <p14:tracePt t="26631" x="3251200" y="1860550"/>
          <p14:tracePt t="26653" x="3244850" y="1854200"/>
          <p14:tracePt t="26666" x="3244850" y="1847850"/>
          <p14:tracePt t="26673" x="3244850" y="1835150"/>
          <p14:tracePt t="26688" x="3244850" y="1816100"/>
          <p14:tracePt t="26695" x="3238500" y="1790700"/>
          <p14:tracePt t="26709" x="3238500" y="1765300"/>
          <p14:tracePt t="26725" x="3225800" y="1689100"/>
          <p14:tracePt t="26742" x="3225800" y="1644650"/>
          <p14:tracePt t="26759" x="3238500" y="1562100"/>
          <p14:tracePt t="26775" x="3263900" y="1492250"/>
          <p14:tracePt t="26792" x="3276600" y="1473200"/>
          <p14:tracePt t="26809" x="3321050" y="1422400"/>
          <p14:tracePt t="26825" x="3346450" y="1409700"/>
          <p14:tracePt t="26841" x="3397250" y="1390650"/>
          <p14:tracePt t="26858" x="3429000" y="1384300"/>
          <p14:tracePt t="26874" x="3441700" y="1384300"/>
          <p14:tracePt t="26892" x="3454400" y="1384300"/>
          <p14:tracePt t="26907" x="3460750" y="1384300"/>
          <p14:tracePt t="26955" x="3460750" y="1390650"/>
          <p14:tracePt t="26976" x="3460750" y="1397000"/>
          <p14:tracePt t="26983" x="3460750" y="1403350"/>
          <p14:tracePt t="26996" x="3467100" y="1409700"/>
          <p14:tracePt t="27007" x="3473450" y="1409700"/>
          <p14:tracePt t="27024" x="3486150" y="1422400"/>
          <p14:tracePt t="27040" x="3549650" y="1454150"/>
          <p14:tracePt t="27057" x="3683000" y="1517650"/>
          <p14:tracePt t="27075" x="3898900" y="1625600"/>
          <p14:tracePt t="27090" x="4032250" y="1682750"/>
          <p14:tracePt t="27107" x="4197350" y="1746250"/>
          <p14:tracePt t="27124" x="4610100" y="1847850"/>
          <p14:tracePt t="27140" x="4699000" y="1866900"/>
          <p14:tracePt t="27157" x="4787900" y="1866900"/>
          <p14:tracePt t="27173" x="4921250" y="1866900"/>
          <p14:tracePt t="27190" x="4991100" y="1854200"/>
          <p14:tracePt t="27207" x="5016500" y="1847850"/>
          <p14:tracePt t="27223" x="5054600" y="1835150"/>
          <p14:tracePt t="27240" x="5073650" y="1828800"/>
          <p14:tracePt t="27335" x="5073650" y="1822450"/>
          <p14:tracePt t="27391" x="5067300" y="1816100"/>
          <p14:tracePt t="27398" x="5060950" y="1816100"/>
          <p14:tracePt t="27406" x="5048250" y="1816100"/>
          <p14:tracePt t="27422" x="5041900" y="1809750"/>
          <p14:tracePt t="27440" x="5029200" y="1809750"/>
          <p14:tracePt t="27456" x="4959350" y="1803400"/>
          <p14:tracePt t="27472" x="4838700" y="1784350"/>
          <p14:tracePt t="27490" x="4673600" y="1771650"/>
          <p14:tracePt t="27506" x="4572000" y="1765300"/>
          <p14:tracePt t="27522" x="4330700" y="1752600"/>
          <p14:tracePt t="27539" x="4089400" y="1733550"/>
          <p14:tracePt t="27556" x="3962400" y="1720850"/>
          <p14:tracePt t="27572" x="3752850" y="1689100"/>
          <p14:tracePt t="27589" x="3575050" y="1657350"/>
          <p14:tracePt t="27605" x="3511550" y="1651000"/>
          <p14:tracePt t="27622" x="3403600" y="1625600"/>
          <p14:tracePt t="27638" x="3352800" y="1606550"/>
          <p14:tracePt t="27655" x="3340100" y="1600200"/>
          <p14:tracePt t="27672" x="3327400" y="1600200"/>
          <p14:tracePt t="27756" x="3333750" y="1600200"/>
          <p14:tracePt t="27772" x="3340100" y="1593850"/>
          <p14:tracePt t="27777" x="3346450" y="1593850"/>
          <p14:tracePt t="27792" x="3365500" y="1593850"/>
          <p14:tracePt t="27804" x="3378200" y="1593850"/>
          <p14:tracePt t="27821" x="3448050" y="1587500"/>
          <p14:tracePt t="27838" x="3498850" y="1587500"/>
          <p14:tracePt t="27855" x="3651250" y="1593850"/>
          <p14:tracePt t="27871" x="3854450" y="1600200"/>
          <p14:tracePt t="27887" x="3956050" y="1600200"/>
          <p14:tracePt t="27905" x="4159250" y="1600200"/>
          <p14:tracePt t="27921" x="4337050" y="1600200"/>
          <p14:tracePt t="27937" x="4413250" y="1600200"/>
          <p14:tracePt t="27954" x="4546600" y="1587500"/>
          <p14:tracePt t="27970" x="4648200" y="1581150"/>
          <p14:tracePt t="27987" x="4692650" y="1581150"/>
          <p14:tracePt t="28004" x="4724400" y="1574800"/>
          <p14:tracePt t="28021" x="4737100" y="1574800"/>
          <p14:tracePt t="28038" x="4743450" y="1568450"/>
          <p14:tracePt t="28054" x="4743450" y="1562100"/>
          <p14:tracePt t="28080" x="4737100" y="1555750"/>
          <p14:tracePt t="28101" x="4724400" y="1555750"/>
          <p14:tracePt t="28108" x="4711700" y="1555750"/>
          <p14:tracePt t="28123" x="4686300" y="1549400"/>
          <p14:tracePt t="28137" x="4641850" y="1549400"/>
          <p14:tracePt t="28153" x="4527550" y="1549400"/>
          <p14:tracePt t="28170" x="4425950" y="1543050"/>
          <p14:tracePt t="28187" x="4222750" y="1530350"/>
          <p14:tracePt t="28203" x="3968750" y="1530350"/>
          <p14:tracePt t="28221" x="3740150" y="1511300"/>
          <p14:tracePt t="28236" x="3625850" y="1511300"/>
          <p14:tracePt t="28253" x="3460750" y="1511300"/>
          <p14:tracePt t="28271" x="3359150" y="1511300"/>
          <p14:tracePt t="28286" x="3333750" y="1511300"/>
          <p14:tracePt t="28303" x="3308350" y="1511300"/>
          <p14:tracePt t="28320" x="3289300" y="1517650"/>
          <p14:tracePt t="28336" x="3289300" y="1524000"/>
          <p14:tracePt t="28369" x="3295650" y="1524000"/>
          <p14:tracePt t="28386" x="3346450" y="1524000"/>
          <p14:tracePt t="28403" x="3384550" y="1530350"/>
          <p14:tracePt t="28419" x="3543300" y="1568450"/>
          <p14:tracePt t="28436" x="3816350" y="1638300"/>
          <p14:tracePt t="28453" x="4171950" y="1708150"/>
          <p14:tracePt t="28469" x="4318000" y="1733550"/>
          <p14:tracePt t="28486" x="4546600" y="1765300"/>
          <p14:tracePt t="28503" x="4686300" y="1758950"/>
          <p14:tracePt t="28519" x="4737100" y="1758950"/>
          <p14:tracePt t="28536" x="4806950" y="1746250"/>
          <p14:tracePt t="28552" x="4845050" y="1739900"/>
          <p14:tracePt t="28568" x="4851400" y="1739900"/>
          <p14:tracePt t="28601" x="4845050" y="1733550"/>
          <p14:tracePt t="28618" x="4838700" y="1733550"/>
          <p14:tracePt t="28651" x="4826000" y="1733550"/>
          <p14:tracePt t="28668" x="4768850" y="1727200"/>
          <p14:tracePt t="28686" x="4641850" y="1727200"/>
          <p14:tracePt t="28701" x="4565650" y="1727200"/>
          <p14:tracePt t="28718" x="4324350" y="1727200"/>
          <p14:tracePt t="28735" x="4057650" y="1752600"/>
          <p14:tracePt t="28751" x="3943350" y="1758950"/>
          <p14:tracePt t="28769" x="3714750" y="1790700"/>
          <p14:tracePt t="28785" x="3505200" y="1835150"/>
          <p14:tracePt t="28801" x="3403600" y="1866900"/>
          <p14:tracePt t="28819" x="3257550" y="1905000"/>
          <p14:tracePt t="28834" x="3149600" y="1930400"/>
          <p14:tracePt t="28851" x="3105150" y="1949450"/>
          <p14:tracePt t="28868" x="3041650" y="1949450"/>
          <p14:tracePt t="28884" x="3035300" y="1943100"/>
          <p14:tracePt t="29516" x="3022600" y="1968500"/>
          <p14:tracePt t="29530" x="2997200" y="2025650"/>
          <p14:tracePt t="29537" x="2971800" y="2070100"/>
          <p14:tracePt t="29552" x="2940050" y="2127250"/>
          <p14:tracePt t="29566" x="2914650" y="2159000"/>
          <p14:tracePt t="29582" x="2851150" y="2260600"/>
          <p14:tracePt t="29598" x="2813050" y="2311400"/>
          <p14:tracePt t="29615" x="2711450" y="2457450"/>
          <p14:tracePt t="29632" x="2686050" y="2489200"/>
          <p14:tracePt t="29648" x="2660650" y="2520950"/>
          <p14:tracePt t="29665" x="2616200" y="2578100"/>
          <p14:tracePt t="29682" x="2578100" y="2622550"/>
          <p14:tracePt t="29698" x="2546350" y="2647950"/>
          <p14:tracePt t="29715" x="2533650" y="2660650"/>
          <p14:tracePt t="29731" x="2514600" y="2673350"/>
          <p14:tracePt t="29749" x="2501900" y="2679700"/>
          <p14:tracePt t="29790" x="2495550" y="2679700"/>
          <p14:tracePt t="29798" x="2495550" y="2673350"/>
          <p14:tracePt t="29814" x="2495550" y="2660650"/>
          <p14:tracePt t="29831" x="2489200" y="2647950"/>
          <p14:tracePt t="30344" x="2476500" y="2647950"/>
          <p14:tracePt t="30351" x="2463800" y="2647950"/>
          <p14:tracePt t="30365" x="2444750" y="2647950"/>
          <p14:tracePt t="30380" x="2406650" y="2667000"/>
          <p14:tracePt t="30396" x="2387600" y="2679700"/>
          <p14:tracePt t="30412" x="2362200" y="2705100"/>
          <p14:tracePt t="30429" x="2317750" y="2800350"/>
          <p14:tracePt t="30445" x="2298700" y="2851150"/>
          <p14:tracePt t="30462" x="2279650" y="2908300"/>
          <p14:tracePt t="30478" x="2254250" y="3016250"/>
          <p14:tracePt t="30495" x="2235200" y="3155950"/>
          <p14:tracePt t="30512" x="2216150" y="3289300"/>
          <p14:tracePt t="30528" x="2216150" y="3340100"/>
          <p14:tracePt t="30545" x="2216150" y="3403600"/>
          <p14:tracePt t="30562" x="2216150" y="3429000"/>
          <p14:tracePt t="30578" x="2216150" y="3435350"/>
          <p14:tracePt t="30625" x="2222500" y="3435350"/>
          <p14:tracePt t="30674" x="2222500" y="3429000"/>
          <p14:tracePt t="30681" x="2228850" y="3422650"/>
          <p14:tracePt t="30697" x="2228850" y="3409950"/>
          <p14:tracePt t="30711" x="2228850" y="3371850"/>
          <p14:tracePt t="30728" x="2228850" y="3333750"/>
          <p14:tracePt t="30745" x="2222500" y="3225800"/>
          <p14:tracePt t="30761" x="2222500" y="3162300"/>
          <p14:tracePt t="30778" x="2216150" y="3009900"/>
          <p14:tracePt t="30795" x="2190750" y="2832100"/>
          <p14:tracePt t="30811" x="2190750" y="2755900"/>
          <p14:tracePt t="30828" x="2184400" y="2609850"/>
          <p14:tracePt t="30844" x="2165350" y="2470150"/>
          <p14:tracePt t="30861" x="2152650" y="2368550"/>
          <p14:tracePt t="30878" x="2114550" y="2171700"/>
          <p14:tracePt t="30893" x="2101850" y="2082800"/>
          <p14:tracePt t="30910" x="2082800" y="2025650"/>
          <p14:tracePt t="30927" x="2076450" y="1968500"/>
          <p14:tracePt t="30944" x="2070100" y="1962150"/>
          <p14:tracePt t="30960" x="2070100" y="1955800"/>
          <p14:tracePt t="31019" x="2070100" y="1962150"/>
          <p14:tracePt t="31068" x="2070100" y="1968500"/>
          <p14:tracePt t="31075" x="2070100" y="1987550"/>
          <p14:tracePt t="31082" x="2070100" y="2006600"/>
          <p14:tracePt t="31096" x="2070100" y="2038350"/>
          <p14:tracePt t="31110" x="2070100" y="2082800"/>
          <p14:tracePt t="31127" x="2082800" y="2266950"/>
          <p14:tracePt t="31143" x="2089150" y="2381250"/>
          <p14:tracePt t="31160" x="2120900" y="2571750"/>
          <p14:tracePt t="31176" x="2165350" y="2781300"/>
          <p14:tracePt t="31193" x="2184400" y="2882900"/>
          <p14:tracePt t="31209" x="2222500" y="3016250"/>
          <p14:tracePt t="31226" x="2228850" y="3086100"/>
          <p14:tracePt t="31243" x="2235200" y="3098800"/>
          <p14:tracePt t="31259" x="2241550" y="3117850"/>
          <p14:tracePt t="31314" x="2247900" y="3117850"/>
          <p14:tracePt t="31377" x="2254250" y="3111500"/>
          <p14:tracePt t="31384" x="2254250" y="3105150"/>
          <p14:tracePt t="31405" x="2260600" y="3105150"/>
          <p14:tracePt t="31427" x="2266950" y="3092450"/>
          <p14:tracePt t="31434" x="2266950" y="3086100"/>
          <p14:tracePt t="31447" x="2266950" y="3067050"/>
          <p14:tracePt t="31459" x="2273300" y="3035300"/>
          <p14:tracePt t="31476" x="2273300" y="2933700"/>
          <p14:tracePt t="31492" x="2273300" y="2870200"/>
          <p14:tracePt t="31508" x="2273300" y="2705100"/>
          <p14:tracePt t="31526" x="2273300" y="2514600"/>
          <p14:tracePt t="31542" x="2273300" y="2438400"/>
          <p14:tracePt t="31558" x="2266950" y="2349500"/>
          <p14:tracePt t="31575" x="2266950" y="2216150"/>
          <p14:tracePt t="31591" x="2266950" y="2197100"/>
          <p14:tracePt t="31608" x="2266950" y="2184400"/>
          <p14:tracePt t="31612" x="2266950" y="2178050"/>
          <p14:tracePt t="31645" x="2260600" y="2178050"/>
          <p14:tracePt t="31659" x="2260600" y="2190750"/>
          <p14:tracePt t="31666" x="2266950" y="2209800"/>
          <p14:tracePt t="31674" x="2273300" y="2228850"/>
          <p14:tracePt t="31690" x="2292350" y="2273300"/>
          <p14:tracePt t="31708" x="2330450" y="2432050"/>
          <p14:tracePt t="31724" x="2362200" y="2508250"/>
          <p14:tracePt t="31741" x="2400300" y="2654300"/>
          <p14:tracePt t="31758" x="2438400" y="2813050"/>
          <p14:tracePt t="31774" x="2451100" y="2876550"/>
          <p14:tracePt t="31791" x="2470150" y="2997200"/>
          <p14:tracePt t="31807" x="2463800" y="3143250"/>
          <p14:tracePt t="31824" x="2463800" y="3181350"/>
          <p14:tracePt t="31840" x="2457450" y="3232150"/>
          <p14:tracePt t="33016" x="2470150" y="3232150"/>
          <p14:tracePt t="33023" x="2489200" y="3232150"/>
          <p14:tracePt t="33039" x="2514600" y="3219450"/>
          <p14:tracePt t="33053" x="2571750" y="3187700"/>
          <p14:tracePt t="33070" x="2616200" y="3162300"/>
          <p14:tracePt t="33087" x="2679700" y="3111500"/>
          <p14:tracePt t="33102" x="2724150" y="3086100"/>
          <p14:tracePt t="33120" x="2806700" y="3016250"/>
          <p14:tracePt t="33136" x="2882900" y="2946400"/>
          <p14:tracePt t="33153" x="2933700" y="2895600"/>
          <p14:tracePt t="33156" x="2965450" y="2863850"/>
          <p14:tracePt t="33169" x="3003550" y="2806700"/>
          <p14:tracePt t="33186" x="3067050" y="2717800"/>
          <p14:tracePt t="33203" x="3098800" y="2660650"/>
          <p14:tracePt t="33220" x="3136900" y="2571750"/>
          <p14:tracePt t="33236" x="3175000" y="2495550"/>
          <p14:tracePt t="33252" x="3181350" y="2470150"/>
          <p14:tracePt t="33269" x="3200400" y="2406650"/>
          <p14:tracePt t="33286" x="3219450" y="2374900"/>
          <p14:tracePt t="33302" x="3225800" y="2355850"/>
          <p14:tracePt t="33319" x="3244850" y="2317750"/>
          <p14:tracePt t="33335" x="3251200" y="2305050"/>
          <p14:tracePt t="33352" x="3257550" y="2286000"/>
          <p14:tracePt t="33369" x="3276600" y="2254250"/>
          <p14:tracePt t="33385" x="3282950" y="2228850"/>
          <p14:tracePt t="33402" x="3302000" y="2184400"/>
          <p14:tracePt t="33418" x="3302000" y="2171700"/>
          <p14:tracePt t="33435" x="3308350" y="2159000"/>
          <p14:tracePt t="33452" x="3314700" y="2146300"/>
          <p14:tracePt t="33468" x="3314700" y="2139950"/>
          <p14:tracePt t="33501" x="3314700" y="2133600"/>
          <p14:tracePt t="33518" x="3314700" y="2127250"/>
          <p14:tracePt t="33537" x="3321050" y="2120900"/>
          <p14:tracePt t="33754" x="3314700" y="2120900"/>
          <p14:tracePt t="33769" x="3314700" y="2127250"/>
          <p14:tracePt t="33775" x="3302000" y="2127250"/>
          <p14:tracePt t="33789" x="3289300" y="2133600"/>
          <p14:tracePt t="33804" x="3276600" y="2133600"/>
          <p14:tracePt t="33820" x="3244850" y="2139950"/>
          <p14:tracePt t="33834" x="3219450" y="2146300"/>
          <p14:tracePt t="33850" x="3175000" y="2165350"/>
          <p14:tracePt t="33867" x="3067050" y="2190750"/>
          <p14:tracePt t="33883" x="3009900" y="2203450"/>
          <p14:tracePt t="33900" x="2946400" y="2222500"/>
          <p14:tracePt t="33917" x="2813050" y="2247900"/>
          <p14:tracePt t="33933" x="2743200" y="2266950"/>
          <p14:tracePt t="33951" x="2641600" y="2286000"/>
          <p14:tracePt t="33967" x="2584450" y="2292350"/>
          <p14:tracePt t="33983" x="2546350" y="2292350"/>
          <p14:tracePt t="34001" x="2470150" y="2292350"/>
          <p14:tracePt t="34017" x="2444750" y="2292350"/>
          <p14:tracePt t="34033" x="2425700" y="2292350"/>
          <p14:tracePt t="34050" x="2413000" y="2292350"/>
          <p14:tracePt t="34083" x="2406650" y="2292350"/>
          <p14:tracePt t="34106" x="2400300" y="2292350"/>
          <p14:tracePt t="34140" x="2400300" y="2298700"/>
          <p14:tracePt t="34162" x="2393950" y="2298700"/>
          <p14:tracePt t="34189" x="2393950" y="2305050"/>
          <p14:tracePt t="34238" x="2393950" y="2311400"/>
          <p14:tracePt t="34303" x="2393950" y="2317750"/>
          <p14:tracePt t="34309" x="2393950" y="2324100"/>
          <p14:tracePt t="34323" x="2393950" y="2330450"/>
          <p14:tracePt t="34332" x="2393950" y="2343150"/>
          <p14:tracePt t="34349" x="2393950" y="2349500"/>
          <p14:tracePt t="34366" x="2400300" y="2381250"/>
          <p14:tracePt t="34382" x="2406650" y="2444750"/>
          <p14:tracePt t="34398" x="2413000" y="2489200"/>
          <p14:tracePt t="34415" x="2432050" y="2571750"/>
          <p14:tracePt t="34432" x="2438400" y="2628900"/>
          <p14:tracePt t="34448" x="2444750" y="2647950"/>
          <p14:tracePt t="34465" x="2451100" y="2679700"/>
          <p14:tracePt t="34482" x="2451100" y="2692400"/>
          <p14:tracePt t="34498" x="2457450" y="2698750"/>
          <p14:tracePt t="34531" x="2457450" y="2705100"/>
          <p14:tracePt t="34731" x="2463800" y="2705100"/>
          <p14:tracePt t="34738" x="2470150" y="2711450"/>
          <p14:tracePt t="34752" x="2476500" y="2711450"/>
          <p14:tracePt t="34763" x="2489200" y="2717800"/>
          <p14:tracePt t="34781" x="2495550" y="2717800"/>
          <p14:tracePt t="34797" x="2552700" y="2736850"/>
          <p14:tracePt t="34814" x="2622550" y="2762250"/>
          <p14:tracePt t="34830" x="2717800" y="2800350"/>
          <p14:tracePt t="34847" x="2762250" y="2825750"/>
          <p14:tracePt t="34863" x="2806700" y="2838450"/>
          <p14:tracePt t="34880" x="2940050" y="2895600"/>
          <p14:tracePt t="34897" x="2965450" y="2901950"/>
          <p14:tracePt t="34914" x="3028950" y="2933700"/>
          <p14:tracePt t="34930" x="3060700" y="2940050"/>
          <p14:tracePt t="34947" x="3124200" y="2971800"/>
          <p14:tracePt t="34964" x="3194050" y="2997200"/>
          <p14:tracePt t="34980" x="3213100" y="3009900"/>
          <p14:tracePt t="34996" x="3276600" y="3028950"/>
          <p14:tracePt t="35013" x="3346450" y="3048000"/>
          <p14:tracePt t="35030" x="3371850" y="3048000"/>
          <p14:tracePt t="35046" x="3422650" y="3060700"/>
          <p14:tracePt t="35063" x="3473450" y="3067050"/>
          <p14:tracePt t="35079" x="3498850" y="3067050"/>
          <p14:tracePt t="35097" x="3536950" y="3067050"/>
          <p14:tracePt t="35113" x="3549650" y="3073400"/>
          <p14:tracePt t="35160" x="3549650" y="3086100"/>
          <p14:tracePt t="37747" x="3568700" y="3092450"/>
          <p14:tracePt t="37753" x="3581400" y="3098800"/>
          <p14:tracePt t="37767" x="3594100" y="3111500"/>
          <p14:tracePt t="37774" x="3613150" y="3124200"/>
          <p14:tracePt t="37789" x="3632200" y="3143250"/>
          <p14:tracePt t="37803" x="3708400" y="3175000"/>
          <p14:tracePt t="37820" x="3740150" y="3187700"/>
          <p14:tracePt t="37837" x="3829050" y="3232150"/>
          <p14:tracePt t="37853" x="3886200" y="3257550"/>
          <p14:tracePt t="37870" x="4006850" y="3327400"/>
          <p14:tracePt t="37887" x="4121150" y="3371850"/>
          <p14:tracePt t="37903" x="4165600" y="3390900"/>
          <p14:tracePt t="37920" x="4235450" y="3409950"/>
          <p14:tracePt t="37937" x="4267200" y="3409950"/>
          <p14:tracePt t="37953" x="4273550" y="3409950"/>
          <p14:tracePt t="37969" x="4286250" y="3409950"/>
          <p14:tracePt t="37986" x="4292600" y="3403600"/>
          <p14:tracePt t="38003" x="4298950" y="3397250"/>
          <p14:tracePt t="38020" x="4305300" y="3390900"/>
          <p14:tracePt t="38036" x="4311650" y="3384550"/>
          <p14:tracePt t="38070" x="4318000" y="3384550"/>
          <p14:tracePt t="38147" x="4324350" y="3384550"/>
          <p14:tracePt t="38196" x="4324350" y="3378200"/>
          <p14:tracePt t="38238" x="4324350" y="3371850"/>
          <p14:tracePt t="38253" x="4324350" y="3359150"/>
          <p14:tracePt t="38259" x="4324350" y="3340100"/>
          <p14:tracePt t="38273" x="4318000" y="3308350"/>
          <p14:tracePt t="38284" x="4292600" y="3238500"/>
          <p14:tracePt t="38303" x="4197350" y="3054350"/>
          <p14:tracePt t="38318" x="4006850" y="2749550"/>
          <p14:tracePt t="38335" x="3898900" y="2571750"/>
          <p14:tracePt t="38351" x="3676650" y="2279650"/>
          <p14:tracePt t="38368" x="3524250" y="2063750"/>
          <p14:tracePt t="38387" x="3416300" y="1936750"/>
          <p14:tracePt t="38401" x="3390900" y="1905000"/>
          <p14:tracePt t="38418" x="3359150" y="1879600"/>
          <p14:tracePt t="38435" x="3333750" y="1854200"/>
          <p14:tracePt t="38451" x="3327400" y="1854200"/>
          <p14:tracePt t="38467" x="3321050" y="1854200"/>
          <p14:tracePt t="38505" x="3314700" y="1854200"/>
          <p14:tracePt t="38520" x="3314700" y="1860550"/>
          <p14:tracePt t="38541" x="3314700" y="1866900"/>
          <p14:tracePt t="38551" x="3314700" y="1873250"/>
          <p14:tracePt t="38567" x="3314700" y="1885950"/>
          <p14:tracePt t="38584" x="3321050" y="1943100"/>
          <p14:tracePt t="38600" x="3371850" y="2082800"/>
          <p14:tracePt t="38618" x="3403600" y="2159000"/>
          <p14:tracePt t="38634" x="3473450" y="2355850"/>
          <p14:tracePt t="38650" x="3517900" y="2476500"/>
          <p14:tracePt t="38667" x="3657600" y="2813050"/>
          <p14:tracePt t="38683" x="3695700" y="2908300"/>
          <p14:tracePt t="38700" x="3727450" y="3022600"/>
          <p14:tracePt t="38717" x="3822700" y="3289300"/>
          <p14:tracePt t="38733" x="3841750" y="3352800"/>
          <p14:tracePt t="38750" x="3854450" y="3397250"/>
          <p14:tracePt t="38767" x="3860800" y="3429000"/>
          <p14:tracePt t="38784" x="3867150" y="3448050"/>
          <p14:tracePt t="38843" x="3873500" y="3448050"/>
          <p14:tracePt t="38892" x="3873500" y="3441700"/>
          <p14:tracePt t="39068" x="3873500" y="3435350"/>
          <p14:tracePt t="39089" x="3867150" y="3422650"/>
          <p14:tracePt t="39110" x="3867150" y="3416300"/>
          <p14:tracePt t="39124" x="3867150" y="3409950"/>
          <p14:tracePt t="39131" x="3867150" y="3397250"/>
          <p14:tracePt t="39138" x="3860800" y="3378200"/>
          <p14:tracePt t="39152" x="3848100" y="3359150"/>
          <p14:tracePt t="39165" x="3841750" y="3327400"/>
          <p14:tracePt t="39182" x="3816350" y="3257550"/>
          <p14:tracePt t="39199" x="3797300" y="3213100"/>
          <p14:tracePt t="39216" x="3759200" y="3124200"/>
          <p14:tracePt t="39232" x="3714750" y="3048000"/>
          <p14:tracePt t="39248" x="3689350" y="3003550"/>
          <p14:tracePt t="39265" x="3663950" y="2984500"/>
          <p14:tracePt t="39281" x="3613150" y="2927350"/>
          <p14:tracePt t="39298" x="3594100" y="2889250"/>
          <p14:tracePt t="39301" x="3575050" y="2876550"/>
          <p14:tracePt t="39315" x="3556000" y="2857500"/>
          <p14:tracePt t="39331" x="3536950" y="2851150"/>
          <p14:tracePt t="39348" x="3517900" y="2832100"/>
          <p14:tracePt t="39364" x="3498850" y="2819400"/>
          <p14:tracePt t="39381" x="3486150" y="2819400"/>
          <p14:tracePt t="39398" x="3441700" y="2794000"/>
          <p14:tracePt t="39414" x="3435350" y="2787650"/>
          <p14:tracePt t="39431" x="3422650" y="2781300"/>
          <p14:tracePt t="39448" x="3422650" y="2774950"/>
          <p14:tracePt t="39977" x="3397250" y="2774950"/>
          <p14:tracePt t="39984" x="3371850" y="2774950"/>
          <p14:tracePt t="39999" x="3340100" y="2768600"/>
          <p14:tracePt t="40013" x="3282950" y="2755900"/>
          <p14:tracePt t="40029" x="3251200" y="2743200"/>
          <p14:tracePt t="40046" x="3206750" y="2730500"/>
          <p14:tracePt t="40062" x="3149600" y="2711450"/>
          <p14:tracePt t="40079" x="3092450" y="2698750"/>
          <p14:tracePt t="40096" x="3060700" y="2692400"/>
          <p14:tracePt t="40112" x="3003550" y="2686050"/>
          <p14:tracePt t="40129" x="2952750" y="2679700"/>
          <p14:tracePt t="40146" x="2914650" y="2673350"/>
          <p14:tracePt t="40162" x="2889250" y="2660650"/>
          <p14:tracePt t="40178" x="2851150" y="2654300"/>
          <p14:tracePt t="40195" x="2838450" y="2654300"/>
          <p14:tracePt t="40212" x="2819400" y="2654300"/>
          <p14:tracePt t="40228" x="2806700" y="2654300"/>
          <p14:tracePt t="40286" x="2800350" y="2654300"/>
          <p14:tracePt t="40491" x="2800350" y="2660650"/>
          <p14:tracePt t="40617" x="2806700" y="2660650"/>
          <p14:tracePt t="40645" x="2813050" y="2660650"/>
          <p14:tracePt t="40666" x="2819400" y="2660650"/>
          <p14:tracePt t="40680" x="2825750" y="2660650"/>
          <p14:tracePt t="40687" x="2832100" y="2660650"/>
          <p14:tracePt t="40701" x="2838450" y="2660650"/>
          <p14:tracePt t="40716" x="2857500" y="2660650"/>
          <p14:tracePt t="40730" x="2870200" y="2660650"/>
          <p14:tracePt t="40744" x="2889250" y="2660650"/>
          <p14:tracePt t="40760" x="2940050" y="2660650"/>
          <p14:tracePt t="40777" x="2971800" y="2660650"/>
          <p14:tracePt t="40793" x="3028950" y="2660650"/>
          <p14:tracePt t="40809" x="3054350" y="2660650"/>
          <p14:tracePt t="40826" x="3086100" y="2660650"/>
          <p14:tracePt t="40830" x="3105150" y="2660650"/>
          <p14:tracePt t="40843" x="3124200" y="2660650"/>
          <p14:tracePt t="40860" x="3143250" y="2654300"/>
          <p14:tracePt t="40876" x="3175000" y="2654300"/>
          <p14:tracePt t="40892" x="3200400" y="2654300"/>
          <p14:tracePt t="40909" x="3213100" y="2654300"/>
          <p14:tracePt t="40926" x="3232150" y="2654300"/>
          <p14:tracePt t="40942" x="3238500" y="2654300"/>
          <p14:tracePt t="40959" x="3251200" y="2654300"/>
          <p14:tracePt t="40976" x="3270250" y="2654300"/>
          <p14:tracePt t="40992" x="3276600" y="2654300"/>
          <p14:tracePt t="41009" x="3282950" y="2654300"/>
          <p14:tracePt t="41026" x="3289300" y="2654300"/>
          <p14:tracePt t="41042" x="3295650" y="2654300"/>
          <p14:tracePt t="41059" x="3308350" y="2654300"/>
          <p14:tracePt t="41092" x="3327400" y="2654300"/>
          <p14:tracePt t="41130" x="3340100" y="2654300"/>
          <p14:tracePt t="41142" x="3346450" y="2654300"/>
          <p14:tracePt t="41159" x="3359150" y="2654300"/>
          <p14:tracePt t="41175" x="3378200" y="2654300"/>
          <p14:tracePt t="41192" x="3397250" y="2660650"/>
          <p14:tracePt t="41208" x="3416300" y="2667000"/>
          <p14:tracePt t="41225" x="3422650" y="2667000"/>
          <p14:tracePt t="41348" x="3422650" y="2673350"/>
          <p14:tracePt t="41369" x="3422650" y="2679700"/>
          <p14:tracePt t="41391" x="3416300" y="2686050"/>
          <p14:tracePt t="41412" x="3409950" y="2692400"/>
          <p14:tracePt t="41432" x="3409950" y="2698750"/>
          <p14:tracePt t="41441" x="3409950" y="2705100"/>
          <p14:tracePt t="41454" x="3403600" y="2711450"/>
          <p14:tracePt t="41461" x="3397250" y="2724150"/>
          <p14:tracePt t="41477" x="3390900" y="2736850"/>
          <p14:tracePt t="41490" x="3371850" y="2774950"/>
          <p14:tracePt t="41507" x="3371850" y="2787650"/>
          <p14:tracePt t="41525" x="3371850" y="2813050"/>
          <p14:tracePt t="41540" x="3390900" y="2832100"/>
          <p14:tracePt t="41557" x="3422650" y="2870200"/>
          <p14:tracePt t="41574" x="3467100" y="2895600"/>
          <p14:tracePt t="41590" x="3486150" y="2908300"/>
          <p14:tracePt t="41607" x="3549650" y="2940050"/>
          <p14:tracePt t="41624" x="3606800" y="2959100"/>
          <p14:tracePt t="41640" x="3638550" y="2959100"/>
          <p14:tracePt t="41658" x="3676650" y="2965450"/>
          <p14:tracePt t="41673" x="3702050" y="2965450"/>
          <p14:tracePt t="41690" x="3714750" y="2965450"/>
          <p14:tracePt t="41707" x="3721100" y="2959100"/>
          <p14:tracePt t="41739" x="3727450" y="2959100"/>
          <p14:tracePt t="41763" x="3727450" y="2952750"/>
          <p14:tracePt t="41773" x="3727450" y="2946400"/>
          <p14:tracePt t="41793" x="3727450" y="2940050"/>
          <p14:tracePt t="41813" x="3721100" y="2940050"/>
          <p14:tracePt t="41834" x="3721100" y="2927350"/>
          <p14:tracePt t="41842" x="3714750" y="2927350"/>
          <p14:tracePt t="41856" x="3714750" y="2921000"/>
          <p14:tracePt t="41873" x="3708400" y="2914650"/>
          <p14:tracePt t="41890" x="3683000" y="2895600"/>
          <p14:tracePt t="41906" x="3638550" y="2857500"/>
          <p14:tracePt t="41922" x="3606800" y="2844800"/>
          <p14:tracePt t="41939" x="3530600" y="2813050"/>
          <p14:tracePt t="41956" x="3460750" y="2787650"/>
          <p14:tracePt t="41972" x="3416300" y="2781300"/>
          <p14:tracePt t="41989" x="3346450" y="2774950"/>
          <p14:tracePt t="42005" x="3308350" y="2774950"/>
          <p14:tracePt t="42022" x="3289300" y="2774950"/>
          <p14:tracePt t="42039" x="3263900" y="2774950"/>
          <p14:tracePt t="42055" x="3251200" y="2774950"/>
          <p14:tracePt t="42072" x="3244850" y="2774950"/>
          <p14:tracePt t="42105" x="3244850" y="2781300"/>
          <p14:tracePt t="42157" x="3251200" y="2781300"/>
          <p14:tracePt t="42185" x="3257550" y="2781300"/>
          <p14:tracePt t="42192" x="3263900" y="2781300"/>
          <p14:tracePt t="42208" x="3270250" y="2781300"/>
          <p14:tracePt t="42227" x="3276600" y="2781300"/>
          <p14:tracePt t="42238" x="3282950" y="2781300"/>
          <p14:tracePt t="42255" x="3302000" y="2781300"/>
          <p14:tracePt t="42271" x="3333750" y="2774950"/>
          <p14:tracePt t="42288" x="3403600" y="2768600"/>
          <p14:tracePt t="42305" x="3498850" y="2762250"/>
          <p14:tracePt t="42321" x="3562350" y="2749550"/>
          <p14:tracePt t="42337" x="3663950" y="2743200"/>
          <p14:tracePt t="42355" x="3746500" y="2724150"/>
          <p14:tracePt t="42371" x="3790950" y="2717800"/>
          <p14:tracePt t="42387" x="3822700" y="2711450"/>
          <p14:tracePt t="42404" x="3867150" y="2698750"/>
          <p14:tracePt t="42421" x="3873500" y="2698750"/>
          <p14:tracePt t="42459" x="3873500" y="2692400"/>
          <p14:tracePt t="42470" x="3867150" y="2692400"/>
          <p14:tracePt t="42490" x="3860800" y="2692400"/>
          <p14:tracePt t="42504" x="3854450" y="2692400"/>
          <p14:tracePt t="42521" x="3835400" y="2692400"/>
          <p14:tracePt t="42537" x="3790950" y="2698750"/>
          <p14:tracePt t="42553" x="3765550" y="2698750"/>
          <p14:tracePt t="42570" x="3683000" y="2711450"/>
          <p14:tracePt t="42587" x="3575050" y="2730500"/>
          <p14:tracePt t="42603" x="3524250" y="2736850"/>
          <p14:tracePt t="42620" x="3403600" y="2755900"/>
          <p14:tracePt t="42637" x="3295650" y="2787650"/>
          <p14:tracePt t="42653" x="3232150" y="2787650"/>
          <p14:tracePt t="42671" x="3111500" y="2800350"/>
          <p14:tracePt t="42686" x="2990850" y="2819400"/>
          <p14:tracePt t="42703" x="2927350" y="2832100"/>
          <p14:tracePt t="42720" x="2794000" y="2838450"/>
          <p14:tracePt t="42736" x="2730500" y="2857500"/>
          <p14:tracePt t="42753" x="2635250" y="2870200"/>
          <p14:tracePt t="42770" x="2559050" y="2870200"/>
          <p14:tracePt t="42786" x="2527300" y="2870200"/>
          <p14:tracePt t="42803" x="2495550" y="2870200"/>
          <p14:tracePt t="42819" x="2463800" y="2870200"/>
          <p14:tracePt t="42836" x="2451100" y="2870200"/>
          <p14:tracePt t="42854" x="2432050" y="2870200"/>
          <p14:tracePt t="42869" x="2425700" y="2870200"/>
          <p14:tracePt t="42916" x="2425700" y="2863850"/>
          <p14:tracePt t="42938" x="2419350" y="2857500"/>
          <p14:tracePt t="43280" x="2432050" y="2857500"/>
          <p14:tracePt t="43294" x="2463800" y="2857500"/>
          <p14:tracePt t="43302" x="2495550" y="2851150"/>
          <p14:tracePt t="43317" x="2533650" y="2844800"/>
          <p14:tracePt t="43334" x="2628900" y="2832100"/>
          <p14:tracePt t="43351" x="2743200" y="2825750"/>
          <p14:tracePt t="43367" x="2794000" y="2825750"/>
          <p14:tracePt t="43385" x="2927350" y="2819400"/>
          <p14:tracePt t="43401" x="3054350" y="2806700"/>
          <p14:tracePt t="43417" x="3111500" y="2800350"/>
          <p14:tracePt t="43434" x="3200400" y="2800350"/>
          <p14:tracePt t="43450" x="3238500" y="2787650"/>
          <p14:tracePt t="43467" x="3295650" y="2781300"/>
          <p14:tracePt t="43484" x="3378200" y="2774950"/>
          <p14:tracePt t="43500" x="3403600" y="2762250"/>
          <p14:tracePt t="43517" x="3441700" y="2762250"/>
          <p14:tracePt t="43534" x="3492500" y="2749550"/>
          <p14:tracePt t="43550" x="3505200" y="2743200"/>
          <p14:tracePt t="43568" x="3530600" y="2736850"/>
          <p14:tracePt t="43583" x="3536950" y="2736850"/>
          <p14:tracePt t="43600" x="3543300" y="2736850"/>
          <p14:tracePt t="43652" x="3543300" y="2730500"/>
          <p14:tracePt t="43668" x="3536950" y="2730500"/>
          <p14:tracePt t="43680" x="3524250" y="2730500"/>
          <p14:tracePt t="43687" x="3498850" y="2730500"/>
          <p14:tracePt t="43702" x="3467100" y="2730500"/>
          <p14:tracePt t="43716" x="3409950" y="2743200"/>
          <p14:tracePt t="43733" x="3219450" y="2743200"/>
          <p14:tracePt t="43749" x="3105150" y="2749550"/>
          <p14:tracePt t="43766" x="2749550" y="2774950"/>
          <p14:tracePt t="43783" x="2660650" y="2774950"/>
          <p14:tracePt t="43800" x="2432050" y="2794000"/>
          <p14:tracePt t="43816" x="2387600" y="2794000"/>
          <p14:tracePt t="43833" x="2349500" y="2800350"/>
          <p14:tracePt t="43849" x="2292350" y="2800350"/>
          <p14:tracePt t="43866" x="2273300" y="2806700"/>
          <p14:tracePt t="43882" x="2260600" y="2806700"/>
          <p14:tracePt t="43899" x="2254250" y="2806700"/>
          <p14:tracePt t="43916" x="2247900" y="2806700"/>
          <p14:tracePt t="43935" x="2235200" y="2813050"/>
          <p14:tracePt t="44004" x="2241550" y="2813050"/>
          <p14:tracePt t="44025" x="2254250" y="2813050"/>
          <p14:tracePt t="44033" x="2266950" y="2813050"/>
          <p14:tracePt t="44046" x="2273300" y="2813050"/>
          <p14:tracePt t="44053" x="2298700" y="2813050"/>
          <p14:tracePt t="44068" x="2330450" y="2806700"/>
          <p14:tracePt t="44084" x="2381250" y="2806700"/>
          <p14:tracePt t="44098" x="2444750" y="2806700"/>
          <p14:tracePt t="44115" x="2508250" y="2794000"/>
          <p14:tracePt t="44131" x="2698750" y="2774950"/>
          <p14:tracePt t="44148" x="2813050" y="2774950"/>
          <p14:tracePt t="44165" x="2914650" y="2762250"/>
          <p14:tracePt t="44181" x="3124200" y="2736850"/>
          <p14:tracePt t="44198" x="3213100" y="2724150"/>
          <p14:tracePt t="44216" x="3378200" y="2705100"/>
          <p14:tracePt t="44231" x="3435350" y="2705100"/>
          <p14:tracePt t="44247" x="3473450" y="2698750"/>
          <p14:tracePt t="44265" x="3517900" y="2686050"/>
          <p14:tracePt t="44281" x="3530600" y="2686050"/>
          <p14:tracePt t="44433" x="3524250" y="2686050"/>
          <p14:tracePt t="44553" x="3517900" y="2686050"/>
          <p14:tracePt t="45854" x="3511550" y="2686050"/>
          <p14:tracePt t="45917" x="3505200" y="2686050"/>
          <p14:tracePt t="46388" x="3498850" y="2692400"/>
          <p14:tracePt t="46395" x="3498850" y="2698750"/>
          <p14:tracePt t="46406" x="3492500" y="2711450"/>
          <p14:tracePt t="46424" x="3467100" y="2743200"/>
          <p14:tracePt t="46440" x="3460750" y="2774950"/>
          <p14:tracePt t="46457" x="3448050" y="2794000"/>
          <p14:tracePt t="46460" x="3435350" y="2825750"/>
          <p14:tracePt t="46473" x="3390900" y="2901950"/>
          <p14:tracePt t="46490" x="3378200" y="2933700"/>
          <p14:tracePt t="46507" x="3352800" y="2965450"/>
          <p14:tracePt t="46523" x="3327400" y="3016250"/>
          <p14:tracePt t="46540" x="3302000" y="3060700"/>
          <p14:tracePt t="46557" x="3295650" y="3079750"/>
          <p14:tracePt t="46573" x="3289300" y="3079750"/>
          <p14:tracePt t="46590" x="3289300" y="3086100"/>
          <p14:tracePt t="46607" x="3282950" y="3086100"/>
          <p14:tracePt t="46958" x="3289300" y="3086100"/>
          <p14:tracePt t="47007" x="3295650" y="3086100"/>
          <p14:tracePt t="47022" x="3302000" y="3086100"/>
          <p14:tracePt t="47028" x="3308350" y="3086100"/>
          <p14:tracePt t="47038" x="3314700" y="3086100"/>
          <p14:tracePt t="47055" x="3327400" y="3086100"/>
          <p14:tracePt t="47071" x="3359150" y="3086100"/>
          <p14:tracePt t="47088" x="3384550" y="3086100"/>
          <p14:tracePt t="47105" x="3460750" y="3086100"/>
          <p14:tracePt t="47121" x="3568700" y="3079750"/>
          <p14:tracePt t="47138" x="3632200" y="3079750"/>
          <p14:tracePt t="47155" x="3752850" y="3073400"/>
          <p14:tracePt t="47171" x="3841750" y="3073400"/>
          <p14:tracePt t="47187" x="3879850" y="3073400"/>
          <p14:tracePt t="47205" x="3930650" y="3067050"/>
          <p14:tracePt t="47221" x="3949700" y="3060700"/>
          <p14:tracePt t="47237" x="3956050" y="3060700"/>
          <p14:tracePt t="47254" x="3962400" y="3060700"/>
          <p14:tracePt t="47457" x="3956050" y="3060700"/>
          <p14:tracePt t="47478" x="3943350" y="3060700"/>
          <p14:tracePt t="47493" x="3937000" y="3054350"/>
          <p14:tracePt t="47499" x="3930650" y="3054350"/>
          <p14:tracePt t="47513" x="3924300" y="3054350"/>
          <p14:tracePt t="47522" x="3911600" y="3054350"/>
          <p14:tracePt t="47536" x="3886200" y="3054350"/>
          <p14:tracePt t="47553" x="3822700" y="3054350"/>
          <p14:tracePt t="47570" x="3708400" y="3054350"/>
          <p14:tracePt t="47586" x="3657600" y="3054350"/>
          <p14:tracePt t="47603" x="3524250" y="3054350"/>
          <p14:tracePt t="47620" x="3409950" y="3054350"/>
          <p14:tracePt t="47636" x="3359150" y="3054350"/>
          <p14:tracePt t="47652" x="3327400" y="3054350"/>
          <p14:tracePt t="47669" x="3251200" y="3054350"/>
          <p14:tracePt t="47686" x="3238500" y="3054350"/>
          <p14:tracePt t="47703" x="3225800" y="3054350"/>
          <p14:tracePt t="47719" x="3213100" y="3048000"/>
          <p14:tracePt t="47736" x="3200400" y="3041650"/>
          <p14:tracePt t="47753" x="3181350" y="3035300"/>
          <p14:tracePt t="47769" x="3181350" y="3028950"/>
          <p14:tracePt t="47786" x="3162300" y="3022600"/>
          <p14:tracePt t="47803" x="3149600" y="3016250"/>
          <p14:tracePt t="47819" x="3136900" y="3009900"/>
          <p14:tracePt t="47835" x="3117850" y="2990850"/>
          <p14:tracePt t="47852" x="3098800" y="2971800"/>
          <p14:tracePt t="47869" x="3079750" y="2959100"/>
          <p14:tracePt t="47887" x="3041650" y="2933700"/>
          <p14:tracePt t="47902" x="3003550" y="2895600"/>
          <p14:tracePt t="47918" x="2984500" y="2876550"/>
          <p14:tracePt t="47935" x="2952750" y="2844800"/>
          <p14:tracePt t="47951" x="2914650" y="2819400"/>
          <p14:tracePt t="47968" x="2908300" y="2806700"/>
          <p14:tracePt t="47971" x="2908300" y="2800350"/>
          <p14:tracePt t="47987" x="2895600" y="2787650"/>
          <p14:tracePt t="48001" x="2882900" y="2768600"/>
          <p14:tracePt t="48018" x="2876550" y="2755900"/>
          <p14:tracePt t="48035" x="2857500" y="2730500"/>
          <p14:tracePt t="48051" x="2825750" y="2679700"/>
          <p14:tracePt t="48068" x="2800350" y="2647950"/>
          <p14:tracePt t="48084" x="2774950" y="2616200"/>
          <p14:tracePt t="49952" x="2781300" y="2616200"/>
          <p14:tracePt t="49959" x="2787650" y="2616200"/>
          <p14:tracePt t="49973" x="2800350" y="2616200"/>
          <p14:tracePt t="49981" x="2813050" y="2616200"/>
          <p14:tracePt t="49997" x="2819400" y="2616200"/>
          <p14:tracePt t="50011" x="2832100" y="2616200"/>
          <p14:tracePt t="50028" x="2851150" y="2616200"/>
          <p14:tracePt t="50031" x="2863850" y="2616200"/>
          <p14:tracePt t="50045" x="2882900" y="2616200"/>
          <p14:tracePt t="50061" x="2895600" y="2616200"/>
          <p14:tracePt t="50078" x="2927350" y="2616200"/>
          <p14:tracePt t="50094" x="2959100" y="2603500"/>
          <p14:tracePt t="50111" x="2984500" y="2603500"/>
          <p14:tracePt t="50128" x="3009900" y="2603500"/>
          <p14:tracePt t="50144" x="3022600" y="2603500"/>
          <p14:tracePt t="50161" x="3028950" y="2603500"/>
          <p14:tracePt t="50177" x="3041650" y="2603500"/>
          <p14:tracePt t="50194" x="3048000" y="2597150"/>
          <p14:tracePt t="50233" x="3054350" y="2597150"/>
          <p14:tracePt t="50243" x="3060700" y="2597150"/>
          <p14:tracePt t="50263" x="3067050" y="2597150"/>
          <p14:tracePt t="50283" x="3073400" y="2590800"/>
          <p14:tracePt t="50304" x="3079750" y="2590800"/>
          <p14:tracePt t="50312" x="3086100" y="2590800"/>
          <p14:tracePt t="50332" x="3086100" y="2584450"/>
          <p14:tracePt t="50346" x="3092450" y="2584450"/>
          <p14:tracePt t="50360" x="3105150" y="2584450"/>
          <p14:tracePt t="50376" x="3130550" y="2578100"/>
          <p14:tracePt t="50393" x="3143250" y="2578100"/>
          <p14:tracePt t="50410" x="3168650" y="2571750"/>
          <p14:tracePt t="50426" x="3200400" y="2565400"/>
          <p14:tracePt t="50443" x="3206750" y="2559050"/>
          <p14:tracePt t="50462" x="3225800" y="2552700"/>
          <p14:tracePt t="50511" x="3213100" y="2552700"/>
          <p14:tracePt t="50518" x="3200400" y="2552700"/>
          <p14:tracePt t="50532" x="3187700" y="2559050"/>
          <p14:tracePt t="50543" x="3155950" y="2565400"/>
          <p14:tracePt t="50560" x="3098800" y="2590800"/>
          <p14:tracePt t="50576" x="3054350" y="2597150"/>
          <p14:tracePt t="50592" x="2984500" y="2635250"/>
          <p14:tracePt t="50609" x="2927350" y="2673350"/>
          <p14:tracePt t="50626" x="2908300" y="2692400"/>
          <p14:tracePt t="50642" x="2889250" y="2705100"/>
          <p14:tracePt t="50659" x="2863850" y="2736850"/>
          <p14:tracePt t="50675" x="2863850" y="2749550"/>
          <p14:tracePt t="50692" x="2863850" y="2755900"/>
          <p14:tracePt t="50709" x="2870200" y="2768600"/>
          <p14:tracePt t="50725" x="2901950" y="2774950"/>
          <p14:tracePt t="50743" x="2952750" y="2781300"/>
          <p14:tracePt t="50759" x="2990850" y="2787650"/>
          <p14:tracePt t="50775" x="3086100" y="2787650"/>
          <p14:tracePt t="50793" x="3200400" y="2787650"/>
          <p14:tracePt t="50808" x="3244850" y="2781300"/>
          <p14:tracePt t="50825" x="3333750" y="2724150"/>
          <p14:tracePt t="50842" x="3384550" y="2679700"/>
          <p14:tracePt t="50858" x="3390900" y="2667000"/>
          <p14:tracePt t="50875" x="3397250" y="2641600"/>
          <p14:tracePt t="50892" x="3384550" y="2616200"/>
          <p14:tracePt t="50908" x="3359150" y="2609850"/>
          <p14:tracePt t="50927" x="3270250" y="2571750"/>
          <p14:tracePt t="50941" x="3149600" y="2546350"/>
          <p14:tracePt t="50958" x="3086100" y="2546350"/>
          <p14:tracePt t="50975" x="2952750" y="2540000"/>
          <p14:tracePt t="50991" x="2901950" y="2546350"/>
          <p14:tracePt t="51007" x="2794000" y="2597150"/>
          <p14:tracePt t="51025" x="2724150" y="2641600"/>
          <p14:tracePt t="51041" x="2698750" y="2679700"/>
          <p14:tracePt t="51057" x="2686050" y="2730500"/>
          <p14:tracePt t="51074" x="2692400" y="2774950"/>
          <p14:tracePt t="51091" x="2698750" y="2800350"/>
          <p14:tracePt t="51108" x="2717800" y="2838450"/>
          <p14:tracePt t="51124" x="2762250" y="2876550"/>
          <p14:tracePt t="51141" x="2794000" y="2901950"/>
          <p14:tracePt t="51158" x="2882900" y="2965450"/>
          <p14:tracePt t="51174" x="2997200" y="3022600"/>
          <p14:tracePt t="51190" x="3067050" y="3048000"/>
          <p14:tracePt t="51207" x="3187700" y="3079750"/>
          <p14:tracePt t="51224" x="3289300" y="3073400"/>
          <p14:tracePt t="51240" x="3333750" y="3060700"/>
          <p14:tracePt t="51257" x="3403600" y="2997200"/>
          <p14:tracePt t="51273" x="3429000" y="2952750"/>
          <p14:tracePt t="51290" x="3448050" y="2825750"/>
          <p14:tracePt t="51306" x="3435350" y="2667000"/>
          <p14:tracePt t="51323" x="3416300" y="2609850"/>
          <p14:tracePt t="51340" x="3333750" y="2508250"/>
          <p14:tracePt t="51357" x="3200400" y="2413000"/>
          <p14:tracePt t="51373" x="3124200" y="2381250"/>
          <p14:tracePt t="51390" x="2965450" y="2349500"/>
          <p14:tracePt t="51406" x="2800350" y="2355850"/>
          <p14:tracePt t="51423" x="2711450" y="2374900"/>
          <p14:tracePt t="51440" x="2559050" y="2444750"/>
          <p14:tracePt t="51456" x="2482850" y="2546350"/>
          <p14:tracePt t="51473" x="2457450" y="2616200"/>
          <p14:tracePt t="51489" x="2438400" y="2794000"/>
          <p14:tracePt t="51506" x="2457450" y="2990850"/>
          <p14:tracePt t="51523" x="2489200" y="3111500"/>
          <p14:tracePt t="51539" x="2514600" y="3155950"/>
          <p14:tracePt t="51556" x="2546350" y="3187700"/>
          <p14:tracePt t="51574" x="2724150" y="3314700"/>
          <p14:tracePt t="51589" x="2794000" y="3352800"/>
          <p14:tracePt t="51606" x="2870200" y="3371850"/>
          <p14:tracePt t="51622" x="3003550" y="3397250"/>
          <p14:tracePt t="51639" x="3168650" y="3422650"/>
          <p14:tracePt t="51655" x="3232150" y="3422650"/>
          <p14:tracePt t="51672" x="3371850" y="3378200"/>
          <p14:tracePt t="51688" x="3498850" y="3289300"/>
          <p14:tracePt t="51706" x="3543300" y="3232150"/>
          <p14:tracePt t="51722" x="3600450" y="3117850"/>
          <p14:tracePt t="51738" x="3606800" y="2978150"/>
          <p14:tracePt t="51756" x="3530600" y="2768600"/>
          <p14:tracePt t="51772" x="3467100" y="2647950"/>
          <p14:tracePt t="51788" x="3302000" y="2419350"/>
          <p14:tracePt t="51805" x="3130550" y="2266950"/>
          <p14:tracePt t="51822" x="3041650" y="2222500"/>
          <p14:tracePt t="51839" x="2959100" y="2184400"/>
          <p14:tracePt t="51855" x="2762250" y="2152650"/>
          <p14:tracePt t="51871" x="2717800" y="2152650"/>
          <p14:tracePt t="51888" x="2679700" y="2171700"/>
          <p14:tracePt t="51904" x="2609850" y="2222500"/>
          <p14:tracePt t="51921" x="2546350" y="2324100"/>
          <p14:tracePt t="51938" x="2508250" y="2432050"/>
          <p14:tracePt t="51954" x="2501900" y="2476500"/>
          <p14:tracePt t="51971" x="2501900" y="2578100"/>
          <p14:tracePt t="51988" x="2501900" y="2698750"/>
          <p14:tracePt t="52004" x="2514600" y="2736850"/>
          <p14:tracePt t="52021" x="2540000" y="2813050"/>
          <p14:tracePt t="52037" x="2559050" y="2851150"/>
          <p14:tracePt t="52054" x="2565400" y="2876550"/>
          <p14:tracePt t="52071" x="2590800" y="2901950"/>
          <p14:tracePt t="52087" x="2622550" y="2921000"/>
          <p14:tracePt t="52104" x="2635250" y="2927350"/>
          <p14:tracePt t="52121" x="2673350" y="2946400"/>
          <p14:tracePt t="52137" x="2724150" y="2971800"/>
          <p14:tracePt t="52154" x="2749550" y="2984500"/>
          <p14:tracePt t="52171" x="2800350" y="2997200"/>
          <p14:tracePt t="52187" x="2819400" y="3016250"/>
          <p14:tracePt t="52204" x="2844800" y="3041650"/>
          <p14:tracePt t="52220" x="2870200" y="3054350"/>
          <p14:tracePt t="53377" x="2882900" y="3041650"/>
          <p14:tracePt t="53384" x="2895600" y="3035300"/>
          <p14:tracePt t="53391" x="2921000" y="3028950"/>
          <p14:tracePt t="53405" x="2940050" y="3016250"/>
          <p14:tracePt t="53416" x="2971800" y="2997200"/>
          <p14:tracePt t="53433" x="3035300" y="2965450"/>
          <p14:tracePt t="53449" x="3067050" y="2946400"/>
          <p14:tracePt t="53466" x="3143250" y="2901950"/>
          <p14:tracePt t="53483" x="3200400" y="2876550"/>
          <p14:tracePt t="53499" x="3213100" y="2863850"/>
          <p14:tracePt t="53516" x="3238500" y="2857500"/>
          <p14:tracePt t="53532" x="3282950" y="2838450"/>
          <p14:tracePt t="53549" x="3295650" y="2838450"/>
          <p14:tracePt t="53566" x="3302000" y="2825750"/>
          <p14:tracePt t="53582" x="3321050" y="2813050"/>
          <p14:tracePt t="53599" x="3327400" y="2800350"/>
          <p14:tracePt t="53632" x="3340100" y="2800350"/>
          <p14:tracePt t="53665" x="3340100" y="2794000"/>
          <p14:tracePt t="53693" x="3346450" y="2787650"/>
          <p14:tracePt t="53715" x="3346450" y="2781300"/>
          <p14:tracePt t="56447" x="3359150" y="2781300"/>
          <p14:tracePt t="56455" x="3371850" y="2774950"/>
          <p14:tracePt t="56468" x="3384550" y="2768600"/>
          <p14:tracePt t="56475" x="3397250" y="2768600"/>
          <p14:tracePt t="56491" x="3409950" y="2762250"/>
          <p14:tracePt t="56505" x="3435350" y="2749550"/>
          <p14:tracePt t="56522" x="3448050" y="2743200"/>
          <p14:tracePt t="56539" x="3467100" y="2730500"/>
          <p14:tracePt t="56555" x="3473450" y="2724150"/>
          <p14:tracePt t="56572" x="3486150" y="2711450"/>
          <p14:tracePt t="56588" x="3486150" y="2705100"/>
          <p14:tracePt t="56638" x="3486150" y="2698750"/>
          <p14:tracePt t="56658" x="3473450" y="2692400"/>
          <p14:tracePt t="56665" x="3448050" y="2686050"/>
          <p14:tracePt t="56679" x="3429000" y="2679700"/>
          <p14:tracePt t="56688" x="3403600" y="2667000"/>
          <p14:tracePt t="56704" x="3346450" y="2667000"/>
          <p14:tracePt t="56721" x="3257550" y="2660650"/>
          <p14:tracePt t="56738" x="3117850" y="2660650"/>
          <p14:tracePt t="56754" x="3041650" y="2660650"/>
          <p14:tracePt t="56771" x="2895600" y="2673350"/>
          <p14:tracePt t="56787" x="2768600" y="2686050"/>
          <p14:tracePt t="56805" x="2711450" y="2692400"/>
          <p14:tracePt t="56821" x="2635250" y="2698750"/>
          <p14:tracePt t="56837" x="2603500" y="2698750"/>
          <p14:tracePt t="56855" x="2552700" y="2717800"/>
          <p14:tracePt t="56871" x="2533650" y="2724150"/>
          <p14:tracePt t="56904" x="2514600" y="2730500"/>
          <p14:tracePt t="56920" x="2501900" y="2730500"/>
          <p14:tracePt t="56937" x="2489200" y="2730500"/>
          <p14:tracePt t="56954" x="2482850" y="2736850"/>
          <p14:tracePt t="57276" x="2482850" y="2749550"/>
          <p14:tracePt t="57291" x="2495550" y="2755900"/>
          <p14:tracePt t="57298" x="2514600" y="2768600"/>
          <p14:tracePt t="57311" x="2540000" y="2800350"/>
          <p14:tracePt t="57320" x="2571750" y="2825750"/>
          <p14:tracePt t="57335" x="2616200" y="2863850"/>
          <p14:tracePt t="57352" x="2660650" y="2889250"/>
          <p14:tracePt t="57368" x="2832100" y="2984500"/>
          <p14:tracePt t="57386" x="2889250" y="3009900"/>
          <p14:tracePt t="57403" x="2971800" y="3035300"/>
          <p14:tracePt t="57419" x="3028950" y="3048000"/>
          <p14:tracePt t="57435" x="3048000" y="3054350"/>
          <p14:tracePt t="57453" x="3086100" y="3054350"/>
          <p14:tracePt t="57485" x="3092450" y="3054350"/>
          <p14:tracePt t="57508" x="3098800" y="3048000"/>
          <p14:tracePt t="57579" x="3105150" y="3048000"/>
          <p14:tracePt t="57628" x="3111500" y="3048000"/>
          <p14:tracePt t="57642" x="3117850" y="3048000"/>
          <p14:tracePt t="57649" x="3124200" y="3048000"/>
          <p14:tracePt t="57670" x="3130550" y="3048000"/>
          <p14:tracePt t="57685" x="3143250" y="3048000"/>
          <p14:tracePt t="57690" x="3175000" y="3054350"/>
          <p14:tracePt t="57701" x="3200400" y="3054350"/>
          <p14:tracePt t="57718" x="3238500" y="3054350"/>
          <p14:tracePt t="57735" x="3371850" y="3060700"/>
          <p14:tracePt t="57751" x="3448050" y="3060700"/>
          <p14:tracePt t="57768" x="3752850" y="3079750"/>
          <p14:tracePt t="57784" x="3867150" y="3092450"/>
          <p14:tracePt t="57802" x="3968750" y="3092450"/>
          <p14:tracePt t="57818" x="4146550" y="3092450"/>
          <p14:tracePt t="57834" x="4286250" y="3079750"/>
          <p14:tracePt t="57851" x="4330700" y="3079750"/>
          <p14:tracePt t="57867" x="4375150" y="3073400"/>
          <p14:tracePt t="57884" x="4394200" y="3067050"/>
          <p14:tracePt t="57972" x="4387850" y="3067050"/>
          <p14:tracePt t="57993" x="4375150" y="3067050"/>
          <p14:tracePt t="58001" x="4349750" y="3067050"/>
          <p14:tracePt t="58013" x="4324350" y="3067050"/>
          <p14:tracePt t="58021" x="4286250" y="3060700"/>
          <p14:tracePt t="58036" x="4235450" y="3060700"/>
          <p14:tracePt t="58050" x="4076700" y="3041650"/>
          <p14:tracePt t="58067" x="3975100" y="3016250"/>
          <p14:tracePt t="58083" x="3860800" y="2997200"/>
          <p14:tracePt t="58100" x="3613150" y="2959100"/>
          <p14:tracePt t="58116" x="3359150" y="2914650"/>
          <p14:tracePt t="58134" x="3155950" y="2901950"/>
          <p14:tracePt t="58150" x="3067050" y="2901950"/>
          <p14:tracePt t="58166" x="2933700" y="2908300"/>
          <p14:tracePt t="58169" x="2895600" y="2914650"/>
          <p14:tracePt t="58185" x="2863850" y="2921000"/>
          <p14:tracePt t="58199" x="2844800" y="2921000"/>
          <p14:tracePt t="58216" x="2825750" y="2927350"/>
          <p14:tracePt t="58233" x="2819400" y="2927350"/>
          <p14:tracePt t="58266" x="2819400" y="2933700"/>
          <p14:tracePt t="58888" x="2857500" y="2933700"/>
          <p14:tracePt t="58895" x="2933700" y="2933700"/>
          <p14:tracePt t="58909" x="3009900" y="2940050"/>
          <p14:tracePt t="58917" x="3086100" y="2940050"/>
          <p14:tracePt t="58930" x="3162300" y="2940050"/>
          <p14:tracePt t="58947" x="3321050" y="2940050"/>
          <p14:tracePt t="58964" x="3371850" y="2921000"/>
          <p14:tracePt t="58980" x="3467100" y="2901950"/>
          <p14:tracePt t="58997" x="3517900" y="2889250"/>
          <p14:tracePt t="59015" x="3536950" y="2876550"/>
          <p14:tracePt t="59030" x="3543300" y="2876550"/>
          <p14:tracePt t="59047" x="3543300" y="2870200"/>
          <p14:tracePt t="59079" x="3556000" y="2870200"/>
          <p14:tracePt t="59097" x="3562350" y="2876550"/>
          <p14:tracePt t="59113" x="3568700" y="2889250"/>
          <p14:tracePt t="59130" x="3613150" y="2921000"/>
          <p14:tracePt t="59146" x="3644900" y="2940050"/>
          <p14:tracePt t="59163" x="3771900" y="3035300"/>
          <p14:tracePt t="59180" x="3930650" y="3162300"/>
          <p14:tracePt t="59197" x="4095750" y="3308350"/>
          <p14:tracePt t="59212" x="4178300" y="3378200"/>
          <p14:tracePt t="59229" x="4368800" y="3517900"/>
          <p14:tracePt t="59246" x="4533900" y="3651250"/>
          <p14:tracePt t="59262" x="4629150" y="3702050"/>
          <p14:tracePt t="59279" x="4762500" y="3784600"/>
          <p14:tracePt t="59296" x="4832350" y="3803650"/>
          <p14:tracePt t="59312" x="4927600" y="3835400"/>
          <p14:tracePt t="59329" x="4972050" y="3848100"/>
          <p14:tracePt t="59346" x="5073650" y="3848100"/>
          <p14:tracePt t="59362" x="5143500" y="3848100"/>
          <p14:tracePt t="59380" x="5213350" y="3835400"/>
          <p14:tracePt t="59396" x="5251450" y="3829050"/>
          <p14:tracePt t="59412" x="5308600" y="3816350"/>
          <p14:tracePt t="59429" x="5353050" y="3790950"/>
          <p14:tracePt t="59445" x="5365750" y="3790950"/>
          <p14:tracePt t="59462" x="5391150" y="3771900"/>
          <p14:tracePt t="59479" x="5410200" y="3765550"/>
          <p14:tracePt t="59495" x="5416550" y="3759200"/>
          <p14:tracePt t="59511" x="5422900" y="3752850"/>
          <p14:tracePt t="59528" x="5429250" y="3752850"/>
          <p14:tracePt t="59562" x="5435600" y="3746500"/>
          <p14:tracePt t="60242" x="5422900" y="3746500"/>
          <p14:tracePt t="60248" x="5416550" y="3746500"/>
          <p14:tracePt t="60263" x="5403850" y="3746500"/>
          <p14:tracePt t="60275" x="5391150" y="3746500"/>
          <p14:tracePt t="60292" x="5372100" y="3746500"/>
          <p14:tracePt t="60309" x="5365750" y="3746500"/>
          <p14:tracePt t="60326" x="5359400" y="3746500"/>
          <p14:tracePt t="60347" x="5353050" y="3746500"/>
          <p14:tracePt t="60389" x="5346700" y="3746500"/>
          <p14:tracePt t="60973" x="5353050" y="3746500"/>
          <p14:tracePt t="60993" x="5359400" y="3746500"/>
          <p14:tracePt t="61015" x="5365750" y="3746500"/>
          <p14:tracePt t="61022" x="5378450" y="3746500"/>
          <p14:tracePt t="61036" x="5384800" y="3746500"/>
          <p14:tracePt t="61043" x="5403850" y="3746500"/>
          <p14:tracePt t="61059" x="5422900" y="3746500"/>
          <p14:tracePt t="61073" x="5480050" y="3752850"/>
          <p14:tracePt t="61089" x="5524500" y="3759200"/>
          <p14:tracePt t="61107" x="5645150" y="3778250"/>
          <p14:tracePt t="61123" x="5708650" y="3778250"/>
          <p14:tracePt t="61139" x="5873750" y="3797300"/>
          <p14:tracePt t="61156" x="6038850" y="3810000"/>
          <p14:tracePt t="61172" x="6115050" y="3810000"/>
          <p14:tracePt t="61189" x="6273800" y="3816350"/>
          <p14:tracePt t="61206" x="6400800" y="3816350"/>
          <p14:tracePt t="61222" x="6464300" y="3816350"/>
          <p14:tracePt t="61239" x="6591300" y="3816350"/>
          <p14:tracePt t="61255" x="6711950" y="3816350"/>
          <p14:tracePt t="61273" x="6750050" y="3816350"/>
          <p14:tracePt t="61289" x="6838950" y="3803650"/>
          <p14:tracePt t="61305" x="6896100" y="3797300"/>
          <p14:tracePt t="61322" x="6927850" y="3790950"/>
          <p14:tracePt t="61339" x="6978650" y="3790950"/>
          <p14:tracePt t="61355" x="7016750" y="3784600"/>
          <p14:tracePt t="61372" x="7035800" y="3784600"/>
          <p14:tracePt t="61388" x="7080250" y="3778250"/>
          <p14:tracePt t="61405" x="7099300" y="3771900"/>
          <p14:tracePt t="61424" x="7169150" y="3771900"/>
          <p14:tracePt t="61438" x="7188200" y="3771900"/>
          <p14:tracePt t="61455" x="7213600" y="3765550"/>
          <p14:tracePt t="61472" x="7251700" y="3765550"/>
          <p14:tracePt t="61488" x="7283450" y="3765550"/>
          <p14:tracePt t="61505" x="7296150" y="3765550"/>
          <p14:tracePt t="61521" x="7315200" y="3765550"/>
          <p14:tracePt t="61538" x="7334250" y="3765550"/>
          <p14:tracePt t="61554" x="7340600" y="3765550"/>
          <p14:tracePt t="61571" x="7346950" y="3765550"/>
          <p14:tracePt t="61588" x="7353300" y="3765550"/>
          <p14:tracePt t="61620" x="7359650" y="3765550"/>
          <p14:tracePt t="61907" x="7359650" y="3759200"/>
          <p14:tracePt t="61915" x="7359650" y="3752850"/>
          <p14:tracePt t="62160" x="7353300" y="3752850"/>
          <p14:tracePt t="62196" x="7346950" y="3752850"/>
          <p14:tracePt t="62238" x="7346950" y="3759200"/>
          <p14:tracePt t="62308" x="7340600" y="3759200"/>
          <p14:tracePt t="62322" x="7334250" y="3759200"/>
          <p14:tracePt t="62329" x="7327900" y="3759200"/>
          <p14:tracePt t="62338" x="7321550" y="3759200"/>
          <p14:tracePt t="62352" x="7315200" y="3759200"/>
          <p14:tracePt t="62368" x="7302500" y="3759200"/>
          <p14:tracePt t="62386" x="7270750" y="3759200"/>
          <p14:tracePt t="62401" x="7207250" y="3759200"/>
          <p14:tracePt t="62418" x="7143750" y="3752850"/>
          <p14:tracePt t="62435" x="6997700" y="3746500"/>
          <p14:tracePt t="62451" x="6807200" y="3746500"/>
          <p14:tracePt t="62468" x="6705600" y="3746500"/>
          <p14:tracePt t="62485" x="6483350" y="3746500"/>
          <p14:tracePt t="62501" x="6254750" y="3752850"/>
          <p14:tracePt t="62518" x="6140450" y="3759200"/>
          <p14:tracePt t="62534" x="5911850" y="3771900"/>
          <p14:tracePt t="62551" x="5702300" y="3790950"/>
          <p14:tracePt t="62569" x="5537200" y="3790950"/>
          <p14:tracePt t="62584" x="5473700" y="3797300"/>
          <p14:tracePt t="62601" x="5435600" y="3797300"/>
          <p14:tracePt t="62618" x="5353050" y="3797300"/>
          <p14:tracePt t="62634" x="5340350" y="3797300"/>
          <p14:tracePt t="62651" x="5334000" y="3797300"/>
          <p14:tracePt t="62683" x="5327650" y="3797300"/>
          <p14:tracePt t="62723" x="5321300" y="3790950"/>
          <p14:tracePt t="62751" x="5327650" y="3784600"/>
          <p14:tracePt t="62772" x="5340350" y="3778250"/>
          <p14:tracePt t="62779" x="5346700" y="3771900"/>
          <p14:tracePt t="62793" x="5359400" y="3771900"/>
          <p14:tracePt t="62802" x="5378450" y="3765550"/>
          <p14:tracePt t="62816" x="5391150" y="3759200"/>
          <p14:tracePt t="62834" x="5441950" y="3727450"/>
          <p14:tracePt t="62850" x="5505450" y="3695700"/>
          <p14:tracePt t="62867" x="5537200" y="3689350"/>
          <p14:tracePt t="62883" x="5568950" y="3663950"/>
          <p14:tracePt t="62899" x="5626100" y="3632200"/>
          <p14:tracePt t="62916" x="5632450" y="3625850"/>
          <p14:tracePt t="62934" x="5645150" y="3613150"/>
          <p14:tracePt t="62966" x="5638800" y="3613150"/>
          <p14:tracePt t="62985" x="5632450" y="3613150"/>
          <p14:tracePt t="63000" x="5619750" y="3613150"/>
          <p14:tracePt t="63016" x="5562600" y="3613150"/>
          <p14:tracePt t="63033" x="5461000" y="3613150"/>
          <p14:tracePt t="63049" x="5384800" y="3613150"/>
          <p14:tracePt t="63067" x="5207000" y="3613150"/>
          <p14:tracePt t="63082" x="5016500" y="3625850"/>
          <p14:tracePt t="63099" x="4927600" y="3625850"/>
          <p14:tracePt t="63116" x="4768850" y="3638550"/>
          <p14:tracePt t="63132" x="4667250" y="3657600"/>
          <p14:tracePt t="63149" x="4635500" y="3663950"/>
          <p14:tracePt t="63167" x="4610100" y="3663950"/>
          <p14:tracePt t="63183" x="4597400" y="3663950"/>
          <p14:tracePt t="63199" x="4597400" y="3670300"/>
          <p14:tracePt t="65264" x="4591050" y="3670300"/>
          <p14:tracePt t="65271" x="4578350" y="3663950"/>
          <p14:tracePt t="65278" x="4559300" y="3657600"/>
          <p14:tracePt t="65294" x="4527550" y="3657600"/>
          <p14:tracePt t="65308" x="4508500" y="3657600"/>
          <p14:tracePt t="65325" x="4457700" y="3632200"/>
          <p14:tracePt t="65342" x="4438650" y="3625850"/>
          <p14:tracePt t="65358" x="4394200" y="3613150"/>
          <p14:tracePt t="65375" x="4337050" y="3594100"/>
          <p14:tracePt t="65391" x="4286250" y="3575050"/>
          <p14:tracePt t="65408" x="4267200" y="3575050"/>
          <p14:tracePt t="65425" x="4222750" y="3568700"/>
          <p14:tracePt t="65441" x="4184650" y="3568700"/>
          <p14:tracePt t="65457" x="4171950" y="3568700"/>
          <p14:tracePt t="65475" x="4146550" y="3581400"/>
          <p14:tracePt t="65491" x="4127500" y="3594100"/>
          <p14:tracePt t="65507" x="4121150" y="3600450"/>
          <p14:tracePt t="65524" x="4108450" y="3619500"/>
          <p14:tracePt t="65541" x="4108450" y="3632200"/>
          <p14:tracePt t="65558" x="4108450" y="3644900"/>
          <p14:tracePt t="65574" x="4114800" y="3663950"/>
          <p14:tracePt t="65590" x="4121150" y="3670300"/>
          <p14:tracePt t="65608" x="4140200" y="3695700"/>
          <p14:tracePt t="65623" x="4171950" y="3721100"/>
          <p14:tracePt t="65640" x="4197350" y="3740150"/>
          <p14:tracePt t="65657" x="4279900" y="3771900"/>
          <p14:tracePt t="65674" x="4387850" y="3810000"/>
          <p14:tracePt t="65690" x="4470400" y="3829050"/>
          <p14:tracePt t="65707" x="4610100" y="3854450"/>
          <p14:tracePt t="65723" x="4730750" y="3854450"/>
          <p14:tracePt t="65740" x="4794250" y="3854450"/>
          <p14:tracePt t="65757" x="4902200" y="3829050"/>
          <p14:tracePt t="65773" x="4984750" y="3803650"/>
          <p14:tracePt t="65791" x="5035550" y="3778250"/>
          <p14:tracePt t="65806" x="5054600" y="3765550"/>
          <p14:tracePt t="65823" x="5067300" y="3759200"/>
          <p14:tracePt t="65840" x="5080000" y="3740150"/>
          <p14:tracePt t="65856" x="5080000" y="3727450"/>
          <p14:tracePt t="65873" x="5080000" y="3721100"/>
          <p14:tracePt t="65890" x="5080000" y="3714750"/>
          <p14:tracePt t="65906" x="5073650" y="3695700"/>
          <p14:tracePt t="65923" x="5060950" y="3695700"/>
          <p14:tracePt t="65939" x="5022850" y="3676650"/>
          <p14:tracePt t="65956" x="4953000" y="3651250"/>
          <p14:tracePt t="65974" x="4908550" y="3632200"/>
          <p14:tracePt t="65989" x="4787900" y="3594100"/>
          <p14:tracePt t="66006" x="4648200" y="3587750"/>
          <p14:tracePt t="66023" x="4489450" y="3575050"/>
          <p14:tracePt t="66039" x="4425950" y="3575050"/>
          <p14:tracePt t="66055" x="4298950" y="3581400"/>
          <p14:tracePt t="66073" x="4216400" y="3606800"/>
          <p14:tracePt t="66089" x="4178300" y="3632200"/>
          <p14:tracePt t="66106" x="4159250" y="3644900"/>
          <p14:tracePt t="66122" x="4133850" y="3689350"/>
          <p14:tracePt t="66139" x="4127500" y="3695700"/>
          <p14:tracePt t="66155" x="4127500" y="3708400"/>
          <p14:tracePt t="66172" x="4121150" y="3727450"/>
          <p14:tracePt t="66188" x="4121150" y="3740150"/>
          <p14:tracePt t="66206" x="4121150" y="3746500"/>
          <p14:tracePt t="66222" x="4121150" y="3759200"/>
          <p14:tracePt t="66238" x="4140200" y="3771900"/>
          <p14:tracePt t="66257" x="4171950" y="3790950"/>
          <p14:tracePt t="66272" x="4184650" y="3790950"/>
          <p14:tracePt t="66288" x="4241800" y="3816350"/>
          <p14:tracePt t="66305" x="4349750" y="3822700"/>
          <p14:tracePt t="66321" x="4387850" y="3822700"/>
          <p14:tracePt t="66338" x="4495800" y="3797300"/>
          <p14:tracePt t="66354" x="4584700" y="3771900"/>
          <p14:tracePt t="66371" x="4603750" y="3752850"/>
          <p14:tracePt t="66388" x="4635500" y="3727450"/>
          <p14:tracePt t="66404" x="4648200" y="3683000"/>
          <p14:tracePt t="66421" x="4648200" y="3663950"/>
          <p14:tracePt t="66438" x="4622800" y="3613150"/>
          <p14:tracePt t="66454" x="4584700" y="3568700"/>
          <p14:tracePt t="66471" x="4502150" y="3486150"/>
          <p14:tracePt t="66487" x="4400550" y="3429000"/>
          <p14:tracePt t="66504" x="4349750" y="3422650"/>
          <p14:tracePt t="66521" x="4330700" y="3409950"/>
          <p14:tracePt t="67169" x="4311650" y="3397250"/>
          <p14:tracePt t="67176" x="4298950" y="3378200"/>
          <p14:tracePt t="67191" x="4267200" y="3359150"/>
          <p14:tracePt t="67201" x="4235450" y="3333750"/>
          <p14:tracePt t="67219" x="4133850" y="3257550"/>
          <p14:tracePt t="67235" x="4064000" y="3206750"/>
          <p14:tracePt t="67251" x="3898900" y="3092450"/>
          <p14:tracePt t="67268" x="3733800" y="3003550"/>
          <p14:tracePt t="67285" x="3683000" y="2978150"/>
          <p14:tracePt t="67302" x="3568700" y="2940050"/>
          <p14:tracePt t="67318" x="3530600" y="2940050"/>
          <p14:tracePt t="67334" x="3517900" y="2940050"/>
          <p14:tracePt t="67352" x="3505200" y="2940050"/>
          <p14:tracePt t="67367" x="3498850" y="2940050"/>
          <p14:tracePt t="67384" x="3492500" y="2946400"/>
          <p14:tracePt t="67457" x="3498850" y="2946400"/>
          <p14:tracePt t="67500" x="3505200" y="2940050"/>
          <p14:tracePt t="67507" x="3505200" y="2933700"/>
          <p14:tracePt t="67521" x="3505200" y="2927350"/>
          <p14:tracePt t="67534" x="3505200" y="2908300"/>
          <p14:tracePt t="67550" x="3511550" y="2870200"/>
          <p14:tracePt t="67567" x="3511550" y="2844800"/>
          <p14:tracePt t="67585" x="3498850" y="2781300"/>
          <p14:tracePt t="67600" x="3492500" y="2711450"/>
          <p14:tracePt t="67617" x="3492500" y="2673350"/>
          <p14:tracePt t="67634" x="3486150" y="2616200"/>
          <p14:tracePt t="67650" x="3479800" y="2565400"/>
          <p14:tracePt t="67667" x="3479800" y="2546350"/>
          <p14:tracePt t="67683" x="3479800" y="2520950"/>
          <p14:tracePt t="67700" x="3479800" y="2508250"/>
          <p14:tracePt t="67717" x="3492500" y="2501900"/>
          <p14:tracePt t="67733" x="3505200" y="2489200"/>
          <p14:tracePt t="67750" x="3517900" y="2489200"/>
          <p14:tracePt t="67767" x="3549650" y="2476500"/>
          <p14:tracePt t="67783" x="3613150" y="2463800"/>
          <p14:tracePt t="67800" x="3644900" y="2444750"/>
          <p14:tracePt t="67817" x="3727450" y="2413000"/>
          <p14:tracePt t="67833" x="3841750" y="2355850"/>
          <p14:tracePt t="67849" x="3898900" y="2330450"/>
          <p14:tracePt t="67866" x="4019550" y="2273300"/>
          <p14:tracePt t="67882" x="4089400" y="2241550"/>
          <p14:tracePt t="67900" x="4146550" y="2216150"/>
          <p14:tracePt t="67916" x="4248150" y="2146300"/>
          <p14:tracePt t="67933" x="4279900" y="2120900"/>
          <p14:tracePt t="67950" x="4349750" y="2070100"/>
          <p14:tracePt t="67966" x="4362450" y="2063750"/>
          <p14:tracePt t="67982" x="4368800" y="2063750"/>
          <p14:tracePt t="67999" x="4368800" y="2051050"/>
          <p14:tracePt t="68062" x="4362450" y="2051050"/>
          <p14:tracePt t="68069" x="4356100" y="2051050"/>
          <p14:tracePt t="68090" x="4343400" y="2057400"/>
          <p14:tracePt t="68104" x="4330700" y="2057400"/>
          <p14:tracePt t="68115" x="4305300" y="2063750"/>
          <p14:tracePt t="68132" x="4254500" y="2070100"/>
          <p14:tracePt t="68148" x="4184650" y="2076450"/>
          <p14:tracePt t="68165" x="4032250" y="2089150"/>
          <p14:tracePt t="68182" x="3829050" y="2108200"/>
          <p14:tracePt t="68198" x="3714750" y="2120900"/>
          <p14:tracePt t="68215" x="3511550" y="2127250"/>
          <p14:tracePt t="68231" x="3416300" y="2139950"/>
          <p14:tracePt t="68248" x="3289300" y="2146300"/>
          <p14:tracePt t="68265" x="3225800" y="2146300"/>
          <p14:tracePt t="68281" x="3181350" y="2159000"/>
          <p14:tracePt t="68298" x="3136900" y="2165350"/>
          <p14:tracePt t="68315" x="3124200" y="2165350"/>
          <p14:tracePt t="68331" x="3105150" y="2165350"/>
          <p14:tracePt t="68371" x="3098800" y="2171700"/>
          <p14:tracePt t="68477" x="3098800" y="2178050"/>
          <p14:tracePt t="68505" x="3105150" y="2178050"/>
          <p14:tracePt t="68512" x="3105150" y="2184400"/>
          <p14:tracePt t="68526" x="3105150" y="2190750"/>
          <p14:tracePt t="68534" x="3111500" y="2209800"/>
          <p14:tracePt t="68550" x="3111500" y="2228850"/>
          <p14:tracePt t="68563" x="3136900" y="2311400"/>
          <p14:tracePt t="68580" x="3143250" y="2393950"/>
          <p14:tracePt t="68597" x="3175000" y="2571750"/>
          <p14:tracePt t="68613" x="3187700" y="2673350"/>
          <p14:tracePt t="68631" x="3219450" y="2882900"/>
          <p14:tracePt t="68647" x="3225800" y="3048000"/>
          <p14:tracePt t="68663" x="3238500" y="3098800"/>
          <p14:tracePt t="68680" x="3244850" y="3155950"/>
          <p14:tracePt t="68697" x="3244850" y="3181350"/>
          <p14:tracePt t="68713" x="3244850" y="3194050"/>
          <p14:tracePt t="68730" x="3244850" y="3200400"/>
          <p14:tracePt t="69580" x="3244850" y="3225800"/>
          <p14:tracePt t="69588" x="3251200" y="3244850"/>
          <p14:tracePt t="69602" x="3251200" y="3270250"/>
          <p14:tracePt t="69611" x="3251200" y="3276600"/>
          <p14:tracePt t="69626" x="3257550" y="3295650"/>
          <p14:tracePt t="69644" x="3263900" y="3327400"/>
          <p14:tracePt t="69660" x="3270250" y="3359150"/>
          <p14:tracePt t="69676" x="3270250" y="3378200"/>
          <p14:tracePt t="69693" x="3270250" y="3403600"/>
          <p14:tracePt t="69709" x="3263900" y="3435350"/>
          <p14:tracePt t="69726" x="3257550" y="3441700"/>
          <p14:tracePt t="69743" x="3244850" y="3460750"/>
          <p14:tracePt t="69760" x="3219450" y="3473450"/>
          <p14:tracePt t="69776" x="3206750" y="3486150"/>
          <p14:tracePt t="69793" x="3175000" y="3498850"/>
          <p14:tracePt t="69809" x="3143250" y="3498850"/>
          <p14:tracePt t="69827" x="3054350" y="3524250"/>
          <p14:tracePt t="69842" x="3028950" y="3524250"/>
          <p14:tracePt t="69859" x="2997200" y="3524250"/>
          <p14:tracePt t="69877" x="2952750" y="3524250"/>
          <p14:tracePt t="69892" x="2927350" y="3524250"/>
          <p14:tracePt t="69909" x="2914650" y="3524250"/>
          <p14:tracePt t="69926" x="2901950" y="3517900"/>
          <p14:tracePt t="69942" x="2901950" y="3511550"/>
          <p14:tracePt t="69962" x="2901950" y="3505200"/>
          <p14:tracePt t="69981" x="2901950" y="3498850"/>
          <p14:tracePt t="70003" x="2908300" y="3498850"/>
          <p14:tracePt t="70011" x="2914650" y="3498850"/>
          <p14:tracePt t="70030" x="2921000" y="3498850"/>
          <p14:tracePt t="70041" x="2927350" y="3498850"/>
          <p14:tracePt t="70059" x="2940050" y="3492500"/>
          <p14:tracePt t="70075" x="2946400" y="3492500"/>
          <p14:tracePt t="70091" x="2952750" y="3492500"/>
          <p14:tracePt t="70108" x="2978150" y="3492500"/>
          <p14:tracePt t="70125" x="2997200" y="3486150"/>
          <p14:tracePt t="70141" x="3016250" y="3486150"/>
          <p14:tracePt t="70158" x="3086100" y="3479800"/>
          <p14:tracePt t="70175" x="3155950" y="3467100"/>
          <p14:tracePt t="70192" x="3213100" y="3460750"/>
          <p14:tracePt t="70208" x="3238500" y="3460750"/>
          <p14:tracePt t="70224" x="3270250" y="3448050"/>
          <p14:tracePt t="70242" x="3282950" y="3448050"/>
          <p14:tracePt t="70284" x="3270250" y="3441700"/>
          <p14:tracePt t="70293" x="3244850" y="3429000"/>
          <p14:tracePt t="70307" x="3225800" y="3422650"/>
          <p14:tracePt t="70324" x="3136900" y="3416300"/>
          <p14:tracePt t="70341" x="3028950" y="3409950"/>
          <p14:tracePt t="70357" x="2990850" y="3409950"/>
          <p14:tracePt t="70374" x="2933700" y="3397250"/>
          <p14:tracePt t="70390" x="2832100" y="3397250"/>
          <p14:tracePt t="70407" x="2819400" y="3397250"/>
          <p14:tracePt t="70425" x="2794000" y="3397250"/>
          <p14:tracePt t="70440" x="2781300" y="3397250"/>
          <p14:tracePt t="70457" x="2768600" y="3397250"/>
          <p14:tracePt t="70475" x="2762250" y="3397250"/>
          <p14:tracePt t="70565" x="2768600" y="3397250"/>
          <p14:tracePt t="70572" x="2774950" y="3397250"/>
          <p14:tracePt t="70585" x="2787650" y="3397250"/>
          <p14:tracePt t="70593" x="2794000" y="3397250"/>
          <p14:tracePt t="70607" x="2825750" y="3397250"/>
          <p14:tracePt t="70623" x="2889250" y="3397250"/>
          <p14:tracePt t="70640" x="2959100" y="3397250"/>
          <p14:tracePt t="70658" x="3098800" y="3397250"/>
          <p14:tracePt t="70673" x="3276600" y="3397250"/>
          <p14:tracePt t="70690" x="3365500" y="3397250"/>
          <p14:tracePt t="70707" x="3530600" y="3390900"/>
          <p14:tracePt t="70723" x="3606800" y="3390900"/>
          <p14:tracePt t="70740" x="3746500" y="3390900"/>
          <p14:tracePt t="70756" x="3841750" y="3378200"/>
          <p14:tracePt t="70773" x="3867150" y="3378200"/>
          <p14:tracePt t="70790" x="3898900" y="3378200"/>
          <p14:tracePt t="70806" x="3905250" y="3378200"/>
          <p14:tracePt t="70839" x="3905250" y="3384550"/>
          <p14:tracePt t="70986" x="3911600" y="3384550"/>
          <p14:tracePt t="70993" x="3917950" y="3384550"/>
          <p14:tracePt t="71008" x="3930650" y="3384550"/>
          <p14:tracePt t="71024" x="3949700" y="3384550"/>
          <p14:tracePt t="71038" x="3975100" y="3384550"/>
          <p14:tracePt t="71055" x="4000500" y="3384550"/>
          <p14:tracePt t="71072" x="4057650" y="3384550"/>
          <p14:tracePt t="71088" x="4133850" y="3390900"/>
          <p14:tracePt t="71105" x="4178300" y="3390900"/>
          <p14:tracePt t="71121" x="4241800" y="3390900"/>
          <p14:tracePt t="71138" x="4298950" y="3390900"/>
          <p14:tracePt t="71155" x="4349750" y="3390900"/>
          <p14:tracePt t="71171" x="4368800" y="3390900"/>
          <p14:tracePt t="71188" x="4387850" y="3390900"/>
          <p14:tracePt t="71205" x="4400550" y="3403600"/>
          <p14:tracePt t="71221" x="4406900" y="3409950"/>
          <p14:tracePt t="71238" x="4413250" y="3416300"/>
          <p14:tracePt t="72953" x="4425950" y="3416300"/>
          <p14:tracePt t="72960" x="4457700" y="3416300"/>
          <p14:tracePt t="72974" x="4470400" y="3422650"/>
          <p14:tracePt t="72982" x="4502150" y="3429000"/>
          <p14:tracePt t="72998" x="4521200" y="3435350"/>
          <p14:tracePt t="73015" x="4540250" y="3448050"/>
          <p14:tracePt t="73031" x="4679950" y="3486150"/>
          <p14:tracePt t="73048" x="4730750" y="3492500"/>
          <p14:tracePt t="73065" x="4876800" y="3511550"/>
          <p14:tracePt t="73081" x="4953000" y="3511550"/>
          <p14:tracePt t="73098" x="5143500" y="3511550"/>
          <p14:tracePt t="73116" x="5359400" y="3467100"/>
          <p14:tracePt t="73131" x="5461000" y="3448050"/>
          <p14:tracePt t="73148" x="5645150" y="3403600"/>
          <p14:tracePt t="73164" x="5734050" y="3384550"/>
          <p14:tracePt t="73181" x="5873750" y="3340100"/>
          <p14:tracePt t="73198" x="5924550" y="3321050"/>
          <p14:tracePt t="73214" x="5969000" y="3308350"/>
          <p14:tracePt t="73231" x="6019800" y="3276600"/>
          <p14:tracePt t="73248" x="6026150" y="3270250"/>
          <p14:tracePt t="73264" x="6038850" y="3270250"/>
          <p14:tracePt t="73281" x="6045200" y="3270250"/>
          <p14:tracePt t="73313" x="6051550" y="3263900"/>
          <p14:tracePt t="73339" x="6057900" y="3257550"/>
          <p14:tracePt t="73360" x="6064250" y="3257550"/>
          <p14:tracePt t="73375" x="6070600" y="3257550"/>
          <p14:tracePt t="73389" x="6083300" y="3257550"/>
          <p14:tracePt t="73398" x="6102350" y="3257550"/>
          <p14:tracePt t="73413" x="6115050" y="3257550"/>
          <p14:tracePt t="73431" x="6134100" y="3257550"/>
          <p14:tracePt t="73447" x="6178550" y="3263900"/>
          <p14:tracePt t="73463" x="6210300" y="3270250"/>
          <p14:tracePt t="73480" x="6242050" y="3289300"/>
          <p14:tracePt t="73497" x="6330950" y="3302000"/>
          <p14:tracePt t="73513" x="6375400" y="3321050"/>
          <p14:tracePt t="73530" x="6470650" y="3340100"/>
          <p14:tracePt t="73546" x="6565900" y="3359150"/>
          <p14:tracePt t="73563" x="6610350" y="3365500"/>
          <p14:tracePt t="73579" x="6667500" y="3371850"/>
          <p14:tracePt t="73596" x="6705600" y="3378200"/>
          <p14:tracePt t="73614" x="6724650" y="3378200"/>
          <p14:tracePt t="73629" x="6731000" y="3378200"/>
          <p14:tracePt t="73719" x="6718300" y="3378200"/>
          <p14:tracePt t="73726" x="6711950" y="3378200"/>
          <p14:tracePt t="73733" x="6692900" y="3378200"/>
          <p14:tracePt t="73748" x="6673850" y="3378200"/>
          <p14:tracePt t="73762" x="6635750" y="3378200"/>
          <p14:tracePt t="73779" x="6584950" y="3378200"/>
          <p14:tracePt t="73796" x="6394450" y="3359150"/>
          <p14:tracePt t="73812" x="6267450" y="3340100"/>
          <p14:tracePt t="73829" x="5943600" y="3302000"/>
          <p14:tracePt t="73846" x="5727700" y="3276600"/>
          <p14:tracePt t="73862" x="5257800" y="3219450"/>
          <p14:tracePt t="73879" x="5048250" y="3206750"/>
          <p14:tracePt t="73895" x="4584700" y="3162300"/>
          <p14:tracePt t="73912" x="4495800" y="3149600"/>
          <p14:tracePt t="73928" x="4419600" y="3149600"/>
          <p14:tracePt t="73944" x="4273550" y="3130550"/>
          <p14:tracePt t="73961" x="4235450" y="3130550"/>
          <p14:tracePt t="73979" x="4178300" y="3130550"/>
          <p14:tracePt t="73995" x="4152900" y="3124200"/>
          <p14:tracePt t="74011" x="4121150" y="3117850"/>
          <p14:tracePt t="74029" x="4095750" y="3111500"/>
          <p14:tracePt t="74044" x="4083050" y="3111500"/>
          <p14:tracePt t="74061" x="4051300" y="3092450"/>
          <p14:tracePt t="74078" x="4032250" y="3073400"/>
          <p14:tracePt t="74095" x="4013200" y="3060700"/>
          <p14:tracePt t="74111" x="3987800" y="3035300"/>
          <p14:tracePt t="74127" x="3962400" y="3009900"/>
          <p14:tracePt t="74144" x="3949700" y="2997200"/>
          <p14:tracePt t="74162" x="3905250" y="2965450"/>
          <p14:tracePt t="74177" x="3860800" y="2946400"/>
          <p14:tracePt t="74194" x="3841750" y="2933700"/>
          <p14:tracePt t="74211" x="3803650" y="2908300"/>
          <p14:tracePt t="74227" x="3771900" y="2889250"/>
          <p14:tracePt t="74244" x="3752850" y="2876550"/>
          <p14:tracePt t="74261" x="3708400" y="2838450"/>
          <p14:tracePt t="74277" x="3663950" y="2794000"/>
          <p14:tracePt t="74294" x="3638550" y="2774950"/>
          <p14:tracePt t="74311" x="3613150" y="2743200"/>
          <p14:tracePt t="74327" x="3606800" y="2743200"/>
          <p14:tracePt t="74344" x="3600450" y="2730500"/>
          <p14:tracePt t="74377" x="3594100" y="2724150"/>
          <p14:tracePt t="74415" x="3587750" y="2724150"/>
          <p14:tracePt t="74457" x="3587750" y="2730500"/>
          <p14:tracePt t="74682" x="3587750" y="2736850"/>
          <p14:tracePt t="74759" x="3594100" y="2743200"/>
          <p14:tracePt t="74773" x="3594100" y="2749550"/>
          <p14:tracePt t="74787" x="3594100" y="2755900"/>
          <p14:tracePt t="74801" x="3600450" y="2762250"/>
          <p14:tracePt t="74811" x="3606800" y="2768600"/>
          <p14:tracePt t="74825" x="3613150" y="2768600"/>
          <p14:tracePt t="74842" x="3625850" y="2781300"/>
          <p14:tracePt t="74858" x="3708400" y="2832100"/>
          <p14:tracePt t="74875" x="3752850" y="2870200"/>
          <p14:tracePt t="74893" x="3854450" y="2933700"/>
          <p14:tracePt t="74908" x="3911600" y="2959100"/>
          <p14:tracePt t="74924" x="4038600" y="3028950"/>
          <p14:tracePt t="74942" x="4095750" y="3067050"/>
          <p14:tracePt t="74958" x="4197350" y="3124200"/>
          <p14:tracePt t="74975" x="4241800" y="3136900"/>
          <p14:tracePt t="74991" x="4292600" y="3162300"/>
          <p14:tracePt t="75008" x="4324350" y="3175000"/>
          <p14:tracePt t="75025" x="4330700" y="3175000"/>
          <p14:tracePt t="75028" x="4337050" y="3175000"/>
          <p14:tracePt t="75041" x="4343400" y="3175000"/>
          <p14:tracePt t="75057" x="4349750" y="3175000"/>
          <p14:tracePt t="75188" x="4349750" y="3168650"/>
          <p14:tracePt t="75272" x="4343400" y="3168650"/>
          <p14:tracePt t="75321" x="4337050" y="3168650"/>
          <p14:tracePt t="75377" x="4330700" y="3168650"/>
          <p14:tracePt t="75715" x="4330700" y="3162300"/>
          <p14:tracePt t="75757" x="4324350" y="3162300"/>
          <p14:tracePt t="75862" x="4330700" y="3162300"/>
          <p14:tracePt t="75884" x="4337050" y="3162300"/>
          <p14:tracePt t="75898" x="4349750" y="3168650"/>
          <p14:tracePt t="75912" x="4356100" y="3168650"/>
          <p14:tracePt t="75919" x="4362450" y="3175000"/>
          <p14:tracePt t="75933" x="4375150" y="3181350"/>
          <p14:tracePt t="75947" x="4400550" y="3181350"/>
          <p14:tracePt t="75961" x="4413250" y="3187700"/>
          <p14:tracePt t="75971" x="4432300" y="3187700"/>
          <p14:tracePt t="75990" x="4457700" y="3187700"/>
          <p14:tracePt t="76004" x="4470400" y="3181350"/>
          <p14:tracePt t="76021" x="4476750" y="3181350"/>
          <p14:tracePt t="76039" x="4476750" y="3155950"/>
          <p14:tracePt t="76054" x="4432300" y="3105150"/>
          <p14:tracePt t="76070" x="4394200" y="3086100"/>
          <p14:tracePt t="76088" x="4305300" y="2997200"/>
          <p14:tracePt t="76104" x="4254500" y="2952750"/>
          <p14:tracePt t="76121" x="4152900" y="2870200"/>
          <p14:tracePt t="76137" x="4064000" y="2813050"/>
          <p14:tracePt t="76154" x="4032250" y="2800350"/>
          <p14:tracePt t="76171" x="3987800" y="2768600"/>
          <p14:tracePt t="76187" x="3962400" y="2762250"/>
          <p14:tracePt t="76204" x="3956050" y="2749550"/>
          <p14:tracePt t="76221" x="3943350" y="2743200"/>
          <p14:tracePt t="76263" x="3937000" y="2743200"/>
          <p14:tracePt t="76326" x="3937000" y="2749550"/>
          <p14:tracePt t="76334" x="3937000" y="2755900"/>
          <p14:tracePt t="76347" x="3937000" y="2762250"/>
          <p14:tracePt t="76356" x="3937000" y="2768600"/>
          <p14:tracePt t="76370" x="3943350" y="2768600"/>
          <p14:tracePt t="76386" x="3956050" y="2781300"/>
          <p14:tracePt t="76404" x="3994150" y="2825750"/>
          <p14:tracePt t="76420" x="4038600" y="2876550"/>
          <p14:tracePt t="76437" x="4146550" y="2978150"/>
          <p14:tracePt t="76453" x="4203700" y="3028950"/>
          <p14:tracePt t="76469" x="4311650" y="3111500"/>
          <p14:tracePt t="76487" x="4343400" y="3149600"/>
          <p14:tracePt t="76502" x="4375150" y="3175000"/>
          <p14:tracePt t="76519" x="4413250" y="3200400"/>
          <p14:tracePt t="76536" x="4425950" y="3200400"/>
          <p14:tracePt t="76552" x="4425950" y="3206750"/>
          <p14:tracePt t="76586" x="4432300" y="3206750"/>
          <p14:tracePt t="76629" x="4438650" y="3206750"/>
          <p14:tracePt t="76664" x="4445000" y="3213100"/>
          <p14:tracePt t="76671" x="4457700" y="3219450"/>
          <p14:tracePt t="76686" x="4470400" y="3225800"/>
          <p14:tracePt t="76692" x="4489450" y="3238500"/>
          <p14:tracePt t="76701" x="4533900" y="3270250"/>
          <p14:tracePt t="76719" x="4591050" y="3308350"/>
          <p14:tracePt t="76735" x="4756150" y="3403600"/>
          <p14:tracePt t="76752" x="4965700" y="3505200"/>
          <p14:tracePt t="76769" x="5162550" y="3600450"/>
          <p14:tracePt t="76785" x="5257800" y="3644900"/>
          <p14:tracePt t="76802" x="5403850" y="3689350"/>
          <p14:tracePt t="76819" x="5499100" y="3721100"/>
          <p14:tracePt t="76835" x="5530850" y="3727450"/>
          <p14:tracePt t="76851" x="5575300" y="3727450"/>
          <p14:tracePt t="76868" x="5600700" y="3727450"/>
          <p14:tracePt t="76885" x="5607050" y="3727450"/>
          <p14:tracePt t="76902" x="5607050" y="3721100"/>
          <p14:tracePt t="76959" x="5600700" y="3721100"/>
          <p14:tracePt t="77023" x="5594350" y="3727450"/>
          <p14:tracePt t="77057" x="5588000" y="3727450"/>
          <p14:tracePt t="77093" x="5594350" y="3727450"/>
          <p14:tracePt t="77100" x="5600700" y="3727450"/>
          <p14:tracePt t="77106" x="5613400" y="3733800"/>
          <p14:tracePt t="77121" x="5638800" y="3740150"/>
          <p14:tracePt t="77137" x="5676900" y="3740150"/>
          <p14:tracePt t="77151" x="5797550" y="3771900"/>
          <p14:tracePt t="77168" x="5873750" y="3778250"/>
          <p14:tracePt t="77184" x="6064250" y="3810000"/>
          <p14:tracePt t="77200" x="6273800" y="3822700"/>
          <p14:tracePt t="77217" x="6362700" y="3816350"/>
          <p14:tracePt t="77234" x="6527800" y="3810000"/>
          <p14:tracePt t="77250" x="6648450" y="3790950"/>
          <p14:tracePt t="77267" x="6686550" y="3778250"/>
          <p14:tracePt t="77283" x="6731000" y="3771900"/>
          <p14:tracePt t="77300" x="6750050" y="3765550"/>
          <p14:tracePt t="77318" x="6756400" y="3759200"/>
          <p14:tracePt t="77350" x="6756400" y="3752850"/>
          <p14:tracePt t="77381" x="6750050" y="3752850"/>
          <p14:tracePt t="77388" x="6731000" y="3752850"/>
          <p14:tracePt t="77403" x="6705600" y="3759200"/>
          <p14:tracePt t="77417" x="6661150" y="3759200"/>
          <p14:tracePt t="77433" x="6508750" y="3765550"/>
          <p14:tracePt t="77450" x="6394450" y="3778250"/>
          <p14:tracePt t="77466" x="6127750" y="3810000"/>
          <p14:tracePt t="77483" x="5848350" y="3829050"/>
          <p14:tracePt t="77500" x="5721350" y="3854450"/>
          <p14:tracePt t="77516" x="5499100" y="3886200"/>
          <p14:tracePt t="77533" x="5346700" y="3911600"/>
          <p14:tracePt t="77550" x="5264150" y="3930650"/>
          <p14:tracePt t="77566" x="5238750" y="3943350"/>
          <p14:tracePt t="77582" x="5219700" y="3943350"/>
          <p14:tracePt t="77599" x="5200650" y="3956050"/>
          <p14:tracePt t="77619" x="5194300" y="3956050"/>
          <p14:tracePt t="77690" x="5200650" y="3956050"/>
          <p14:tracePt t="77718" x="5200650" y="3943350"/>
          <p14:tracePt t="78124" x="5251450" y="3937000"/>
          <p14:tracePt t="78132" x="5327650" y="3917950"/>
          <p14:tracePt t="78145" x="5397500" y="3898900"/>
          <p14:tracePt t="78152" x="5486400" y="3867150"/>
          <p14:tracePt t="78167" x="5568950" y="3848100"/>
          <p14:tracePt t="78180" x="5645150" y="3829050"/>
          <p14:tracePt t="78197" x="5797550" y="3759200"/>
          <p14:tracePt t="78214" x="5867400" y="3727450"/>
          <p14:tracePt t="78230" x="5962650" y="3676650"/>
          <p14:tracePt t="78247" x="6026150" y="3644900"/>
          <p14:tracePt t="78264" x="6051550" y="3625850"/>
          <p14:tracePt t="78280" x="6083300" y="3613150"/>
          <p14:tracePt t="78297" x="6102350" y="3594100"/>
          <p14:tracePt t="78314" x="6127750" y="3575050"/>
          <p14:tracePt t="78330" x="6134100" y="3562350"/>
          <p14:tracePt t="78347" x="6146800" y="3549650"/>
          <p14:tracePt t="78363" x="6153150" y="3549650"/>
          <p14:tracePt t="78396" x="6159500" y="3549650"/>
          <p14:tracePt t="78413" x="6165850" y="3549650"/>
          <p14:tracePt t="78433" x="6172200" y="3549650"/>
          <p14:tracePt t="78545" x="6178550" y="3549650"/>
          <p14:tracePt t="78553" x="6184900" y="3549650"/>
          <p14:tracePt t="78588" x="6197600" y="3549650"/>
          <p14:tracePt t="78597" x="6203950" y="3549650"/>
          <p14:tracePt t="78609" x="6216650" y="3549650"/>
          <p14:tracePt t="78616" x="6229350" y="3543300"/>
          <p14:tracePt t="78629" x="6248400" y="3530600"/>
          <p14:tracePt t="78645" x="6305550" y="3524250"/>
          <p14:tracePt t="78662" x="6350000" y="3517900"/>
          <p14:tracePt t="78679" x="6445250" y="3492500"/>
          <p14:tracePt t="78695" x="6553200" y="3467100"/>
          <p14:tracePt t="78711" x="6604000" y="3454400"/>
          <p14:tracePt t="78729" x="6711950" y="3429000"/>
          <p14:tracePt t="78745" x="6769100" y="3416300"/>
          <p14:tracePt t="78762" x="6864350" y="3403600"/>
          <p14:tracePt t="78778" x="6908800" y="3390900"/>
          <p14:tracePt t="78795" x="6934200" y="3378200"/>
          <p14:tracePt t="78812" x="6965950" y="3365500"/>
          <p14:tracePt t="78828" x="6985000" y="3359150"/>
          <p14:tracePt t="78862" x="6997700" y="3359150"/>
          <p14:tracePt t="78960" x="7004050" y="3359150"/>
          <p14:tracePt t="78967" x="7010400" y="3359150"/>
          <p14:tracePt t="78977" x="7016750" y="3352800"/>
          <p14:tracePt t="78995" x="7023100" y="3352800"/>
          <p14:tracePt t="79011" x="7035800" y="3352800"/>
          <p14:tracePt t="79045" x="7073900" y="3346450"/>
          <p14:tracePt t="79061" x="7092950" y="3340100"/>
          <p14:tracePt t="79077" x="7118350" y="3340100"/>
          <p14:tracePt t="79094" x="7143750" y="3333750"/>
          <p14:tracePt t="79111" x="7162800" y="3321050"/>
          <p14:tracePt t="79157" x="7150100" y="3321050"/>
          <p14:tracePt t="79171" x="7124700" y="3321050"/>
          <p14:tracePt t="79179" x="7086600" y="3321050"/>
          <p14:tracePt t="79193" x="7035800" y="3327400"/>
          <p14:tracePt t="79210" x="6896100" y="3340100"/>
          <p14:tracePt t="79227" x="6724650" y="3346450"/>
          <p14:tracePt t="79243" x="6648450" y="3346450"/>
          <p14:tracePt t="79260" x="6521450" y="3346450"/>
          <p14:tracePt t="79278" x="6451600" y="3346450"/>
          <p14:tracePt t="79293" x="6432550" y="3346450"/>
          <p14:tracePt t="79310" x="6419850" y="3346450"/>
          <p14:tracePt t="79327" x="6407150" y="3346450"/>
          <p14:tracePt t="79410" x="6400800" y="3340100"/>
          <p14:tracePt t="79417" x="6388100" y="3340100"/>
          <p14:tracePt t="79431" x="6375400" y="3340100"/>
          <p14:tracePt t="79442" x="6362700" y="3333750"/>
          <p14:tracePt t="79460" x="6318250" y="3333750"/>
          <p14:tracePt t="79475" x="6299200" y="3333750"/>
          <p14:tracePt t="79493" x="6235700" y="3333750"/>
          <p14:tracePt t="79509" x="6134100" y="3346450"/>
          <p14:tracePt t="79526" x="6076950" y="3365500"/>
          <p14:tracePt t="79542" x="5956300" y="3378200"/>
          <p14:tracePt t="79559" x="5848350" y="3409950"/>
          <p14:tracePt t="79575" x="5803900" y="3422650"/>
          <p14:tracePt t="79593" x="5721350" y="3441700"/>
          <p14:tracePt t="79609" x="5676900" y="3448050"/>
          <p14:tracePt t="79625" x="5664200" y="3448050"/>
          <p14:tracePt t="79629" x="5657850" y="3448050"/>
          <p14:tracePt t="79644" x="5651500" y="3454400"/>
          <p14:tracePt t="79658" x="5645150" y="3454400"/>
          <p14:tracePt t="79675" x="5645150" y="3467100"/>
          <p14:tracePt t="79692" x="5645150" y="3473450"/>
          <p14:tracePt t="79708" x="5651500" y="3473450"/>
          <p14:tracePt t="79726" x="5683250" y="3473450"/>
          <p14:tracePt t="79742" x="5759450" y="3479800"/>
          <p14:tracePt t="79758" x="5810250" y="3479800"/>
          <p14:tracePt t="79775" x="5962650" y="3486150"/>
          <p14:tracePt t="79791" x="6140450" y="3486150"/>
          <p14:tracePt t="79809" x="6229350" y="3486150"/>
          <p14:tracePt t="79825" x="6375400" y="3486150"/>
          <p14:tracePt t="79841" x="6438900" y="3486150"/>
          <p14:tracePt t="79858" x="6451600" y="3486150"/>
          <p14:tracePt t="79875" x="6464300" y="3486150"/>
          <p14:tracePt t="79902" x="6464300" y="3479800"/>
          <p14:tracePt t="79910" x="6457950" y="3479800"/>
          <p14:tracePt t="79925" x="6445250" y="3479800"/>
          <p14:tracePt t="79941" x="6413500" y="3473450"/>
          <p14:tracePt t="79958" x="6184900" y="3473450"/>
          <p14:tracePt t="79974" x="6070600" y="3473450"/>
          <p14:tracePt t="79991" x="5930900" y="3473450"/>
          <p14:tracePt t="80008" x="5619750" y="3479800"/>
          <p14:tracePt t="80024" x="5270500" y="3492500"/>
          <p14:tracePt t="80041" x="5130800" y="3505200"/>
          <p14:tracePt t="80057" x="4889500" y="3524250"/>
          <p14:tracePt t="80074" x="4730750" y="3556000"/>
          <p14:tracePt t="80091" x="4667250" y="3575050"/>
          <p14:tracePt t="80107" x="4584700" y="3600450"/>
          <p14:tracePt t="80124" x="4508500" y="3619500"/>
          <p14:tracePt t="80140" x="4476750" y="3632200"/>
          <p14:tracePt t="80157" x="4432300" y="3644900"/>
          <p14:tracePt t="80174" x="4406900" y="3651250"/>
          <p14:tracePt t="80190" x="4387850" y="3663950"/>
          <p14:tracePt t="80207" x="4381500" y="3670300"/>
          <p14:tracePt t="80224" x="4375150" y="3670300"/>
          <p14:tracePt t="80240" x="4381500" y="3651250"/>
          <p14:tracePt t="80754" x="4413250" y="3651250"/>
          <p14:tracePt t="80761" x="4464050" y="3651250"/>
          <p14:tracePt t="80775" x="4502150" y="3657600"/>
          <p14:tracePt t="80788" x="4559300" y="3670300"/>
          <p14:tracePt t="80805" x="4660900" y="3683000"/>
          <p14:tracePt t="80821" x="4705350" y="3695700"/>
          <p14:tracePt t="80838" x="4775200" y="3714750"/>
          <p14:tracePt t="80854" x="4813300" y="3727450"/>
          <p14:tracePt t="80871" x="4826000" y="3727450"/>
          <p14:tracePt t="80888" x="4832350" y="3727450"/>
          <p14:tracePt t="80986" x="4826000" y="3727450"/>
          <p14:tracePt t="80993" x="4819650" y="3727450"/>
          <p14:tracePt t="81035" x="4813300" y="3727450"/>
          <p14:tracePt t="81064" x="4806950" y="3727450"/>
          <p14:tracePt t="81078" x="4800600" y="3727450"/>
          <p14:tracePt t="81085" x="4794250" y="3727450"/>
          <p14:tracePt t="81113" x="4787900" y="3727450"/>
          <p14:tracePt t="81127" x="4781550" y="3727450"/>
          <p14:tracePt t="81148" x="4775200" y="3727450"/>
          <p14:tracePt t="81155" x="4768850" y="3727450"/>
          <p14:tracePt t="81170" x="4756150" y="3727450"/>
          <p14:tracePt t="81176" x="4737100" y="3727450"/>
          <p14:tracePt t="81187" x="4718050" y="3727450"/>
          <p14:tracePt t="81204" x="4686300" y="3727450"/>
          <p14:tracePt t="81220" x="4610100" y="3727450"/>
          <p14:tracePt t="81237" x="4546600" y="3727450"/>
          <p14:tracePt t="81254" x="4400550" y="3721100"/>
          <p14:tracePt t="81270" x="4349750" y="3714750"/>
          <p14:tracePt t="81286" x="4311650" y="3714750"/>
          <p14:tracePt t="81303" x="4248150" y="3714750"/>
          <p14:tracePt t="81320" x="4216400" y="3708400"/>
          <p14:tracePt t="81336" x="4210050" y="3708400"/>
          <p14:tracePt t="81408" x="4222750" y="3708400"/>
          <p14:tracePt t="81415" x="4229100" y="3708400"/>
          <p14:tracePt t="81429" x="4241800" y="3708400"/>
          <p14:tracePt t="81438" x="4254500" y="3708400"/>
          <p14:tracePt t="81452" x="4279900" y="3708400"/>
          <p14:tracePt t="81469" x="4349750" y="3708400"/>
          <p14:tracePt t="81486" x="4425950" y="3702050"/>
          <p14:tracePt t="81502" x="4476750" y="3702050"/>
          <p14:tracePt t="81519" x="4546600" y="3702050"/>
          <p14:tracePt t="81536" x="4660900" y="3702050"/>
          <p14:tracePt t="81552" x="4692650" y="3702050"/>
          <p14:tracePt t="81569" x="4718050" y="3695700"/>
          <p14:tracePt t="81585" x="4756150" y="3695700"/>
          <p14:tracePt t="81602" x="4768850" y="3689350"/>
          <p14:tracePt t="81620" x="4781550" y="3683000"/>
          <p14:tracePt t="81661" x="4787900" y="3676650"/>
          <p14:tracePt t="81780" x="4787900" y="3670300"/>
          <p14:tracePt t="81816" x="4781550" y="3663950"/>
          <p14:tracePt t="81830" x="4775200" y="3663950"/>
          <p14:tracePt t="81837" x="4775200" y="3651250"/>
          <p14:tracePt t="81853" x="4756150" y="3632200"/>
          <p14:tracePt t="81867" x="4737100" y="3606800"/>
          <p14:tracePt t="81884" x="4641850" y="3511550"/>
          <p14:tracePt t="81901" x="4495800" y="3378200"/>
          <p14:tracePt t="81917" x="4400550" y="3308350"/>
          <p14:tracePt t="81935" x="4222750" y="3149600"/>
          <p14:tracePt t="81951" x="4032250" y="3009900"/>
          <p14:tracePt t="81967" x="3949700" y="2952750"/>
          <p14:tracePt t="81984" x="3879850" y="2901950"/>
          <p14:tracePt t="82000" x="3784600" y="2844800"/>
          <p14:tracePt t="82017" x="3746500" y="2819400"/>
          <p14:tracePt t="82034" x="3727450" y="2806700"/>
          <p14:tracePt t="82050" x="3676650" y="2794000"/>
          <p14:tracePt t="82067" x="3663950" y="2787650"/>
          <p14:tracePt t="82084" x="3638550" y="2781300"/>
          <p14:tracePt t="82100" x="3632200" y="2781300"/>
          <p14:tracePt t="82117" x="3625850" y="2781300"/>
          <p14:tracePt t="82133" x="3619500" y="2774950"/>
          <p14:tracePt t="82150" x="3613150" y="2774950"/>
          <p14:tracePt t="82188" x="3619500" y="2774950"/>
          <p14:tracePt t="82209" x="3619500" y="2768600"/>
          <p14:tracePt t="82231" x="3625850" y="2768600"/>
          <p14:tracePt t="82237" x="3625850" y="2762250"/>
          <p14:tracePt t="82259" x="3625850" y="2755900"/>
          <p14:tracePt t="82273" x="3625850" y="2749550"/>
          <p14:tracePt t="82294" x="3625850" y="2743200"/>
          <p14:tracePt t="82329" x="3619500" y="2736850"/>
          <p14:tracePt t="82343" x="3619500" y="2730500"/>
          <p14:tracePt t="82352" x="3613150" y="2730500"/>
          <p14:tracePt t="82371" x="3613150" y="2724150"/>
          <p14:tracePt t="82400" x="3613150" y="2717800"/>
          <p14:tracePt t="82434" x="3606800" y="2717800"/>
          <p14:tracePt t="82491" x="3619500" y="2724150"/>
          <p14:tracePt t="82505" x="3632200" y="2736850"/>
          <p14:tracePt t="82511" x="3657600" y="2749550"/>
          <p14:tracePt t="82519" x="3676650" y="2774950"/>
          <p14:tracePt t="82534" x="3708400" y="2787650"/>
          <p14:tracePt t="82549" x="3746500" y="2825750"/>
          <p14:tracePt t="82565" x="3810000" y="2863850"/>
          <p14:tracePt t="82583" x="3860800" y="2901950"/>
          <p14:tracePt t="82598" x="3886200" y="2914650"/>
          <p14:tracePt t="82615" x="3911600" y="2927350"/>
          <p14:tracePt t="82632" x="3917950" y="2933700"/>
          <p14:tracePt t="82648" x="3924300" y="2933700"/>
          <p14:tracePt t="82681" x="3917950" y="2933700"/>
          <p14:tracePt t="82698" x="3886200" y="2908300"/>
          <p14:tracePt t="82716" x="3816350" y="2851150"/>
          <p14:tracePt t="82731" x="3695700" y="2743200"/>
          <p14:tracePt t="82748" x="3625850" y="2686050"/>
          <p14:tracePt t="82765" x="3486150" y="2552700"/>
          <p14:tracePt t="82781" x="3416300" y="2489200"/>
          <p14:tracePt t="82798" x="3295650" y="2381250"/>
          <p14:tracePt t="82815" x="3213100" y="2298700"/>
          <p14:tracePt t="82831" x="3187700" y="2266950"/>
          <p14:tracePt t="82848" x="3143250" y="2222500"/>
          <p14:tracePt t="82864" x="3117850" y="2203450"/>
          <p14:tracePt t="82881" x="3117850" y="2197100"/>
          <p14:tracePt t="82898" x="3111500" y="2190750"/>
          <p14:tracePt t="83004" x="3117850" y="2203450"/>
          <p14:tracePt t="83011" x="3124200" y="2209800"/>
          <p14:tracePt t="83025" x="3130550" y="2209800"/>
          <p14:tracePt t="83033" x="3143250" y="2222500"/>
          <p14:tracePt t="83048" x="3155950" y="2235200"/>
          <p14:tracePt t="83063" x="3187700" y="2266950"/>
          <p14:tracePt t="83081" x="3321050" y="2400300"/>
          <p14:tracePt t="83097" x="3549650" y="2628900"/>
          <p14:tracePt t="83113" x="3721100" y="2800350"/>
          <p14:tracePt t="83130" x="4064000" y="3187700"/>
          <p14:tracePt t="83146" x="4318000" y="3454400"/>
          <p14:tracePt t="83163" x="4387850" y="3536950"/>
          <p14:tracePt t="83180" x="4483100" y="3632200"/>
          <p14:tracePt t="83196" x="4533900" y="3670300"/>
          <p14:tracePt t="83213" x="4546600" y="3676650"/>
          <p14:tracePt t="83277" x="4533900" y="3663950"/>
          <p14:tracePt t="83285" x="4508500" y="3638550"/>
          <p14:tracePt t="83295" x="4476750" y="3606800"/>
          <p14:tracePt t="83313" x="4368800" y="3486150"/>
          <p14:tracePt t="83329" x="4305300" y="3416300"/>
          <p14:tracePt t="83346" x="4235450" y="3346450"/>
          <p14:tracePt t="83363" x="4102100" y="3213100"/>
          <p14:tracePt t="83379" x="3987800" y="3105150"/>
          <p14:tracePt t="83396" x="3930650" y="3060700"/>
          <p14:tracePt t="83412" x="3848100" y="2978150"/>
          <p14:tracePt t="83429" x="3752850" y="2870200"/>
          <p14:tracePt t="83446" x="3663950" y="2768600"/>
          <p14:tracePt t="83462" x="3632200" y="2730500"/>
          <p14:tracePt t="83479" x="3568700" y="2667000"/>
          <p14:tracePt t="83496" x="3543300" y="2641600"/>
          <p14:tracePt t="83512" x="3536950" y="2641600"/>
          <p14:tracePt t="83573" x="3536950" y="2647950"/>
          <p14:tracePt t="83594" x="3536950" y="2654300"/>
          <p14:tracePt t="83671" x="3536950" y="2660650"/>
          <p14:tracePt t="84211" x="3575050" y="2673350"/>
          <p14:tracePt t="84218" x="3644900" y="2705100"/>
          <p14:tracePt t="84231" x="3702050" y="2730500"/>
          <p14:tracePt t="84242" x="3759200" y="2768600"/>
          <p14:tracePt t="84260" x="3911600" y="2857500"/>
          <p14:tracePt t="84277" x="3994150" y="2908300"/>
          <p14:tracePt t="84292" x="4165600" y="3035300"/>
          <p14:tracePt t="84310" x="4394200" y="3175000"/>
          <p14:tracePt t="84326" x="4502150" y="3232150"/>
          <p14:tracePt t="84342" x="4673600" y="3314700"/>
          <p14:tracePt t="84359" x="4813300" y="3371850"/>
          <p14:tracePt t="84376" x="4864100" y="3390900"/>
          <p14:tracePt t="84393" x="4933950" y="3397250"/>
          <p14:tracePt t="84409" x="4991100" y="3397250"/>
          <p14:tracePt t="84425" x="5022850" y="3397250"/>
          <p14:tracePt t="84443" x="5086350" y="3397250"/>
          <p14:tracePt t="84458" x="5137150" y="3397250"/>
          <p14:tracePt t="84475" x="5156200" y="3397250"/>
          <p14:tracePt t="84492" x="5207000" y="3390900"/>
          <p14:tracePt t="84509" x="5238750" y="3390900"/>
          <p14:tracePt t="84525" x="5314950" y="3378200"/>
          <p14:tracePt t="84542" x="5429250" y="3384550"/>
          <p14:tracePt t="84558" x="5499100" y="3390900"/>
          <p14:tracePt t="84575" x="5638800" y="3409950"/>
          <p14:tracePt t="84591" x="5778500" y="3409950"/>
          <p14:tracePt t="84608" x="5835650" y="3409950"/>
          <p14:tracePt t="84625" x="5937250" y="3422650"/>
          <p14:tracePt t="84641" x="6019800" y="3422650"/>
          <p14:tracePt t="84658" x="6045200" y="3422650"/>
          <p14:tracePt t="84675" x="6089650" y="3422650"/>
          <p14:tracePt t="84691" x="6121400" y="3409950"/>
          <p14:tracePt t="84708" x="6140450" y="3397250"/>
          <p14:tracePt t="84725" x="6184900" y="3390900"/>
          <p14:tracePt t="84741" x="6242050" y="3384550"/>
          <p14:tracePt t="84757" x="6267450" y="3384550"/>
          <p14:tracePt t="84774" x="6330950" y="3378200"/>
          <p14:tracePt t="84791" x="6356350" y="3378200"/>
          <p14:tracePt t="84808" x="6432550" y="3371850"/>
          <p14:tracePt t="84824" x="6464300" y="3371850"/>
          <p14:tracePt t="84841" x="6483350" y="3365500"/>
          <p14:tracePt t="84858" x="6534150" y="3365500"/>
          <p14:tracePt t="84874" x="6572250" y="3352800"/>
          <p14:tracePt t="84891" x="6597650" y="3352800"/>
          <p14:tracePt t="84907" x="6629400" y="3340100"/>
          <p14:tracePt t="84924" x="6654800" y="3333750"/>
          <p14:tracePt t="84941" x="6661150" y="3333750"/>
          <p14:tracePt t="84957" x="6667500" y="3333750"/>
          <p14:tracePt t="85061" x="6661150" y="3333750"/>
          <p14:tracePt t="85075" x="6654800" y="3333750"/>
          <p14:tracePt t="85082" x="6642100" y="3327400"/>
          <p14:tracePt t="85090" x="6623050" y="3327400"/>
          <p14:tracePt t="85106" x="6591300" y="3321050"/>
          <p14:tracePt t="85123" x="6540500" y="3321050"/>
          <p14:tracePt t="85139" x="6362700" y="3295650"/>
          <p14:tracePt t="85156" x="6070600" y="3238500"/>
          <p14:tracePt t="85174" x="5594350" y="3149600"/>
          <p14:tracePt t="85189" x="5321300" y="3105150"/>
          <p14:tracePt t="85206" x="4806950" y="2984500"/>
          <p14:tracePt t="85224" x="4349750" y="2882900"/>
          <p14:tracePt t="85239" x="4146550" y="2832100"/>
          <p14:tracePt t="85256" x="3841750" y="2768600"/>
          <p14:tracePt t="85273" x="3632200" y="2698750"/>
          <p14:tracePt t="85289" x="3543300" y="2667000"/>
          <p14:tracePt t="85306" x="3460750" y="2635250"/>
          <p14:tracePt t="85323" x="3314700" y="2578100"/>
          <p14:tracePt t="85339" x="3200400" y="2489200"/>
          <p14:tracePt t="85356" x="3117850" y="2419350"/>
          <p14:tracePt t="85372" x="3079750" y="2387600"/>
          <p14:tracePt t="85389" x="3035300" y="2330450"/>
          <p14:tracePt t="85406" x="2997200" y="2292350"/>
          <p14:tracePt t="85422" x="2978150" y="2273300"/>
          <p14:tracePt t="85438" x="2952750" y="2228850"/>
          <p14:tracePt t="85455" x="2921000" y="2203450"/>
          <p14:tracePt t="85472" x="2914650" y="2197100"/>
          <p14:tracePt t="85488" x="2914650" y="2190750"/>
          <p14:tracePt t="85521" x="2914650" y="2197100"/>
          <p14:tracePt t="85539" x="2914650" y="2209800"/>
          <p14:tracePt t="85555" x="2914650" y="2222500"/>
          <p14:tracePt t="85571" x="2927350" y="2235200"/>
          <p14:tracePt t="85589" x="2971800" y="2279650"/>
          <p14:tracePt t="85605" x="3105150" y="2400300"/>
          <p14:tracePt t="85621" x="3219450" y="2501900"/>
          <p14:tracePt t="85638" x="3530600" y="2787650"/>
          <p14:tracePt t="85654" x="3898900" y="3143250"/>
          <p14:tracePt t="85671" x="4095750" y="3321050"/>
          <p14:tracePt t="85688" x="4406900" y="3606800"/>
          <p14:tracePt t="85704" x="4502150" y="3695700"/>
          <p14:tracePt t="85722" x="4641850" y="3822700"/>
          <p14:tracePt t="85737" x="4730750" y="3879850"/>
          <p14:tracePt t="85754" x="4762500" y="3886200"/>
          <p14:tracePt t="85757" x="4775200" y="3886200"/>
          <p14:tracePt t="85771" x="4794250" y="3892550"/>
          <p14:tracePt t="85787" x="4819650" y="3892550"/>
          <p14:tracePt t="85804" x="4832350" y="3886200"/>
          <p14:tracePt t="85821" x="4883150" y="3873500"/>
          <p14:tracePt t="85837" x="4953000" y="3854450"/>
          <p14:tracePt t="85854" x="5003800" y="3848100"/>
          <p14:tracePt t="85870" x="5137150" y="3848100"/>
          <p14:tracePt t="85887" x="5353050" y="3860800"/>
          <p14:tracePt t="85904" x="5480050" y="3873500"/>
          <p14:tracePt t="85920" x="5734050" y="3905250"/>
          <p14:tracePt t="85937" x="6013450" y="3917950"/>
          <p14:tracePt t="85954" x="6261100" y="3917950"/>
          <p14:tracePt t="85970" x="6362700" y="3911600"/>
          <p14:tracePt t="85987" x="6457950" y="3892550"/>
          <p14:tracePt t="86004" x="6591300" y="3854450"/>
          <p14:tracePt t="86020" x="6667500" y="3810000"/>
          <p14:tracePt t="86037" x="6711950" y="3784600"/>
          <p14:tracePt t="86053" x="6775450" y="3733800"/>
          <p14:tracePt t="86070" x="6832600" y="3695700"/>
          <p14:tracePt t="86086" x="6851650" y="3689350"/>
          <p14:tracePt t="86103" x="6896100" y="3663950"/>
          <p14:tracePt t="86120" x="6927850" y="3644900"/>
          <p14:tracePt t="86138" x="6953250" y="3619500"/>
          <p14:tracePt t="86153" x="6965950" y="3606800"/>
          <p14:tracePt t="86170" x="6997700" y="3587750"/>
          <p14:tracePt t="86187" x="7004050" y="3581400"/>
          <p14:tracePt t="86203" x="7010400" y="3575050"/>
          <p14:tracePt t="86219" x="7016750" y="3568700"/>
          <p14:tracePt t="86252" x="7016750" y="3562350"/>
          <p14:tracePt t="86269" x="7016750" y="3556000"/>
          <p14:tracePt t="86285" x="7010400" y="3549650"/>
          <p14:tracePt t="86302" x="6997700" y="3549650"/>
          <p14:tracePt t="86320" x="6940550" y="3549650"/>
          <p14:tracePt t="86335" x="6889750" y="3549650"/>
          <p14:tracePt t="86352" x="6673850" y="3549650"/>
          <p14:tracePt t="86370" x="6362700" y="3556000"/>
          <p14:tracePt t="86386" x="6178550" y="3556000"/>
          <p14:tracePt t="86402" x="5778500" y="3568700"/>
          <p14:tracePt t="86418" x="5454650" y="3594100"/>
          <p14:tracePt t="86435" x="5327650" y="3600450"/>
          <p14:tracePt t="86452" x="5111750" y="3613150"/>
          <p14:tracePt t="86468" x="4927600" y="3644900"/>
          <p14:tracePt t="86485" x="4851400" y="3663950"/>
          <p14:tracePt t="86502" x="4692650" y="3689350"/>
          <p14:tracePt t="86518" x="4533900" y="3721100"/>
          <p14:tracePt t="86535" x="4457700" y="3740150"/>
          <p14:tracePt t="86552" x="4311650" y="3778250"/>
          <p14:tracePt t="86568" x="4165600" y="3797300"/>
          <p14:tracePt t="86585" x="4102100" y="3810000"/>
          <p14:tracePt t="86602" x="3956050" y="3848100"/>
          <p14:tracePt t="86618" x="3892550" y="3854450"/>
          <p14:tracePt t="86635" x="3746500" y="3892550"/>
          <p14:tracePt t="86651" x="3657600" y="3937000"/>
          <p14:tracePt t="86667" x="3632200" y="3975100"/>
          <p14:tracePt t="86685" x="3568700" y="4070350"/>
          <p14:tracePt t="98917" x="3575050" y="4070350"/>
          <p14:tracePt t="98924" x="3587750" y="4070350"/>
          <p14:tracePt t="98931" x="3613150" y="4070350"/>
          <p14:tracePt t="98941" x="3632200" y="4070350"/>
          <p14:tracePt t="98959" x="3702050" y="4076700"/>
          <p14:tracePt t="98975" x="3771900" y="4083050"/>
          <p14:tracePt t="98992" x="3854450" y="4083050"/>
          <p14:tracePt t="99009" x="4006850" y="4083050"/>
          <p14:tracePt t="99025" x="4083050" y="4083050"/>
          <p14:tracePt t="99042" x="4191000" y="4095750"/>
          <p14:tracePt t="99044" x="4229100" y="4095750"/>
          <p14:tracePt t="99058" x="4311650" y="4108450"/>
          <p14:tracePt t="99075" x="4387850" y="4108450"/>
          <p14:tracePt t="99092" x="4457700" y="4108450"/>
          <p14:tracePt t="99108" x="4565650" y="4121150"/>
          <p14:tracePt t="99124" x="4641850" y="4121150"/>
          <p14:tracePt t="99143" x="4749800" y="4159250"/>
          <p14:tracePt t="99158" x="4819650" y="4171950"/>
          <p14:tracePt t="99174" x="4876800" y="4184650"/>
          <p14:tracePt t="99191" x="4933950" y="4197350"/>
          <p14:tracePt t="99207" x="5003800" y="4216400"/>
          <p14:tracePt t="99224" x="5048250" y="4241800"/>
          <p14:tracePt t="99241" x="5111750" y="4273550"/>
          <p14:tracePt t="99257" x="5156200" y="4292600"/>
          <p14:tracePt t="99274" x="5187950" y="4330700"/>
          <p14:tracePt t="99291" x="5238750" y="4362450"/>
          <p14:tracePt t="99307" x="5257800" y="4394200"/>
          <p14:tracePt t="99324" x="5283200" y="4413250"/>
          <p14:tracePt t="99340" x="5289550" y="4425950"/>
          <p14:tracePt t="99357" x="5302250" y="4432300"/>
          <p14:tracePt t="99374" x="5302250" y="4438650"/>
          <p14:tracePt t="99406" x="5302250" y="4445000"/>
          <p14:tracePt t="99424" x="5308600" y="4470400"/>
          <p14:tracePt t="99440" x="5314950" y="4483100"/>
          <p14:tracePt t="99457" x="5314950" y="4508500"/>
          <p14:tracePt t="99473" x="5321300" y="4546600"/>
          <p14:tracePt t="99490" x="5321300" y="4572000"/>
          <p14:tracePt t="99507" x="5321300" y="4584700"/>
          <p14:tracePt t="99523" x="5321300" y="4597400"/>
          <p14:tracePt t="99540" x="5321300" y="4603750"/>
          <p14:tracePt t="99557" x="5321300" y="4622800"/>
          <p14:tracePt t="99573" x="5314950" y="4629150"/>
          <p14:tracePt t="99590" x="5308600" y="4641850"/>
          <p14:tracePt t="99607" x="5302250" y="4654550"/>
          <p14:tracePt t="99622" x="5302250" y="4660900"/>
          <p14:tracePt t="100161" x="5289550" y="4641850"/>
          <p14:tracePt t="100169" x="5264150" y="4610100"/>
          <p14:tracePt t="100175" x="5213350" y="4552950"/>
          <p14:tracePt t="100187" x="5175250" y="4502150"/>
          <p14:tracePt t="100204" x="5048250" y="4305300"/>
          <p14:tracePt t="100220" x="4921250" y="4121150"/>
          <p14:tracePt t="100237" x="4762500" y="3905250"/>
          <p14:tracePt t="100254" x="4502150" y="3549650"/>
          <p14:tracePt t="100270" x="4330700" y="3371850"/>
          <p14:tracePt t="100288" x="4076700" y="3130550"/>
          <p14:tracePt t="100304" x="3911600" y="2990850"/>
          <p14:tracePt t="100321" x="3759200" y="2851150"/>
          <p14:tracePt t="100339" x="3543300" y="2635250"/>
          <p14:tracePt t="100354" x="3403600" y="2520950"/>
          <p14:tracePt t="100370" x="3321050" y="2463800"/>
          <p14:tracePt t="100387" x="3251200" y="2406650"/>
          <p14:tracePt t="100403" x="3232150" y="2393950"/>
          <p14:tracePt t="100420" x="3206750" y="2374900"/>
          <p14:tracePt t="100437" x="3181350" y="2362200"/>
          <p14:tracePt t="100453" x="3162300" y="2349500"/>
          <p14:tracePt t="100471" x="3136900" y="2343150"/>
          <p14:tracePt t="100487" x="3124200" y="2330450"/>
          <p14:tracePt t="100503" x="3111500" y="2317750"/>
          <p14:tracePt t="100520" x="3092450" y="2305050"/>
          <p14:tracePt t="100536" x="3092450" y="2292350"/>
          <p14:tracePt t="100553" x="3086100" y="2279650"/>
          <p14:tracePt t="100570" x="3079750" y="2260600"/>
          <p14:tracePt t="100590" x="3073400" y="2260600"/>
          <p14:tracePt t="100611" x="3073400" y="2254250"/>
          <p14:tracePt t="100710" x="3067050" y="2254250"/>
          <p14:tracePt t="100717" x="3054350" y="2254250"/>
          <p14:tracePt t="100724" x="3041650" y="2247900"/>
          <p14:tracePt t="100735" x="3028950" y="2247900"/>
          <p14:tracePt t="100753" x="2965450" y="2222500"/>
          <p14:tracePt t="100769" x="2895600" y="2209800"/>
          <p14:tracePt t="100787" x="2819400" y="2190750"/>
          <p14:tracePt t="100802" x="2711450" y="2171700"/>
          <p14:tracePt t="100819" x="2641600" y="2159000"/>
          <p14:tracePt t="100836" x="2584450" y="2159000"/>
          <p14:tracePt t="100852" x="2546350" y="2159000"/>
          <p14:tracePt t="100868" x="2533650" y="2159000"/>
          <p14:tracePt t="100886" x="2520950" y="2165350"/>
          <p14:tracePt t="100902" x="2520950" y="2171700"/>
          <p14:tracePt t="100963" x="2520950" y="2178050"/>
          <p14:tracePt t="101033" x="2520950" y="2184400"/>
          <p14:tracePt t="101146" x="2520950" y="2190750"/>
          <p14:tracePt t="101195" x="2527300" y="2190750"/>
          <p14:tracePt t="101315" x="2533650" y="2190750"/>
          <p14:tracePt t="101321" x="2533650" y="2197100"/>
          <p14:tracePt t="101427" x="2540000" y="2203450"/>
          <p14:tracePt t="101434" x="2540000" y="2209800"/>
          <p14:tracePt t="101441" x="2546350" y="2216150"/>
          <p14:tracePt t="101455" x="2552700" y="2222500"/>
          <p14:tracePt t="101466" x="2559050" y="2235200"/>
          <p14:tracePt t="101486" x="2565400" y="2247900"/>
          <p14:tracePt t="101499" x="2571750" y="2273300"/>
          <p14:tracePt t="101516" x="2616200" y="2343150"/>
          <p14:tracePt t="101533" x="2654300" y="2457450"/>
          <p14:tracePt t="101549" x="2679700" y="2501900"/>
          <p14:tracePt t="101566" x="2698750" y="2565400"/>
          <p14:tracePt t="101583" x="2743200" y="2705100"/>
          <p14:tracePt t="101599" x="2762250" y="2749550"/>
          <p14:tracePt t="101616" x="2768600" y="2781300"/>
          <p14:tracePt t="101619" x="2768600" y="2806700"/>
          <p14:tracePt t="101632" x="2774950" y="2838450"/>
          <p14:tracePt t="101649" x="2787650" y="2876550"/>
          <p14:tracePt t="101667" x="2787650" y="2895600"/>
          <p14:tracePt t="101682" x="2794000" y="2908300"/>
          <p14:tracePt t="101699" x="2794000" y="2921000"/>
          <p14:tracePt t="101737" x="2800350" y="2921000"/>
          <p14:tracePt t="101806" x="2806700" y="2921000"/>
          <p14:tracePt t="101849" x="2813050" y="2927350"/>
          <p14:tracePt t="101856" x="2813050" y="2933700"/>
          <p14:tracePt t="101865" x="2813050" y="2940050"/>
          <p14:tracePt t="101882" x="2813050" y="2952750"/>
          <p14:tracePt t="101899" x="2825750" y="2971800"/>
          <p14:tracePt t="101915" x="2832100" y="2984500"/>
          <p14:tracePt t="101931" x="2844800" y="3022600"/>
          <p14:tracePt t="101949" x="2870200" y="3067050"/>
          <p14:tracePt t="101965" x="2876550" y="3092450"/>
          <p14:tracePt t="101981" x="2889250" y="3136900"/>
          <p14:tracePt t="101997" x="2901950" y="3168650"/>
          <p14:tracePt t="102014" x="2908300" y="3175000"/>
          <p14:tracePt t="102032" x="2914650" y="3187700"/>
          <p14:tracePt t="102048" x="2921000" y="3194050"/>
          <p14:tracePt t="102081" x="2927350" y="3200400"/>
          <p14:tracePt t="102116" x="2933700" y="3200400"/>
          <p14:tracePt t="102165" x="2933700" y="3194050"/>
          <p14:tracePt t="102187" x="2940050" y="3181350"/>
          <p14:tracePt t="102208" x="2946400" y="3175000"/>
          <p14:tracePt t="102215" x="2952750" y="3162300"/>
          <p14:tracePt t="102229" x="2959100" y="3143250"/>
          <p14:tracePt t="102236" x="2978150" y="3111500"/>
          <p14:tracePt t="102250" x="2984500" y="3073400"/>
          <p14:tracePt t="102264" x="3003550" y="3003550"/>
          <p14:tracePt t="102280" x="3041650" y="2813050"/>
          <p14:tracePt t="102297" x="3054350" y="2711450"/>
          <p14:tracePt t="102314" x="3067050" y="2495550"/>
          <p14:tracePt t="102330" x="3067050" y="2381250"/>
          <p14:tracePt t="102347" x="3060700" y="2279650"/>
          <p14:tracePt t="102364" x="3009900" y="2019300"/>
          <p14:tracePt t="102380" x="3003550" y="1962150"/>
          <p14:tracePt t="102397" x="2984500" y="1898650"/>
          <p14:tracePt t="102413" x="2971800" y="1866900"/>
          <p14:tracePt t="102430" x="2971800" y="1854200"/>
          <p14:tracePt t="102447" x="2965450" y="1854200"/>
          <p14:tracePt t="102560" x="2965450" y="1860550"/>
          <p14:tracePt t="102602" x="2965450" y="1873250"/>
          <p14:tracePt t="102624" x="2965450" y="1879600"/>
          <p14:tracePt t="102630" x="2971800" y="1885950"/>
          <p14:tracePt t="102651" x="2978150" y="1892300"/>
          <p14:tracePt t="102658" x="2984500" y="1905000"/>
          <p14:tracePt t="102672" x="2990850" y="1917700"/>
          <p14:tracePt t="102681" x="3003550" y="1943100"/>
          <p14:tracePt t="102695" x="3028950" y="1968500"/>
          <p14:tracePt t="102712" x="3105150" y="2076450"/>
          <p14:tracePt t="102729" x="3213100" y="2203450"/>
          <p14:tracePt t="102745" x="3270250" y="2273300"/>
          <p14:tracePt t="102762" x="3346450" y="2349500"/>
          <p14:tracePt t="102779" x="3511550" y="2533650"/>
          <p14:tracePt t="102795" x="3562350" y="2584450"/>
          <p14:tracePt t="102812" x="3606800" y="2628900"/>
          <p14:tracePt t="102828" x="3670300" y="2711450"/>
          <p14:tracePt t="102845" x="3727450" y="2774950"/>
          <p14:tracePt t="102862" x="3752850" y="2819400"/>
          <p14:tracePt t="102878" x="3771900" y="2832100"/>
          <p14:tracePt t="102895" x="3784600" y="2851150"/>
          <p14:tracePt t="102912" x="3784600" y="2863850"/>
          <p14:tracePt t="102928" x="3790950" y="2863850"/>
          <p14:tracePt t="102945" x="3790950" y="2870200"/>
          <p14:tracePt t="103122" x="3784600" y="2870200"/>
          <p14:tracePt t="103129" x="3778250" y="2870200"/>
          <p14:tracePt t="103144" x="3765550" y="2863850"/>
          <p14:tracePt t="103150" x="3759200" y="2851150"/>
          <p14:tracePt t="103165" x="3740150" y="2832100"/>
          <p14:tracePt t="103177" x="3702050" y="2800350"/>
          <p14:tracePt t="103194" x="3613150" y="2717800"/>
          <p14:tracePt t="103210" x="3543300" y="2660650"/>
          <p14:tracePt t="103228" x="3422650" y="2552700"/>
          <p14:tracePt t="103243" x="3308350" y="2444750"/>
          <p14:tracePt t="103260" x="3257550" y="2393950"/>
          <p14:tracePt t="103277" x="3194050" y="2336800"/>
          <p14:tracePt t="103294" x="3155950" y="2298700"/>
          <p14:tracePt t="103310" x="3149600" y="2298700"/>
          <p14:tracePt t="103327" x="3136900" y="2292350"/>
          <p14:tracePt t="103343" x="3130550" y="2286000"/>
          <p14:tracePt t="103432" x="3143250" y="2286000"/>
          <p14:tracePt t="103446" x="3149600" y="2292350"/>
          <p14:tracePt t="103452" x="3155950" y="2292350"/>
          <p14:tracePt t="103466" x="3162300" y="2298700"/>
          <p14:tracePt t="103476" x="3168650" y="2305050"/>
          <p14:tracePt t="103493" x="3181350" y="2317750"/>
          <p14:tracePt t="103510" x="3232150" y="2355850"/>
          <p14:tracePt t="103525" x="3321050" y="2425700"/>
          <p14:tracePt t="103543" x="3365500" y="2463800"/>
          <p14:tracePt t="103559" x="3486150" y="2565400"/>
          <p14:tracePt t="103576" x="3600450" y="2667000"/>
          <p14:tracePt t="103593" x="3657600" y="2717800"/>
          <p14:tracePt t="103608" x="3740150" y="2787650"/>
          <p14:tracePt t="103625" x="3803650" y="2851150"/>
          <p14:tracePt t="103643" x="3841750" y="2876550"/>
          <p14:tracePt t="103659" x="3848100" y="2889250"/>
          <p14:tracePt t="103675" x="3854450" y="2895600"/>
          <p14:tracePt t="103692" x="3860800" y="2908300"/>
          <p14:tracePt t="103762" x="3854450" y="2908300"/>
          <p14:tracePt t="103805" x="3854450" y="2901950"/>
          <p14:tracePt t="103847" x="3848100" y="2901950"/>
          <p14:tracePt t="103903" x="3848100" y="2895600"/>
          <p14:tracePt t="103938" x="3841750" y="2889250"/>
          <p14:tracePt t="103966" x="3835400" y="2882900"/>
          <p14:tracePt t="103994" x="3829050" y="2876550"/>
          <p14:tracePt t="104009" x="3822700" y="2870200"/>
          <p14:tracePt t="104015" x="3810000" y="2857500"/>
          <p14:tracePt t="104030" x="3790950" y="2844800"/>
          <p14:tracePt t="104041" x="3765550" y="2825750"/>
          <p14:tracePt t="104058" x="3676650" y="2755900"/>
          <p14:tracePt t="104074" x="3619500" y="2717800"/>
          <p14:tracePt t="104091" x="3479800" y="2622550"/>
          <p14:tracePt t="104108" x="3340100" y="2533650"/>
          <p14:tracePt t="104124" x="3270250" y="2482850"/>
          <p14:tracePt t="104140" x="3149600" y="2400300"/>
          <p14:tracePt t="104157" x="3060700" y="2349500"/>
          <p14:tracePt t="104174" x="3022600" y="2324100"/>
          <p14:tracePt t="104177" x="2990850" y="2311400"/>
          <p14:tracePt t="104190" x="2971800" y="2292350"/>
          <p14:tracePt t="104207" x="2952750" y="2286000"/>
          <p14:tracePt t="104290" x="2946400" y="2286000"/>
          <p14:tracePt t="104409" x="2946400" y="2292350"/>
          <p14:tracePt t="104452" x="2946400" y="2298700"/>
          <p14:tracePt t="104459" x="2946400" y="2305050"/>
          <p14:tracePt t="104486" x="2952750" y="2311400"/>
          <p14:tracePt t="104507" x="2965450" y="2317750"/>
          <p14:tracePt t="104522" x="2965450" y="2324100"/>
          <p14:tracePt t="104529" x="2971800" y="2324100"/>
          <p14:tracePt t="104539" x="2978150" y="2324100"/>
          <p14:tracePt t="104556" x="2984500" y="2330450"/>
          <p14:tracePt t="104572" x="2997200" y="2349500"/>
          <p14:tracePt t="104589" x="3022600" y="2368550"/>
          <p14:tracePt t="104606" x="3136900" y="2476500"/>
          <p14:tracePt t="104622" x="3181350" y="2527300"/>
          <p14:tracePt t="104639" x="3232150" y="2571750"/>
          <p14:tracePt t="104656" x="3308350" y="2654300"/>
          <p14:tracePt t="104673" x="3371850" y="2730500"/>
          <p14:tracePt t="104676" x="3397250" y="2755900"/>
          <p14:tracePt t="104705" x="3422650" y="2787650"/>
          <p14:tracePt t="104722" x="3435350" y="2813050"/>
          <p14:tracePt t="104738" x="3441700" y="2819400"/>
          <p14:tracePt t="104755" x="3454400" y="2838450"/>
          <p14:tracePt t="104772" x="3460750" y="2844800"/>
          <p14:tracePt t="105113" x="3460750" y="2851150"/>
          <p14:tracePt t="105239" x="3467100" y="2851150"/>
          <p14:tracePt t="105366" x="3467100" y="2857500"/>
          <p14:tracePt t="105373" x="3467100" y="2863850"/>
          <p14:tracePt t="105387" x="3473450" y="2870200"/>
          <p14:tracePt t="105403" x="3479800" y="2889250"/>
          <p14:tracePt t="105419" x="3486150" y="2889250"/>
          <p14:tracePt t="105437" x="3505200" y="2927350"/>
          <p14:tracePt t="105453" x="3543300" y="2990850"/>
          <p14:tracePt t="105469" x="3575050" y="3035300"/>
          <p14:tracePt t="105486" x="3625850" y="3124200"/>
          <p14:tracePt t="105502" x="3663950" y="3181350"/>
          <p14:tracePt t="105519" x="3740150" y="3282950"/>
          <p14:tracePt t="105536" x="3810000" y="3371850"/>
          <p14:tracePt t="105552" x="3848100" y="3429000"/>
          <p14:tracePt t="105570" x="3930650" y="3524250"/>
          <p14:tracePt t="105585" x="4006850" y="3625850"/>
          <p14:tracePt t="105602" x="4044950" y="3683000"/>
          <p14:tracePt t="105620" x="4114800" y="3822700"/>
          <p14:tracePt t="105636" x="4184650" y="3949700"/>
          <p14:tracePt t="105652" x="4222750" y="4006850"/>
          <p14:tracePt t="105669" x="4267200" y="4102100"/>
          <p14:tracePt t="105685" x="4330700" y="4203700"/>
          <p14:tracePt t="105702" x="4356100" y="4241800"/>
          <p14:tracePt t="105718" x="4400550" y="4318000"/>
          <p14:tracePt t="105735" x="4432300" y="4375150"/>
          <p14:tracePt t="105752" x="4438650" y="4400550"/>
          <p14:tracePt t="105768" x="4451350" y="4451350"/>
          <p14:tracePt t="105785" x="4457700" y="4470400"/>
          <p14:tracePt t="105802" x="4470400" y="4514850"/>
          <p14:tracePt t="105818" x="4470400" y="4533900"/>
          <p14:tracePt t="105835" x="4476750" y="4559300"/>
          <p14:tracePt t="105852" x="4489450" y="4597400"/>
          <p14:tracePt t="105868" x="4508500" y="4641850"/>
          <p14:tracePt t="105884" x="4514850" y="4654550"/>
          <p14:tracePt t="105901" x="4527550" y="4692650"/>
          <p14:tracePt t="105918" x="4540250" y="4730750"/>
          <p14:tracePt t="105934" x="4546600" y="4749800"/>
          <p14:tracePt t="105951" x="4546600" y="4762500"/>
          <p14:tracePt t="106379" x="4552950" y="4762500"/>
          <p14:tracePt t="106385" x="4565650" y="4762500"/>
          <p14:tracePt t="106402" x="4578350" y="4762500"/>
          <p14:tracePt t="106416" x="4597400" y="4768850"/>
          <p14:tracePt t="106433" x="4635500" y="4775200"/>
          <p14:tracePt t="106450" x="4679950" y="4781550"/>
          <p14:tracePt t="106466" x="4705350" y="4781550"/>
          <p14:tracePt t="106482" x="4749800" y="4787900"/>
          <p14:tracePt t="106499" x="4787900" y="4800600"/>
          <p14:tracePt t="106516" x="4800600" y="4800600"/>
          <p14:tracePt t="106533" x="4832350" y="4800600"/>
          <p14:tracePt t="106549" x="4857750" y="4800600"/>
          <p14:tracePt t="106566" x="4870450" y="4806950"/>
          <p14:tracePt t="106583" x="4889500" y="4806950"/>
          <p14:tracePt t="106598" x="4902200" y="4806950"/>
          <p14:tracePt t="106615" x="4908550" y="4806950"/>
          <p14:tracePt t="106632" x="4914900" y="4806950"/>
          <p14:tracePt t="106648" x="4921250" y="4800600"/>
          <p14:tracePt t="106801" x="4921250" y="4806950"/>
          <p14:tracePt t="106899" x="4927600" y="4806950"/>
          <p14:tracePt t="106920" x="4933950" y="4806950"/>
          <p14:tracePt t="106941" x="4940300" y="4806950"/>
          <p14:tracePt t="106949" x="4946650" y="4806950"/>
          <p14:tracePt t="106970" x="4953000" y="4806950"/>
          <p14:tracePt t="106984" x="4965700" y="4806950"/>
          <p14:tracePt t="106991" x="4978400" y="4806950"/>
          <p14:tracePt t="107000" x="4997450" y="4806950"/>
          <p14:tracePt t="107013" x="5016500" y="4806950"/>
          <p14:tracePt t="107031" x="5048250" y="4806950"/>
          <p14:tracePt t="107047" x="5105400" y="4800600"/>
          <p14:tracePt t="107064" x="5162550" y="4800600"/>
          <p14:tracePt t="107081" x="5181600" y="4800600"/>
          <p14:tracePt t="107097" x="5226050" y="4800600"/>
          <p14:tracePt t="107113" x="5251450" y="4794250"/>
          <p14:tracePt t="107147" x="5257800" y="4794250"/>
          <p14:tracePt t="107181" x="5264150" y="4794250"/>
          <p14:tracePt t="107300" x="5257800" y="4794250"/>
          <p14:tracePt t="107399" x="5251450" y="4794250"/>
          <p14:tracePt t="107420" x="5245100" y="4794250"/>
          <p14:tracePt t="107774" x="5251450" y="4794250"/>
          <p14:tracePt t="107803" x="5257800" y="4800600"/>
          <p14:tracePt t="107816" x="5264150" y="4800600"/>
          <p14:tracePt t="107823" x="5283200" y="4800600"/>
          <p14:tracePt t="107837" x="5314950" y="4800600"/>
          <p14:tracePt t="107847" x="5340350" y="4800600"/>
          <p14:tracePt t="107861" x="5372100" y="4800600"/>
          <p14:tracePt t="107878" x="5441950" y="4787900"/>
          <p14:tracePt t="107895" x="5505450" y="4787900"/>
          <p14:tracePt t="107911" x="5549900" y="4775200"/>
          <p14:tracePt t="107927" x="5607050" y="4775200"/>
          <p14:tracePt t="107944" x="5651500" y="4775200"/>
          <p14:tracePt t="107961" x="5676900" y="4775200"/>
          <p14:tracePt t="107978" x="5702300" y="4775200"/>
          <p14:tracePt t="107993" x="5746750" y="4775200"/>
          <p14:tracePt t="108011" x="5759450" y="4775200"/>
          <p14:tracePt t="108028" x="5778500" y="4775200"/>
          <p14:tracePt t="108045" x="5784850" y="4775200"/>
          <p14:tracePt t="108060" x="5791200" y="4768850"/>
          <p14:tracePt t="108098" x="5797550" y="4768850"/>
          <p14:tracePt t="108147" x="5803900" y="4768850"/>
          <p14:tracePt t="108196" x="5810250" y="4768850"/>
          <p14:tracePt t="108224" x="5816600" y="4768850"/>
          <p14:tracePt t="108239" x="5822950" y="4768850"/>
          <p14:tracePt t="108246" x="5829300" y="4768850"/>
          <p14:tracePt t="108267" x="5835650" y="4768850"/>
          <p14:tracePt t="108276" x="5848350" y="4775200"/>
          <p14:tracePt t="108292" x="5867400" y="4775200"/>
          <p14:tracePt t="108309" x="5905500" y="4775200"/>
          <p14:tracePt t="108326" x="5924550" y="4781550"/>
          <p14:tracePt t="108343" x="5962650" y="4781550"/>
          <p14:tracePt t="108359" x="5988050" y="4787900"/>
          <p14:tracePt t="108376" x="6000750" y="4787900"/>
          <p14:tracePt t="108393" x="6019800" y="4787900"/>
          <p14:tracePt t="108409" x="6026150" y="4787900"/>
          <p14:tracePt t="108425" x="6032500" y="4787900"/>
          <p14:tracePt t="108597" x="6019800" y="4787900"/>
          <p14:tracePt t="108604" x="6013450" y="4787900"/>
          <p14:tracePt t="108618" x="6000750" y="4781550"/>
          <p14:tracePt t="108628" x="5981700" y="4762500"/>
          <p14:tracePt t="108642" x="5943600" y="4756150"/>
          <p14:tracePt t="108658" x="5899150" y="4749800"/>
          <p14:tracePt t="108675" x="5791200" y="4724400"/>
          <p14:tracePt t="108691" x="5670550" y="4692650"/>
          <p14:tracePt t="108708" x="5619750" y="4686300"/>
          <p14:tracePt t="108725" x="5537200" y="4667250"/>
          <p14:tracePt t="108741" x="5480050" y="4667250"/>
          <p14:tracePt t="108758" x="5454650" y="4667250"/>
          <p14:tracePt t="108774" x="5441950" y="4667250"/>
          <p14:tracePt t="108791" x="5435600" y="4667250"/>
          <p14:tracePt t="108809" x="5435600" y="4673600"/>
          <p14:tracePt t="108824" x="5448300" y="4679950"/>
          <p14:tracePt t="108841" x="5486400" y="4699000"/>
          <p14:tracePt t="108859" x="5575300" y="4730750"/>
          <p14:tracePt t="108874" x="5638800" y="4749800"/>
          <p14:tracePt t="108891" x="5708650" y="4768850"/>
          <p14:tracePt t="108907" x="5930900" y="4819650"/>
          <p14:tracePt t="108924" x="6007100" y="4832350"/>
          <p14:tracePt t="108941" x="6051550" y="4838700"/>
          <p14:tracePt t="108957" x="6127750" y="4838700"/>
          <p14:tracePt t="108974" x="6159500" y="4838700"/>
          <p14:tracePt t="108991" x="6172200" y="4838700"/>
          <p14:tracePt t="109007" x="6172200" y="4832350"/>
          <p14:tracePt t="109023" x="6178550" y="4826000"/>
          <p14:tracePt t="109104" x="6172200" y="4826000"/>
          <p14:tracePt t="109159" x="6165850" y="4826000"/>
          <p14:tracePt t="109202" x="6165850" y="4832350"/>
          <p14:tracePt t="109224" x="6165850" y="4838700"/>
          <p14:tracePt t="109230" x="6159500" y="4838700"/>
          <p14:tracePt t="109239" x="6153150" y="4838700"/>
          <p14:tracePt t="109607" x="6165850" y="4838700"/>
          <p14:tracePt t="109614" x="6191250" y="4838700"/>
          <p14:tracePt t="109624" x="6229350" y="4838700"/>
          <p14:tracePt t="109638" x="6280150" y="4838700"/>
          <p14:tracePt t="109655" x="6343650" y="4838700"/>
          <p14:tracePt t="109672" x="6527800" y="4838700"/>
          <p14:tracePt t="109688" x="6591300" y="4838700"/>
          <p14:tracePt t="109706" x="6654800" y="4838700"/>
          <p14:tracePt t="109721" x="6743700" y="4838700"/>
          <p14:tracePt t="109738" x="6826250" y="4838700"/>
          <p14:tracePt t="109755" x="6864350" y="4826000"/>
          <p14:tracePt t="109770" x="6889750" y="4819650"/>
          <p14:tracePt t="109788" x="6921500" y="4813300"/>
          <p14:tracePt t="109805" x="6940550" y="4806950"/>
          <p14:tracePt t="109821" x="6946900" y="4806950"/>
          <p14:tracePt t="109837" x="6953250" y="4806950"/>
          <p14:tracePt t="109854" x="6959600" y="4806950"/>
          <p14:tracePt t="109887" x="6965950" y="4806950"/>
          <p14:tracePt t="110148" x="6959600" y="4806950"/>
          <p14:tracePt t="110374" x="6972300" y="4806950"/>
          <p14:tracePt t="110388" x="6991350" y="4806950"/>
          <p14:tracePt t="110395" x="7023100" y="4806950"/>
          <p14:tracePt t="110409" x="7061200" y="4806950"/>
          <p14:tracePt t="110418" x="7112000" y="4806950"/>
          <p14:tracePt t="110436" x="7175500" y="4806950"/>
          <p14:tracePt t="110452" x="7315200" y="4806950"/>
          <p14:tracePt t="110469" x="7480300" y="4806950"/>
          <p14:tracePt t="110486" x="7556500" y="4794250"/>
          <p14:tracePt t="110501" x="7702550" y="4787900"/>
          <p14:tracePt t="110518" x="7804150" y="4775200"/>
          <p14:tracePt t="110536" x="7899400" y="4768850"/>
          <p14:tracePt t="110552" x="7931150" y="4762500"/>
          <p14:tracePt t="110568" x="7956550" y="4762500"/>
          <p14:tracePt t="110585" x="8001000" y="4756150"/>
          <p14:tracePt t="110601" x="8013700" y="4756150"/>
          <p14:tracePt t="110618" x="8020050" y="4756150"/>
          <p14:tracePt t="110635" x="8032750" y="4756150"/>
          <p14:tracePt t="110651" x="8039100" y="4756150"/>
          <p14:tracePt t="110670" x="8045450" y="4756150"/>
          <p14:tracePt t="110711" x="8051800" y="4756150"/>
          <p14:tracePt t="110818" x="8058150" y="4756150"/>
          <p14:tracePt t="110866" x="8064500" y="4756150"/>
          <p14:tracePt t="110929" x="8070850" y="4756150"/>
          <p14:tracePt t="111007" x="8070850" y="4762500"/>
          <p14:tracePt t="111098" x="8064500" y="4762500"/>
          <p14:tracePt t="111133" x="8058150" y="4762500"/>
          <p14:tracePt t="111183" x="8051800" y="4756150"/>
          <p14:tracePt t="111218" x="8045450" y="4756150"/>
          <p14:tracePt t="111253" x="8032750" y="4756150"/>
          <p14:tracePt t="111260" x="8026400" y="4756150"/>
          <p14:tracePt t="111274" x="8007350" y="4756150"/>
          <p14:tracePt t="111282" x="7975600" y="4762500"/>
          <p14:tracePt t="111299" x="7937500" y="4768850"/>
          <p14:tracePt t="111316" x="7791450" y="4781550"/>
          <p14:tracePt t="111332" x="7575550" y="4800600"/>
          <p14:tracePt t="111349" x="7435850" y="4819650"/>
          <p14:tracePt t="111366" x="7099300" y="4857750"/>
          <p14:tracePt t="111382" x="6680200" y="4870450"/>
          <p14:tracePt t="111399" x="6438900" y="4883150"/>
          <p14:tracePt t="111415" x="6007100" y="4914900"/>
          <p14:tracePt t="111432" x="5607050" y="4940300"/>
          <p14:tracePt t="111449" x="5416550" y="4953000"/>
          <p14:tracePt t="111465" x="5118100" y="4972050"/>
          <p14:tracePt t="111482" x="4978400" y="4984750"/>
          <p14:tracePt t="111499" x="4660900" y="4997450"/>
          <p14:tracePt t="111515" x="4584700" y="5003800"/>
          <p14:tracePt t="111532" x="4508500" y="5003800"/>
          <p14:tracePt t="111549" x="4381500" y="5016500"/>
          <p14:tracePt t="111565" x="4273550" y="5003800"/>
          <p14:tracePt t="111581" x="4222750" y="5003800"/>
          <p14:tracePt t="111598" x="4127500" y="5003800"/>
          <p14:tracePt t="111615" x="4146550" y="5003800"/>
          <p14:tracePt t="112032" x="4146550" y="5010150"/>
          <p14:tracePt t="112046" x="4146550" y="5016500"/>
          <p14:tracePt t="112052" x="4140200" y="5022850"/>
          <p14:tracePt t="112088" x="4133850" y="5029200"/>
          <p14:tracePt t="112095" x="4127500" y="5035550"/>
          <p14:tracePt t="112102" x="4127500" y="5041900"/>
          <p14:tracePt t="112116" x="4121150" y="5048250"/>
          <p14:tracePt t="112137" x="4114800" y="5054600"/>
          <p14:tracePt t="112146" x="4114800" y="5060950"/>
          <p14:tracePt t="112166" x="4108450" y="5067300"/>
          <p14:tracePt t="112180" x="4108450" y="5080000"/>
          <p14:tracePt t="112196" x="4102100" y="5086350"/>
          <p14:tracePt t="112212" x="4095750" y="5092700"/>
          <p14:tracePt t="112278" x="4089400" y="5099050"/>
          <p14:tracePt t="112313" x="4083050" y="5105400"/>
          <p14:tracePt t="112418" x="4089400" y="5105400"/>
          <p14:tracePt t="112439" x="4095750" y="5111750"/>
          <p14:tracePt t="112447" x="4102100" y="5111750"/>
          <p14:tracePt t="112453" x="4114800" y="5118100"/>
          <p14:tracePt t="112475" x="4127500" y="5118100"/>
          <p14:tracePt t="112489" x="4152900" y="5124450"/>
          <p14:tracePt t="112498" x="4197350" y="5137150"/>
          <p14:tracePt t="112511" x="4260850" y="5143500"/>
          <p14:tracePt t="112528" x="4464050" y="5175250"/>
          <p14:tracePt t="112546" x="4699000" y="5207000"/>
          <p14:tracePt t="112561" x="4813300" y="5219700"/>
          <p14:tracePt t="112578" x="4914900" y="5226050"/>
          <p14:tracePt t="112595" x="5156200" y="5226050"/>
          <p14:tracePt t="112611" x="5194300" y="5226050"/>
          <p14:tracePt t="112628" x="5232400" y="5226050"/>
          <p14:tracePt t="112645" x="5264150" y="5226050"/>
          <p14:tracePt t="112661" x="5276850" y="5226050"/>
          <p14:tracePt t="112678" x="5283200" y="5226050"/>
          <p14:tracePt t="112770" x="5289550" y="5226050"/>
          <p14:tracePt t="112778" x="5295900" y="5226050"/>
          <p14:tracePt t="112819" x="5302250" y="5226050"/>
          <p14:tracePt t="112840" x="5308600" y="5232400"/>
          <p14:tracePt t="112847" x="5314950" y="5232400"/>
          <p14:tracePt t="112863" x="5321300" y="5232400"/>
          <p14:tracePt t="112877" x="5334000" y="5232400"/>
          <p14:tracePt t="112894" x="5340350" y="5232400"/>
          <p14:tracePt t="112912" x="5365750" y="5232400"/>
          <p14:tracePt t="112927" x="5378450" y="5226050"/>
          <p14:tracePt t="112943" x="5422900" y="5219700"/>
          <p14:tracePt t="112961" x="5467350" y="5213350"/>
          <p14:tracePt t="112977" x="5492750" y="5207000"/>
          <p14:tracePt t="112993" x="5530850" y="5200650"/>
          <p14:tracePt t="113010" x="5568950" y="5181600"/>
          <p14:tracePt t="113027" x="5588000" y="5181600"/>
          <p14:tracePt t="113043" x="5607050" y="5175250"/>
          <p14:tracePt t="113060" x="5619750" y="5175250"/>
          <p14:tracePt t="113093" x="5632450" y="5175250"/>
          <p14:tracePt t="113126" x="5638800" y="5175250"/>
          <p14:tracePt t="113157" x="5645150" y="5175250"/>
          <p14:tracePt t="113199" x="5651500" y="5175250"/>
          <p14:tracePt t="113227" x="5657850" y="5175250"/>
          <p14:tracePt t="113248" x="5664200" y="5175250"/>
          <p14:tracePt t="113262" x="5670550" y="5175250"/>
          <p14:tracePt t="113269" x="5683250" y="5175250"/>
          <p14:tracePt t="113283" x="5689600" y="5175250"/>
          <p14:tracePt t="113292" x="5702300" y="5175250"/>
          <p14:tracePt t="113309" x="5721350" y="5175250"/>
          <p14:tracePt t="113326" x="5772150" y="5181600"/>
          <p14:tracePt t="113342" x="5835650" y="5194300"/>
          <p14:tracePt t="113358" x="5886450" y="5194300"/>
          <p14:tracePt t="113375" x="5969000" y="5200650"/>
          <p14:tracePt t="113392" x="6038850" y="5200650"/>
          <p14:tracePt t="113409" x="6057900" y="5200650"/>
          <p14:tracePt t="113425" x="6089650" y="5200650"/>
          <p14:tracePt t="113442" x="6108700" y="5200650"/>
          <p14:tracePt t="113475" x="6115050" y="5200650"/>
          <p14:tracePt t="113755" x="6108700" y="5194300"/>
          <p14:tracePt t="113783" x="6102350" y="5194300"/>
          <p14:tracePt t="113791" x="6102350" y="5200650"/>
          <p14:tracePt t="113806" x="6115050" y="5200650"/>
          <p14:tracePt t="114061" x="6070600" y="5143500"/>
          <p14:tracePt t="114068" x="5988050" y="5016500"/>
          <p14:tracePt t="114076" x="5873750" y="4883150"/>
          <p14:tracePt t="114091" x="5727700" y="4673600"/>
          <p14:tracePt t="114106" x="5384800" y="4222750"/>
          <p14:tracePt t="114123" x="5213350" y="4006850"/>
          <p14:tracePt t="114139" x="4933950" y="3651250"/>
          <p14:tracePt t="114156" x="4749800" y="3448050"/>
          <p14:tracePt t="114173" x="4673600" y="3371850"/>
          <p14:tracePt t="114189" x="4546600" y="3244850"/>
          <p14:tracePt t="114206" x="4425950" y="3124200"/>
          <p14:tracePt t="114223" x="4311650" y="3016250"/>
          <p14:tracePt t="114238" x="4260850" y="2959100"/>
          <p14:tracePt t="114256" x="4216400" y="2908300"/>
          <p14:tracePt t="114273" x="4083050" y="2762250"/>
          <p14:tracePt t="114288" x="4044950" y="2724150"/>
          <p14:tracePt t="114306" x="4032250" y="2705100"/>
          <p14:tracePt t="114322" x="4013200" y="2692400"/>
          <p14:tracePt t="114338" x="4013200" y="2686050"/>
          <p14:tracePt t="114455" x="4013200" y="2692400"/>
          <p14:tracePt t="114469" x="4019550" y="2698750"/>
          <p14:tracePt t="114484" x="4019550" y="2705100"/>
          <p14:tracePt t="114505" x="4019550" y="2711450"/>
          <p14:tracePt t="114526" x="4019550" y="2717800"/>
          <p14:tracePt t="114539" x="4019550" y="2724150"/>
          <p14:tracePt t="114546" x="4019550" y="2730500"/>
          <p14:tracePt t="114555" x="4013200" y="2736850"/>
          <p14:tracePt t="114571" x="4013200" y="2743200"/>
          <p14:tracePt t="114588" x="4006850" y="2749550"/>
          <p14:tracePt t="114604" x="4000500" y="2787650"/>
          <p14:tracePt t="114621" x="3987800" y="2819400"/>
          <p14:tracePt t="114638" x="3968750" y="2863850"/>
          <p14:tracePt t="114655" x="3962400" y="2889250"/>
          <p14:tracePt t="114671" x="3930650" y="2946400"/>
          <p14:tracePt t="114688" x="3924300" y="2971800"/>
          <p14:tracePt t="114703" x="3911600" y="2997200"/>
          <p14:tracePt t="114721" x="3911600" y="3016250"/>
          <p14:tracePt t="114737" x="3911600" y="3028950"/>
          <p14:tracePt t="114754" x="3911600" y="3035300"/>
          <p14:tracePt t="114771" x="3930650" y="3041650"/>
          <p14:tracePt t="114787" x="3956050" y="3041650"/>
          <p14:tracePt t="114804" x="3968750" y="3041650"/>
          <p14:tracePt t="114821" x="4013200" y="3041650"/>
          <p14:tracePt t="114837" x="4114800" y="3035300"/>
          <p14:tracePt t="114853" x="4197350" y="3028950"/>
          <p14:tracePt t="114857" x="4273550" y="3028950"/>
          <p14:tracePt t="114873" x="4362450" y="3016250"/>
          <p14:tracePt t="114887" x="4464050" y="3009900"/>
          <p14:tracePt t="114903" x="4622800" y="2978150"/>
          <p14:tracePt t="114920" x="4749800" y="2959100"/>
          <p14:tracePt t="114937" x="4806950" y="2952750"/>
          <p14:tracePt t="114953" x="4864100" y="2933700"/>
          <p14:tracePt t="114970" x="4895850" y="2927350"/>
          <p14:tracePt t="114986" x="4908550" y="2921000"/>
          <p14:tracePt t="115003" x="4914900" y="2921000"/>
          <p14:tracePt t="115046" x="4914900" y="2914650"/>
          <p14:tracePt t="115067" x="4908550" y="2914650"/>
          <p14:tracePt t="115109" x="4895850" y="2914650"/>
          <p14:tracePt t="115131" x="4883150" y="2914650"/>
          <p14:tracePt t="115137" x="4870450" y="2914650"/>
          <p14:tracePt t="115153" x="4857750" y="2908300"/>
          <p14:tracePt t="115158" x="4826000" y="2908300"/>
          <p14:tracePt t="115173" x="4800600" y="2908300"/>
          <p14:tracePt t="115185" x="4749800" y="2908300"/>
          <p14:tracePt t="115202" x="4635500" y="2914650"/>
          <p14:tracePt t="115219" x="4565650" y="2921000"/>
          <p14:tracePt t="115236" x="4438650" y="2933700"/>
          <p14:tracePt t="115252" x="4337050" y="2933700"/>
          <p14:tracePt t="115269" x="4292600" y="2946400"/>
          <p14:tracePt t="115286" x="4235450" y="2965450"/>
          <p14:tracePt t="115302" x="4210050" y="2971800"/>
          <p14:tracePt t="115318" x="4197350" y="2971800"/>
          <p14:tracePt t="115335" x="4184650" y="2971800"/>
          <p14:tracePt t="115352" x="4178300" y="2978150"/>
          <p14:tracePt t="115385" x="4184650" y="2984500"/>
          <p14:tracePt t="115402" x="4210050" y="2990850"/>
          <p14:tracePt t="115419" x="4254500" y="2990850"/>
          <p14:tracePt t="115435" x="4286250" y="2990850"/>
          <p14:tracePt t="115451" x="4337050" y="2990850"/>
          <p14:tracePt t="115468" x="4552950" y="3009900"/>
          <p14:tracePt t="115485" x="4629150" y="3009900"/>
          <p14:tracePt t="115501" x="4699000" y="3016250"/>
          <p14:tracePt t="115518" x="4813300" y="3016250"/>
          <p14:tracePt t="115534" x="4883150" y="3016250"/>
          <p14:tracePt t="115551" x="4902200" y="3016250"/>
          <p14:tracePt t="115568" x="4921250" y="3016250"/>
          <p14:tracePt t="115601" x="4921250" y="3009900"/>
          <p14:tracePt t="115644" x="4914900" y="3009900"/>
          <p14:tracePt t="115652" x="4908550" y="3016250"/>
          <p14:tracePt t="115672" x="4902200" y="3016250"/>
          <p14:tracePt t="118387" x="4883150" y="3016250"/>
          <p14:tracePt t="118402" x="4845050" y="3022600"/>
          <p14:tracePt t="118410" x="4800600" y="3035300"/>
          <p14:tracePt t="118424" x="4756150" y="3048000"/>
          <p14:tracePt t="118441" x="4718050" y="3060700"/>
          <p14:tracePt t="118459" x="4572000" y="3073400"/>
          <p14:tracePt t="118474" x="4527550" y="3086100"/>
          <p14:tracePt t="118491" x="4489450" y="3086100"/>
          <p14:tracePt t="118507" x="4419600" y="3086100"/>
          <p14:tracePt t="118524" x="4356100" y="3073400"/>
          <p14:tracePt t="118541" x="4324350" y="3067050"/>
          <p14:tracePt t="118557" x="4279900" y="3060700"/>
          <p14:tracePt t="118574" x="4260850" y="3060700"/>
          <p14:tracePt t="118592" x="4248150" y="3060700"/>
          <p14:tracePt t="118607" x="4241800" y="3060700"/>
          <p14:tracePt t="118624" x="4235450" y="3060700"/>
          <p14:tracePt t="118641" x="4222750" y="3067050"/>
          <p14:tracePt t="118673" x="4222750" y="3073400"/>
          <p14:tracePt t="118781" x="4216400" y="3073400"/>
          <p14:tracePt t="118802" x="4203700" y="3073400"/>
          <p14:tracePt t="118809" x="4197350" y="3073400"/>
          <p14:tracePt t="118825" x="4191000" y="3073400"/>
          <p14:tracePt t="118844" x="4184650" y="3073400"/>
          <p14:tracePt t="118874" x="4178300" y="3073400"/>
          <p14:tracePt t="118880" x="4178300" y="3079750"/>
          <p14:tracePt t="118901" x="4171950" y="3079750"/>
          <p14:tracePt t="118970" x="4178300" y="3079750"/>
          <p14:tracePt t="118991" x="4184650" y="3086100"/>
          <p14:tracePt t="119007" x="4197350" y="3086100"/>
          <p14:tracePt t="119013" x="4210050" y="3092450"/>
          <p14:tracePt t="119027" x="4229100" y="3092450"/>
          <p14:tracePt t="119039" x="4260850" y="3111500"/>
          <p14:tracePt t="119056" x="4343400" y="3124200"/>
          <p14:tracePt t="119072" x="4387850" y="3136900"/>
          <p14:tracePt t="119089" x="4495800" y="3168650"/>
          <p14:tracePt t="119106" x="4591050" y="3206750"/>
          <p14:tracePt t="119122" x="4635500" y="3225800"/>
          <p14:tracePt t="119139" x="4711700" y="3257550"/>
          <p14:tracePt t="119155" x="4743450" y="3276600"/>
          <p14:tracePt t="119172" x="4756150" y="3282950"/>
          <p14:tracePt t="119189" x="4768850" y="3289300"/>
          <p14:tracePt t="119252" x="4762500" y="3282950"/>
          <p14:tracePt t="119302" x="4756150" y="3276600"/>
          <p14:tracePt t="119322" x="4749800" y="3276600"/>
          <p14:tracePt t="119336" x="4743450" y="3276600"/>
          <p14:tracePt t="119344" x="4730750" y="3276600"/>
          <p14:tracePt t="119354" x="4724400" y="3276600"/>
          <p14:tracePt t="119372" x="4692650" y="3282950"/>
          <p14:tracePt t="119388" x="4667250" y="3282950"/>
          <p14:tracePt t="119404" x="4635500" y="3289300"/>
          <p14:tracePt t="119421" x="4578350" y="3295650"/>
          <p14:tracePt t="119438" x="4527550" y="3308350"/>
          <p14:tracePt t="119454" x="4495800" y="3314700"/>
          <p14:tracePt t="119471" x="4445000" y="3340100"/>
          <p14:tracePt t="119487" x="4425950" y="3352800"/>
          <p14:tracePt t="119504" x="4387850" y="3378200"/>
          <p14:tracePt t="119520" x="4362450" y="3429000"/>
          <p14:tracePt t="119537" x="4330700" y="3486150"/>
          <p14:tracePt t="119555" x="4305300" y="3568700"/>
          <p14:tracePt t="119570" x="4298950" y="3619500"/>
          <p14:tracePt t="119587" x="4298950" y="3746500"/>
          <p14:tracePt t="119604" x="4298950" y="3867150"/>
          <p14:tracePt t="119620" x="4305300" y="3905250"/>
          <p14:tracePt t="119637" x="4337050" y="3949700"/>
          <p14:tracePt t="120018" x="4356100" y="3930650"/>
          <p14:tracePt t="120033" x="4381500" y="3917950"/>
          <p14:tracePt t="120047" x="4400550" y="3898900"/>
          <p14:tracePt t="120055" x="4432300" y="3873500"/>
          <p14:tracePt t="120069" x="4470400" y="3848100"/>
          <p14:tracePt t="120085" x="4502150" y="3822700"/>
          <p14:tracePt t="120102" x="4565650" y="3765550"/>
          <p14:tracePt t="120118" x="4616450" y="3708400"/>
          <p14:tracePt t="120135" x="4629150" y="3695700"/>
          <p14:tracePt t="120152" x="4667250" y="3651250"/>
          <p14:tracePt t="120168" x="4699000" y="3606800"/>
          <p14:tracePt t="120185" x="4718050" y="3575050"/>
          <p14:tracePt t="120202" x="4737100" y="3536950"/>
          <p14:tracePt t="120218" x="4756150" y="3492500"/>
          <p14:tracePt t="120235" x="4762500" y="3479800"/>
          <p14:tracePt t="120252" x="4775200" y="3467100"/>
          <p14:tracePt t="120268" x="4775200" y="3460750"/>
          <p14:tracePt t="120356" x="4775200" y="3473450"/>
          <p14:tracePt t="120370" x="4775200" y="3486150"/>
          <p14:tracePt t="120385" x="4775200" y="3498850"/>
          <p14:tracePt t="120391" x="4794250" y="3536950"/>
          <p14:tracePt t="120401" x="4800600" y="3594100"/>
          <p14:tracePt t="120417" x="4845050" y="3683000"/>
          <p14:tracePt t="120434" x="4933950" y="3949700"/>
          <p14:tracePt t="120451" x="5041900" y="4248150"/>
          <p14:tracePt t="120467" x="5105400" y="4413250"/>
          <p14:tracePt t="120471" x="5162550" y="4578350"/>
          <p14:tracePt t="120484" x="5213350" y="4711700"/>
          <p14:tracePt t="120501" x="5270500" y="4908550"/>
          <p14:tracePt t="120519" x="5321300" y="5035550"/>
          <p14:tracePt t="120534" x="5327650" y="5060950"/>
          <p14:tracePt t="120550" x="5334000" y="5080000"/>
          <p14:tracePt t="120568" x="5340350" y="5105400"/>
          <p14:tracePt t="120600" x="5340350" y="5111750"/>
          <p14:tracePt t="120680" x="5346700" y="5118100"/>
          <p14:tracePt t="120701" x="5353050" y="5118100"/>
          <p14:tracePt t="120729" x="5359400" y="5118100"/>
          <p14:tracePt t="120751" x="5365750" y="5118100"/>
          <p14:tracePt t="120764" x="5372100" y="5124450"/>
          <p14:tracePt t="120771" x="5378450" y="5130800"/>
          <p14:tracePt t="120783" x="5384800" y="5137150"/>
          <p14:tracePt t="120800" x="5416550" y="5143500"/>
          <p14:tracePt t="120816" x="5448300" y="5149850"/>
          <p14:tracePt t="120833" x="5467350" y="5156200"/>
          <p14:tracePt t="120849" x="5575300" y="5181600"/>
          <p14:tracePt t="120866" x="5619750" y="5187950"/>
          <p14:tracePt t="120883" x="5657850" y="5187950"/>
          <p14:tracePt t="120899" x="5727700" y="5194300"/>
          <p14:tracePt t="120916" x="5803900" y="5194300"/>
          <p14:tracePt t="120934" x="5880100" y="5194300"/>
          <p14:tracePt t="120949" x="5924550" y="5194300"/>
          <p14:tracePt t="120966" x="5981700" y="5194300"/>
          <p14:tracePt t="120983" x="6038850" y="5194300"/>
          <p14:tracePt t="120999" x="6057900" y="5194300"/>
          <p14:tracePt t="121016" x="6096000" y="5194300"/>
          <p14:tracePt t="121032" x="6121400" y="5194300"/>
          <p14:tracePt t="121049" x="6127750" y="5194300"/>
          <p14:tracePt t="121066" x="6140450" y="5194300"/>
          <p14:tracePt t="121117" x="6134100" y="5194300"/>
          <p14:tracePt t="121130" x="6127750" y="5194300"/>
          <p14:tracePt t="121144" x="6121400" y="5194300"/>
          <p14:tracePt t="121172" x="6115050" y="5194300"/>
          <p14:tracePt t="121221" x="6108700" y="5194300"/>
          <p14:tracePt t="121235" x="6102350" y="5194300"/>
          <p14:tracePt t="121257" x="6096000" y="5187950"/>
          <p14:tracePt t="121264" x="6089650" y="5187950"/>
          <p14:tracePt t="121271" x="6076950" y="5187950"/>
          <p14:tracePt t="121285" x="6064250" y="5181600"/>
          <p14:tracePt t="121298" x="6051550" y="5181600"/>
          <p14:tracePt t="121314" x="6007100" y="5175250"/>
          <p14:tracePt t="121331" x="5981700" y="5168900"/>
          <p14:tracePt t="121348" x="5937250" y="5162550"/>
          <p14:tracePt t="121364" x="5892800" y="5156200"/>
          <p14:tracePt t="121381" x="5873750" y="5156200"/>
          <p14:tracePt t="121398" x="5848350" y="5156200"/>
          <p14:tracePt t="121414" x="5829300" y="5156200"/>
          <p14:tracePt t="121467" x="5835650" y="5156200"/>
          <p14:tracePt t="121475" x="5842000" y="5156200"/>
          <p14:tracePt t="121483" x="5848350" y="5156200"/>
          <p14:tracePt t="121503" x="5861050" y="5156200"/>
          <p14:tracePt t="121517" x="5867400" y="5156200"/>
          <p14:tracePt t="121531" x="5880100" y="5156200"/>
          <p14:tracePt t="121547" x="5911850" y="5156200"/>
          <p14:tracePt t="121563" x="5930900" y="5156200"/>
          <p14:tracePt t="121581" x="5975350" y="5162550"/>
          <p14:tracePt t="121597" x="6000750" y="5162550"/>
          <p14:tracePt t="121613" x="6013450" y="5162550"/>
          <p14:tracePt t="121630" x="6026150" y="5162550"/>
          <p14:tracePt t="121647" x="6026150" y="5156200"/>
          <p14:tracePt t="121714" x="6019800" y="5156200"/>
          <p14:tracePt t="121727" x="6007100" y="5156200"/>
          <p14:tracePt t="121734" x="5994400" y="5149850"/>
          <p14:tracePt t="121750" x="5981700" y="5149850"/>
          <p14:tracePt t="121763" x="5924550" y="5149850"/>
          <p14:tracePt t="121779" x="5886450" y="5143500"/>
          <p14:tracePt t="121796" x="5848350" y="5143500"/>
          <p14:tracePt t="121813" x="5753100" y="5130800"/>
          <p14:tracePt t="121829" x="5676900" y="5130800"/>
          <p14:tracePt t="121846" x="5645150" y="5130800"/>
          <p14:tracePt t="121862" x="5607050" y="5124450"/>
          <p14:tracePt t="121879" x="5581650" y="5124450"/>
          <p14:tracePt t="121897" x="5568950" y="5124450"/>
          <p14:tracePt t="121913" x="5562600" y="5124450"/>
          <p14:tracePt t="121946" x="5549900" y="5130800"/>
          <p14:tracePt t="121962" x="5524500" y="5130800"/>
          <p14:tracePt t="121979" x="5480050" y="5124450"/>
          <p14:tracePt t="121996" x="5372100" y="5105400"/>
          <p14:tracePt t="122012" x="5302250" y="5092700"/>
          <p14:tracePt t="122029" x="5213350" y="5086350"/>
          <p14:tracePt t="122045" x="4933950" y="5067300"/>
          <p14:tracePt t="122062" x="4857750" y="5067300"/>
          <p14:tracePt t="122079" x="4737100" y="5048250"/>
          <p14:tracePt t="122095" x="4699000" y="5048250"/>
          <p14:tracePt t="122112" x="4629150" y="5048250"/>
          <p14:tracePt t="122129" x="4584700" y="5048250"/>
          <p14:tracePt t="122145" x="4572000" y="5048250"/>
          <p14:tracePt t="122161" x="4559300" y="5054600"/>
          <p14:tracePt t="122226" x="4552950" y="5060950"/>
          <p14:tracePt t="122326" x="4565650" y="5060950"/>
          <p14:tracePt t="122340" x="4572000" y="5060950"/>
          <p14:tracePt t="122347" x="4584700" y="5060950"/>
          <p14:tracePt t="122363" x="4603750" y="5060950"/>
          <p14:tracePt t="122378" x="4635500" y="5060950"/>
          <p14:tracePt t="122394" x="4749800" y="5067300"/>
          <p14:tracePt t="122411" x="4914900" y="5080000"/>
          <p14:tracePt t="122427" x="5029200" y="5086350"/>
          <p14:tracePt t="122445" x="5283200" y="5099050"/>
          <p14:tracePt t="122460" x="5549900" y="5099050"/>
          <p14:tracePt t="122477" x="5670550" y="5099050"/>
          <p14:tracePt t="122495" x="5886450" y="5099050"/>
          <p14:tracePt t="122510" x="6000750" y="5099050"/>
          <p14:tracePt t="122527" x="6032500" y="5099050"/>
          <p14:tracePt t="122544" x="6064250" y="5092700"/>
          <p14:tracePt t="122561" x="6083300" y="5086350"/>
          <p14:tracePt t="122628" x="6076950" y="5086350"/>
          <p14:tracePt t="122663" x="6070600" y="5086350"/>
          <p14:tracePt t="122670" x="6057900" y="5086350"/>
          <p14:tracePt t="122679" x="6026150" y="5086350"/>
          <p14:tracePt t="122693" x="5988050" y="5092700"/>
          <p14:tracePt t="122710" x="5937250" y="5092700"/>
          <p14:tracePt t="122727" x="5759450" y="5092700"/>
          <p14:tracePt t="122743" x="5543550" y="5086350"/>
          <p14:tracePt t="122759" x="5429250" y="5080000"/>
          <p14:tracePt t="122776" x="5175250" y="5067300"/>
          <p14:tracePt t="122793" x="4927600" y="5067300"/>
          <p14:tracePt t="122809" x="4826000" y="5060950"/>
          <p14:tracePt t="122826" x="4648200" y="5060950"/>
          <p14:tracePt t="122842" x="4489450" y="5060950"/>
          <p14:tracePt t="122861" x="4381500" y="5080000"/>
          <p14:tracePt t="122876" x="4356100" y="5086350"/>
          <p14:tracePt t="122892" x="4330700" y="5092700"/>
          <p14:tracePt t="122910" x="4318000" y="5099050"/>
          <p14:tracePt t="123001" x="4324350" y="5099050"/>
          <p14:tracePt t="123015" x="4324350" y="5092700"/>
          <p14:tracePt t="123022" x="4337050" y="5092700"/>
          <p14:tracePt t="123029" x="4349750" y="5092700"/>
          <p14:tracePt t="123044" x="4375150" y="5086350"/>
          <p14:tracePt t="123058" x="4400550" y="5086350"/>
          <p14:tracePt t="123075" x="4489450" y="5086350"/>
          <p14:tracePt t="123092" x="4629150" y="5080000"/>
          <p14:tracePt t="123108" x="4724400" y="5080000"/>
          <p14:tracePt t="123125" x="4927600" y="5080000"/>
          <p14:tracePt t="123142" x="5149850" y="5080000"/>
          <p14:tracePt t="123158" x="5257800" y="5067300"/>
          <p14:tracePt t="123175" x="5435600" y="5054600"/>
          <p14:tracePt t="123191" x="5575300" y="5054600"/>
          <p14:tracePt t="123208" x="5626100" y="5048250"/>
          <p14:tracePt t="123225" x="5657850" y="5048250"/>
          <p14:tracePt t="123241" x="5695950" y="5035550"/>
          <p14:tracePt t="123282" x="5689600" y="5035550"/>
          <p14:tracePt t="123303" x="5683250" y="5035550"/>
          <p14:tracePt t="123311" x="5670550" y="5035550"/>
          <p14:tracePt t="123327" x="5657850" y="5029200"/>
          <p14:tracePt t="123341" x="5626100" y="5022850"/>
          <p14:tracePt t="123357" x="5524500" y="5010150"/>
          <p14:tracePt t="123374" x="5353050" y="5003800"/>
          <p14:tracePt t="123391" x="5238750" y="4991100"/>
          <p14:tracePt t="123407" x="4965700" y="4984750"/>
          <p14:tracePt t="123424" x="4667250" y="4972050"/>
          <p14:tracePt t="123440" x="4527550" y="4972050"/>
          <p14:tracePt t="123458" x="4292600" y="4972050"/>
          <p14:tracePt t="123474" x="4146550" y="4972050"/>
          <p14:tracePt t="123491" x="4095750" y="4972050"/>
          <p14:tracePt t="123507" x="4044950" y="4972050"/>
          <p14:tracePt t="123523" x="4013200" y="4972050"/>
          <p14:tracePt t="123540" x="4006850" y="4978400"/>
          <p14:tracePt t="123557" x="4000500" y="4997450"/>
          <p14:tracePt t="123573" x="4000500" y="5010150"/>
          <p14:tracePt t="124155" x="3949700" y="4997450"/>
          <p14:tracePt t="124169" x="3886200" y="4972050"/>
          <p14:tracePt t="124176" x="3816350" y="4940300"/>
          <p14:tracePt t="124191" x="3721100" y="4908550"/>
          <p14:tracePt t="124205" x="3530600" y="4845050"/>
          <p14:tracePt t="124221" x="3422650" y="4813300"/>
          <p14:tracePt t="124238" x="3346450" y="4787900"/>
          <p14:tracePt t="124254" x="3143250" y="4718050"/>
          <p14:tracePt t="124271" x="3111500" y="4705350"/>
          <p14:tracePt t="124288" x="3092450" y="4699000"/>
          <p14:tracePt t="124304" x="3073400" y="4692650"/>
          <p14:tracePt t="124321" x="3060700" y="4692650"/>
          <p14:tracePt t="124387" x="3060700" y="4686300"/>
          <p14:tracePt t="124690" x="3067050" y="4686300"/>
          <p14:tracePt t="124718" x="3073400" y="4686300"/>
          <p14:tracePt t="124732" x="3079750" y="4686300"/>
          <p14:tracePt t="124739" x="3086100" y="4686300"/>
          <p14:tracePt t="124755" x="3098800" y="4686300"/>
          <p14:tracePt t="124769" x="3124200" y="4686300"/>
          <p14:tracePt t="124786" x="3149600" y="4686300"/>
          <p14:tracePt t="124803" x="3168650" y="4686300"/>
          <p14:tracePt t="124819" x="3225800" y="4686300"/>
          <p14:tracePt t="124836" x="3295650" y="4686300"/>
          <p14:tracePt t="124852" x="3346450" y="4686300"/>
          <p14:tracePt t="124869" x="3371850" y="4686300"/>
          <p14:tracePt t="124886" x="3403600" y="4686300"/>
          <p14:tracePt t="124902" x="3422650" y="4692650"/>
          <p14:tracePt t="124919" x="3429000" y="4692650"/>
          <p14:tracePt t="124936" x="3435350" y="4692650"/>
          <p14:tracePt t="124952" x="3435350" y="4699000"/>
          <p14:tracePt t="124986" x="3441700" y="4705350"/>
          <p14:tracePt t="125001" x="3441700" y="4711700"/>
          <p14:tracePt t="125021" x="3448050" y="4724400"/>
          <p14:tracePt t="125037" x="3454400" y="4724400"/>
          <p14:tracePt t="125051" x="3460750" y="4730750"/>
          <p14:tracePt t="125068" x="3467100" y="4737100"/>
          <p14:tracePt t="125084" x="3486150" y="4749800"/>
          <p14:tracePt t="125102" x="3505200" y="4775200"/>
          <p14:tracePt t="125119" x="3600450" y="4889500"/>
          <p14:tracePt t="125135" x="3638550" y="4933950"/>
          <p14:tracePt t="125151" x="3683000" y="4978400"/>
          <p14:tracePt t="125168" x="3746500" y="5073650"/>
          <p14:tracePt t="125184" x="3784600" y="5137150"/>
          <p14:tracePt t="125201" x="3790950" y="5156200"/>
          <p14:tracePt t="125218" x="3810000" y="5175250"/>
          <p14:tracePt t="125234" x="3816350" y="5187950"/>
          <p14:tracePt t="125251" x="3822700" y="5194300"/>
          <p14:tracePt t="125268" x="3829050" y="5194300"/>
          <p14:tracePt t="125284" x="3835400" y="5194300"/>
          <p14:tracePt t="125317" x="3841750" y="5194300"/>
          <p14:tracePt t="125334" x="3848100" y="5194300"/>
          <p14:tracePt t="125353" x="3854450" y="5194300"/>
          <p14:tracePt t="125372" x="3860800" y="5187950"/>
          <p14:tracePt t="125387" x="3867150" y="5187950"/>
          <p14:tracePt t="125401" x="3873500" y="5181600"/>
          <p14:tracePt t="125417" x="3886200" y="5181600"/>
          <p14:tracePt t="125434" x="3892550" y="5175250"/>
          <p14:tracePt t="125450" x="3930650" y="5162550"/>
          <p14:tracePt t="125466" x="4013200" y="5149850"/>
          <p14:tracePt t="125484" x="4064000" y="5130800"/>
          <p14:tracePt t="125500" x="4184650" y="5099050"/>
          <p14:tracePt t="125516" x="4330700" y="5073650"/>
          <p14:tracePt t="125534" x="4464050" y="5035550"/>
          <p14:tracePt t="125550" x="4527550" y="5022850"/>
          <p14:tracePt t="125567" x="4622800" y="5010150"/>
          <p14:tracePt t="125584" x="4673600" y="4991100"/>
          <p14:tracePt t="125600" x="4686300" y="4991100"/>
          <p14:tracePt t="125616" x="4699000" y="4991100"/>
          <p14:tracePt t="125649" x="4692650" y="4991100"/>
          <p14:tracePt t="125666" x="4686300" y="4991100"/>
          <p14:tracePt t="126006" x="4705350" y="4991100"/>
          <p14:tracePt t="126013" x="4743450" y="4997450"/>
          <p14:tracePt t="126027" x="4800600" y="5003800"/>
          <p14:tracePt t="126035" x="4864100" y="5003800"/>
          <p14:tracePt t="126050" x="4927600" y="5016500"/>
          <p14:tracePt t="126065" x="5003800" y="5022850"/>
          <p14:tracePt t="126081" x="5187950" y="5041900"/>
          <p14:tracePt t="126098" x="5391150" y="5073650"/>
          <p14:tracePt t="126114" x="5492750" y="5086350"/>
          <p14:tracePt t="126131" x="5689600" y="5118100"/>
          <p14:tracePt t="126148" x="5854700" y="5143500"/>
          <p14:tracePt t="126164" x="5924550" y="5156200"/>
          <p14:tracePt t="126182" x="6013450" y="5162550"/>
          <p14:tracePt t="126197" x="6076950" y="5168900"/>
          <p14:tracePt t="126214" x="6083300" y="5168900"/>
          <p14:tracePt t="126231" x="6096000" y="5168900"/>
          <p14:tracePt t="126364" x="6089650" y="5168900"/>
          <p14:tracePt t="126407" x="6083300" y="5168900"/>
          <p14:tracePt t="126428" x="6076950" y="5168900"/>
          <p14:tracePt t="126470" x="6070600" y="5168900"/>
          <p14:tracePt t="126477" x="6064250" y="5168900"/>
          <p14:tracePt t="126491" x="6057900" y="5168900"/>
          <p14:tracePt t="126499" x="6045200" y="5168900"/>
          <p14:tracePt t="126513" x="6019800" y="5162550"/>
          <p14:tracePt t="126530" x="5962650" y="5162550"/>
          <p14:tracePt t="126547" x="5918200" y="5162550"/>
          <p14:tracePt t="126563" x="5803900" y="5162550"/>
          <p14:tracePt t="126579" x="5645150" y="5149850"/>
          <p14:tracePt t="126598" x="5492750" y="5149850"/>
          <p14:tracePt t="126613" x="5429250" y="5149850"/>
          <p14:tracePt t="126629" x="5365750" y="5149850"/>
          <p14:tracePt t="126646" x="5226050" y="5149850"/>
          <p14:tracePt t="126663" x="5194300" y="5149850"/>
          <p14:tracePt t="126679" x="5175250" y="5149850"/>
          <p14:tracePt t="126696" x="5143500" y="5149850"/>
          <p14:tracePt t="126712" x="5111750" y="5149850"/>
          <p14:tracePt t="126729" x="5073650" y="5149850"/>
          <p14:tracePt t="126746" x="5060950" y="5149850"/>
          <p14:tracePt t="127354" x="5080000" y="5149850"/>
          <p14:tracePt t="127361" x="5118100" y="5149850"/>
          <p14:tracePt t="127375" x="5156200" y="5149850"/>
          <p14:tracePt t="127383" x="5187950" y="5156200"/>
          <p14:tracePt t="127393" x="5226050" y="5168900"/>
          <p14:tracePt t="127411" x="5295900" y="5175250"/>
          <p14:tracePt t="127427" x="5334000" y="5175250"/>
          <p14:tracePt t="127443" x="5372100" y="5181600"/>
          <p14:tracePt t="127461" x="5480050" y="5181600"/>
          <p14:tracePt t="127476" x="5511800" y="5181600"/>
          <p14:tracePt t="127493" x="5549900" y="5181600"/>
          <p14:tracePt t="127510" x="5594350" y="5181600"/>
          <p14:tracePt t="127526" x="5632450" y="5175250"/>
          <p14:tracePt t="127543" x="5638800" y="5175250"/>
          <p14:tracePt t="127560" x="5664200" y="5175250"/>
          <p14:tracePt t="127576" x="5695950" y="5175250"/>
          <p14:tracePt t="127593" x="5715000" y="5175250"/>
          <p14:tracePt t="127609" x="5721350" y="5175250"/>
          <p14:tracePt t="127626" x="5740400" y="5175250"/>
          <p14:tracePt t="127656" x="5746750" y="5168900"/>
          <p14:tracePt t="127671" x="5753100" y="5168900"/>
          <p14:tracePt t="127693" x="5759450" y="5168900"/>
          <p14:tracePt t="127727" x="5765800" y="5168900"/>
          <p14:tracePt t="127783" x="5772150" y="5168900"/>
          <p14:tracePt t="127804" x="5784850" y="5168900"/>
          <p14:tracePt t="127826" x="5784850" y="5162550"/>
          <p14:tracePt t="127833" x="5791200" y="5162550"/>
          <p14:tracePt t="127847" x="5797550" y="5162550"/>
          <p14:tracePt t="127859" x="5803900" y="5162550"/>
          <p14:tracePt t="127875" x="5816600" y="5162550"/>
          <p14:tracePt t="127892" x="5822950" y="5162550"/>
          <p14:tracePt t="127908" x="5842000" y="5156200"/>
          <p14:tracePt t="127925" x="5873750" y="5156200"/>
          <p14:tracePt t="127941" x="5886450" y="5156200"/>
          <p14:tracePt t="127959" x="5911850" y="5143500"/>
          <p14:tracePt t="127975" x="5937250" y="5130800"/>
          <p14:tracePt t="127991" x="5943600" y="5130800"/>
          <p14:tracePt t="128009" x="5949950" y="5124450"/>
          <p14:tracePt t="128025" x="5949950" y="5111750"/>
          <p14:tracePt t="128058" x="5937250" y="5105400"/>
          <p14:tracePt t="128074" x="5937250" y="5099050"/>
          <p14:tracePt t="128091" x="5911850" y="5086350"/>
          <p14:tracePt t="128108" x="5842000" y="5073650"/>
          <p14:tracePt t="128124" x="5797550" y="5067300"/>
          <p14:tracePt t="128141" x="5670550" y="5054600"/>
          <p14:tracePt t="128157" x="5537200" y="5060950"/>
          <p14:tracePt t="128174" x="5473700" y="5060950"/>
          <p14:tracePt t="128191" x="5378450" y="5073650"/>
          <p14:tracePt t="128207" x="5327650" y="5092700"/>
          <p14:tracePt t="128224" x="5308600" y="5099050"/>
          <p14:tracePt t="128241" x="5289550" y="5105400"/>
          <p14:tracePt t="128257" x="5276850" y="5105400"/>
          <p14:tracePt t="128290" x="5276850" y="5118100"/>
          <p14:tracePt t="128307" x="5276850" y="5124450"/>
          <p14:tracePt t="128340" x="5283200" y="5137150"/>
          <p14:tracePt t="128357" x="5289550" y="5143500"/>
          <p14:tracePt t="128374" x="5327650" y="5162550"/>
          <p14:tracePt t="128390" x="5346700" y="5175250"/>
          <p14:tracePt t="128407" x="5372100" y="5187950"/>
          <p14:tracePt t="128424" x="5422900" y="5219700"/>
          <p14:tracePt t="128440" x="5486400" y="5257800"/>
          <p14:tracePt t="128457" x="5518150" y="5276850"/>
          <p14:tracePt t="128473" x="5588000" y="5295900"/>
          <p14:tracePt t="128490" x="5657850" y="5308600"/>
          <p14:tracePt t="128507" x="5740400" y="5308600"/>
          <p14:tracePt t="128523" x="5765800" y="5302250"/>
          <p14:tracePt t="128540" x="5810250" y="5289550"/>
          <p14:tracePt t="128557" x="5842000" y="5276850"/>
          <p14:tracePt t="128573" x="5854700" y="5270500"/>
          <p14:tracePt t="128589" x="5867400" y="5251450"/>
          <p14:tracePt t="128606" x="5873750" y="5245100"/>
          <p14:tracePt t="128622" x="5873750" y="5238750"/>
          <p14:tracePt t="128639" x="5873750" y="5232400"/>
          <p14:tracePt t="128642" x="5880100" y="5226050"/>
          <p14:tracePt t="128656" x="5880100" y="5213350"/>
          <p14:tracePt t="128672" x="5880100" y="5207000"/>
          <p14:tracePt t="128689" x="5873750" y="5207000"/>
          <p14:tracePt t="128705" x="5873750" y="5200650"/>
          <p14:tracePt t="128722" x="5867400" y="5194300"/>
          <p14:tracePt t="128739" x="5861050" y="5194300"/>
          <p14:tracePt t="128755" x="5854700" y="5194300"/>
          <p14:tracePt t="128772" x="5848350" y="5181600"/>
          <p14:tracePt t="128789" x="5829300" y="5168900"/>
          <p14:tracePt t="128805" x="5810250" y="5162550"/>
          <p14:tracePt t="128822" x="5759450" y="5143500"/>
          <p14:tracePt t="128839" x="5695950" y="5124450"/>
          <p14:tracePt t="128855" x="5670550" y="5118100"/>
          <p14:tracePt t="128872" x="5600700" y="5111750"/>
          <p14:tracePt t="128888" x="5530850" y="5111750"/>
          <p14:tracePt t="128904" x="5492750" y="5118100"/>
          <p14:tracePt t="128922" x="5435600" y="5137150"/>
          <p14:tracePt t="128937" x="5365750" y="5175250"/>
          <p14:tracePt t="128954" x="5353050" y="5194300"/>
          <p14:tracePt t="128972" x="5327650" y="5219700"/>
          <p14:tracePt t="128988" x="5321300" y="5232400"/>
          <p14:tracePt t="129004" x="5314950" y="5245100"/>
          <p14:tracePt t="129021" x="5308600" y="5257800"/>
          <p14:tracePt t="129038" x="5308600" y="5264150"/>
          <p14:tracePt t="129054" x="5314950" y="5270500"/>
          <p14:tracePt t="129071" x="5334000" y="5276850"/>
          <p14:tracePt t="129088" x="5340350" y="5276850"/>
          <p14:tracePt t="129105" x="5353050" y="5283200"/>
          <p14:tracePt t="129120" x="5378450" y="5283200"/>
          <p14:tracePt t="129137" x="5391150" y="5283200"/>
          <p14:tracePt t="129140" x="5403850" y="5283200"/>
          <p14:tracePt t="129155" x="5422900" y="5283200"/>
          <p14:tracePt t="129170" x="5467350" y="5270500"/>
          <p14:tracePt t="129187" x="5492750" y="5264150"/>
          <p14:tracePt t="129205" x="5537200" y="5238750"/>
          <p14:tracePt t="129220" x="5575300" y="5207000"/>
          <p14:tracePt t="129237" x="5581650" y="5187950"/>
          <p14:tracePt t="129254" x="5594350" y="5156200"/>
          <p14:tracePt t="129270" x="5600700" y="5143500"/>
          <p14:tracePt t="129288" x="5607050" y="5105400"/>
          <p14:tracePt t="129303" x="5607050" y="5092700"/>
          <p14:tracePt t="129320" x="5607050" y="5086350"/>
          <p14:tracePt t="129337" x="5607050" y="5067300"/>
          <p14:tracePt t="129353" x="5607050" y="5060950"/>
          <p14:tracePt t="129370" x="5600700" y="5060950"/>
          <p14:tracePt t="129387" x="5600700" y="5054600"/>
          <p14:tracePt t="129403" x="5594350" y="5048250"/>
          <p14:tracePt t="129420" x="5588000" y="5048250"/>
          <p14:tracePt t="129437" x="5575300" y="5048250"/>
          <p14:tracePt t="129453" x="5568950" y="5048250"/>
          <p14:tracePt t="129470" x="5562600" y="5048250"/>
          <p14:tracePt t="129486" x="5556250" y="5048250"/>
          <p14:tracePt t="129502" x="5543550" y="5048250"/>
          <p14:tracePt t="129520" x="5524500" y="5048250"/>
          <p14:tracePt t="129536" x="5511800" y="5048250"/>
          <p14:tracePt t="129553" x="5499100" y="5054600"/>
          <p14:tracePt t="129570" x="5454650" y="5080000"/>
          <p14:tracePt t="129586" x="5448300" y="5086350"/>
          <p14:tracePt t="129602" x="5435600" y="5092700"/>
          <p14:tracePt t="129619" x="5416550" y="5105400"/>
          <p14:tracePt t="129636" x="5403850" y="5118100"/>
          <p14:tracePt t="129652" x="5397500" y="5124450"/>
          <p14:tracePt t="129655" x="5397500" y="5130800"/>
          <p14:tracePt t="129669" x="5397500" y="5137150"/>
          <p14:tracePt t="129686" x="5397500" y="5143500"/>
          <p14:tracePt t="129705" x="5397500" y="5149850"/>
          <p14:tracePt t="129781" x="5397500" y="5156200"/>
          <p14:tracePt t="129816" x="5397500" y="5162550"/>
          <p14:tracePt t="129851" x="5397500" y="5168900"/>
          <p14:tracePt t="129886" x="5403850" y="5175250"/>
          <p14:tracePt t="129914" x="5410200" y="5175250"/>
          <p14:tracePt t="129921" x="5416550" y="5175250"/>
          <p14:tracePt t="129956" x="5422900" y="5175250"/>
          <p14:tracePt t="129963" x="5429250" y="5175250"/>
          <p14:tracePt t="129992" x="5435600" y="5181600"/>
          <p14:tracePt t="130006" x="5441950" y="5181600"/>
          <p14:tracePt t="130013" x="5441950" y="5187950"/>
          <p14:tracePt t="130027" x="5448300" y="5187950"/>
          <p14:tracePt t="130035" x="5461000" y="5187950"/>
          <p14:tracePt t="130051" x="5467350" y="5187950"/>
          <p14:tracePt t="130068" x="5486400" y="5200650"/>
          <p14:tracePt t="130085" x="5524500" y="5213350"/>
          <p14:tracePt t="130101" x="5543550" y="5226050"/>
          <p14:tracePt t="130118" x="5588000" y="5232400"/>
          <p14:tracePt t="130134" x="5645150" y="5232400"/>
          <p14:tracePt t="130150" x="5664200" y="5232400"/>
          <p14:tracePt t="130168" x="5683250" y="5232400"/>
          <p14:tracePt t="130170" x="5702300" y="5232400"/>
          <p14:tracePt t="130183" x="5727700" y="5219700"/>
          <p14:tracePt t="130200" x="5740400" y="5213350"/>
          <p14:tracePt t="130217" x="5753100" y="5200650"/>
          <p14:tracePt t="130234" x="5753100" y="5194300"/>
          <p14:tracePt t="130250" x="5753100" y="5181600"/>
          <p14:tracePt t="130267" x="5753100" y="5175250"/>
          <p14:tracePt t="130300" x="5746750" y="5168900"/>
          <p14:tracePt t="130316" x="5746750" y="5156200"/>
          <p14:tracePt t="130350" x="5734050" y="5149850"/>
          <p14:tracePt t="130367" x="5727700" y="5143500"/>
          <p14:tracePt t="130406" x="5721350" y="5137150"/>
          <p14:tracePt t="130416" x="5715000" y="5137150"/>
          <p14:tracePt t="130456" x="5708650" y="5137150"/>
          <p14:tracePt t="130519" x="5702300" y="5137150"/>
          <p14:tracePt t="130547" x="5695950" y="5137150"/>
          <p14:tracePt t="130554" x="5689600" y="5137150"/>
          <p14:tracePt t="130575" x="5683250" y="5137150"/>
          <p14:tracePt t="130969" x="5670550" y="5124450"/>
          <p14:tracePt t="130976" x="5657850" y="5105400"/>
          <p14:tracePt t="130990" x="5638800" y="5086350"/>
          <p14:tracePt t="131000" x="5600700" y="5035550"/>
          <p14:tracePt t="131014" x="5549900" y="4978400"/>
          <p14:tracePt t="131031" x="5480050" y="4921250"/>
          <p14:tracePt t="131047" x="5194300" y="4572000"/>
          <p14:tracePt t="131065" x="5060950" y="4432300"/>
          <p14:tracePt t="131081" x="4813300" y="4127500"/>
          <p14:tracePt t="131097" x="4699000" y="3987800"/>
          <p14:tracePt t="131114" x="4508500" y="3784600"/>
          <p14:tracePt t="131131" x="4375150" y="3644900"/>
          <p14:tracePt t="131147" x="4330700" y="3587750"/>
          <p14:tracePt t="131164" x="4279900" y="3536950"/>
          <p14:tracePt t="131167" x="4222750" y="3479800"/>
          <p14:tracePt t="131181" x="4165600" y="3441700"/>
          <p14:tracePt t="131197" x="4057650" y="3359150"/>
          <p14:tracePt t="131213" x="4013200" y="3321050"/>
          <p14:tracePt t="131231" x="3873500" y="3200400"/>
          <p14:tracePt t="131247" x="3829050" y="3162300"/>
          <p14:tracePt t="131264" x="3746500" y="3092450"/>
          <p14:tracePt t="131280" x="3670300" y="3009900"/>
          <p14:tracePt t="131297" x="3625850" y="2984500"/>
          <p14:tracePt t="131314" x="3530600" y="2908300"/>
          <p14:tracePt t="131330" x="3441700" y="2844800"/>
          <p14:tracePt t="131347" x="3397250" y="2832100"/>
          <p14:tracePt t="131363" x="3346450" y="2800350"/>
          <p14:tracePt t="131380" x="3314700" y="2781300"/>
          <p14:tracePt t="131396" x="3276600" y="2762250"/>
          <p14:tracePt t="131413" x="3263900" y="2755900"/>
          <p14:tracePt t="131430" x="3257550" y="2749550"/>
          <p14:tracePt t="131447" x="3238500" y="2736850"/>
          <p14:tracePt t="131462" x="3232150" y="2736850"/>
          <p14:tracePt t="131480" x="3225800" y="2736850"/>
          <p14:tracePt t="131496" x="3219450" y="2724150"/>
          <p14:tracePt t="131512" x="3200400" y="2717800"/>
          <p14:tracePt t="131529" x="3187700" y="2711450"/>
          <p14:tracePt t="131546" x="3162300" y="2692400"/>
          <p14:tracePt t="131563" x="3136900" y="2673350"/>
          <p14:tracePt t="131579" x="3117850" y="2660650"/>
          <p14:tracePt t="131596" x="3086100" y="2641600"/>
          <p14:tracePt t="131612" x="3067050" y="2635250"/>
          <p14:tracePt t="131629" x="3060700" y="2628900"/>
          <p14:tracePt t="131645" x="3054350" y="2622550"/>
          <p14:tracePt t="131662" x="3048000" y="2616200"/>
          <p14:tracePt t="131680" x="3035300" y="2616200"/>
          <p14:tracePt t="131700" x="3028950" y="2616200"/>
          <p14:tracePt t="131750" x="3028950" y="2622550"/>
          <p14:tracePt t="131771" x="3028950" y="2628900"/>
          <p14:tracePt t="131813" x="3028950" y="2641600"/>
          <p14:tracePt t="131820" x="3028950" y="2647950"/>
          <p14:tracePt t="131834" x="3028950" y="2654300"/>
          <p14:tracePt t="131844" x="3041650" y="2667000"/>
          <p14:tracePt t="131862" x="3060700" y="2698750"/>
          <p14:tracePt t="131878" x="3079750" y="2724150"/>
          <p14:tracePt t="131895" x="3111500" y="2755900"/>
          <p14:tracePt t="131912" x="3143250" y="2806700"/>
          <p14:tracePt t="131928" x="3162300" y="2832100"/>
          <p14:tracePt t="131945" x="3181350" y="2863850"/>
          <p14:tracePt t="131961" x="3213100" y="2921000"/>
          <p14:tracePt t="131977" x="3232150" y="2940050"/>
          <p14:tracePt t="131994" x="3238500" y="2946400"/>
          <p14:tracePt t="132011" x="3238500" y="2965450"/>
          <p14:tracePt t="132027" x="3244850" y="2971800"/>
          <p14:tracePt t="132043" x="3251200" y="2971800"/>
          <p14:tracePt t="132066" x="3251200" y="2978150"/>
          <p14:tracePt t="132095" x="3257550" y="2978150"/>
          <p14:tracePt t="132122" x="3263900" y="2978150"/>
          <p14:tracePt t="132136" x="3270250" y="2984500"/>
          <p14:tracePt t="132158" x="3276600" y="2984500"/>
          <p14:tracePt t="132186" x="3282950" y="2984500"/>
          <p14:tracePt t="132207" x="3289300" y="2990850"/>
          <p14:tracePt t="132213" x="3295650" y="2990850"/>
          <p14:tracePt t="132235" x="3302000" y="2990850"/>
          <p14:tracePt t="132243" x="3308350" y="2990850"/>
          <p14:tracePt t="132263" x="3314700" y="2990850"/>
          <p14:tracePt t="132305" x="3314700" y="2997200"/>
          <p14:tracePt t="132312" x="3321050" y="2997200"/>
          <p14:tracePt t="132347" x="3327400" y="2997200"/>
          <p14:tracePt t="132383" x="3333750" y="2997200"/>
          <p14:tracePt t="132404" x="3340100" y="2997200"/>
          <p14:tracePt t="132425" x="3346450" y="2997200"/>
          <p14:tracePt t="132446" x="3352800" y="2997200"/>
          <p14:tracePt t="132495" x="3352800" y="3003550"/>
          <p14:tracePt t="132593" x="3359150" y="3003550"/>
          <p14:tracePt t="132854" x="3378200" y="3022600"/>
          <p14:tracePt t="132861" x="3416300" y="3067050"/>
          <p14:tracePt t="132875" x="3486150" y="3136900"/>
          <p14:tracePt t="132891" x="3676650" y="3365500"/>
          <p14:tracePt t="132908" x="3841750" y="3556000"/>
          <p14:tracePt t="132924" x="4191000" y="3962400"/>
          <p14:tracePt t="132941" x="4546600" y="4394200"/>
          <p14:tracePt t="132957" x="4711700" y="4610100"/>
          <p14:tracePt t="132974" x="4953000" y="4889500"/>
          <p14:tracePt t="132991" x="5105400" y="5067300"/>
          <p14:tracePt t="133007" x="5162550" y="5130800"/>
          <p14:tracePt t="133024" x="5257800" y="5219700"/>
          <p14:tracePt t="133040" x="5302250" y="5270500"/>
          <p14:tracePt t="133059" x="5346700" y="5308600"/>
          <p14:tracePt t="133074" x="5359400" y="5314950"/>
          <p14:tracePt t="133090" x="5378450" y="5334000"/>
          <p14:tracePt t="133107" x="5391150" y="5334000"/>
          <p14:tracePt t="133140" x="5397500" y="5334000"/>
          <p14:tracePt t="133158" x="5403850" y="5334000"/>
          <p14:tracePt t="133177" x="5410200" y="5340350"/>
          <p14:tracePt t="133227" x="5416550" y="5340350"/>
          <p14:tracePt t="133241" x="5422900" y="5340350"/>
          <p14:tracePt t="133262" x="5429250" y="5340350"/>
          <p14:tracePt t="133269" x="5435600" y="5334000"/>
          <p14:tracePt t="133283" x="5441950" y="5334000"/>
          <p14:tracePt t="133292" x="5448300" y="5334000"/>
          <p14:tracePt t="133306" x="5454650" y="5327650"/>
          <p14:tracePt t="133323" x="5473700" y="5321300"/>
          <p14:tracePt t="133340" x="5505450" y="5308600"/>
          <p14:tracePt t="133356" x="5530850" y="5302250"/>
          <p14:tracePt t="133373" x="5568950" y="5276850"/>
          <p14:tracePt t="133389" x="5613400" y="5264150"/>
          <p14:tracePt t="133406" x="5632450" y="5257800"/>
          <p14:tracePt t="133423" x="5670550" y="5238750"/>
          <p14:tracePt t="133439" x="5676900" y="5226050"/>
          <p14:tracePt t="133456" x="5683250" y="5226050"/>
          <p14:tracePt t="133473" x="5683250" y="5219700"/>
          <p14:tracePt t="133493" x="5689600" y="5219700"/>
          <p14:tracePt t="133564" x="5689600" y="5213350"/>
          <p14:tracePt t="133662" x="5683250" y="5213350"/>
          <p14:tracePt t="133705" x="5683250" y="5219700"/>
          <p14:tracePt t="133740" x="5683250" y="5226050"/>
          <p14:tracePt t="133782" x="5683250" y="5232400"/>
          <p14:tracePt t="133810" x="5676900" y="5232400"/>
          <p14:tracePt t="133852" x="5670550" y="5238750"/>
          <p14:tracePt t="133915" x="5664200" y="5238750"/>
          <p14:tracePt t="133944" x="5657850" y="5238750"/>
          <p14:tracePt t="133972" x="5657850" y="5245100"/>
          <p14:tracePt t="134654" x="5670550" y="5245100"/>
          <p14:tracePt t="134662" x="5689600" y="5245100"/>
          <p14:tracePt t="134675" x="5708650" y="5245100"/>
          <p14:tracePt t="134685" x="5727700" y="5245100"/>
          <p14:tracePt t="134702" x="5740400" y="5245100"/>
          <p14:tracePt t="134718" x="5784850" y="5245100"/>
          <p14:tracePt t="134735" x="5842000" y="5245100"/>
          <p14:tracePt t="134751" x="5867400" y="5257800"/>
          <p14:tracePt t="134754" x="5899150" y="5257800"/>
          <p14:tracePt t="134768" x="5918200" y="5257800"/>
          <p14:tracePt t="134785" x="5975350" y="5264150"/>
          <p14:tracePt t="134802" x="5994400" y="5264150"/>
          <p14:tracePt t="134817" x="6045200" y="5270500"/>
          <p14:tracePt t="134834" x="6089650" y="5276850"/>
          <p14:tracePt t="134852" x="6121400" y="5283200"/>
          <p14:tracePt t="134868" x="6140450" y="5283200"/>
          <p14:tracePt t="134884" x="6153150" y="5283200"/>
          <p14:tracePt t="134901" x="6172200" y="5289550"/>
          <p14:tracePt t="134917" x="6178550" y="5289550"/>
          <p14:tracePt t="134992" x="6178550" y="5283200"/>
          <p14:tracePt t="135006" x="6178550" y="5276850"/>
          <p14:tracePt t="135034" x="6178550" y="5270500"/>
          <p14:tracePt t="135063" x="6184900" y="5270500"/>
          <p14:tracePt t="135098" x="6184900" y="5264150"/>
          <p14:tracePt t="135175" x="6184900" y="5257800"/>
          <p14:tracePt t="135203" x="6178550" y="5251450"/>
          <p14:tracePt t="135218" x="6172200" y="5251450"/>
          <p14:tracePt t="135224" x="6165850" y="5245100"/>
          <p14:tracePt t="135238" x="6159500" y="5238750"/>
          <p14:tracePt t="135249" x="6153150" y="5238750"/>
          <p14:tracePt t="135267" x="6127750" y="5226050"/>
          <p14:tracePt t="135283" x="6115050" y="5219700"/>
          <p14:tracePt t="135299" x="6083300" y="5213350"/>
          <p14:tracePt t="135316" x="6051550" y="5200650"/>
          <p14:tracePt t="135333" x="6026150" y="5200650"/>
          <p14:tracePt t="135349" x="5994400" y="5194300"/>
          <p14:tracePt t="135366" x="5969000" y="5194300"/>
          <p14:tracePt t="135383" x="5956300" y="5194300"/>
          <p14:tracePt t="135400" x="5943600" y="5194300"/>
          <p14:tracePt t="135416" x="5930900" y="5194300"/>
          <p14:tracePt t="135432" x="5924550" y="5194300"/>
          <p14:tracePt t="135465" x="5918200" y="5194300"/>
          <p14:tracePt t="135485" x="5911850" y="5194300"/>
          <p14:tracePt t="135554" x="5911850" y="5200650"/>
          <p14:tracePt t="135575" x="5918200" y="5200650"/>
          <p14:tracePt t="135590" x="5924550" y="5200650"/>
          <p14:tracePt t="135604" x="5930900" y="5200650"/>
          <p14:tracePt t="135618" x="5937250" y="5200650"/>
          <p14:tracePt t="135625" x="5949950" y="5200650"/>
          <p14:tracePt t="135639" x="5956300" y="5200650"/>
          <p14:tracePt t="135648" x="5981700" y="5200650"/>
          <p14:tracePt t="135665" x="6000750" y="5200650"/>
          <p14:tracePt t="135682" x="6057900" y="5194300"/>
          <p14:tracePt t="135698" x="6127750" y="5194300"/>
          <p14:tracePt t="135715" x="6153150" y="5194300"/>
          <p14:tracePt t="135731" x="6210300" y="5181600"/>
          <p14:tracePt t="135748" x="6254750" y="5181600"/>
          <p14:tracePt t="135765" x="6267450" y="5181600"/>
          <p14:tracePt t="135768" x="6280150" y="5175250"/>
          <p14:tracePt t="135787" x="6286500" y="5175250"/>
          <p14:tracePt t="135906" x="6280150" y="5181600"/>
          <p14:tracePt t="135941" x="6273800" y="5181600"/>
          <p14:tracePt t="135976" x="6267450" y="5187950"/>
          <p14:tracePt t="136061" x="6273800" y="5187950"/>
          <p14:tracePt t="136068" x="6280150" y="5187950"/>
          <p14:tracePt t="136098" x="6280150" y="5181600"/>
          <p14:tracePt t="136132" x="6286500" y="5181600"/>
          <p14:tracePt t="136188" x="6286500" y="5175250"/>
          <p14:tracePt t="137535" x="6280150" y="5175250"/>
          <p14:tracePt t="137549" x="6273800" y="5175250"/>
          <p14:tracePt t="137578" x="6267450" y="5175250"/>
          <p14:tracePt t="137584" x="6261100" y="5175250"/>
          <p14:tracePt t="137606" x="6254750" y="5175250"/>
          <p14:tracePt t="137627" x="6248400" y="5175250"/>
          <p14:tracePt t="137640" x="6242050" y="5175250"/>
          <p14:tracePt t="137647" x="6229350" y="5168900"/>
          <p14:tracePt t="137658" x="6210300" y="5162550"/>
          <p14:tracePt t="137674" x="6197600" y="5162550"/>
          <p14:tracePt t="137691" x="6146800" y="5149850"/>
          <p14:tracePt t="137708" x="6127750" y="5143500"/>
          <p14:tracePt t="137725" x="6045200" y="5130800"/>
          <p14:tracePt t="137741" x="6019800" y="5124450"/>
          <p14:tracePt t="137757" x="6007100" y="5124450"/>
          <p14:tracePt t="137775" x="5981700" y="5124450"/>
          <p14:tracePt t="137791" x="5962650" y="5124450"/>
          <p14:tracePt t="137817" x="5956300" y="5124450"/>
          <p14:tracePt t="137838" x="5949950" y="5124450"/>
          <p14:tracePt t="137922" x="5943600" y="5124450"/>
          <p14:tracePt t="137978" x="5937250" y="5124450"/>
          <p14:tracePt t="138028" x="5943600" y="5124450"/>
          <p14:tracePt t="138049" x="5949950" y="5124450"/>
          <p14:tracePt t="138070" x="5956300" y="5124450"/>
          <p14:tracePt t="138076" x="5962650" y="5118100"/>
          <p14:tracePt t="138098" x="5969000" y="5111750"/>
          <p14:tracePt t="138112" x="5975350" y="5105400"/>
          <p14:tracePt t="138123" x="5981700" y="5099050"/>
          <p14:tracePt t="138141" x="6019800" y="5073650"/>
          <p14:tracePt t="138156" x="6038850" y="5060950"/>
          <p14:tracePt t="138173" x="6083300" y="5022850"/>
          <p14:tracePt t="138190" x="6127750" y="4984750"/>
          <p14:tracePt t="138206" x="6146800" y="4965700"/>
          <p14:tracePt t="138223" x="6172200" y="4940300"/>
          <p14:tracePt t="138239" x="6184900" y="4927600"/>
          <p14:tracePt t="138256" x="6191250" y="4927600"/>
          <p14:tracePt t="138273" x="6197600" y="4927600"/>
          <p14:tracePt t="138393" x="6197600" y="4933950"/>
          <p14:tracePt t="138464" x="6197600" y="4940300"/>
          <p14:tracePt t="138499" x="6197600" y="4946650"/>
          <p14:tracePt t="138569" x="6191250" y="4946650"/>
          <p14:tracePt t="139114" x="6172200" y="4927600"/>
          <p14:tracePt t="139128" x="6134100" y="4902200"/>
          <p14:tracePt t="139136" x="6102350" y="4876800"/>
          <p14:tracePt t="139142" x="6070600" y="4864100"/>
          <p14:tracePt t="139156" x="6051550" y="4845050"/>
          <p14:tracePt t="139170" x="6032500" y="4838700"/>
          <p14:tracePt t="139186" x="5994400" y="4838700"/>
          <p14:tracePt t="139202" x="5975350" y="4838700"/>
          <p14:tracePt t="139220" x="5969000" y="4838700"/>
          <p14:tracePt t="139236" x="5949950" y="4857750"/>
          <p14:tracePt t="139252" x="5943600" y="4870450"/>
          <p14:tracePt t="139269" x="5937250" y="4908550"/>
          <p14:tracePt t="139286" x="5937250" y="4984750"/>
          <p14:tracePt t="139302" x="5937250" y="5041900"/>
          <p14:tracePt t="139319" x="5956300" y="5162550"/>
          <p14:tracePt t="139336" x="5975350" y="5226050"/>
          <p14:tracePt t="139339" x="5994400" y="5270500"/>
          <p14:tracePt t="139353" x="6038850" y="5327650"/>
          <p14:tracePt t="139369" x="6051550" y="5346700"/>
          <p14:tracePt t="139385" x="6076950" y="5359400"/>
          <p14:tracePt t="139402" x="6108700" y="5378450"/>
          <p14:tracePt t="139418" x="6153150" y="5397500"/>
          <p14:tracePt t="139435" x="6172200" y="5397500"/>
          <p14:tracePt t="139452" x="6203950" y="5397500"/>
          <p14:tracePt t="139469" x="6267450" y="5378450"/>
          <p14:tracePt t="139485" x="6286500" y="5359400"/>
          <p14:tracePt t="139502" x="6350000" y="5327650"/>
          <p14:tracePt t="139518" x="6388100" y="5283200"/>
          <p14:tracePt t="139535" x="6400800" y="5257800"/>
          <p14:tracePt t="139551" x="6413500" y="5219700"/>
          <p14:tracePt t="139568" x="6419850" y="5187950"/>
          <p14:tracePt t="139586" x="6413500" y="5124450"/>
          <p14:tracePt t="139601" x="6400800" y="5105400"/>
          <p14:tracePt t="139618" x="6394450" y="5073650"/>
          <p14:tracePt t="139635" x="6330950" y="5010150"/>
          <p14:tracePt t="139651" x="6311900" y="5003800"/>
          <p14:tracePt t="139668" x="6292850" y="4997450"/>
          <p14:tracePt t="139684" x="6242050" y="4984750"/>
          <p14:tracePt t="139701" x="6210300" y="4978400"/>
          <p14:tracePt t="139717" x="6184900" y="4978400"/>
          <p14:tracePt t="139734" x="6146800" y="4978400"/>
          <p14:tracePt t="139750" x="6102350" y="4997450"/>
          <p14:tracePt t="139768" x="6089650" y="5010150"/>
          <p14:tracePt t="139784" x="6057900" y="5048250"/>
          <p14:tracePt t="139801" x="6032500" y="5080000"/>
          <p14:tracePt t="139818" x="6026150" y="5111750"/>
          <p14:tracePt t="139834" x="6019800" y="5137150"/>
          <p14:tracePt t="139850" x="6019800" y="5162550"/>
          <p14:tracePt t="139867" x="6019800" y="5187950"/>
          <p14:tracePt t="139887" x="6026150" y="5200650"/>
          <p14:tracePt t="139909" x="6032500" y="5207000"/>
          <p14:tracePt t="139918" x="6038850" y="5213350"/>
          <p14:tracePt t="139933" x="6045200" y="5213350"/>
          <p14:tracePt t="139950" x="6051550" y="5219700"/>
          <p14:tracePt t="139967" x="6064250" y="5226050"/>
          <p14:tracePt t="139984" x="6076950" y="5226050"/>
          <p14:tracePt t="140000" x="6096000" y="5226050"/>
          <p14:tracePt t="140016" x="6102350" y="5219700"/>
          <p14:tracePt t="140033" x="6127750" y="5200650"/>
          <p14:tracePt t="140050" x="6153150" y="5175250"/>
          <p14:tracePt t="140066" x="6159500" y="5149850"/>
          <p14:tracePt t="140082" x="6178550" y="5118100"/>
          <p14:tracePt t="140100" x="6178550" y="5067300"/>
          <p14:tracePt t="140116" x="6178550" y="5041900"/>
          <p14:tracePt t="140133" x="6153150" y="4978400"/>
          <p14:tracePt t="140149" x="6121400" y="4933950"/>
          <p14:tracePt t="140166" x="6096000" y="4914900"/>
          <p14:tracePt t="140184" x="6064250" y="4883150"/>
          <p14:tracePt t="140199" x="6026150" y="4876800"/>
          <p14:tracePt t="140216" x="6007100" y="4870450"/>
          <p14:tracePt t="140233" x="5975350" y="4870450"/>
          <p14:tracePt t="140249" x="5943600" y="4889500"/>
          <p14:tracePt t="140266" x="5911850" y="4908550"/>
          <p14:tracePt t="140282" x="5880100" y="4933950"/>
          <p14:tracePt t="140299" x="5873750" y="4959350"/>
          <p14:tracePt t="140315" x="5854700" y="4997450"/>
          <p14:tracePt t="140332" x="5854700" y="5067300"/>
          <p14:tracePt t="140349" x="5854700" y="5099050"/>
          <p14:tracePt t="140365" x="5873750" y="5162550"/>
          <p14:tracePt t="140382" x="5905500" y="5226050"/>
          <p14:tracePt t="140399" x="5911850" y="5251450"/>
          <p14:tracePt t="140416" x="5937250" y="5289550"/>
          <p14:tracePt t="140432" x="5975350" y="5314950"/>
          <p14:tracePt t="140448" x="5988050" y="5321300"/>
          <p14:tracePt t="140465" x="6019800" y="5334000"/>
          <p14:tracePt t="140481" x="6057900" y="5334000"/>
          <p14:tracePt t="140498" x="6083300" y="5334000"/>
          <p14:tracePt t="140515" x="6115050" y="5334000"/>
          <p14:tracePt t="140531" x="6134100" y="5327650"/>
          <p14:tracePt t="140549" x="6159500" y="5314950"/>
          <p14:tracePt t="140564" x="6184900" y="5289550"/>
          <p14:tracePt t="140581" x="6191250" y="5276850"/>
          <p14:tracePt t="140598" x="6203950" y="5251450"/>
          <p14:tracePt t="140614" x="6210300" y="5238750"/>
          <p14:tracePt t="140631" x="6210300" y="5226050"/>
          <p14:tracePt t="140648" x="6210300" y="5194300"/>
          <p14:tracePt t="140664" x="6210300" y="5168900"/>
          <p14:tracePt t="140680" x="6210300" y="5156200"/>
          <p14:tracePt t="140697" x="6210300" y="5130800"/>
          <p14:tracePt t="140714" x="6203950" y="5118100"/>
          <p14:tracePt t="140731" x="6203950" y="5111750"/>
          <p14:tracePt t="140774" x="6197600" y="5118100"/>
          <p14:tracePt t="140788" x="6197600" y="5124450"/>
          <p14:tracePt t="141043" x="6159500" y="5067300"/>
          <p14:tracePt t="141057" x="6096000" y="4972050"/>
          <p14:tracePt t="141066" x="6007100" y="4845050"/>
          <p14:tracePt t="141080" x="5899150" y="4692650"/>
          <p14:tracePt t="141096" x="5740400" y="4476750"/>
          <p14:tracePt t="141113" x="5664200" y="4368800"/>
          <p14:tracePt t="141129" x="5473700" y="4140200"/>
          <p14:tracePt t="141146" x="5314950" y="3962400"/>
          <p14:tracePt t="141164" x="5168900" y="3759200"/>
          <p14:tracePt t="141179" x="5092700" y="3663950"/>
          <p14:tracePt t="141196" x="5029200" y="3568700"/>
          <p14:tracePt t="141213" x="4838700" y="3302000"/>
          <p14:tracePt t="141229" x="4800600" y="3232150"/>
          <p14:tracePt t="141246" x="4762500" y="3181350"/>
          <p14:tracePt t="141262" x="4718050" y="3130550"/>
          <p14:tracePt t="141279" x="4705350" y="3105150"/>
          <p14:tracePt t="141296" x="4699000" y="3098800"/>
          <p14:tracePt t="141312" x="4699000" y="3092450"/>
          <p14:tracePt t="141348" x="4699000" y="3086100"/>
          <p14:tracePt t="141374" x="4711700" y="3079750"/>
          <p14:tracePt t="141396" x="4718050" y="3079750"/>
          <p14:tracePt t="141410" x="4724400" y="3079750"/>
          <p14:tracePt t="141423" x="4730750" y="3086100"/>
          <p14:tracePt t="141438" x="4743450" y="3092450"/>
          <p14:tracePt t="141447" x="4756150" y="3092450"/>
          <p14:tracePt t="141461" x="4768850" y="3098800"/>
          <p14:tracePt t="141478" x="4781550" y="3105150"/>
          <p14:tracePt t="141495" x="4864100" y="3117850"/>
          <p14:tracePt t="141511" x="4902200" y="3117850"/>
          <p14:tracePt t="141529" x="4927600" y="3124200"/>
          <p14:tracePt t="141544" x="4978400" y="3124200"/>
          <p14:tracePt t="141561" x="5029200" y="3124200"/>
          <p14:tracePt t="141578" x="5054600" y="3124200"/>
          <p14:tracePt t="141594" x="5067300" y="3124200"/>
          <p14:tracePt t="141611" x="5080000" y="3117850"/>
          <p14:tracePt t="141644" x="5086350" y="3111500"/>
          <p14:tracePt t="141661" x="5092700" y="3105150"/>
          <p14:tracePt t="141677" x="5099050" y="3098800"/>
          <p14:tracePt t="141694" x="5099050" y="3092450"/>
          <p14:tracePt t="141710" x="5099050" y="3079750"/>
          <p14:tracePt t="141743" x="5099050" y="3073400"/>
          <p14:tracePt t="141763" x="5099050" y="3067050"/>
          <p14:tracePt t="141777" x="5099050" y="3060700"/>
          <p14:tracePt t="141793" x="5099050" y="3048000"/>
          <p14:tracePt t="141811" x="5080000" y="3022600"/>
          <p14:tracePt t="141827" x="5041900" y="2978150"/>
          <p14:tracePt t="141844" x="5016500" y="2946400"/>
          <p14:tracePt t="141860" x="4902200" y="2838450"/>
          <p14:tracePt t="141877" x="4857750" y="2813050"/>
          <p14:tracePt t="141893" x="4756150" y="2755900"/>
          <p14:tracePt t="141910" x="4673600" y="2724150"/>
          <p14:tracePt t="141927" x="4641850" y="2711450"/>
          <p14:tracePt t="141944" x="4572000" y="2711450"/>
          <p14:tracePt t="141959" x="4514850" y="2711450"/>
          <p14:tracePt t="141976" x="4495800" y="2711450"/>
          <p14:tracePt t="141993" x="4457700" y="2724150"/>
          <p14:tracePt t="142010" x="4406900" y="2724150"/>
          <p14:tracePt t="142026" x="4375150" y="2724150"/>
          <p14:tracePt t="142043" x="4318000" y="2705100"/>
          <p14:tracePt t="142060" x="4229100" y="2660650"/>
          <p14:tracePt t="142076" x="4171950" y="2622550"/>
          <p14:tracePt t="142093" x="4044950" y="2533650"/>
          <p14:tracePt t="142109" x="3975100" y="2495550"/>
          <p14:tracePt t="142126" x="3848100" y="2393950"/>
          <p14:tracePt t="142142" x="3759200" y="2330450"/>
          <p14:tracePt t="142159" x="3727450" y="2311400"/>
          <p14:tracePt t="142176" x="3689350" y="2279650"/>
          <p14:tracePt t="142192" x="3670300" y="2266950"/>
          <p14:tracePt t="142254" x="3663950" y="2266950"/>
          <p14:tracePt t="142267" x="3663950" y="2273300"/>
          <p14:tracePt t="142282" x="3663950" y="2279650"/>
          <p14:tracePt t="142303" x="3663950" y="2292350"/>
          <p14:tracePt t="142310" x="3663950" y="2298700"/>
          <p14:tracePt t="142323" x="3670300" y="2298700"/>
          <p14:tracePt t="142331" x="3683000" y="2311400"/>
          <p14:tracePt t="142341" x="3689350" y="2324100"/>
          <p14:tracePt t="142359" x="3708400" y="2343150"/>
          <p14:tracePt t="142375" x="3790950" y="2438400"/>
          <p14:tracePt t="142392" x="3873500" y="2514600"/>
          <p14:tracePt t="142409" x="4070350" y="2698750"/>
          <p14:tracePt t="142425" x="4324350" y="2901950"/>
          <p14:tracePt t="142441" x="4438650" y="2990850"/>
          <p14:tracePt t="142458" x="4591050" y="3105150"/>
          <p14:tracePt t="142475" x="4679950" y="3168650"/>
          <p14:tracePt t="142491" x="4699000" y="3181350"/>
          <p14:tracePt t="142508" x="4718050" y="3187700"/>
          <p14:tracePt t="142524" x="4724400" y="3187700"/>
          <p14:tracePt t="142557" x="4718050" y="3181350"/>
          <p14:tracePt t="142574" x="4711700" y="3181350"/>
          <p14:tracePt t="142591" x="4705350" y="3175000"/>
          <p14:tracePt t="142607" x="4699000" y="3155950"/>
          <p14:tracePt t="142624" x="4692650" y="3149600"/>
          <p14:tracePt t="142641" x="4667250" y="3124200"/>
          <p14:tracePt t="142657" x="4641850" y="3111500"/>
          <p14:tracePt t="142674" x="4546600" y="3016250"/>
          <p14:tracePt t="142690" x="4400550" y="2895600"/>
          <p14:tracePt t="142707" x="4222750" y="2762250"/>
          <p14:tracePt t="142725" x="4140200" y="2698750"/>
          <p14:tracePt t="142740" x="3987800" y="2578100"/>
          <p14:tracePt t="142757" x="3886200" y="2501900"/>
          <p14:tracePt t="142775" x="3829050" y="2470150"/>
          <p14:tracePt t="142790" x="3816350" y="2457450"/>
          <p14:tracePt t="142807" x="3810000" y="2457450"/>
          <p14:tracePt t="142840" x="3803650" y="2457450"/>
          <p14:tracePt t="142857" x="3803650" y="2463800"/>
          <p14:tracePt t="142874" x="3803650" y="2470150"/>
          <p14:tracePt t="142894" x="3803650" y="2476500"/>
          <p14:tracePt t="142906" x="3810000" y="2482850"/>
          <p14:tracePt t="142923" x="3822700" y="2489200"/>
          <p14:tracePt t="142940" x="3822700" y="2495550"/>
          <p14:tracePt t="142957" x="3848100" y="2520950"/>
          <p14:tracePt t="142973" x="3879850" y="2565400"/>
          <p14:tracePt t="142989" x="4000500" y="2705100"/>
          <p14:tracePt t="143007" x="4171950" y="2882900"/>
          <p14:tracePt t="143023" x="4267200" y="2971800"/>
          <p14:tracePt t="143039" x="4457700" y="3130550"/>
          <p14:tracePt t="143056" x="4622800" y="3251200"/>
          <p14:tracePt t="143073" x="4705350" y="3295650"/>
          <p14:tracePt t="143089" x="4826000" y="3340100"/>
          <p14:tracePt t="143106" x="4921250" y="3352800"/>
          <p14:tracePt t="143122" x="4959350" y="3346450"/>
          <p14:tracePt t="143140" x="5048250" y="3314700"/>
          <p14:tracePt t="143156" x="5111750" y="3282950"/>
          <p14:tracePt t="143172" x="5130800" y="3257550"/>
          <p14:tracePt t="143189" x="5175250" y="3232150"/>
          <p14:tracePt t="143205" x="5200650" y="3219450"/>
          <p14:tracePt t="143222" x="5219700" y="3194050"/>
          <p14:tracePt t="143239" x="5264150" y="3175000"/>
          <p14:tracePt t="143255" x="5276850" y="3162300"/>
          <p14:tracePt t="143272" x="5295900" y="3162300"/>
          <p14:tracePt t="143289" x="5314950" y="3143250"/>
          <p14:tracePt t="143305" x="5321300" y="3143250"/>
          <p14:tracePt t="143321" x="5327650" y="3136900"/>
          <p14:tracePt t="143338" x="5334000" y="3136900"/>
          <p14:tracePt t="143379" x="5327650" y="3136900"/>
          <p14:tracePt t="143393" x="5321300" y="3136900"/>
          <p14:tracePt t="143415" x="5308600" y="3136900"/>
          <p14:tracePt t="143428" x="5295900" y="3136900"/>
          <p14:tracePt t="143442" x="5276850" y="3136900"/>
          <p14:tracePt t="143458" x="5238750" y="3136900"/>
          <p14:tracePt t="143471" x="5200650" y="3136900"/>
          <p14:tracePt t="143488" x="5124450" y="3143250"/>
          <p14:tracePt t="143504" x="4908550" y="3143250"/>
          <p14:tracePt t="143521" x="4781550" y="3143250"/>
          <p14:tracePt t="143538" x="4641850" y="3130550"/>
          <p14:tracePt t="143556" x="4387850" y="3117850"/>
          <p14:tracePt t="143571" x="4273550" y="3117850"/>
          <p14:tracePt t="143587" x="4171950" y="3111500"/>
          <p14:tracePt t="143605" x="4019550" y="3098800"/>
          <p14:tracePt t="143621" x="3917950" y="3098800"/>
          <p14:tracePt t="143637" x="3860800" y="3105150"/>
          <p14:tracePt t="143654" x="3790950" y="3105150"/>
          <p14:tracePt t="143670" x="3752850" y="3092450"/>
          <p14:tracePt t="143687" x="3733800" y="3086100"/>
          <p14:tracePt t="143704" x="3721100" y="3086100"/>
          <p14:tracePt t="143720" x="3689350" y="3086100"/>
          <p14:tracePt t="143737" x="3651250" y="3073400"/>
          <p14:tracePt t="143753" x="3625850" y="3067050"/>
          <p14:tracePt t="143770" x="3575050" y="3054350"/>
          <p14:tracePt t="143787" x="3511550" y="3028950"/>
          <p14:tracePt t="143803" x="3492500" y="3028950"/>
          <p14:tracePt t="143820" x="3435350" y="3009900"/>
          <p14:tracePt t="143837" x="3390900" y="2997200"/>
          <p14:tracePt t="143853" x="3359150" y="2990850"/>
          <p14:tracePt t="143870" x="3340100" y="2990850"/>
          <p14:tracePt t="143887" x="3270250" y="2984500"/>
          <p14:tracePt t="143903" x="3251200" y="2984500"/>
          <p14:tracePt t="143920" x="3232150" y="2984500"/>
          <p14:tracePt t="143936" x="3187700" y="2984500"/>
          <p14:tracePt t="143952" x="3149600" y="2984500"/>
          <p14:tracePt t="143970" x="3117850" y="2984500"/>
          <p14:tracePt t="143986" x="3098800" y="2984500"/>
          <p14:tracePt t="144003" x="3073400" y="2984500"/>
          <p14:tracePt t="144020" x="3048000" y="2984500"/>
          <p14:tracePt t="144036" x="3041650" y="2978150"/>
          <p14:tracePt t="144053" x="3016250" y="2971800"/>
          <p14:tracePt t="144069" x="2990850" y="2952750"/>
          <p14:tracePt t="144086" x="2990850" y="2940050"/>
          <p14:tracePt t="144102" x="2990850" y="2927350"/>
          <p14:tracePt t="146381" x="2997200" y="2921000"/>
          <p14:tracePt t="146388" x="3003550" y="2914650"/>
          <p14:tracePt t="146402" x="3016250" y="2914650"/>
          <p14:tracePt t="146410" x="3035300" y="2908300"/>
          <p14:tracePt t="146428" x="3048000" y="2908300"/>
          <p14:tracePt t="146445" x="3073400" y="2908300"/>
          <p14:tracePt t="146460" x="3086100" y="2908300"/>
          <p14:tracePt t="146478" x="3092450" y="2908300"/>
          <p14:tracePt t="146494" x="3117850" y="2901950"/>
          <p14:tracePt t="146511" x="3130550" y="2895600"/>
          <p14:tracePt t="146527" x="3155950" y="2889250"/>
          <p14:tracePt t="146544" x="3194050" y="2876550"/>
          <p14:tracePt t="146561" x="3225800" y="2870200"/>
          <p14:tracePt t="146578" x="3295650" y="2851150"/>
          <p14:tracePt t="146594" x="3327400" y="2844800"/>
          <p14:tracePt t="146610" x="3365500" y="2838450"/>
          <p14:tracePt t="146627" x="3429000" y="2825750"/>
          <p14:tracePt t="146643" x="3448050" y="2825750"/>
          <p14:tracePt t="146660" x="3473450" y="2825750"/>
          <p14:tracePt t="146677" x="3530600" y="2825750"/>
          <p14:tracePt t="146693" x="3562350" y="2825750"/>
          <p14:tracePt t="146710" x="3600450" y="2825750"/>
          <p14:tracePt t="146727" x="3663950" y="2825750"/>
          <p14:tracePt t="146743" x="3695700" y="2825750"/>
          <p14:tracePt t="146761" x="3752850" y="2832100"/>
          <p14:tracePt t="146777" x="3784600" y="2832100"/>
          <p14:tracePt t="146793" x="3803650" y="2832100"/>
          <p14:tracePt t="146810" x="3841750" y="2838450"/>
          <p14:tracePt t="146827" x="3860800" y="2838450"/>
          <p14:tracePt t="146843" x="3873500" y="2838450"/>
          <p14:tracePt t="146860" x="3898900" y="2838450"/>
          <p14:tracePt t="146876" x="3905250" y="2838450"/>
          <p14:tracePt t="146893" x="3911600" y="2838450"/>
          <p14:tracePt t="146909" x="3924300" y="2838450"/>
          <p14:tracePt t="146943" x="3930650" y="2838450"/>
          <p14:tracePt t="146959" x="3937000" y="2838450"/>
          <p14:tracePt t="146979" x="3943350" y="2844800"/>
          <p14:tracePt t="146993" x="3949700" y="2844800"/>
          <p14:tracePt t="147021" x="3956050" y="2844800"/>
          <p14:tracePt t="147084" x="3962400" y="2844800"/>
          <p14:tracePt t="147105" x="3962400" y="2851150"/>
          <p14:tracePt t="147154" x="3968750" y="2851150"/>
          <p14:tracePt t="147576" x="3975100" y="2851150"/>
          <p14:tracePt t="147583" x="3987800" y="2857500"/>
          <p14:tracePt t="147597" x="3994150" y="2857500"/>
          <p14:tracePt t="147611" x="4006850" y="2863850"/>
          <p14:tracePt t="147626" x="4025900" y="2876550"/>
          <p14:tracePt t="147640" x="4044950" y="2876550"/>
          <p14:tracePt t="147657" x="4070350" y="2889250"/>
          <p14:tracePt t="147673" x="4114800" y="2895600"/>
          <p14:tracePt t="147690" x="4146550" y="2901950"/>
          <p14:tracePt t="147707" x="4165600" y="2908300"/>
          <p14:tracePt t="147724" x="4216400" y="2921000"/>
          <p14:tracePt t="147740" x="4235450" y="2921000"/>
          <p14:tracePt t="147757" x="4260850" y="2927350"/>
          <p14:tracePt t="147773" x="4273550" y="2927350"/>
          <p14:tracePt t="147789" x="4279900" y="2927350"/>
          <p14:tracePt t="147806" x="4292600" y="2927350"/>
          <p14:tracePt t="147823" x="4298950" y="2927350"/>
          <p14:tracePt t="147839" x="4305300" y="2927350"/>
          <p14:tracePt t="147885" x="4311650" y="2927350"/>
          <p14:tracePt t="147928" x="4318000" y="2927350"/>
          <p14:tracePt t="147970" x="4324350" y="2927350"/>
          <p14:tracePt t="147998" x="4330700" y="2927350"/>
          <p14:tracePt t="148019" x="4337050" y="2927350"/>
          <p14:tracePt t="148048" x="4343400" y="2927350"/>
          <p14:tracePt t="148104" x="4349750" y="2927350"/>
          <p14:tracePt t="148132" x="4356100" y="2927350"/>
          <p14:tracePt t="148167" x="4362450" y="2927350"/>
          <p14:tracePt t="148202" x="4368800" y="2927350"/>
          <p14:tracePt t="148251" x="4375150" y="2927350"/>
          <p14:tracePt t="148779" x="4375150" y="2940050"/>
          <p14:tracePt t="148793" x="4387850" y="2971800"/>
          <p14:tracePt t="148800" x="4406900" y="3028950"/>
          <p14:tracePt t="148814" x="4419600" y="3079750"/>
          <p14:tracePt t="148822" x="4451350" y="3162300"/>
          <p14:tracePt t="148837" x="4483100" y="3251200"/>
          <p14:tracePt t="148852" x="4559300" y="3473450"/>
          <p14:tracePt t="148869" x="4610100" y="3594100"/>
          <p14:tracePt t="148886" x="4705350" y="3816350"/>
          <p14:tracePt t="148902" x="4756150" y="3924300"/>
          <p14:tracePt t="148920" x="4889500" y="4152900"/>
          <p14:tracePt t="148936" x="4927600" y="4222750"/>
          <p14:tracePt t="148952" x="4965700" y="4267200"/>
          <p14:tracePt t="148955" x="4984750" y="4324350"/>
          <p14:tracePt t="148969" x="5022850" y="4368800"/>
          <p14:tracePt t="148986" x="5086350" y="4470400"/>
          <p14:tracePt t="149002" x="5111750" y="4514850"/>
          <p14:tracePt t="149019" x="5175250" y="4603750"/>
          <p14:tracePt t="149035" x="5232400" y="4660900"/>
          <p14:tracePt t="149052" x="5245100" y="4692650"/>
          <p14:tracePt t="149068" x="5283200" y="4724400"/>
          <p14:tracePt t="149085" x="5308600" y="4737100"/>
          <p14:tracePt t="149104" x="5327650" y="4756150"/>
          <p14:tracePt t="149118" x="5334000" y="4756150"/>
          <p14:tracePt t="149135" x="5346700" y="4768850"/>
          <p14:tracePt t="149152" x="5353050" y="4775200"/>
          <p14:tracePt t="149185" x="5359400" y="4775200"/>
          <p14:tracePt t="149202" x="5372100" y="4787900"/>
          <p14:tracePt t="149218" x="5391150" y="4806950"/>
          <p14:tracePt t="149235" x="5397500" y="4819650"/>
          <p14:tracePt t="149251" x="5422900" y="4845050"/>
          <p14:tracePt t="149268" x="5454650" y="4883150"/>
          <p14:tracePt t="149285" x="5467350" y="4895850"/>
          <p14:tracePt t="149301" x="5492750" y="4927600"/>
          <p14:tracePt t="149317" x="5511800" y="4953000"/>
          <p14:tracePt t="149336" x="5524500" y="4965700"/>
          <p14:tracePt t="149351" x="5530850" y="4972050"/>
          <p14:tracePt t="149367" x="5537200" y="4984750"/>
          <p14:tracePt t="149384" x="5537200" y="4991100"/>
          <p14:tracePt t="149417" x="5543550" y="4991100"/>
          <p14:tracePt t="149454" x="5543550" y="4997450"/>
          <p14:tracePt t="150017" x="5543550" y="5003800"/>
          <p14:tracePt t="150032" x="5530850" y="5022850"/>
          <p14:tracePt t="150037" x="5518150" y="5041900"/>
          <p14:tracePt t="150048" x="5518150" y="5060950"/>
          <p14:tracePt t="150065" x="5505450" y="5080000"/>
          <p14:tracePt t="150082" x="5505450" y="5124450"/>
          <p14:tracePt t="150098" x="5511800" y="5137150"/>
          <p14:tracePt t="150116" x="5530850" y="5175250"/>
          <p14:tracePt t="150131" x="5543550" y="5187950"/>
          <p14:tracePt t="150148" x="5549900" y="5200650"/>
          <p14:tracePt t="150165" x="5581650" y="5238750"/>
          <p14:tracePt t="150181" x="5619750" y="5251450"/>
          <p14:tracePt t="150198" x="5632450" y="5251450"/>
          <p14:tracePt t="150214" x="5664200" y="5257800"/>
          <p14:tracePt t="150231" x="5689600" y="5257800"/>
          <p14:tracePt t="150248" x="5702300" y="5257800"/>
          <p14:tracePt t="150264" x="5727700" y="5251450"/>
          <p14:tracePt t="150281" x="5740400" y="5251450"/>
          <p14:tracePt t="150298" x="5765800" y="5245100"/>
          <p14:tracePt t="150314" x="5778500" y="5245100"/>
          <p14:tracePt t="150331" x="5791200" y="5238750"/>
          <p14:tracePt t="150348" x="5816600" y="5232400"/>
          <p14:tracePt t="150363" x="5822950" y="5226050"/>
          <p14:tracePt t="150380" x="5842000" y="5219700"/>
          <p14:tracePt t="150397" x="5848350" y="5213350"/>
          <p14:tracePt t="150414" x="5854700" y="5213350"/>
          <p14:tracePt t="150430" x="5861050" y="5207000"/>
          <p14:tracePt t="150447" x="5867400" y="5207000"/>
          <p14:tracePt t="150481" x="5873750" y="5200650"/>
          <p14:tracePt t="150552" x="5880100" y="5200650"/>
          <p14:tracePt t="150643" x="5886450" y="5194300"/>
          <p14:tracePt t="150678" x="5886450" y="5187950"/>
          <p14:tracePt t="150713" x="5886450" y="5181600"/>
          <p14:tracePt t="150748" x="5886450" y="5175250"/>
          <p14:tracePt t="150812" x="5886450" y="5168900"/>
          <p14:tracePt t="150910" x="5892800" y="5168900"/>
          <p14:tracePt t="150931" x="5899150" y="5168900"/>
          <p14:tracePt t="150981" x="5905500" y="5168900"/>
          <p14:tracePt t="151002" x="5918200" y="5168900"/>
          <p14:tracePt t="151023" x="5924550" y="5168900"/>
          <p14:tracePt t="151051" x="5930900" y="5168900"/>
          <p14:tracePt t="151072" x="5937250" y="5168900"/>
          <p14:tracePt t="151092" x="5943600" y="5162550"/>
          <p14:tracePt t="151099" x="5949950" y="5162550"/>
          <p14:tracePt t="151121" x="5956300" y="5156200"/>
          <p14:tracePt t="151143" x="5962650" y="5156200"/>
          <p14:tracePt t="151171" x="5962650" y="5149850"/>
          <p14:tracePt t="151227" x="5969000" y="5143500"/>
          <p14:tracePt t="151234" x="5969000" y="5137150"/>
          <p14:tracePt t="151283" x="5962650" y="5130800"/>
          <p14:tracePt t="151311" x="5949950" y="5130800"/>
          <p14:tracePt t="151325" x="5943600" y="5130800"/>
          <p14:tracePt t="151332" x="5937250" y="5130800"/>
          <p14:tracePt t="151347" x="5924550" y="5124450"/>
          <p14:tracePt t="151361" x="5911850" y="5124450"/>
          <p14:tracePt t="151377" x="5873750" y="5124450"/>
          <p14:tracePt t="151394" x="5842000" y="5118100"/>
          <p14:tracePt t="151410" x="5791200" y="5118100"/>
          <p14:tracePt t="151427" x="5746750" y="5130800"/>
          <p14:tracePt t="151444" x="5721350" y="5130800"/>
          <p14:tracePt t="151460" x="5683250" y="5143500"/>
          <p14:tracePt t="151477" x="5645150" y="5156200"/>
          <p14:tracePt t="151495" x="5632450" y="5168900"/>
          <p14:tracePt t="151510" x="5626100" y="5175250"/>
          <p14:tracePt t="151527" x="5619750" y="5175250"/>
          <p14:tracePt t="151585" x="5613400" y="5181600"/>
          <p14:tracePt t="151705" x="5613400" y="5187950"/>
          <p14:tracePt t="151712" x="5613400" y="5194300"/>
          <p14:tracePt t="152256" x="5594350" y="5181600"/>
          <p14:tracePt t="152270" x="5562600" y="5149850"/>
          <p14:tracePt t="152278" x="5530850" y="5130800"/>
          <p14:tracePt t="152293" x="5505450" y="5111750"/>
          <p14:tracePt t="152307" x="5448300" y="5086350"/>
          <p14:tracePt t="152324" x="5422900" y="5073650"/>
          <p14:tracePt t="152341" x="5384800" y="5048250"/>
          <p14:tracePt t="152357" x="5353050" y="5041900"/>
          <p14:tracePt t="152374" x="5308600" y="5029200"/>
          <p14:tracePt t="152391" x="5264150" y="5022850"/>
          <p14:tracePt t="152407" x="5232400" y="5016500"/>
          <p14:tracePt t="152423" x="5181600" y="5016500"/>
          <p14:tracePt t="152441" x="5130800" y="5010150"/>
          <p14:tracePt t="152457" x="5105400" y="5010150"/>
          <p14:tracePt t="152474" x="5048250" y="5003800"/>
          <p14:tracePt t="152490" x="4991100" y="5003800"/>
          <p14:tracePt t="152507" x="4959350" y="4991100"/>
          <p14:tracePt t="152524" x="4902200" y="4991100"/>
          <p14:tracePt t="152539" x="4838700" y="4984750"/>
          <p14:tracePt t="152556" x="4813300" y="4984750"/>
          <p14:tracePt t="152574" x="4756150" y="4984750"/>
          <p14:tracePt t="152589" x="4705350" y="4984750"/>
          <p14:tracePt t="152606" x="4686300" y="4984750"/>
          <p14:tracePt t="152623" x="4654550" y="4991100"/>
          <p14:tracePt t="152639" x="4641850" y="4997450"/>
          <p14:tracePt t="152656" x="4622800" y="5003800"/>
          <p14:tracePt t="152673" x="4610100" y="5003800"/>
          <p14:tracePt t="152689" x="4610100" y="5010150"/>
          <p14:tracePt t="152728" x="4610100" y="5016500"/>
          <p14:tracePt t="152953" x="4610100" y="5022850"/>
          <p14:tracePt t="152975" x="4616450" y="5022850"/>
          <p14:tracePt t="152996" x="4622800" y="5022850"/>
          <p14:tracePt t="153003" x="4629150" y="5022850"/>
          <p14:tracePt t="153010" x="4635500" y="5022850"/>
          <p14:tracePt t="153025" x="4641850" y="5022850"/>
          <p14:tracePt t="153038" x="4654550" y="5022850"/>
          <p14:tracePt t="153055" x="4699000" y="5022850"/>
          <p14:tracePt t="153071" x="4737100" y="5022850"/>
          <p14:tracePt t="153088" x="4826000" y="5022850"/>
          <p14:tracePt t="153105" x="4959350" y="5035550"/>
          <p14:tracePt t="153122" x="5010150" y="5041900"/>
          <p14:tracePt t="153138" x="5143500" y="5060950"/>
          <p14:tracePt t="153154" x="5264150" y="5080000"/>
          <p14:tracePt t="153173" x="5359400" y="5105400"/>
          <p14:tracePt t="153188" x="5391150" y="5124450"/>
          <p14:tracePt t="153204" x="5416550" y="5130800"/>
          <p14:tracePt t="153221" x="5480050" y="5149850"/>
          <p14:tracePt t="153237" x="5524500" y="5168900"/>
          <p14:tracePt t="153254" x="5537200" y="5175250"/>
          <p14:tracePt t="153271" x="5556250" y="5181600"/>
          <p14:tracePt t="153287" x="5562600" y="5187950"/>
          <p14:tracePt t="153304" x="5568950" y="5194300"/>
          <p14:tracePt t="153362" x="5575300" y="5194300"/>
          <p14:tracePt t="153544" x="5568950" y="5194300"/>
          <p14:tracePt t="153572" x="5568950" y="5187950"/>
          <p14:tracePt t="153594" x="5562600" y="5187950"/>
          <p14:tracePt t="153615" x="5562600" y="5181600"/>
          <p14:tracePt t="153629" x="5562600" y="5175250"/>
          <p14:tracePt t="153638" x="5549900" y="5168900"/>
          <p14:tracePt t="153652" x="5537200" y="5162550"/>
          <p14:tracePt t="153669" x="5480050" y="5124450"/>
          <p14:tracePt t="153686" x="5365750" y="5060950"/>
          <p14:tracePt t="153702" x="5289550" y="5029200"/>
          <p14:tracePt t="153720" x="5130800" y="4965700"/>
          <p14:tracePt t="153736" x="4978400" y="4908550"/>
          <p14:tracePt t="153752" x="4902200" y="4889500"/>
          <p14:tracePt t="153770" x="4794250" y="4870450"/>
          <p14:tracePt t="153786" x="4699000" y="4864100"/>
          <p14:tracePt t="153802" x="4673600" y="4864100"/>
          <p14:tracePt t="153819" x="4616450" y="4864100"/>
          <p14:tracePt t="153835" x="4603750" y="4864100"/>
          <p14:tracePt t="153852" x="4584700" y="4870450"/>
          <p14:tracePt t="153868" x="4578350" y="4870450"/>
          <p14:tracePt t="153885" x="4572000" y="4876800"/>
          <p14:tracePt t="153901" x="4565650" y="4876800"/>
          <p14:tracePt t="153918" x="4559300" y="4883150"/>
          <p14:tracePt t="153935" x="4552950" y="4883150"/>
          <p14:tracePt t="153952" x="4540250" y="4902200"/>
          <p14:tracePt t="153968" x="4533900" y="4914900"/>
          <p14:tracePt t="153985" x="4527550" y="4927600"/>
          <p14:tracePt t="154002" x="4502150" y="4953000"/>
          <p14:tracePt t="154018" x="4451350" y="4997450"/>
          <p14:tracePt t="154035" x="4413250" y="5035550"/>
          <p14:tracePt t="154038" x="4381500" y="5067300"/>
          <p14:tracePt t="154053" x="4343400" y="5099050"/>
          <p14:tracePt t="154068" x="4279900" y="5149850"/>
          <p14:tracePt t="154086" x="4260850" y="5175250"/>
          <p14:tracePt t="154101" x="4222750" y="5207000"/>
          <p14:tracePt t="154118" x="4203700" y="5226050"/>
          <p14:tracePt t="154134" x="4191000" y="5232400"/>
          <p14:tracePt t="154151" x="4184650" y="5238750"/>
          <p14:tracePt t="154168" x="4184650" y="5245100"/>
          <p14:tracePt t="154185" x="4184650" y="5251450"/>
          <p14:tracePt t="154205" x="4191000" y="5251450"/>
          <p14:tracePt t="154220" x="4197350" y="5251450"/>
          <p14:tracePt t="154234" x="4216400" y="5251450"/>
          <p14:tracePt t="154250" x="4273550" y="5238750"/>
          <p14:tracePt t="154267" x="4324350" y="5238750"/>
          <p14:tracePt t="154284" x="4457700" y="5207000"/>
          <p14:tracePt t="154300" x="4635500" y="5181600"/>
          <p14:tracePt t="154317" x="4730750" y="5156200"/>
          <p14:tracePt t="154333" x="4921250" y="5130800"/>
          <p14:tracePt t="154350" x="5067300" y="5111750"/>
          <p14:tracePt t="154369" x="5207000" y="5111750"/>
          <p14:tracePt t="154383" x="5257800" y="5111750"/>
          <p14:tracePt t="154400" x="5295900" y="5111750"/>
          <p14:tracePt t="154418" x="5384800" y="5111750"/>
          <p14:tracePt t="154433" x="5403850" y="5111750"/>
          <p14:tracePt t="154450" x="5429250" y="5118100"/>
          <p14:tracePt t="154467" x="5454650" y="5124450"/>
          <p14:tracePt t="154483" x="5467350" y="5130800"/>
          <p14:tracePt t="154500" x="5480050" y="5137150"/>
          <p14:tracePt t="154516" x="5492750" y="5137150"/>
          <p14:tracePt t="154533" x="5511800" y="5143500"/>
          <p14:tracePt t="154551" x="5518150" y="5143500"/>
          <p14:tracePt t="154572" x="5524500" y="5143500"/>
          <p14:tracePt t="154582" x="5530850" y="5143500"/>
          <p14:tracePt t="154628" x="5537200" y="5143500"/>
          <p14:tracePt t="154670" x="5543550" y="5143500"/>
          <p14:tracePt t="154698" x="5549900" y="5143500"/>
          <p14:tracePt t="154740" x="5556250" y="5137150"/>
          <p14:tracePt t="154762" x="5556250" y="5130800"/>
          <p14:tracePt t="154783" x="5556250" y="5124450"/>
          <p14:tracePt t="154811" x="5556250" y="5111750"/>
          <p14:tracePt t="154853" x="5556250" y="5099050"/>
          <p14:tracePt t="154860" x="5549900" y="5080000"/>
          <p14:tracePt t="154874" x="5537200" y="5054600"/>
          <p14:tracePt t="154882" x="5524500" y="5016500"/>
          <p14:tracePt t="154898" x="5486400" y="4959350"/>
          <p14:tracePt t="154915" x="5359400" y="4794250"/>
          <p14:tracePt t="154931" x="5200650" y="4603750"/>
          <p14:tracePt t="154948" x="5111750" y="4495800"/>
          <p14:tracePt t="154966" x="4940300" y="4311650"/>
          <p14:tracePt t="154981" x="4800600" y="4171950"/>
          <p14:tracePt t="154998" x="4737100" y="4108450"/>
          <p14:tracePt t="155015" x="4692650" y="4076700"/>
          <p14:tracePt t="155031" x="4635500" y="4019550"/>
          <p14:tracePt t="155048" x="4603750" y="3994150"/>
          <p14:tracePt t="155051" x="4597400" y="3981450"/>
          <p14:tracePt t="155067" x="4591050" y="3981450"/>
          <p14:tracePt t="155081" x="4584700" y="3981450"/>
          <p14:tracePt t="155098" x="4578350" y="3981450"/>
          <p14:tracePt t="155155" x="4572000" y="3987800"/>
          <p14:tracePt t="155205" x="4572000" y="3994150"/>
          <p14:tracePt t="155275" x="4565650" y="3994150"/>
          <p14:tracePt t="155282" x="4559300" y="3994150"/>
          <p14:tracePt t="155296" x="4552950" y="3994150"/>
          <p14:tracePt t="155303" x="4546600" y="3994150"/>
          <p14:tracePt t="155317" x="4533900" y="3994150"/>
          <p14:tracePt t="155330" x="4533900" y="3987800"/>
          <p14:tracePt t="155346" x="4489450" y="3968750"/>
          <p14:tracePt t="155363" x="4457700" y="3949700"/>
          <p14:tracePt t="155380" x="4343400" y="3886200"/>
          <p14:tracePt t="155397" x="4191000" y="3784600"/>
          <p14:tracePt t="155413" x="4108450" y="3721100"/>
          <p14:tracePt t="155431" x="3943350" y="3587750"/>
          <p14:tracePt t="155447" x="3860800" y="3517900"/>
          <p14:tracePt t="155463" x="3695700" y="3378200"/>
          <p14:tracePt t="155480" x="3562350" y="3257550"/>
          <p14:tracePt t="155496" x="3448050" y="3162300"/>
          <p14:tracePt t="155513" x="3416300" y="3130550"/>
          <p14:tracePt t="155530" x="3346450" y="3079750"/>
          <p14:tracePt t="155546" x="3289300" y="3022600"/>
          <p14:tracePt t="155563" x="3232150" y="2971800"/>
          <p14:tracePt t="155579" x="3200400" y="2959100"/>
          <p14:tracePt t="155596" x="3149600" y="2908300"/>
          <p14:tracePt t="155614" x="3105150" y="2895600"/>
          <p14:tracePt t="155981" x="3073400" y="2863850"/>
          <p14:tracePt t="155987" x="3035300" y="2819400"/>
          <p14:tracePt t="155996" x="2978150" y="2768600"/>
          <p14:tracePt t="156011" x="2933700" y="2724150"/>
          <p14:tracePt t="156028" x="2870200" y="2673350"/>
          <p14:tracePt t="156045" x="2781300" y="2590800"/>
          <p14:tracePt t="156061" x="2698750" y="2508250"/>
          <p14:tracePt t="156078" x="2667000" y="2476500"/>
          <p14:tracePt t="156081" x="2628900" y="2451100"/>
          <p14:tracePt t="156094" x="2609850" y="2425700"/>
          <p14:tracePt t="156111" x="2578100" y="2406650"/>
          <p14:tracePt t="156128" x="2565400" y="2393950"/>
          <p14:tracePt t="156144" x="2559050" y="2393950"/>
          <p14:tracePt t="156276" x="2559050" y="2400300"/>
          <p14:tracePt t="156296" x="2559050" y="2406650"/>
          <p14:tracePt t="156311" x="2559050" y="2419350"/>
          <p14:tracePt t="156318" x="2559050" y="2425700"/>
          <p14:tracePt t="156332" x="2565400" y="2432050"/>
          <p14:tracePt t="156343" x="2571750" y="2438400"/>
          <p14:tracePt t="156361" x="2590800" y="2463800"/>
          <p14:tracePt t="156377" x="2603500" y="2476500"/>
          <p14:tracePt t="156393" x="2628900" y="2533650"/>
          <p14:tracePt t="156410" x="2673350" y="2597150"/>
          <p14:tracePt t="156427" x="2686050" y="2635250"/>
          <p14:tracePt t="156443" x="2730500" y="2705100"/>
          <p14:tracePt t="156460" x="2755900" y="2743200"/>
          <p14:tracePt t="156476" x="2781300" y="2768600"/>
          <p14:tracePt t="156494" x="2794000" y="2794000"/>
          <p14:tracePt t="156509" x="2806700" y="2800350"/>
          <p14:tracePt t="156526" x="2806700" y="2806700"/>
          <p14:tracePt t="156599" x="2813050" y="2813050"/>
          <p14:tracePt t="156614" x="2819400" y="2813050"/>
          <p14:tracePt t="156620" x="2825750" y="2813050"/>
          <p14:tracePt t="156649" x="2838450" y="2813050"/>
          <p14:tracePt t="156670" x="2844800" y="2813050"/>
          <p14:tracePt t="156691" x="2844800" y="2806700"/>
          <p14:tracePt t="156698" x="2851150" y="2806700"/>
          <p14:tracePt t="156712" x="2857500" y="2800350"/>
          <p14:tracePt t="156726" x="2857500" y="2794000"/>
          <p14:tracePt t="156742" x="2870200" y="2762250"/>
          <p14:tracePt t="156758" x="2876550" y="2730500"/>
          <p14:tracePt t="156776" x="2895600" y="2673350"/>
          <p14:tracePt t="156791" x="2895600" y="2584450"/>
          <p14:tracePt t="156808" x="2895600" y="2546350"/>
          <p14:tracePt t="156825" x="2895600" y="2476500"/>
          <p14:tracePt t="156842" x="2895600" y="2425700"/>
          <p14:tracePt t="156858" x="2895600" y="2413000"/>
          <p14:tracePt t="156875" x="2895600" y="2393950"/>
          <p14:tracePt t="156891" x="2901950" y="2387600"/>
          <p14:tracePt t="156944" x="2908300" y="2393950"/>
          <p14:tracePt t="156951" x="2908300" y="2400300"/>
          <p14:tracePt t="156965" x="2921000" y="2413000"/>
          <p14:tracePt t="156974" x="2933700" y="2432050"/>
          <p14:tracePt t="156991" x="2971800" y="2476500"/>
          <p14:tracePt t="157008" x="3048000" y="2616200"/>
          <p14:tracePt t="157024" x="3168650" y="2768600"/>
          <p14:tracePt t="157041" x="3232150" y="2851150"/>
          <p14:tracePt t="157057" x="3340100" y="2978150"/>
          <p14:tracePt t="157074" x="3403600" y="3060700"/>
          <p14:tracePt t="157091" x="3441700" y="3105150"/>
          <p14:tracePt t="157107" x="3448050" y="3117850"/>
          <p14:tracePt t="157124" x="3460750" y="3124200"/>
          <p14:tracePt t="157143" x="3467100" y="3124200"/>
          <p14:tracePt t="157176" x="3467100" y="3117850"/>
          <p14:tracePt t="157191" x="3467100" y="3111500"/>
          <p14:tracePt t="157204" x="3467100" y="3105150"/>
          <p14:tracePt t="157211" x="3467100" y="3092450"/>
          <p14:tracePt t="157226" x="3467100" y="3086100"/>
          <p14:tracePt t="157240" x="3460750" y="3073400"/>
          <p14:tracePt t="157257" x="3448050" y="3041650"/>
          <p14:tracePt t="157274" x="3422650" y="3009900"/>
          <p14:tracePt t="157290" x="3378200" y="2908300"/>
          <p14:tracePt t="157307" x="3289300" y="2749550"/>
          <p14:tracePt t="157324" x="3187700" y="2584450"/>
          <p14:tracePt t="157340" x="3136900" y="2514600"/>
          <p14:tracePt t="157356" x="3086100" y="2444750"/>
          <p14:tracePt t="157374" x="3022600" y="2368550"/>
          <p14:tracePt t="157390" x="3003550" y="2343150"/>
          <p14:tracePt t="157406" x="3003550" y="2330450"/>
          <p14:tracePt t="157423" x="2990850" y="2324100"/>
          <p14:tracePt t="157458" x="2990850" y="2330450"/>
          <p14:tracePt t="157473" x="2990850" y="2336800"/>
          <p14:tracePt t="157479" x="2997200" y="2336800"/>
          <p14:tracePt t="157489" x="2997200" y="2343150"/>
          <p14:tracePt t="157507" x="3016250" y="2349500"/>
          <p14:tracePt t="157522" x="3035300" y="2355850"/>
          <p14:tracePt t="157539" x="3073400" y="2381250"/>
          <p14:tracePt t="157556" x="3175000" y="2438400"/>
          <p14:tracePt t="157572" x="3244850" y="2476500"/>
          <p14:tracePt t="157589" x="3422650" y="2578100"/>
          <p14:tracePt t="157606" x="3619500" y="2692400"/>
          <p14:tracePt t="157622" x="3727450" y="2768600"/>
          <p14:tracePt t="157639" x="3943350" y="2882900"/>
          <p14:tracePt t="157655" x="4127500" y="2965450"/>
          <p14:tracePt t="157672" x="4216400" y="3009900"/>
          <p14:tracePt t="157689" x="4381500" y="3079750"/>
          <p14:tracePt t="157705" x="4502150" y="3130550"/>
          <p14:tracePt t="157722" x="4546600" y="3136900"/>
          <p14:tracePt t="157739" x="4603750" y="3136900"/>
          <p14:tracePt t="157755" x="4629150" y="3136900"/>
          <p14:tracePt t="157772" x="4654550" y="3117850"/>
          <p14:tracePt t="157789" x="4699000" y="3105150"/>
          <p14:tracePt t="157805" x="4718050" y="3098800"/>
          <p14:tracePt t="157822" x="4743450" y="3092450"/>
          <p14:tracePt t="157838" x="4768850" y="3086100"/>
          <p14:tracePt t="157855" x="4781550" y="3086100"/>
          <p14:tracePt t="157871" x="4806950" y="3079750"/>
          <p14:tracePt t="157887" x="4826000" y="3073400"/>
          <p14:tracePt t="157905" x="4838700" y="3067050"/>
          <p14:tracePt t="157922" x="4845050" y="3060700"/>
          <p14:tracePt t="157938" x="4851400" y="3060700"/>
          <p14:tracePt t="157971" x="4857750" y="3060700"/>
          <p14:tracePt t="157987" x="4857750" y="3054350"/>
          <p14:tracePt t="158027" x="4857750" y="3048000"/>
          <p14:tracePt t="158048" x="4851400" y="3041650"/>
          <p14:tracePt t="158056" x="4851400" y="3035300"/>
          <p14:tracePt t="158070" x="4838700" y="3035300"/>
          <p14:tracePt t="158076" x="4826000" y="3035300"/>
          <p14:tracePt t="158091" x="4806950" y="3035300"/>
          <p14:tracePt t="158105" x="4724400" y="3022600"/>
          <p14:tracePt t="158120" x="4660900" y="3009900"/>
          <p14:tracePt t="158137" x="4565650" y="2990850"/>
          <p14:tracePt t="158154" x="4387850" y="2978150"/>
          <p14:tracePt t="158170" x="4171950" y="2978150"/>
          <p14:tracePt t="158187" x="4057650" y="2978150"/>
          <p14:tracePt t="158204" x="3841750" y="2997200"/>
          <p14:tracePt t="158220" x="3663950" y="3016250"/>
          <p14:tracePt t="158237" x="3600450" y="3022600"/>
          <p14:tracePt t="158253" x="3517900" y="3035300"/>
          <p14:tracePt t="158270" x="3473450" y="3048000"/>
          <p14:tracePt t="158288" x="3454400" y="3048000"/>
          <p14:tracePt t="158337" x="3460750" y="3048000"/>
          <p14:tracePt t="158351" x="3473450" y="3048000"/>
          <p14:tracePt t="158358" x="3486150" y="3048000"/>
          <p14:tracePt t="158373" x="3498850" y="3048000"/>
          <p14:tracePt t="158387" x="3549650" y="3048000"/>
          <p14:tracePt t="158403" x="3575050" y="3041650"/>
          <p14:tracePt t="158419" x="3632200" y="3041650"/>
          <p14:tracePt t="158436" x="3759200" y="3041650"/>
          <p14:tracePt t="158453" x="3879850" y="3009900"/>
          <p14:tracePt t="158469" x="3924300" y="2984500"/>
          <p14:tracePt t="158486" x="3987800" y="2946400"/>
          <p14:tracePt t="158502" x="4013200" y="2908300"/>
          <p14:tracePt t="158520" x="4013200" y="2876550"/>
          <p14:tracePt t="158536" x="4006850" y="2844800"/>
          <p14:tracePt t="158552" x="3962400" y="2800350"/>
          <p14:tracePt t="158569" x="3848100" y="2622550"/>
          <p14:tracePt t="158586" x="3695700" y="2419350"/>
          <p14:tracePt t="158602" x="3613150" y="2324100"/>
          <p14:tracePt t="158619" x="3473450" y="2159000"/>
          <p14:tracePt t="158635" x="3397250" y="2076450"/>
          <p14:tracePt t="158639" x="3378200" y="2063750"/>
          <p14:tracePt t="158654" x="3378200" y="2057400"/>
          <p14:tracePt t="158668" x="3365500" y="2051050"/>
          <p14:tracePt t="158704" x="3365500" y="2057400"/>
          <p14:tracePt t="158724" x="3365500" y="2063750"/>
          <p14:tracePt t="158734" x="3365500" y="2070100"/>
          <p14:tracePt t="158754" x="3365500" y="2076450"/>
          <p14:tracePt t="158768" x="3371850" y="2082800"/>
          <p14:tracePt t="158785" x="3371850" y="2095500"/>
          <p14:tracePt t="158802" x="3403600" y="2203450"/>
          <p14:tracePt t="158818" x="3435350" y="2292350"/>
          <p14:tracePt t="158835" x="3511550" y="2540000"/>
          <p14:tracePt t="158851" x="3594100" y="2806700"/>
          <p14:tracePt t="158868" x="3625850" y="2908300"/>
          <p14:tracePt t="158885" x="3689350" y="3067050"/>
          <p14:tracePt t="158901" x="3714750" y="3143250"/>
          <p14:tracePt t="158918" x="3721100" y="3155950"/>
          <p14:tracePt t="158935" x="3721100" y="3175000"/>
          <p14:tracePt t="158951" x="3721100" y="3181350"/>
          <p14:tracePt t="158967" x="3727450" y="3181350"/>
          <p14:tracePt t="158991" x="3733800" y="3181350"/>
          <p14:tracePt t="159012" x="3746500" y="3181350"/>
          <p14:tracePt t="159020" x="3752850" y="3181350"/>
          <p14:tracePt t="159035" x="3759200" y="3181350"/>
          <p14:tracePt t="159050" x="3771900" y="3175000"/>
          <p14:tracePt t="159067" x="3803650" y="3162300"/>
          <p14:tracePt t="159083" x="3848100" y="3155950"/>
          <p14:tracePt t="159100" x="3873500" y="3149600"/>
          <p14:tracePt t="159117" x="3968750" y="3136900"/>
          <p14:tracePt t="159134" x="4102100" y="3111500"/>
          <p14:tracePt t="159150" x="4165600" y="3092450"/>
          <p14:tracePt t="159167" x="4298950" y="3073400"/>
          <p14:tracePt t="159183" x="4349750" y="3060700"/>
          <p14:tracePt t="159200" x="4432300" y="3054350"/>
          <p14:tracePt t="159217" x="4483100" y="3048000"/>
          <p14:tracePt t="159234" x="4514850" y="3041650"/>
          <p14:tracePt t="159250" x="4533900" y="3035300"/>
          <p14:tracePt t="161052" x="4495800" y="3035300"/>
          <p14:tracePt t="161059" x="4438650" y="3048000"/>
          <p14:tracePt t="161074" x="4387850" y="3054350"/>
          <p14:tracePt t="161081" x="4318000" y="3060700"/>
          <p14:tracePt t="161096" x="4254500" y="3073400"/>
          <p14:tracePt t="161110" x="4127500" y="3079750"/>
          <p14:tracePt t="161127" x="4076700" y="3079750"/>
          <p14:tracePt t="161144" x="3968750" y="3079750"/>
          <p14:tracePt t="161160" x="3930650" y="3079750"/>
          <p14:tracePt t="161177" x="3879850" y="3079750"/>
          <p14:tracePt t="161194" x="3860800" y="3079750"/>
          <p14:tracePt t="161214" x="3854450" y="3079750"/>
          <p14:tracePt t="161243" x="3860800" y="3079750"/>
          <p14:tracePt t="161249" x="3873500" y="3079750"/>
          <p14:tracePt t="161264" x="3905250" y="3079750"/>
          <p14:tracePt t="161276" x="3943350" y="3092450"/>
          <p14:tracePt t="161293" x="4127500" y="3124200"/>
          <p14:tracePt t="161309" x="4254500" y="3155950"/>
          <p14:tracePt t="161327" x="4527550" y="3219450"/>
          <p14:tracePt t="161342" x="4775200" y="3276600"/>
          <p14:tracePt t="161359" x="4902200" y="3295650"/>
          <p14:tracePt t="161378" x="5118100" y="3314700"/>
          <p14:tracePt t="161393" x="5245100" y="3314700"/>
          <p14:tracePt t="161409" x="5276850" y="3308350"/>
          <p14:tracePt t="161426" x="5321300" y="3295650"/>
          <p14:tracePt t="161481" x="5314950" y="3295650"/>
          <p14:tracePt t="161496" x="5308600" y="3295650"/>
          <p14:tracePt t="161517" x="5302250" y="3295650"/>
          <p14:tracePt t="161524" x="5283200" y="3289300"/>
          <p14:tracePt t="161531" x="5264150" y="3282950"/>
          <p14:tracePt t="161545" x="5213350" y="3270250"/>
          <p14:tracePt t="161559" x="5162550" y="3263900"/>
          <p14:tracePt t="161575" x="5003800" y="3244850"/>
          <p14:tracePt t="161592" x="4914900" y="3232150"/>
          <p14:tracePt t="161609" x="4724400" y="3213100"/>
          <p14:tracePt t="161626" x="4591050" y="3206750"/>
          <p14:tracePt t="161641" x="4540250" y="3194050"/>
          <p14:tracePt t="161658" x="4489450" y="3187700"/>
          <p14:tracePt t="161675" x="4470400" y="3187700"/>
          <p14:tracePt t="161691" x="4470400" y="3181350"/>
          <p14:tracePt t="161708" x="4476750" y="3181350"/>
          <p14:tracePt t="161725" x="4489450" y="3181350"/>
          <p14:tracePt t="161742" x="4552950" y="3168650"/>
          <p14:tracePt t="161758" x="4591050" y="3168650"/>
          <p14:tracePt t="161774" x="4654550" y="3155950"/>
          <p14:tracePt t="161791" x="4749800" y="3143250"/>
          <p14:tracePt t="161808" x="4857750" y="3124200"/>
          <p14:tracePt t="161824" x="4883150" y="3117850"/>
          <p14:tracePt t="161841" x="4921250" y="3098800"/>
          <p14:tracePt t="161857" x="4927600" y="3098800"/>
          <p14:tracePt t="161925" x="4921250" y="3098800"/>
          <p14:tracePt t="161946" x="4908550" y="3098800"/>
          <p14:tracePt t="161967" x="4895850" y="3098800"/>
          <p14:tracePt t="161975" x="4883150" y="3092450"/>
          <p14:tracePt t="161988" x="4864100" y="3086100"/>
          <p14:tracePt t="161995" x="4832350" y="3060700"/>
          <p14:tracePt t="162010" x="4775200" y="3028950"/>
          <p14:tracePt t="162025" x="4610100" y="2940050"/>
          <p14:tracePt t="162040" x="4514850" y="2876550"/>
          <p14:tracePt t="162057" x="4394200" y="2800350"/>
          <p14:tracePt t="162074" x="4191000" y="2622550"/>
          <p14:tracePt t="162090" x="4083050" y="2552700"/>
          <p14:tracePt t="162107" x="3917950" y="2413000"/>
          <p14:tracePt t="162123" x="3822700" y="2330450"/>
          <p14:tracePt t="162140" x="3778250" y="2298700"/>
          <p14:tracePt t="162157" x="3765550" y="2292350"/>
          <p14:tracePt t="162227" x="3771900" y="2292350"/>
          <p14:tracePt t="162242" x="3778250" y="2298700"/>
          <p14:tracePt t="162257" x="3784600" y="2305050"/>
          <p14:tracePt t="162263" x="3790950" y="2311400"/>
          <p14:tracePt t="162276" x="3803650" y="2324100"/>
          <p14:tracePt t="162289" x="3829050" y="2343150"/>
          <p14:tracePt t="162306" x="3930650" y="2451100"/>
          <p14:tracePt t="162322" x="4102100" y="2616200"/>
          <p14:tracePt t="162340" x="4330700" y="2838450"/>
          <p14:tracePt t="162356" x="4476750" y="2971800"/>
          <p14:tracePt t="162372" x="4711700" y="3181350"/>
          <p14:tracePt t="162390" x="4876800" y="3327400"/>
          <p14:tracePt t="162406" x="4933950" y="3378200"/>
          <p14:tracePt t="162422" x="4991100" y="3416300"/>
          <p14:tracePt t="162439" x="5010150" y="3422650"/>
          <p14:tracePt t="162455" x="5016500" y="3422650"/>
          <p14:tracePt t="162490" x="5022850" y="3422650"/>
          <p14:tracePt t="162509" x="5022850" y="3416300"/>
          <p14:tracePt t="162523" x="5029200" y="3416300"/>
          <p14:tracePt t="162538" x="5029200" y="3403600"/>
          <p14:tracePt t="162559" x="5029200" y="3397250"/>
          <p14:tracePt t="162574" x="5029200" y="3390900"/>
          <p14:tracePt t="162607" x="5029200" y="3378200"/>
          <p14:tracePt t="162628" x="5022850" y="3378200"/>
          <p14:tracePt t="162643" x="5022850" y="3371850"/>
          <p14:tracePt t="162649" x="5022850" y="3365500"/>
          <p14:tracePt t="162658" x="5016500" y="3359150"/>
          <p14:tracePt t="162672" x="5010150" y="3346450"/>
          <p14:tracePt t="162688" x="4991100" y="3327400"/>
          <p14:tracePt t="162705" x="4914900" y="3257550"/>
          <p14:tracePt t="162721" x="4775200" y="3143250"/>
          <p14:tracePt t="162738" x="4692650" y="3079750"/>
          <p14:tracePt t="162742" x="4597400" y="3022600"/>
          <p14:tracePt t="162755" x="4489450" y="2959100"/>
          <p14:tracePt t="162771" x="4318000" y="2851150"/>
          <p14:tracePt t="162788" x="4248150" y="2825750"/>
          <p14:tracePt t="162805" x="4133850" y="2774950"/>
          <p14:tracePt t="162821" x="4070350" y="2755900"/>
          <p14:tracePt t="162837" x="4051300" y="2755900"/>
          <p14:tracePt t="162854" x="4032250" y="2755900"/>
          <p14:tracePt t="162871" x="4025900" y="2755900"/>
          <p14:tracePt t="162887" x="4038600" y="2755900"/>
          <p14:tracePt t="162904" x="4089400" y="2755900"/>
          <p14:tracePt t="162921" x="4152900" y="2774950"/>
          <p14:tracePt t="162938" x="4629150" y="2882900"/>
          <p14:tracePt t="162954" x="4883150" y="2946400"/>
          <p14:tracePt t="162970" x="5137150" y="3003550"/>
          <p14:tracePt t="162987" x="5632450" y="3079750"/>
          <p14:tracePt t="163003" x="6000750" y="3130550"/>
          <p14:tracePt t="163020" x="6115050" y="3130550"/>
          <p14:tracePt t="163037" x="6229350" y="3124200"/>
          <p14:tracePt t="163053" x="6267450" y="3105150"/>
          <p14:tracePt t="163070" x="6273800" y="3105150"/>
          <p14:tracePt t="163087" x="6273800" y="3092450"/>
          <p14:tracePt t="163122" x="6267450" y="3092450"/>
          <p14:tracePt t="163149" x="6254750" y="3092450"/>
          <p14:tracePt t="163163" x="6248400" y="3092450"/>
          <p14:tracePt t="163173" x="6242050" y="3092450"/>
          <p14:tracePt t="163186" x="6242050" y="3086100"/>
          <p14:tracePt t="165494" x="6191250" y="3092450"/>
          <p14:tracePt t="165501" x="6096000" y="3111500"/>
          <p14:tracePt t="165515" x="5994400" y="3136900"/>
          <p14:tracePt t="165529" x="5880100" y="3155950"/>
          <p14:tracePt t="165545" x="5651500" y="3206750"/>
          <p14:tracePt t="165562" x="5543550" y="3225800"/>
          <p14:tracePt t="165578" x="5276850" y="3270250"/>
          <p14:tracePt t="165595" x="4991100" y="3340100"/>
          <p14:tracePt t="165612" x="4845050" y="3384550"/>
          <p14:tracePt t="165628" x="4597400" y="3473450"/>
          <p14:tracePt t="165644" x="4279900" y="3625850"/>
          <p14:tracePt t="165661" x="4171950" y="3695700"/>
          <p14:tracePt t="165678" x="3968750" y="3835400"/>
          <p14:tracePt t="165694" x="3803650" y="3994150"/>
          <p14:tracePt t="165711" x="3721100" y="4076700"/>
          <p14:tracePt t="165727" x="3562350" y="4241800"/>
          <p14:tracePt t="165744" x="3511550" y="4305300"/>
          <p14:tracePt t="165762" x="3397250" y="4521200"/>
          <p14:tracePt t="165778" x="3397250" y="4552950"/>
          <p14:tracePt t="165794" x="3397250" y="4540250"/>
          <p14:tracePt t="166155" x="3340100" y="4578350"/>
          <p14:tracePt t="166162" x="3270250" y="4622800"/>
          <p14:tracePt t="166178" x="3200400" y="4673600"/>
          <p14:tracePt t="166192" x="3143250" y="4737100"/>
          <p14:tracePt t="166209" x="3009900" y="4851400"/>
          <p14:tracePt t="166227" x="2889250" y="4984750"/>
          <p14:tracePt t="166242" x="2832100" y="5041900"/>
          <p14:tracePt t="166259" x="2724150" y="5137150"/>
          <p14:tracePt t="166276" x="2647950" y="5207000"/>
          <p14:tracePt t="166292" x="2609850" y="5245100"/>
          <p14:tracePt t="166309" x="2578100" y="5276850"/>
          <p14:tracePt t="166312" x="2552700" y="5314950"/>
          <p14:tracePt t="166325" x="2495550" y="5359400"/>
          <p14:tracePt t="166342" x="2482850" y="5378450"/>
          <p14:tracePt t="166359" x="2457450" y="5397500"/>
          <p14:tracePt t="166375" x="2444750" y="5403850"/>
          <p14:tracePt t="166392" x="2438400" y="5416550"/>
          <p14:tracePt t="166425" x="2432050" y="5416550"/>
          <p14:tracePt t="166479" x="2425700" y="5422900"/>
          <p14:tracePt t="166486" x="2425700" y="5429250"/>
          <p14:tracePt t="166500" x="2419350" y="5435600"/>
          <p14:tracePt t="166509" x="2413000" y="5448300"/>
          <p14:tracePt t="166525" x="2406650" y="5467350"/>
          <p14:tracePt t="166542" x="2387600" y="5492750"/>
          <p14:tracePt t="166558" x="2374900" y="5537200"/>
          <p14:tracePt t="166574" x="2368550" y="5549900"/>
          <p14:tracePt t="166592" x="2355850" y="5588000"/>
          <p14:tracePt t="166608" x="2330450" y="5632450"/>
          <p14:tracePt t="166624" x="2324100" y="5645150"/>
          <p14:tracePt t="166641" x="2317750" y="5689600"/>
          <p14:tracePt t="166658" x="2317750" y="5708650"/>
          <p14:tracePt t="166674" x="2317750" y="5765800"/>
          <p14:tracePt t="166691" x="2355850" y="5835650"/>
          <p14:tracePt t="166707" x="2368550" y="5867400"/>
          <p14:tracePt t="166724" x="2425700" y="5969000"/>
          <p14:tracePt t="166741" x="2470150" y="6057900"/>
          <p14:tracePt t="166757" x="2495550" y="6115050"/>
          <p14:tracePt t="166775" x="2520950" y="6159500"/>
          <p14:tracePt t="166790" x="2540000" y="6178550"/>
          <p14:tracePt t="166807" x="2546350" y="6178550"/>
          <p14:tracePt t="166824" x="2552700" y="6184900"/>
          <p14:tracePt t="166859" x="2559050" y="6184900"/>
          <p14:tracePt t="166880" x="2559050" y="6178550"/>
          <p14:tracePt t="166887" x="2559050" y="6172200"/>
          <p14:tracePt t="166901" x="2559050" y="6153150"/>
          <p14:tracePt t="166909" x="2559050" y="6140450"/>
          <p14:tracePt t="166924" x="2552700" y="6108700"/>
          <p14:tracePt t="166940" x="2552700" y="6089650"/>
          <p14:tracePt t="166958" x="2540000" y="5981700"/>
          <p14:tracePt t="166973" x="2520950" y="5937250"/>
          <p14:tracePt t="166990" x="2508250" y="5899150"/>
          <p14:tracePt t="167007" x="2482850" y="5803900"/>
          <p14:tracePt t="167023" x="2470150" y="5695950"/>
          <p14:tracePt t="167040" x="2451100" y="5626100"/>
          <p14:tracePt t="167056" x="2413000" y="5518150"/>
          <p14:tracePt t="167073" x="2387600" y="5435600"/>
          <p14:tracePt t="167089" x="2381250" y="5416550"/>
          <p14:tracePt t="167106" x="2368550" y="5378450"/>
          <p14:tracePt t="167122" x="2355850" y="5346700"/>
          <p14:tracePt t="167140" x="2343150" y="5302250"/>
          <p14:tracePt t="167156" x="2330450" y="5276850"/>
          <p14:tracePt t="167172" x="2305050" y="5200650"/>
          <p14:tracePt t="167190" x="2260600" y="5099050"/>
          <p14:tracePt t="167206" x="2241550" y="5048250"/>
          <p14:tracePt t="167223" x="2222500" y="5003800"/>
          <p14:tracePt t="167239" x="2190750" y="4908550"/>
          <p14:tracePt t="167255" x="2171700" y="4851400"/>
          <p14:tracePt t="167272" x="2146300" y="4743450"/>
          <p14:tracePt t="167289" x="2127250" y="4648200"/>
          <p14:tracePt t="167305" x="2114550" y="4578350"/>
          <p14:tracePt t="167323" x="2114550" y="4565650"/>
          <p14:tracePt t="167325" x="2114550" y="4552950"/>
          <p14:tracePt t="167344" x="2114550" y="4546600"/>
          <p14:tracePt t="167365" x="2120900" y="4546600"/>
          <p14:tracePt t="167379" x="2127250" y="4546600"/>
          <p14:tracePt t="167450" x="2127250" y="4552950"/>
          <p14:tracePt t="167464" x="2127250" y="4559300"/>
          <p14:tracePt t="167485" x="2127250" y="4565650"/>
          <p14:tracePt t="167492" x="2127250" y="4572000"/>
          <p14:tracePt t="167507" x="2133600" y="4578350"/>
          <p14:tracePt t="167521" x="2159000" y="4641850"/>
          <p14:tracePt t="167538" x="2184400" y="4686300"/>
          <p14:tracePt t="167556" x="2273300" y="4838700"/>
          <p14:tracePt t="167571" x="2330450" y="4940300"/>
          <p14:tracePt t="167588" x="2457450" y="5168900"/>
          <p14:tracePt t="167605" x="2590800" y="5416550"/>
          <p14:tracePt t="167621" x="2660650" y="5543550"/>
          <p14:tracePt t="167638" x="2762250" y="5715000"/>
          <p14:tracePt t="167654" x="2825750" y="5810250"/>
          <p14:tracePt t="167671" x="2838450" y="5835650"/>
          <p14:tracePt t="167688" x="2863850" y="5861050"/>
          <p14:tracePt t="168423" x="2882900" y="5829300"/>
          <p14:tracePt t="168437" x="2895600" y="5803900"/>
          <p14:tracePt t="168444" x="2901950" y="5791200"/>
          <p14:tracePt t="168458" x="2908300" y="5778500"/>
          <p14:tracePt t="168468" x="2921000" y="5765800"/>
          <p14:tracePt t="168484" x="2927350" y="5753100"/>
          <p14:tracePt t="168501" x="2946400" y="5740400"/>
          <p14:tracePt t="168518" x="2959100" y="5727700"/>
          <p14:tracePt t="168535" x="2965450" y="5721350"/>
          <p14:tracePt t="168551" x="2978150" y="5715000"/>
          <p14:tracePt t="168585" x="2984500" y="5689600"/>
          <p14:tracePt t="168601" x="2990850" y="5683250"/>
          <p14:tracePt t="168618" x="2997200" y="5676900"/>
          <p14:tracePt t="168635" x="3009900" y="5638800"/>
          <p14:tracePt t="168651" x="3016250" y="5638800"/>
          <p14:tracePt t="168667" x="3016250" y="5632450"/>
          <p14:tracePt t="168684" x="3028950" y="5594350"/>
          <p14:tracePt t="168700" x="3035300" y="5543550"/>
          <p14:tracePt t="168718" x="3041650" y="5511800"/>
          <p14:tracePt t="168734" x="3041650" y="5422900"/>
          <p14:tracePt t="168750" x="3041650" y="5321300"/>
          <p14:tracePt t="168768" x="3041650" y="5213350"/>
          <p14:tracePt t="168784" x="3041650" y="5175250"/>
          <p14:tracePt t="168800" x="3041650" y="5124450"/>
          <p14:tracePt t="168817" x="3035300" y="5086350"/>
          <p14:tracePt t="168833" x="3035300" y="5080000"/>
          <p14:tracePt t="168850" x="3035300" y="5067300"/>
          <p14:tracePt t="168867" x="3028950" y="5029200"/>
          <p14:tracePt t="168883" x="3028950" y="5016500"/>
          <p14:tracePt t="168900" x="3028950" y="5010150"/>
          <p14:tracePt t="168917" x="3028950" y="4997450"/>
          <p14:tracePt t="168933" x="3028950" y="4991100"/>
          <p14:tracePt t="168950" x="3028950" y="4984750"/>
          <p14:tracePt t="168967" x="3028950" y="4972050"/>
          <p14:tracePt t="168983" x="3028950" y="4965700"/>
          <p14:tracePt t="169000" x="3028950" y="4959350"/>
          <p14:tracePt t="169042" x="3035300" y="4959350"/>
          <p14:tracePt t="169052" x="3035300" y="4953000"/>
          <p14:tracePt t="169070" x="3041650" y="4953000"/>
          <p14:tracePt t="169141" x="3048000" y="4953000"/>
          <p14:tracePt t="169197" x="3048000" y="4959350"/>
          <p14:tracePt t="169211" x="3048000" y="4965700"/>
          <p14:tracePt t="169233" x="3041650" y="4972050"/>
          <p14:tracePt t="169239" x="3041650" y="4984750"/>
          <p14:tracePt t="169253" x="3035300" y="4997450"/>
          <p14:tracePt t="169265" x="3035300" y="5016500"/>
          <p14:tracePt t="169282" x="3028950" y="5086350"/>
          <p14:tracePt t="169298" x="3022600" y="5137150"/>
          <p14:tracePt t="169315" x="3009900" y="5283200"/>
          <p14:tracePt t="169332" x="3009900" y="5435600"/>
          <p14:tracePt t="169348" x="3009900" y="5511800"/>
          <p14:tracePt t="169351" x="3009900" y="5575300"/>
          <p14:tracePt t="169364" x="3009900" y="5638800"/>
          <p14:tracePt t="169381" x="3009900" y="5715000"/>
          <p14:tracePt t="169398" x="3009900" y="5734050"/>
          <p14:tracePt t="169416" x="3009900" y="5772150"/>
          <p14:tracePt t="169431" x="3009900" y="5784850"/>
          <p14:tracePt t="169465" x="3009900" y="5791200"/>
          <p14:tracePt t="169493" x="3009900" y="5797550"/>
          <p14:tracePt t="169556" x="3016250" y="5797550"/>
          <p14:tracePt t="169654" x="3022600" y="5797550"/>
          <p14:tracePt t="169696" x="3022600" y="5791200"/>
          <p14:tracePt t="169703" x="3028950" y="5791200"/>
          <p14:tracePt t="169745" x="3035300" y="5791200"/>
          <p14:tracePt t="169752" x="3041650" y="5791200"/>
          <p14:tracePt t="169766" x="3048000" y="5784850"/>
          <p14:tracePt t="169781" x="3073400" y="5784850"/>
          <p14:tracePt t="169797" x="3092450" y="5784850"/>
          <p14:tracePt t="169813" x="3117850" y="5784850"/>
          <p14:tracePt t="169830" x="3200400" y="5778500"/>
          <p14:tracePt t="169847" x="3327400" y="5772150"/>
          <p14:tracePt t="169863" x="3397250" y="5759450"/>
          <p14:tracePt t="169866" x="3460750" y="5753100"/>
          <p14:tracePt t="169880" x="3536950" y="5734050"/>
          <p14:tracePt t="169896" x="3683000" y="5702300"/>
          <p14:tracePt t="169914" x="3733800" y="5695950"/>
          <p14:tracePt t="169930" x="3835400" y="5657850"/>
          <p14:tracePt t="169947" x="3886200" y="5645150"/>
          <p14:tracePt t="169964" x="3905250" y="5626100"/>
          <p14:tracePt t="169979" x="3911600" y="5626100"/>
          <p14:tracePt t="169996" x="3917950" y="5626100"/>
          <p14:tracePt t="170034" x="3911600" y="5626100"/>
          <p14:tracePt t="170063" x="3905250" y="5626100"/>
          <p14:tracePt t="170083" x="3898900" y="5626100"/>
          <p14:tracePt t="170097" x="3879850" y="5619750"/>
          <p14:tracePt t="170104" x="3867150" y="5619750"/>
          <p14:tracePt t="170119" x="3854450" y="5619750"/>
          <p14:tracePt t="170129" x="3829050" y="5613400"/>
          <p14:tracePt t="170147" x="3752850" y="5613400"/>
          <p14:tracePt t="170162" x="3695700" y="5600700"/>
          <p14:tracePt t="170179" x="3568700" y="5600700"/>
          <p14:tracePt t="170196" x="3492500" y="5600700"/>
          <p14:tracePt t="170212" x="3340100" y="5600700"/>
          <p14:tracePt t="170229" x="3200400" y="5600700"/>
          <p14:tracePt t="170246" x="3092450" y="5607050"/>
          <p14:tracePt t="170262" x="3054350" y="5607050"/>
          <p14:tracePt t="170278" x="3003550" y="5607050"/>
          <p14:tracePt t="170295" x="2978150" y="5607050"/>
          <p14:tracePt t="170312" x="2971800" y="5607050"/>
          <p14:tracePt t="170329" x="2965450" y="5607050"/>
          <p14:tracePt t="170345" x="2952750" y="5607050"/>
          <p14:tracePt t="170380" x="2946400" y="5607050"/>
          <p14:tracePt t="170484" x="2952750" y="5607050"/>
          <p14:tracePt t="170505" x="2959100" y="5607050"/>
          <p14:tracePt t="170520" x="2965450" y="5607050"/>
          <p14:tracePt t="170533" x="2971800" y="5607050"/>
          <p14:tracePt t="170541" x="2978150" y="5607050"/>
          <p14:tracePt t="170555" x="2990850" y="5600700"/>
          <p14:tracePt t="170568" x="3003550" y="5600700"/>
          <p14:tracePt t="170577" x="3035300" y="5594350"/>
          <p14:tracePt t="170593" x="3086100" y="5594350"/>
          <p14:tracePt t="170611" x="3149600" y="5581650"/>
          <p14:tracePt t="170627" x="3295650" y="5562600"/>
          <p14:tracePt t="170644" x="3384550" y="5562600"/>
          <p14:tracePt t="170661" x="3562350" y="5543550"/>
          <p14:tracePt t="170677" x="3625850" y="5543550"/>
          <p14:tracePt t="170693" x="3683000" y="5537200"/>
          <p14:tracePt t="170710" x="3759200" y="5537200"/>
          <p14:tracePt t="170726" x="3790950" y="5524500"/>
          <p14:tracePt t="170744" x="3803650" y="5524500"/>
          <p14:tracePt t="170760" x="3822700" y="5524500"/>
          <p14:tracePt t="170776" x="3829050" y="5524500"/>
          <p14:tracePt t="170794" x="3835400" y="5524500"/>
          <p14:tracePt t="170810" x="3841750" y="5524500"/>
          <p14:tracePt t="170826" x="3854450" y="5524500"/>
          <p14:tracePt t="170844" x="3886200" y="5524500"/>
          <p14:tracePt t="170860" x="3917950" y="5524500"/>
          <p14:tracePt t="170877" x="3956050" y="5524500"/>
          <p14:tracePt t="170880" x="3994150" y="5530850"/>
          <p14:tracePt t="170894" x="4051300" y="5537200"/>
          <p14:tracePt t="170909" x="4089400" y="5537200"/>
          <p14:tracePt t="170927" x="4152900" y="5537200"/>
          <p14:tracePt t="170943" x="4267200" y="5549900"/>
          <p14:tracePt t="170959" x="4311650" y="5549900"/>
          <p14:tracePt t="170977" x="4349750" y="5549900"/>
          <p14:tracePt t="170992" x="4387850" y="5549900"/>
          <p14:tracePt t="171009" x="4394200" y="5549900"/>
          <p14:tracePt t="171026" x="4406900" y="5549900"/>
          <p14:tracePt t="171096" x="4400550" y="5549900"/>
          <p14:tracePt t="171110" x="4394200" y="5549900"/>
          <p14:tracePt t="171132" x="4387850" y="5549900"/>
          <p14:tracePt t="171160" x="4368800" y="5549900"/>
          <p14:tracePt t="171166" x="4343400" y="5549900"/>
          <p14:tracePt t="171175" x="4318000" y="5549900"/>
          <p14:tracePt t="171191" x="4267200" y="5549900"/>
          <p14:tracePt t="171209" x="4121150" y="5581650"/>
          <p14:tracePt t="171225" x="3917950" y="5619750"/>
          <p14:tracePt t="171242" x="3816350" y="5645150"/>
          <p14:tracePt t="171259" x="3524250" y="5734050"/>
          <p14:tracePt t="171275" x="3448050" y="5765800"/>
          <p14:tracePt t="171292" x="3365500" y="5797550"/>
          <p14:tracePt t="171308" x="3251200" y="5861050"/>
          <p14:tracePt t="171325" x="3187700" y="5899150"/>
          <p14:tracePt t="171341" x="3168650" y="5911850"/>
          <p14:tracePt t="171358" x="3149600" y="5930900"/>
          <p14:tracePt t="171375" x="3136900" y="5930900"/>
          <p14:tracePt t="171610" x="3143250" y="5930900"/>
          <p14:tracePt t="171624" x="3155950" y="5930900"/>
          <p14:tracePt t="171631" x="3175000" y="5930900"/>
          <p14:tracePt t="171645" x="3200400" y="5930900"/>
          <p14:tracePt t="171656" x="3232150" y="5930900"/>
          <p14:tracePt t="171674" x="3308350" y="5930900"/>
          <p14:tracePt t="171690" x="3346450" y="5930900"/>
          <p14:tracePt t="171707" x="3441700" y="5930900"/>
          <p14:tracePt t="171724" x="3511550" y="5930900"/>
          <p14:tracePt t="171740" x="3549650" y="5930900"/>
          <p14:tracePt t="171757" x="3606800" y="5930900"/>
          <p14:tracePt t="171773" x="3644900" y="5930900"/>
          <p14:tracePt t="171790" x="3657600" y="5930900"/>
          <p14:tracePt t="171808" x="3695700" y="5930900"/>
          <p14:tracePt t="171823" x="3740150" y="5930900"/>
          <p14:tracePt t="171840" x="3752850" y="5930900"/>
          <p14:tracePt t="171857" x="3816350" y="5930900"/>
          <p14:tracePt t="171873" x="3848100" y="5930900"/>
          <p14:tracePt t="171889" x="3924300" y="5930900"/>
          <p14:tracePt t="171906" x="4006850" y="5924550"/>
          <p14:tracePt t="171923" x="4057650" y="5924550"/>
          <p14:tracePt t="171940" x="4152900" y="5905500"/>
          <p14:tracePt t="171956" x="4241800" y="5899150"/>
          <p14:tracePt t="171973" x="4286250" y="5892800"/>
          <p14:tracePt t="171991" x="4343400" y="5880100"/>
          <p14:tracePt t="172006" x="4394200" y="5873750"/>
          <p14:tracePt t="172022" x="4413250" y="5867400"/>
          <p14:tracePt t="172039" x="4464050" y="5861050"/>
          <p14:tracePt t="172056" x="4514850" y="5854700"/>
          <p14:tracePt t="172072" x="4540250" y="5854700"/>
          <p14:tracePt t="172089" x="4591050" y="5854700"/>
          <p14:tracePt t="172106" x="4641850" y="5854700"/>
          <p14:tracePt t="172122" x="4660900" y="5854700"/>
          <p14:tracePt t="172138" x="4699000" y="5861050"/>
          <p14:tracePt t="172155" x="4711700" y="5867400"/>
          <p14:tracePt t="172172" x="4730750" y="5867400"/>
          <p14:tracePt t="172229" x="4724400" y="5867400"/>
          <p14:tracePt t="172236" x="4705350" y="5867400"/>
          <p14:tracePt t="172243" x="4686300" y="5873750"/>
          <p14:tracePt t="172258" x="4648200" y="5880100"/>
          <p14:tracePt t="172271" x="4603750" y="5886450"/>
          <p14:tracePt t="172288" x="4464050" y="5918200"/>
          <p14:tracePt t="172305" x="4375150" y="5924550"/>
          <p14:tracePt t="172321" x="4178300" y="5975350"/>
          <p14:tracePt t="172338" x="3981450" y="6007100"/>
          <p14:tracePt t="172356" x="3810000" y="6057900"/>
          <p14:tracePt t="172371" x="3746500" y="6076950"/>
          <p14:tracePt t="172388" x="3651250" y="6102350"/>
          <p14:tracePt t="172405" x="3587750" y="6127750"/>
          <p14:tracePt t="172421" x="3568700" y="6127750"/>
          <p14:tracePt t="172438" x="3556000" y="6134100"/>
          <p14:tracePt t="172455" x="3530600" y="6140450"/>
          <p14:tracePt t="172471" x="3524250" y="6140450"/>
          <p14:tracePt t="172517" x="3517900" y="6140450"/>
          <p14:tracePt t="172616" x="3524250" y="6140450"/>
          <p14:tracePt t="172630" x="3530600" y="6140450"/>
          <p14:tracePt t="172638" x="3536950" y="6140450"/>
          <p14:tracePt t="172650" x="3543300" y="6140450"/>
          <p14:tracePt t="172657" x="3549650" y="6140450"/>
          <p14:tracePt t="172669" x="3568700" y="6140450"/>
          <p14:tracePt t="172687" x="3625850" y="6140450"/>
          <p14:tracePt t="172704" x="3689350" y="6140450"/>
          <p14:tracePt t="172721" x="3752850" y="6140450"/>
          <p14:tracePt t="172736" x="4019550" y="6140450"/>
          <p14:tracePt t="172753" x="4121150" y="6134100"/>
          <p14:tracePt t="172771" x="4298950" y="6134100"/>
          <p14:tracePt t="172787" x="4375150" y="6127750"/>
          <p14:tracePt t="172803" x="4514850" y="6127750"/>
          <p14:tracePt t="172820" x="4622800" y="6127750"/>
          <p14:tracePt t="172836" x="4673600" y="6127750"/>
          <p14:tracePt t="172853" x="4737100" y="6127750"/>
          <p14:tracePt t="172870" x="4787900" y="6127750"/>
          <p14:tracePt t="172886" x="4806950" y="6127750"/>
          <p14:tracePt t="172903" x="4826000" y="6127750"/>
          <p14:tracePt t="172906" x="4838700" y="6127750"/>
          <p14:tracePt t="172919" x="4864100" y="6127750"/>
          <p14:tracePt t="172936" x="4921250" y="6134100"/>
          <p14:tracePt t="172953" x="4978400" y="6140450"/>
          <p14:tracePt t="172969" x="5003800" y="6146800"/>
          <p14:tracePt t="172986" x="5060950" y="6153150"/>
          <p14:tracePt t="173003" x="5118100" y="6153150"/>
          <p14:tracePt t="173019" x="5162550" y="6153150"/>
          <p14:tracePt t="173036" x="5181600" y="6153150"/>
          <p14:tracePt t="173052" x="5207000" y="6153150"/>
          <p14:tracePt t="173069" x="5219700" y="6153150"/>
          <p14:tracePt t="173086" x="5232400" y="6153150"/>
          <p14:tracePt t="173102" x="5251450" y="6153150"/>
          <p14:tracePt t="173119" x="5264150" y="6153150"/>
          <p14:tracePt t="173135" x="5270500" y="6153150"/>
          <p14:tracePt t="179627" x="5257800" y="6146800"/>
          <p14:tracePt t="179634" x="5219700" y="6134100"/>
          <p14:tracePt t="179646" x="5175250" y="6115050"/>
          <p14:tracePt t="179663" x="5029200" y="6051550"/>
          <p14:tracePt t="179679" x="4921250" y="6007100"/>
          <p14:tracePt t="179697" x="4819650" y="5962650"/>
          <p14:tracePt t="179712" x="4629150" y="5854700"/>
          <p14:tracePt t="179729" x="4464050" y="5765800"/>
          <p14:tracePt t="179746" x="4222750" y="5632450"/>
          <p14:tracePt t="179763" x="4083050" y="5549900"/>
          <p14:tracePt t="179779" x="3943350" y="5486400"/>
          <p14:tracePt t="179796" x="3765550" y="5410200"/>
          <p14:tracePt t="179812" x="3676650" y="5365750"/>
          <p14:tracePt t="179829" x="3613150" y="5327650"/>
          <p14:tracePt t="179846" x="3517900" y="5276850"/>
          <p14:tracePt t="179862" x="3467100" y="5238750"/>
          <p14:tracePt t="179879" x="3422650" y="5219700"/>
          <p14:tracePt t="179895" x="3359150" y="5194300"/>
          <p14:tracePt t="179912" x="3333750" y="5175250"/>
          <p14:tracePt t="179929" x="3308350" y="5143500"/>
          <p14:tracePt t="179945" x="3295650" y="5130800"/>
          <p14:tracePt t="179962" x="3282950" y="5118100"/>
          <p14:tracePt t="179979" x="3251200" y="5073650"/>
          <p14:tracePt t="179995" x="3225800" y="5041900"/>
          <p14:tracePt t="180011" x="3194050" y="5016500"/>
          <p14:tracePt t="180028" x="3181350" y="4984750"/>
          <p14:tracePt t="180045" x="3181350" y="4978400"/>
          <p14:tracePt t="180061" x="3175000" y="4972050"/>
          <p14:tracePt t="180078" x="3175000" y="4965700"/>
          <p14:tracePt t="180140" x="3175000" y="4972050"/>
          <p14:tracePt t="180162" x="3175000" y="4978400"/>
          <p14:tracePt t="180225" x="3181350" y="4984750"/>
          <p14:tracePt t="181170" x="3181350" y="4991100"/>
          <p14:tracePt t="181192" x="3175000" y="4997450"/>
          <p14:tracePt t="181198" x="3175000" y="5010150"/>
          <p14:tracePt t="181207" x="3162300" y="5016500"/>
          <p14:tracePt t="181224" x="3155950" y="5041900"/>
          <p14:tracePt t="181241" x="3136900" y="5080000"/>
          <p14:tracePt t="181257" x="3130550" y="5111750"/>
          <p14:tracePt t="181274" x="3111500" y="5143500"/>
          <p14:tracePt t="181291" x="3098800" y="5187950"/>
          <p14:tracePt t="181307" x="3092450" y="5213350"/>
          <p14:tracePt t="181324" x="3086100" y="5232400"/>
          <p14:tracePt t="181340" x="3079750" y="5245100"/>
          <p14:tracePt t="181374" x="3079750" y="5251450"/>
          <p14:tracePt t="181409" x="3079750" y="5257800"/>
          <p14:tracePt t="181487" x="3086100" y="5257800"/>
          <p14:tracePt t="181508" x="3092450" y="5257800"/>
          <p14:tracePt t="181550" x="3098800" y="5264150"/>
          <p14:tracePt t="181557" x="3105150" y="5264150"/>
          <p14:tracePt t="181592" x="3105150" y="5270500"/>
          <p14:tracePt t="181620" x="3111500" y="5270500"/>
          <p14:tracePt t="181635" x="3117850" y="5283200"/>
          <p14:tracePt t="181648" x="3117850" y="5289550"/>
          <p14:tracePt t="182886" x="3124200" y="5283200"/>
          <p14:tracePt t="182893" x="3130550" y="5264150"/>
          <p14:tracePt t="182902" x="3136900" y="5245100"/>
          <p14:tracePt t="182918" x="3149600" y="5226050"/>
          <p14:tracePt t="182936" x="3155950" y="5207000"/>
          <p14:tracePt t="182951" x="3168650" y="5194300"/>
          <p14:tracePt t="182968" x="3168650" y="5187950"/>
          <p14:tracePt t="182985" x="3168650" y="5181600"/>
          <p14:tracePt t="183021" x="3175000" y="5175250"/>
          <p14:tracePt t="183417" x="3143250" y="5162550"/>
          <p14:tracePt t="183424" x="3111500" y="5143500"/>
          <p14:tracePt t="183432" x="3073400" y="5137150"/>
          <p14:tracePt t="183449" x="2997200" y="5111750"/>
          <p14:tracePt t="183467" x="2895600" y="5080000"/>
          <p14:tracePt t="183483" x="2838450" y="5073650"/>
          <p14:tracePt t="183500" x="2800350" y="5067300"/>
          <p14:tracePt t="183516" x="2755900" y="5060950"/>
          <p14:tracePt t="183533" x="2736850" y="5054600"/>
          <p14:tracePt t="183549" x="2730500" y="5054600"/>
          <p14:tracePt t="183566" x="2724150" y="5054600"/>
          <p14:tracePt t="183677" x="2724150" y="5048250"/>
          <p14:tracePt t="183747" x="2724150" y="5041900"/>
          <p14:tracePt t="183755" x="2730500" y="5041900"/>
          <p14:tracePt t="183783" x="2736850" y="5041900"/>
          <p14:tracePt t="183797" x="2743200" y="5041900"/>
          <p14:tracePt t="183804" x="2755900" y="5041900"/>
          <p14:tracePt t="183815" x="2768600" y="5041900"/>
          <p14:tracePt t="183832" x="2813050" y="5041900"/>
          <p14:tracePt t="183848" x="2844800" y="5041900"/>
          <p14:tracePt t="183865" x="2895600" y="5041900"/>
          <p14:tracePt t="183882" x="2965450" y="5041900"/>
          <p14:tracePt t="183898" x="2997200" y="5041900"/>
          <p14:tracePt t="183915" x="3035300" y="5041900"/>
          <p14:tracePt t="183931" x="3073400" y="5041900"/>
          <p14:tracePt t="183948" x="3086100" y="5035550"/>
          <p14:tracePt t="183965" x="3092450" y="5035550"/>
          <p14:tracePt t="183998" x="3098800" y="5029200"/>
          <p14:tracePt t="184085" x="3092450" y="5029200"/>
          <p14:tracePt t="184099" x="3086100" y="5029200"/>
          <p14:tracePt t="184106" x="3079750" y="5029200"/>
          <p14:tracePt t="184116" x="3073400" y="5029200"/>
          <p14:tracePt t="184130" x="3048000" y="5016500"/>
          <p14:tracePt t="184147" x="3009900" y="5016500"/>
          <p14:tracePt t="184150" x="2990850" y="5016500"/>
          <p14:tracePt t="184164" x="2940050" y="5016500"/>
          <p14:tracePt t="184180" x="2857500" y="5022850"/>
          <p14:tracePt t="184198" x="2768600" y="5022850"/>
          <p14:tracePt t="184214" x="2717800" y="5022850"/>
          <p14:tracePt t="184230" x="2673350" y="5022850"/>
          <p14:tracePt t="184247" x="2641600" y="5022850"/>
          <p14:tracePt t="184263" x="2635250" y="5022850"/>
          <p14:tracePt t="184280" x="2628900" y="5022850"/>
          <p14:tracePt t="184297" x="2622550" y="5022850"/>
          <p14:tracePt t="184338" x="2628900" y="5022850"/>
          <p14:tracePt t="184352" x="2635250" y="5022850"/>
          <p14:tracePt t="184359" x="2647950" y="5022850"/>
          <p14:tracePt t="184366" x="2654300" y="5022850"/>
          <p14:tracePt t="184381" x="2673350" y="5022850"/>
          <p14:tracePt t="184396" x="2724150" y="5022850"/>
          <p14:tracePt t="184413" x="2781300" y="5010150"/>
          <p14:tracePt t="184430" x="2901950" y="5003800"/>
          <p14:tracePt t="184446" x="2990850" y="4997450"/>
          <p14:tracePt t="184463" x="3060700" y="4991100"/>
          <p14:tracePt t="184480" x="3162300" y="4978400"/>
          <p14:tracePt t="184496" x="3206750" y="4978400"/>
          <p14:tracePt t="184513" x="3232150" y="4978400"/>
          <p14:tracePt t="184529" x="3276600" y="4978400"/>
          <p14:tracePt t="184546" x="3308350" y="4972050"/>
          <p14:tracePt t="184562" x="3333750" y="4965700"/>
          <p14:tracePt t="184579" x="3371850" y="4959350"/>
          <p14:tracePt t="184596" x="3403600" y="4959350"/>
          <p14:tracePt t="184613" x="3441700" y="4959350"/>
          <p14:tracePt t="184629" x="3467100" y="4959350"/>
          <p14:tracePt t="184646" x="3492500" y="4953000"/>
          <p14:tracePt t="184662" x="3549650" y="4953000"/>
          <p14:tracePt t="184679" x="3594100" y="4953000"/>
          <p14:tracePt t="184696" x="3644900" y="4953000"/>
          <p14:tracePt t="184712" x="3702050" y="4953000"/>
          <p14:tracePt t="184728" x="3752850" y="4953000"/>
          <p14:tracePt t="184745" x="3790950" y="4953000"/>
          <p14:tracePt t="184761" x="3854450" y="4953000"/>
          <p14:tracePt t="184778" x="3886200" y="4959350"/>
          <p14:tracePt t="184796" x="3924300" y="4959350"/>
          <p14:tracePt t="184812" x="3943350" y="4959350"/>
          <p14:tracePt t="184828" x="3962400" y="4959350"/>
          <p14:tracePt t="184846" x="3975100" y="4959350"/>
          <p14:tracePt t="184861" x="3987800" y="4959350"/>
          <p14:tracePt t="184878" x="3994150" y="4959350"/>
          <p14:tracePt t="184895" x="4000500" y="4959350"/>
          <p14:tracePt t="184911" x="4006850" y="4959350"/>
          <p14:tracePt t="184944" x="4013200" y="4959350"/>
          <p14:tracePt t="184985" x="4019550" y="4959350"/>
          <p14:tracePt t="185013" x="4025900" y="4959350"/>
          <p14:tracePt t="185020" x="4032250" y="4959350"/>
          <p14:tracePt t="185034" x="4038600" y="4959350"/>
          <p14:tracePt t="185056" x="4044950" y="4959350"/>
          <p14:tracePt t="185070" x="4051300" y="4959350"/>
          <p14:tracePt t="185079" x="4057650" y="4959350"/>
          <p14:tracePt t="185093" x="4070350" y="4959350"/>
          <p14:tracePt t="185110" x="4076700" y="4959350"/>
          <p14:tracePt t="185127" x="4108450" y="4959350"/>
          <p14:tracePt t="185144" x="4127500" y="4959350"/>
          <p14:tracePt t="185161" x="4146550" y="4959350"/>
          <p14:tracePt t="185176" x="4165600" y="4959350"/>
          <p14:tracePt t="185194" x="4171950" y="4959350"/>
          <p14:tracePt t="185225" x="4171950" y="4953000"/>
          <p14:tracePt t="185267" x="4171950" y="4946650"/>
          <p14:tracePt t="185302" x="4171950" y="4940300"/>
          <p14:tracePt t="185336" x="4171950" y="4933950"/>
          <p14:tracePt t="185372" x="4171950" y="4921250"/>
          <p14:tracePt t="185386" x="4165600" y="4921250"/>
          <p14:tracePt t="185395" x="4159250" y="4914900"/>
          <p14:tracePt t="185409" x="4146550" y="4889500"/>
          <p14:tracePt t="185426" x="4114800" y="4838700"/>
          <p14:tracePt t="185444" x="4013200" y="4641850"/>
          <p14:tracePt t="185459" x="3905250" y="4464050"/>
          <p14:tracePt t="185476" x="3746500" y="4216400"/>
          <p14:tracePt t="185493" x="3467100" y="3759200"/>
          <p14:tracePt t="185509" x="3321050" y="3505200"/>
          <p14:tracePt t="185526" x="3200400" y="3302000"/>
          <p14:tracePt t="185542" x="3073400" y="3086100"/>
          <p14:tracePt t="185559" x="3016250" y="2984500"/>
          <p14:tracePt t="185576" x="2971800" y="2908300"/>
          <p14:tracePt t="185592" x="2952750" y="2882900"/>
          <p14:tracePt t="185608" x="2946400" y="2870200"/>
          <p14:tracePt t="185626" x="2946400" y="2863850"/>
          <p14:tracePt t="185703" x="2952750" y="2870200"/>
          <p14:tracePt t="185738" x="2952750" y="2876550"/>
          <p14:tracePt t="185759" x="2952750" y="2882900"/>
          <p14:tracePt t="185773" x="2952750" y="2889250"/>
          <p14:tracePt t="185780" x="2952750" y="2901950"/>
          <p14:tracePt t="185791" x="2952750" y="2914650"/>
          <p14:tracePt t="185809" x="2965450" y="3035300"/>
          <p14:tracePt t="185825" x="2965450" y="3200400"/>
          <p14:tracePt t="185841" x="2971800" y="3441700"/>
          <p14:tracePt t="185858" x="2984500" y="3879850"/>
          <p14:tracePt t="185874" x="2997200" y="4203700"/>
          <p14:tracePt t="185891" x="3009900" y="4457700"/>
          <p14:tracePt t="185908" x="3016250" y="4864100"/>
          <p14:tracePt t="185924" x="3016250" y="5086350"/>
          <p14:tracePt t="185942" x="2997200" y="5270500"/>
          <p14:tracePt t="185958" x="2984500" y="5346700"/>
          <p14:tracePt t="185974" x="2959100" y="5378450"/>
          <p14:tracePt t="185992" x="2946400" y="5397500"/>
          <p14:tracePt t="186096" x="2952750" y="5391150"/>
          <p14:tracePt t="186104" x="2959100" y="5391150"/>
          <p14:tracePt t="186110" x="2971800" y="5384800"/>
          <p14:tracePt t="186124" x="2984500" y="5384800"/>
          <p14:tracePt t="186140" x="3028950" y="5372100"/>
          <p14:tracePt t="186157" x="3079750" y="5365750"/>
          <p14:tracePt t="186174" x="3143250" y="5340350"/>
          <p14:tracePt t="186176" x="3168650" y="5340350"/>
          <p14:tracePt t="186190" x="3251200" y="5327650"/>
          <p14:tracePt t="186207" x="3346450" y="5302250"/>
          <p14:tracePt t="186224" x="3517900" y="5270500"/>
          <p14:tracePt t="186240" x="3625850" y="5251450"/>
          <p14:tracePt t="186257" x="3746500" y="5219700"/>
          <p14:tracePt t="186273" x="3917950" y="5187950"/>
          <p14:tracePt t="186290" x="4025900" y="5175250"/>
          <p14:tracePt t="186308" x="4165600" y="5149850"/>
          <p14:tracePt t="186323" x="4222750" y="5137150"/>
          <p14:tracePt t="186339" x="4254500" y="5130800"/>
          <p14:tracePt t="186357" x="4267200" y="5130800"/>
          <p14:tracePt t="186547" x="4267200" y="5124450"/>
          <p14:tracePt t="186561" x="4260850" y="5124450"/>
          <p14:tracePt t="186568" x="4254500" y="5124450"/>
          <p14:tracePt t="186934" x="4241800" y="5073650"/>
          <p14:tracePt t="186942" x="4222750" y="5010150"/>
          <p14:tracePt t="186953" x="4191000" y="4914900"/>
          <p14:tracePt t="186971" x="4076700" y="4629150"/>
          <p14:tracePt t="186987" x="3962400" y="4349750"/>
          <p14:tracePt t="187006" x="3784600" y="3860800"/>
          <p14:tracePt t="187020" x="3740150" y="3714750"/>
          <p14:tracePt t="187037" x="3549650" y="3232150"/>
          <p14:tracePt t="187054" x="3460750" y="3016250"/>
          <p14:tracePt t="187070" x="3365500" y="2673350"/>
          <p14:tracePt t="187087" x="3321050" y="2559050"/>
          <p14:tracePt t="187104" x="3238500" y="2362200"/>
          <p14:tracePt t="187120" x="3181350" y="2222500"/>
          <p14:tracePt t="187137" x="3155950" y="2190750"/>
          <p14:tracePt t="187153" x="3124200" y="2108200"/>
          <p14:tracePt t="187170" x="3117850" y="2095500"/>
          <p14:tracePt t="187187" x="3111500" y="2089150"/>
          <p14:tracePt t="187203" x="3111500" y="2070100"/>
          <p14:tracePt t="187251" x="3117850" y="2070100"/>
          <p14:tracePt t="187300" x="3124200" y="2076450"/>
          <p14:tracePt t="187313" x="3130550" y="2082800"/>
          <p14:tracePt t="187322" x="3130550" y="2089150"/>
          <p14:tracePt t="187337" x="3124200" y="2101850"/>
          <p14:tracePt t="187353" x="3098800" y="2114550"/>
          <p14:tracePt t="187369" x="3060700" y="2190750"/>
          <p14:tracePt t="187386" x="3003550" y="2298700"/>
          <p14:tracePt t="187402" x="2984500" y="2381250"/>
          <p14:tracePt t="187420" x="2933700" y="2565400"/>
          <p14:tracePt t="187436" x="2921000" y="2768600"/>
          <p14:tracePt t="187452" x="2927350" y="2857500"/>
          <p14:tracePt t="187469" x="2965450" y="3028950"/>
          <p14:tracePt t="187486" x="3003550" y="3149600"/>
          <p14:tracePt t="187502" x="3028950" y="3181350"/>
          <p14:tracePt t="187519" x="3086100" y="3232150"/>
          <p14:tracePt t="187536" x="3143250" y="3238500"/>
          <p14:tracePt t="187552" x="3175000" y="3238500"/>
          <p14:tracePt t="187568" x="3232150" y="3219450"/>
          <p14:tracePt t="187586" x="3321050" y="3181350"/>
          <p14:tracePt t="187602" x="3352800" y="3143250"/>
          <p14:tracePt t="187619" x="3460750" y="3048000"/>
          <p14:tracePt t="187635" x="3517900" y="2978150"/>
          <p14:tracePt t="187652" x="3600450" y="2800350"/>
          <p14:tracePt t="187668" x="3632200" y="2698750"/>
          <p14:tracePt t="187685" x="3651250" y="2609850"/>
          <p14:tracePt t="187702" x="3663950" y="2425700"/>
          <p14:tracePt t="187718" x="3638550" y="2273300"/>
          <p14:tracePt t="187735" x="3600450" y="2178050"/>
          <p14:tracePt t="187751" x="3492500" y="2006600"/>
          <p14:tracePt t="187768" x="3371850" y="1860550"/>
          <p14:tracePt t="187786" x="3257550" y="1784350"/>
          <p14:tracePt t="187801" x="3206750" y="1758950"/>
          <p14:tracePt t="187818" x="3086100" y="1758950"/>
          <p14:tracePt t="187836" x="2952750" y="1816100"/>
          <p14:tracePt t="187851" x="2882900" y="1860550"/>
          <p14:tracePt t="187867" x="2749550" y="1981200"/>
          <p14:tracePt t="187884" x="2635250" y="2152650"/>
          <p14:tracePt t="187901" x="2603500" y="2247900"/>
          <p14:tracePt t="187917" x="2584450" y="2362200"/>
          <p14:tracePt t="187934" x="2571750" y="2590800"/>
          <p14:tracePt t="187951" x="2647950" y="2876550"/>
          <p14:tracePt t="187968" x="2698750" y="3035300"/>
          <p14:tracePt t="187984" x="2787650" y="3219450"/>
          <p14:tracePt t="188000" x="2921000" y="3352800"/>
          <p14:tracePt t="188018" x="3009900" y="3422650"/>
          <p14:tracePt t="188034" x="3048000" y="3448050"/>
          <p14:tracePt t="188050" x="3098800" y="3460750"/>
          <p14:tracePt t="188068" x="3124200" y="3460750"/>
          <p14:tracePt t="188084" x="3136900" y="3460750"/>
          <p14:tracePt t="188100" x="3149600" y="3448050"/>
          <p14:tracePt t="188117" x="3162300" y="3422650"/>
          <p14:tracePt t="188851" x="3175000" y="3454400"/>
          <p14:tracePt t="188858" x="3200400" y="3511550"/>
          <p14:tracePt t="188872" x="3232150" y="3581400"/>
          <p14:tracePt t="188881" x="3270250" y="3644900"/>
          <p14:tracePt t="188897" x="3308350" y="3708400"/>
          <p14:tracePt t="188915" x="3422650" y="3848100"/>
          <p14:tracePt t="188931" x="3467100" y="3905250"/>
          <p14:tracePt t="188947" x="3524250" y="3956050"/>
          <p14:tracePt t="188964" x="3740150" y="4114800"/>
          <p14:tracePt t="188980" x="3822700" y="4178300"/>
          <p14:tracePt t="188997" x="3968750" y="4254500"/>
          <p14:tracePt t="189014" x="4095750" y="4305300"/>
          <p14:tracePt t="189031" x="4133850" y="4311650"/>
          <p14:tracePt t="189047" x="4222750" y="4343400"/>
          <p14:tracePt t="189063" x="4292600" y="4368800"/>
          <p14:tracePt t="189080" x="4324350" y="4375150"/>
          <p14:tracePt t="189097" x="4356100" y="4381500"/>
          <p14:tracePt t="189113" x="4368800" y="4387850"/>
          <p14:tracePt t="189130" x="4375150" y="4387850"/>
          <p14:tracePt t="189182" x="4375150" y="4394200"/>
          <p14:tracePt t="189210" x="4368800" y="4394200"/>
          <p14:tracePt t="189231" x="4368800" y="4400550"/>
          <p14:tracePt t="189247" x="4368800" y="4413250"/>
          <p14:tracePt t="189252" x="4368800" y="4425950"/>
          <p14:tracePt t="189263" x="4368800" y="4445000"/>
          <p14:tracePt t="189281" x="4387850" y="4527550"/>
          <p14:tracePt t="189296" x="4394200" y="4578350"/>
          <p14:tracePt t="189313" x="4400550" y="4629150"/>
          <p14:tracePt t="189330" x="4451350" y="4832350"/>
          <p14:tracePt t="189346" x="4457700" y="4895850"/>
          <p14:tracePt t="189362" x="4476750" y="4940300"/>
          <p14:tracePt t="189379" x="4495800" y="4984750"/>
          <p14:tracePt t="189396" x="4502150" y="5003800"/>
          <p14:tracePt t="189412" x="4514850" y="5003800"/>
          <p14:tracePt t="189429" x="4540250" y="5016500"/>
          <p14:tracePt t="189446" x="4584700" y="5016500"/>
          <p14:tracePt t="189463" x="4660900" y="5010150"/>
          <p14:tracePt t="189478" x="4699000" y="5003800"/>
          <p14:tracePt t="189495" x="4819650" y="4984750"/>
          <p14:tracePt t="189513" x="4927600" y="4978400"/>
          <p14:tracePt t="189529" x="4978400" y="4965700"/>
          <p14:tracePt t="189545" x="5099050" y="4959350"/>
          <p14:tracePt t="189562" x="5200650" y="4940300"/>
          <p14:tracePt t="189578" x="5257800" y="4933950"/>
          <p14:tracePt t="189595" x="5295900" y="4921250"/>
          <p14:tracePt t="189611" x="5384800" y="4914900"/>
          <p14:tracePt t="189628" x="5416550" y="4908550"/>
          <p14:tracePt t="189645" x="5448300" y="4902200"/>
          <p14:tracePt t="189661" x="5492750" y="4889500"/>
          <p14:tracePt t="189678" x="5530850" y="4889500"/>
          <p14:tracePt t="189695" x="5638800" y="4870450"/>
          <p14:tracePt t="189711" x="5695950" y="4857750"/>
          <p14:tracePt t="189728" x="5835650" y="4857750"/>
          <p14:tracePt t="189745" x="5962650" y="4857750"/>
          <p14:tracePt t="189761" x="6038850" y="4851400"/>
          <p14:tracePt t="189778" x="6172200" y="4851400"/>
          <p14:tracePt t="189794" x="6311900" y="4851400"/>
          <p14:tracePt t="189811" x="6388100" y="4851400"/>
          <p14:tracePt t="189828" x="6496050" y="4838700"/>
          <p14:tracePt t="189844" x="6597650" y="4832350"/>
          <p14:tracePt t="189861" x="6654800" y="4826000"/>
          <p14:tracePt t="189878" x="6692900" y="4813300"/>
          <p14:tracePt t="189894" x="6762750" y="4800600"/>
          <p14:tracePt t="189911" x="6845300" y="4794250"/>
          <p14:tracePt t="189928" x="6896100" y="4775200"/>
          <p14:tracePt t="189944" x="6915150" y="4768850"/>
          <p14:tracePt t="189960" x="6953250" y="4768850"/>
          <p14:tracePt t="189977" x="6997700" y="4762500"/>
          <p14:tracePt t="189994" x="7010400" y="4762500"/>
          <p14:tracePt t="190010" x="7042150" y="4762500"/>
          <p14:tracePt t="190027" x="7073900" y="4762500"/>
          <p14:tracePt t="190043" x="7086600" y="4762500"/>
          <p14:tracePt t="190061" x="7105650" y="4762500"/>
          <p14:tracePt t="190077" x="7118350" y="4762500"/>
          <p14:tracePt t="190174" x="7112000" y="4762500"/>
          <p14:tracePt t="190187" x="7099300" y="4762500"/>
          <p14:tracePt t="190196" x="7086600" y="4768850"/>
          <p14:tracePt t="190210" x="7061200" y="4768850"/>
          <p14:tracePt t="190226" x="7029450" y="4775200"/>
          <p14:tracePt t="190243" x="6896100" y="4787900"/>
          <p14:tracePt t="190259" x="6718300" y="4806950"/>
          <p14:tracePt t="190276" x="6616700" y="4813300"/>
          <p14:tracePt t="190279" x="6515100" y="4838700"/>
          <p14:tracePt t="190293" x="6400800" y="4838700"/>
          <p14:tracePt t="190309" x="6191250" y="4870450"/>
          <p14:tracePt t="190326" x="6102350" y="4876800"/>
          <p14:tracePt t="190343" x="5962650" y="4895850"/>
          <p14:tracePt t="190359" x="5880100" y="4914900"/>
          <p14:tracePt t="190376" x="5848350" y="4921250"/>
          <p14:tracePt t="190392" x="5816600" y="4933950"/>
          <p14:tracePt t="190409" x="5797550" y="4933950"/>
          <p14:tracePt t="190442" x="5791200" y="4940300"/>
          <p14:tracePt t="190459" x="5797550" y="4940300"/>
          <p14:tracePt t="190476" x="5810250" y="4940300"/>
          <p14:tracePt t="190492" x="5829300" y="4940300"/>
          <p14:tracePt t="190508" x="5842000" y="4933950"/>
          <p14:tracePt t="190525" x="5873750" y="4921250"/>
          <p14:tracePt t="190542" x="5937250" y="4889500"/>
          <p14:tracePt t="190559" x="5969000" y="4876800"/>
          <p14:tracePt t="190575" x="6019800" y="4838700"/>
          <p14:tracePt t="190592" x="6045200" y="4826000"/>
          <p14:tracePt t="190608" x="6057900" y="4806950"/>
          <p14:tracePt t="190625" x="6064250" y="4800600"/>
          <p14:tracePt t="190641" x="6064250" y="4794250"/>
          <p14:tracePt t="190658" x="6051550" y="4794250"/>
          <p14:tracePt t="190674" x="6032500" y="4787900"/>
          <p14:tracePt t="190691" x="5943600" y="4787900"/>
          <p14:tracePt t="190708" x="5791200" y="4775200"/>
          <p14:tracePt t="190724" x="5670550" y="4781550"/>
          <p14:tracePt t="190741" x="5429250" y="4813300"/>
          <p14:tracePt t="190758" x="5200650" y="4864100"/>
          <p14:tracePt t="190774" x="5092700" y="4895850"/>
          <p14:tracePt t="190791" x="4991100" y="4927600"/>
          <p14:tracePt t="190794" x="4908550" y="4959350"/>
          <p14:tracePt t="190808" x="4775200" y="5003800"/>
          <p14:tracePt t="190824" x="4724400" y="5016500"/>
          <p14:tracePt t="190842" x="4660900" y="5035550"/>
          <p14:tracePt t="190857" x="4648200" y="5041900"/>
          <p14:tracePt t="190874" x="4629150" y="5048250"/>
          <p14:tracePt t="190892" x="4616450" y="5048250"/>
          <p14:tracePt t="190923" x="4603750" y="5048250"/>
          <p14:tracePt t="190941" x="4584700" y="5048250"/>
          <p14:tracePt t="190957" x="4572000" y="5041900"/>
          <p14:tracePt t="190973" x="4540250" y="5016500"/>
          <p14:tracePt t="190990" x="4489450" y="4997450"/>
          <p14:tracePt t="191006" x="4445000" y="4978400"/>
          <p14:tracePt t="191024" x="4381500" y="4946650"/>
          <p14:tracePt t="191039" x="4330700" y="4933950"/>
          <p14:tracePt t="191057" x="4311650" y="4933950"/>
          <p14:tracePt t="191074" x="4273550" y="4933950"/>
          <p14:tracePt t="191090" x="4254500" y="4940300"/>
          <p14:tracePt t="191107" x="4248150" y="4940300"/>
          <p14:tracePt t="191123" x="4248150" y="4965700"/>
          <p14:tracePt t="191140" x="4248150" y="4978400"/>
          <p14:tracePt t="191156" x="4260850" y="5016500"/>
          <p14:tracePt t="191173" x="4292600" y="5067300"/>
          <p14:tracePt t="191189" x="4305300" y="5099050"/>
          <p14:tracePt t="191207" x="4337050" y="5162550"/>
          <p14:tracePt t="191223" x="4362450" y="5232400"/>
          <p14:tracePt t="191239" x="4368800" y="5264150"/>
          <p14:tracePt t="191257" x="4368800" y="5327650"/>
          <p14:tracePt t="191272" x="4349750" y="5410200"/>
          <p14:tracePt t="191289" x="4337050" y="5454650"/>
          <p14:tracePt t="191292" x="4311650" y="5499100"/>
          <p14:tracePt t="191307" x="4279900" y="5543550"/>
          <p14:tracePt t="191322" x="4222750" y="5613400"/>
          <p14:tracePt t="191339" x="4210050" y="5632450"/>
          <p14:tracePt t="191356" x="4178300" y="5657850"/>
          <p14:tracePt t="191372" x="4171950" y="5676900"/>
          <p14:tracePt t="191389" x="4165600" y="5683250"/>
          <p14:tracePt t="191405" x="4159250" y="5689600"/>
          <p14:tracePt t="191441" x="4152900" y="5689600"/>
          <p14:tracePt t="191474" x="4152900" y="5695950"/>
          <p14:tracePt t="191552" x="4146550" y="5702300"/>
          <p14:tracePt t="191707" x="4152900" y="5702300"/>
          <p14:tracePt t="191713" x="4159250" y="5702300"/>
          <p14:tracePt t="191742" x="4159250" y="5695950"/>
          <p14:tracePt t="191805" x="4159250" y="5689600"/>
          <p14:tracePt t="191812" x="4159250" y="5683250"/>
          <p14:tracePt t="191882" x="4159250" y="5670550"/>
          <p14:tracePt t="191896" x="4159250" y="5664200"/>
          <p14:tracePt t="191904" x="4159250" y="5651500"/>
          <p14:tracePt t="191917" x="4159250" y="5638800"/>
          <p14:tracePt t="191924" x="4140200" y="5607050"/>
          <p14:tracePt t="191936" x="4133850" y="5581650"/>
          <p14:tracePt t="191954" x="4102100" y="5467350"/>
          <p14:tracePt t="191970" x="4076700" y="5391150"/>
          <p14:tracePt t="191987" x="4051300" y="5295900"/>
          <p14:tracePt t="192003" x="3956050" y="5010150"/>
          <p14:tracePt t="192020" x="3924300" y="4908550"/>
          <p14:tracePt t="192037" x="3854450" y="4718050"/>
          <p14:tracePt t="192053" x="3810000" y="4629150"/>
          <p14:tracePt t="192070" x="3740150" y="4464050"/>
          <p14:tracePt t="192087" x="3676650" y="4343400"/>
          <p14:tracePt t="192103" x="3657600" y="4298950"/>
          <p14:tracePt t="192120" x="3606800" y="4235450"/>
          <p14:tracePt t="192136" x="3587750" y="4197350"/>
          <p14:tracePt t="192153" x="3581400" y="4184650"/>
          <p14:tracePt t="192170" x="3568700" y="4171950"/>
          <p14:tracePt t="192186" x="3568700" y="4165600"/>
          <p14:tracePt t="192202" x="3562350" y="4159250"/>
          <p14:tracePt t="192220" x="3562350" y="4152900"/>
          <p14:tracePt t="192283" x="3562350" y="4146550"/>
          <p14:tracePt t="192297" x="3562350" y="4140200"/>
          <p14:tracePt t="192305" x="3562350" y="4127500"/>
          <p14:tracePt t="192319" x="3556000" y="4127500"/>
          <p14:tracePt t="192336" x="3549650" y="4102100"/>
          <p14:tracePt t="192912" x="3562350" y="4102100"/>
          <p14:tracePt t="192919" x="3606800" y="4089400"/>
          <p14:tracePt t="192934" x="3632200" y="4083050"/>
          <p14:tracePt t="192950" x="3708400" y="4083050"/>
          <p14:tracePt t="192967" x="3740150" y="4083050"/>
          <p14:tracePt t="192983" x="3816350" y="4070350"/>
          <p14:tracePt t="193000" x="3911600" y="4051300"/>
          <p14:tracePt t="193017" x="3968750" y="4044950"/>
          <p14:tracePt t="193033" x="4089400" y="4013200"/>
          <p14:tracePt t="193050" x="4140200" y="4006850"/>
          <p14:tracePt t="193067" x="4279900" y="3968750"/>
          <p14:tracePt t="193083" x="4311650" y="3962400"/>
          <p14:tracePt t="193099" x="4337050" y="3962400"/>
          <p14:tracePt t="193117" x="4381500" y="3949700"/>
          <p14:tracePt t="193133" x="4413250" y="3949700"/>
          <p14:tracePt t="193149" x="4432300" y="3949700"/>
          <p14:tracePt t="193167" x="4457700" y="3949700"/>
          <p14:tracePt t="193182" x="4489450" y="3949700"/>
          <p14:tracePt t="193199" x="4502150" y="3943350"/>
          <p14:tracePt t="193216" x="4540250" y="3937000"/>
          <p14:tracePt t="193232" x="4584700" y="3930650"/>
          <p14:tracePt t="193250" x="4635500" y="3924300"/>
          <p14:tracePt t="193266" x="4654550" y="3924300"/>
          <p14:tracePt t="193282" x="4686300" y="3924300"/>
          <p14:tracePt t="193299" x="4705350" y="3911600"/>
          <p14:tracePt t="193315" x="4711700" y="3905250"/>
          <p14:tracePt t="193332" x="4718050" y="3905250"/>
          <p14:tracePt t="193349" x="4737100" y="3892550"/>
          <p14:tracePt t="193369" x="4743450" y="3886200"/>
          <p14:tracePt t="193390" x="4749800" y="3879850"/>
          <p14:tracePt t="193475" x="4749800" y="3873500"/>
          <p14:tracePt t="193510" x="4749800" y="3867150"/>
          <p14:tracePt t="193946" x="4749800" y="3879850"/>
          <p14:tracePt t="193953" x="4756150" y="3911600"/>
          <p14:tracePt t="193967" x="4768850" y="3943350"/>
          <p14:tracePt t="193980" x="4787900" y="3975100"/>
          <p14:tracePt t="193997" x="4813300" y="4038600"/>
          <p14:tracePt t="194013" x="4826000" y="4076700"/>
          <p14:tracePt t="194030" x="4851400" y="4146550"/>
          <p14:tracePt t="194046" x="4870450" y="4229100"/>
          <p14:tracePt t="194063" x="4876800" y="4273550"/>
          <p14:tracePt t="194080" x="4889500" y="4330700"/>
          <p14:tracePt t="194096" x="4914900" y="4381500"/>
          <p14:tracePt t="194113" x="4914900" y="4394200"/>
          <p14:tracePt t="194129" x="4914900" y="4419600"/>
          <p14:tracePt t="194146" x="4914900" y="4438650"/>
          <p14:tracePt t="194162" x="4914900" y="4445000"/>
          <p14:tracePt t="194179" x="4914900" y="4451350"/>
          <p14:tracePt t="194196" x="4914900" y="4457700"/>
          <p14:tracePt t="194256" x="4914900" y="4470400"/>
          <p14:tracePt t="194284" x="4914900" y="4476750"/>
          <p14:tracePt t="194304" x="4914900" y="4483100"/>
          <p14:tracePt t="194332" x="4914900" y="4489450"/>
          <p14:tracePt t="194354" x="4914900" y="4495800"/>
          <p14:tracePt t="194396" x="4921250" y="4508500"/>
          <p14:tracePt t="194417" x="4921250" y="4514850"/>
          <p14:tracePt t="194424" x="4921250" y="4527550"/>
          <p14:tracePt t="194438" x="4927600" y="4533900"/>
          <p14:tracePt t="194447" x="4927600" y="4552950"/>
          <p14:tracePt t="194461" x="4927600" y="4572000"/>
          <p14:tracePt t="194478" x="4940300" y="4616450"/>
          <p14:tracePt t="194495" x="4946650" y="4648200"/>
          <p14:tracePt t="194511" x="4946650" y="4667250"/>
          <p14:tracePt t="194528" x="4946650" y="4679950"/>
          <p14:tracePt t="194545" x="4940300" y="4692650"/>
          <p14:tracePt t="194562" x="4933950" y="4686300"/>
          <p14:tracePt t="194578" x="4921250" y="4673600"/>
          <p14:tracePt t="194594" x="4857750" y="4572000"/>
          <p14:tracePt t="194611" x="4756150" y="4406900"/>
          <p14:tracePt t="194628" x="4705350" y="4305300"/>
          <p14:tracePt t="194644" x="4572000" y="4076700"/>
          <p14:tracePt t="194661" x="4432300" y="3810000"/>
          <p14:tracePt t="194678" x="4273550" y="3511550"/>
          <p14:tracePt t="194694" x="4197350" y="3403600"/>
          <p14:tracePt t="194711" x="4044950" y="3181350"/>
          <p14:tracePt t="194727" x="3898900" y="2990850"/>
          <p14:tracePt t="194744" x="3835400" y="2908300"/>
          <p14:tracePt t="194761" x="3771900" y="2838450"/>
          <p14:tracePt t="194777" x="3663950" y="2724150"/>
          <p14:tracePt t="194794" x="3619500" y="2673350"/>
          <p14:tracePt t="194811" x="3536950" y="2603500"/>
          <p14:tracePt t="194827" x="3473450" y="2565400"/>
          <p14:tracePt t="194843" x="3441700" y="2533650"/>
          <p14:tracePt t="194861" x="3416300" y="2520950"/>
          <p14:tracePt t="194876" x="3409950" y="2514600"/>
          <p14:tracePt t="194893" x="3390900" y="2508250"/>
          <p14:tracePt t="194910" x="3384550" y="2501900"/>
          <p14:tracePt t="194926" x="3378200" y="2501900"/>
          <p14:tracePt t="194960" x="3371850" y="2495550"/>
          <p14:tracePt t="194966" x="3365500" y="2495550"/>
          <p14:tracePt t="194987" x="3365500" y="2489200"/>
          <p14:tracePt t="195050" x="3359150" y="2489200"/>
          <p14:tracePt t="195106" x="3359150" y="2495550"/>
          <p14:tracePt t="195261" x="3359150" y="2501900"/>
          <p14:tracePt t="195268" x="3365500" y="2508250"/>
          <p14:tracePt t="195282" x="3371850" y="2514600"/>
          <p14:tracePt t="195292" x="3378200" y="2527300"/>
          <p14:tracePt t="195309" x="3390900" y="2540000"/>
          <p14:tracePt t="195325" x="3441700" y="2616200"/>
          <p14:tracePt t="195342" x="3543300" y="2781300"/>
          <p14:tracePt t="195358" x="3619500" y="2889250"/>
          <p14:tracePt t="195374" x="3829050" y="3225800"/>
          <p14:tracePt t="195392" x="4070350" y="3613150"/>
          <p14:tracePt t="195409" x="4311650" y="3994150"/>
          <p14:tracePt t="195425" x="4400550" y="4146550"/>
          <p14:tracePt t="195441" x="4483100" y="4279900"/>
          <p14:tracePt t="195458" x="4635500" y="4521200"/>
          <p14:tracePt t="195475" x="4660900" y="4565650"/>
          <p14:tracePt t="195491" x="4679950" y="4591050"/>
          <p14:tracePt t="195507" x="4699000" y="4622800"/>
          <p14:tracePt t="195524" x="4705350" y="4635500"/>
          <p14:tracePt t="195541" x="4705350" y="4641850"/>
          <p14:tracePt t="195557" x="4705350" y="4648200"/>
          <p14:tracePt t="195669" x="4705350" y="4654550"/>
          <p14:tracePt t="195683" x="4705350" y="4660900"/>
          <p14:tracePt t="195691" x="4705350" y="4667250"/>
          <p14:tracePt t="195704" x="4705350" y="4673600"/>
          <p14:tracePt t="195711" x="4705350" y="4679950"/>
          <p14:tracePt t="195732" x="4711700" y="4686300"/>
          <p14:tracePt t="195741" x="4711700" y="4692650"/>
          <p14:tracePt t="195757" x="4718050" y="4705350"/>
          <p14:tracePt t="195775" x="4724400" y="4737100"/>
          <p14:tracePt t="195790" x="4730750" y="4762500"/>
          <p14:tracePt t="195807" x="4756150" y="4813300"/>
          <p14:tracePt t="195824" x="4775200" y="4851400"/>
          <p14:tracePt t="195840" x="4781550" y="4864100"/>
          <p14:tracePt t="195857" x="4800600" y="4895850"/>
          <p14:tracePt t="195874" x="4826000" y="4914900"/>
          <p14:tracePt t="195890" x="4838700" y="4927600"/>
          <p14:tracePt t="195907" x="4914900" y="4940300"/>
          <p14:tracePt t="195923" x="5016500" y="4959350"/>
          <p14:tracePt t="195940" x="5080000" y="4959350"/>
          <p14:tracePt t="195956" x="5264150" y="4953000"/>
          <p14:tracePt t="195972" x="5467350" y="4914900"/>
          <p14:tracePt t="195989" x="5568950" y="4902200"/>
          <p14:tracePt t="196007" x="5740400" y="4864100"/>
          <p14:tracePt t="196023" x="5861050" y="4838700"/>
          <p14:tracePt t="196039" x="5899150" y="4826000"/>
          <p14:tracePt t="196056" x="5937250" y="4819650"/>
          <p14:tracePt t="196126" x="5918200" y="4819650"/>
          <p14:tracePt t="196133" x="5886450" y="4819650"/>
          <p14:tracePt t="196147" x="5861050" y="4819650"/>
          <p14:tracePt t="196156" x="5810250" y="4819650"/>
          <p14:tracePt t="196172" x="5759450" y="4819650"/>
          <p14:tracePt t="196189" x="5600700" y="4851400"/>
          <p14:tracePt t="196205" x="5435600" y="4870450"/>
          <p14:tracePt t="196222" x="5346700" y="4889500"/>
          <p14:tracePt t="196239" x="5187950" y="4908550"/>
          <p14:tracePt t="196255" x="5080000" y="4940300"/>
          <p14:tracePt t="196272" x="5041900" y="4946650"/>
          <p14:tracePt t="196289" x="4991100" y="4953000"/>
          <p14:tracePt t="196305" x="4978400" y="4959350"/>
          <p14:tracePt t="196322" x="4972050" y="4965700"/>
          <p14:tracePt t="196407" x="4972050" y="4959350"/>
          <p14:tracePt t="196428" x="4972050" y="4953000"/>
          <p14:tracePt t="196449" x="4972050" y="4946650"/>
          <p14:tracePt t="197109" x="4972050" y="4902200"/>
          <p14:tracePt t="197116" x="4953000" y="4832350"/>
          <p14:tracePt t="197123" x="4933950" y="4756150"/>
          <p14:tracePt t="197138" x="4914900" y="4673600"/>
          <p14:tracePt t="197152" x="4895850" y="4597400"/>
          <p14:tracePt t="197169" x="4845050" y="4451350"/>
          <p14:tracePt t="197185" x="4826000" y="4368800"/>
          <p14:tracePt t="197202" x="4762500" y="4210050"/>
          <p14:tracePt t="197218" x="4692650" y="4064000"/>
          <p14:tracePt t="197236" x="4629150" y="3924300"/>
          <p14:tracePt t="197252" x="4578350" y="3867150"/>
          <p14:tracePt t="197268" x="4502150" y="3740150"/>
          <p14:tracePt t="197285" x="4413250" y="3613150"/>
          <p14:tracePt t="197301" x="4362450" y="3556000"/>
          <p14:tracePt t="197318" x="4324350" y="3498850"/>
          <p14:tracePt t="197335" x="4260850" y="3416300"/>
          <p14:tracePt t="197351" x="4229100" y="3371850"/>
          <p14:tracePt t="197368" x="4203700" y="3352800"/>
          <p14:tracePt t="197385" x="4102100" y="3257550"/>
          <p14:tracePt t="197401" x="4083050" y="3238500"/>
          <p14:tracePt t="197419" x="3981450" y="3181350"/>
          <p14:tracePt t="197434" x="3956050" y="3162300"/>
          <p14:tracePt t="197451" x="3911600" y="3130550"/>
          <p14:tracePt t="197468" x="3867150" y="3098800"/>
          <p14:tracePt t="197484" x="3848100" y="3086100"/>
          <p14:tracePt t="197501" x="3810000" y="3073400"/>
          <p14:tracePt t="197518" x="3771900" y="3060700"/>
          <p14:tracePt t="197535" x="3759200" y="3060700"/>
          <p14:tracePt t="197551" x="3708400" y="3054350"/>
          <p14:tracePt t="197567" x="3657600" y="3054350"/>
          <p14:tracePt t="197584" x="3638550" y="3054350"/>
          <p14:tracePt t="197601" x="3600450" y="3054350"/>
          <p14:tracePt t="197617" x="3549650" y="3054350"/>
          <p14:tracePt t="197633" x="3517900" y="3054350"/>
          <p14:tracePt t="197651" x="3498850" y="3054350"/>
          <p14:tracePt t="197667" x="3435350" y="3054350"/>
          <p14:tracePt t="197683" x="3378200" y="3054350"/>
          <p14:tracePt t="197700" x="3321050" y="3060700"/>
          <p14:tracePt t="197717" x="3289300" y="3067050"/>
          <p14:tracePt t="197734" x="3251200" y="3067050"/>
          <p14:tracePt t="197750" x="3206750" y="3067050"/>
          <p14:tracePt t="197767" x="3194050" y="3067050"/>
          <p14:tracePt t="197784" x="3168650" y="3067050"/>
          <p14:tracePt t="197800" x="3149600" y="3067050"/>
          <p14:tracePt t="197816" x="3143250" y="3067050"/>
          <p14:tracePt t="197834" x="3130550" y="3067050"/>
          <p14:tracePt t="197850" x="3117850" y="3073400"/>
          <p14:tracePt t="197883" x="3111500" y="3073400"/>
          <p14:tracePt t="197899" x="3111500" y="3079750"/>
          <p14:tracePt t="198023" x="3105150" y="3086100"/>
          <p14:tracePt t="198101" x="3105150" y="3092450"/>
          <p14:tracePt t="198143" x="3111500" y="3092450"/>
          <p14:tracePt t="198150" x="3117850" y="3092450"/>
          <p14:tracePt t="198165" x="3130550" y="3092450"/>
          <p14:tracePt t="198171" x="3136900" y="3092450"/>
          <p14:tracePt t="198182" x="3149600" y="3092450"/>
          <p14:tracePt t="198200" x="3206750" y="3092450"/>
          <p14:tracePt t="198215" x="3244850" y="3098800"/>
          <p14:tracePt t="198232" x="3295650" y="3098800"/>
          <p14:tracePt t="198249" x="3422650" y="3098800"/>
          <p14:tracePt t="198265" x="3562350" y="3098800"/>
          <p14:tracePt t="198281" x="3638550" y="3098800"/>
          <p14:tracePt t="198298" x="3771900" y="3092450"/>
          <p14:tracePt t="198315" x="3873500" y="3079750"/>
          <p14:tracePt t="198331" x="3917950" y="3073400"/>
          <p14:tracePt t="198348" x="3975100" y="3067050"/>
          <p14:tracePt t="198365" x="4025900" y="3060700"/>
          <p14:tracePt t="198382" x="4044950" y="3060700"/>
          <p14:tracePt t="198398" x="4070350" y="3048000"/>
          <p14:tracePt t="198414" x="4095750" y="3041650"/>
          <p14:tracePt t="198432" x="4114800" y="3041650"/>
          <p14:tracePt t="198448" x="4121150" y="3041650"/>
          <p14:tracePt t="198464" x="4127500" y="3041650"/>
          <p14:tracePt t="198481" x="4133850" y="3041650"/>
          <p14:tracePt t="198514" x="4140200" y="3041650"/>
          <p14:tracePt t="198531" x="4152900" y="3041650"/>
          <p14:tracePt t="198656" x="4152900" y="3035300"/>
          <p14:tracePt t="198684" x="4146550" y="3035300"/>
          <p14:tracePt t="198691" x="4140200" y="3035300"/>
          <p14:tracePt t="198705" x="4133850" y="3035300"/>
          <p14:tracePt t="198714" x="4127500" y="3035300"/>
          <p14:tracePt t="198729" x="4121150" y="3035300"/>
          <p14:tracePt t="198747" x="4083050" y="3035300"/>
          <p14:tracePt t="198763" x="4013200" y="3035300"/>
          <p14:tracePt t="198780" x="3962400" y="3035300"/>
          <p14:tracePt t="198797" x="3867150" y="3035300"/>
          <p14:tracePt t="198813" x="3778250" y="3035300"/>
          <p14:tracePt t="198830" x="3727450" y="3035300"/>
          <p14:tracePt t="198847" x="3670300" y="3035300"/>
          <p14:tracePt t="198863" x="3644900" y="3028950"/>
          <p14:tracePt t="198880" x="3613150" y="3028950"/>
          <p14:tracePt t="198896" x="3594100" y="3028950"/>
          <p14:tracePt t="198913" x="3594100" y="3035300"/>
          <p14:tracePt t="198973" x="3587750" y="3028950"/>
          <p14:tracePt t="198980" x="3581400" y="3028950"/>
          <p14:tracePt t="198994" x="3575050" y="3022600"/>
          <p14:tracePt t="199001" x="3568700" y="3022600"/>
          <p14:tracePt t="199016" x="3562350" y="3022600"/>
          <p14:tracePt t="199448" x="3581400" y="3022600"/>
          <p14:tracePt t="199456" x="3625850" y="3022600"/>
          <p14:tracePt t="199470" x="3676650" y="3035300"/>
          <p14:tracePt t="199478" x="3714750" y="3035300"/>
          <p14:tracePt t="199493" x="3752850" y="3035300"/>
          <p14:tracePt t="199511" x="3848100" y="3035300"/>
          <p14:tracePt t="199527" x="3937000" y="3028950"/>
          <p14:tracePt t="199544" x="3981450" y="3022600"/>
          <p14:tracePt t="199562" x="4057650" y="3022600"/>
          <p14:tracePt t="199577" x="4152900" y="3022600"/>
          <p14:tracePt t="199594" x="4191000" y="3022600"/>
          <p14:tracePt t="199611" x="4254500" y="3022600"/>
          <p14:tracePt t="199627" x="4273550" y="3022600"/>
          <p14:tracePt t="199643" x="4324350" y="3022600"/>
          <p14:tracePt t="199660" x="4362450" y="3022600"/>
          <p14:tracePt t="199677" x="4387850" y="3022600"/>
          <p14:tracePt t="199693" x="4425950" y="3022600"/>
          <p14:tracePt t="199710" x="4457700" y="3022600"/>
          <p14:tracePt t="199727" x="4476750" y="3022600"/>
          <p14:tracePt t="199744" x="4521200" y="3022600"/>
          <p14:tracePt t="199760" x="4546600" y="3022600"/>
          <p14:tracePt t="199776" x="4559300" y="3022600"/>
          <p14:tracePt t="199794" x="4584700" y="3022600"/>
          <p14:tracePt t="199810" x="4603750" y="3022600"/>
          <p14:tracePt t="199826" x="4610100" y="3022600"/>
          <p14:tracePt t="199843" x="4622800" y="3022600"/>
          <p14:tracePt t="199860" x="4635500" y="3022600"/>
          <p14:tracePt t="199878" x="4641850" y="3022600"/>
          <p14:tracePt t="199909" x="4648200" y="3022600"/>
          <p14:tracePt t="199928" x="4654550" y="3022600"/>
          <p14:tracePt t="199942" x="4660900" y="3022600"/>
          <p14:tracePt t="199959" x="4667250" y="3022600"/>
          <p14:tracePt t="199976" x="4673600" y="3022600"/>
          <p14:tracePt t="199992" x="4686300" y="3022600"/>
          <p14:tracePt t="200008" x="4699000" y="3022600"/>
          <p14:tracePt t="200027" x="4730750" y="3022600"/>
          <p14:tracePt t="200042" x="4775200" y="3022600"/>
          <p14:tracePt t="200059" x="4800600" y="3022600"/>
          <p14:tracePt t="200076" x="4838700" y="3022600"/>
          <p14:tracePt t="200092" x="4864100" y="3022600"/>
          <p14:tracePt t="200109" x="4870450" y="3016250"/>
          <p14:tracePt t="200125" x="4876800" y="3016250"/>
          <p14:tracePt t="200142" x="4876800" y="3009900"/>
          <p14:tracePt t="200194" x="4870450" y="3009900"/>
          <p14:tracePt t="200201" x="4857750" y="3009900"/>
          <p14:tracePt t="200210" x="4838700" y="3009900"/>
          <p14:tracePt t="200224" x="4819650" y="3009900"/>
          <p14:tracePt t="200241" x="4787900" y="3009900"/>
          <p14:tracePt t="200258" x="4686300" y="3009900"/>
          <p14:tracePt t="200275" x="4572000" y="3003550"/>
          <p14:tracePt t="200291" x="4521200" y="3003550"/>
          <p14:tracePt t="200308" x="4406900" y="3003550"/>
          <p14:tracePt t="200325" x="4324350" y="3003550"/>
          <p14:tracePt t="200342" x="4273550" y="3003550"/>
          <p14:tracePt t="200358" x="4267200" y="3003550"/>
          <p14:tracePt t="200374" x="4254500" y="3003550"/>
          <p14:tracePt t="200392" x="4241800" y="3003550"/>
          <p14:tracePt t="200423" x="4241800" y="2997200"/>
          <p14:tracePt t="200441" x="4248150" y="2990850"/>
          <p14:tracePt t="200457" x="4254500" y="2990850"/>
          <p14:tracePt t="200474" x="4267200" y="2990850"/>
          <p14:tracePt t="200477" x="4279900" y="2990850"/>
          <p14:tracePt t="200491" x="4324350" y="2990850"/>
          <p14:tracePt t="200507" x="4343400" y="2990850"/>
          <p14:tracePt t="200524" x="4368800" y="2990850"/>
          <p14:tracePt t="200540" x="4438650" y="2990850"/>
          <p14:tracePt t="200557" x="4521200" y="2984500"/>
          <p14:tracePt t="200575" x="4584700" y="2978150"/>
          <p14:tracePt t="200590" x="4610100" y="2971800"/>
          <p14:tracePt t="200607" x="4641850" y="2971800"/>
          <p14:tracePt t="200624" x="4654550" y="2965450"/>
          <p14:tracePt t="200666" x="4654550" y="2959100"/>
          <p14:tracePt t="200736" x="4648200" y="2959100"/>
          <p14:tracePt t="200743" x="4635500" y="2959100"/>
          <p14:tracePt t="200759" x="4622800" y="2959100"/>
          <p14:tracePt t="200775" x="4591050" y="2965450"/>
          <p14:tracePt t="200790" x="4559300" y="2965450"/>
          <p14:tracePt t="200808" x="4470400" y="2984500"/>
          <p14:tracePt t="200823" x="4406900" y="2990850"/>
          <p14:tracePt t="200840" x="4273550" y="3022600"/>
          <p14:tracePt t="200856" x="4127500" y="3041650"/>
          <p14:tracePt t="200873" x="4076700" y="3041650"/>
          <p14:tracePt t="200889" x="3987800" y="3041650"/>
          <p14:tracePt t="200906" x="3917950" y="3048000"/>
          <p14:tracePt t="200922" x="3886200" y="3048000"/>
          <p14:tracePt t="200940" x="3854450" y="3048000"/>
          <p14:tracePt t="200956" x="3822700" y="3048000"/>
          <p14:tracePt t="200972" x="3810000" y="3048000"/>
          <p14:tracePt t="200989" x="3778250" y="3041650"/>
          <p14:tracePt t="201529" x="3759200" y="3041650"/>
          <p14:tracePt t="201535" x="3727450" y="3041650"/>
          <p14:tracePt t="201550" x="3702050" y="3041650"/>
          <p14:tracePt t="201557" x="3676650" y="3041650"/>
          <p14:tracePt t="201573" x="3638550" y="3035300"/>
          <p14:tracePt t="201587" x="3581400" y="3035300"/>
          <p14:tracePt t="201603" x="3556000" y="3035300"/>
          <p14:tracePt t="201621" x="3486150" y="3035300"/>
          <p14:tracePt t="201637" x="3460750" y="3035300"/>
          <p14:tracePt t="201653" x="3403600" y="3035300"/>
          <p14:tracePt t="201670" x="3352800" y="3035300"/>
          <p14:tracePt t="201686" x="3333750" y="3035300"/>
          <p14:tracePt t="201703" x="3308350" y="3035300"/>
          <p14:tracePt t="201720" x="3295650" y="3035300"/>
          <p14:tracePt t="201736" x="3289300" y="3035300"/>
          <p14:tracePt t="202344" x="3289300" y="3041650"/>
          <p14:tracePt t="202401" x="3295650" y="3048000"/>
          <p14:tracePt t="202422" x="3302000" y="3048000"/>
          <p14:tracePt t="202428" x="3308350" y="3048000"/>
          <p14:tracePt t="202443" x="3314700" y="3048000"/>
          <p14:tracePt t="202451" x="3321050" y="3048000"/>
          <p14:tracePt t="202467" x="3327400" y="3048000"/>
          <p14:tracePt t="202484" x="3352800" y="3048000"/>
          <p14:tracePt t="202500" x="3454400" y="3054350"/>
          <p14:tracePt t="202517" x="3492500" y="3060700"/>
          <p14:tracePt t="202534" x="3543300" y="3060700"/>
          <p14:tracePt t="202550" x="3638550" y="3067050"/>
          <p14:tracePt t="202567" x="3676650" y="3067050"/>
          <p14:tracePt t="202584" x="3714750" y="3067050"/>
          <p14:tracePt t="202600" x="3784600" y="3067050"/>
          <p14:tracePt t="202616" x="3803650" y="3067050"/>
          <p14:tracePt t="202633" x="3848100" y="3067050"/>
          <p14:tracePt t="202650" x="3860800" y="3067050"/>
          <p14:tracePt t="202683" x="3873500" y="3060700"/>
          <p14:tracePt t="202716" x="3879850" y="3060700"/>
          <p14:tracePt t="202977" x="3886200" y="3060700"/>
          <p14:tracePt t="202984" x="3892550" y="3060700"/>
          <p14:tracePt t="203000" x="3898900" y="3060700"/>
          <p14:tracePt t="203012" x="3905250" y="3060700"/>
          <p14:tracePt t="203019" x="3917950" y="3060700"/>
          <p14:tracePt t="203035" x="3924300" y="3060700"/>
          <p14:tracePt t="203049" x="3943350" y="3060700"/>
          <p14:tracePt t="203065" x="3956050" y="3060700"/>
          <p14:tracePt t="203082" x="3968750" y="3060700"/>
          <p14:tracePt t="203098" x="3994150" y="3060700"/>
          <p14:tracePt t="203115" x="4006850" y="3060700"/>
          <p14:tracePt t="203132" x="4019550" y="3060700"/>
          <p14:tracePt t="203148" x="4025900" y="3060700"/>
          <p14:tracePt t="203184" x="4032250" y="3060700"/>
          <p14:tracePt t="203202" x="4038600" y="3060700"/>
          <p14:tracePt t="203232" x="4044950" y="3060700"/>
          <p14:tracePt t="203252" x="4051300" y="3060700"/>
          <p14:tracePt t="203273" x="4057650" y="3060700"/>
          <p14:tracePt t="203286" x="4064000" y="3060700"/>
          <p14:tracePt t="203301" x="4070350" y="3060700"/>
          <p14:tracePt t="203315" x="4089400" y="3060700"/>
          <p14:tracePt t="203322" x="4108450" y="3060700"/>
          <p14:tracePt t="203336" x="4140200" y="3060700"/>
          <p14:tracePt t="203351" x="4165600" y="3060700"/>
          <p14:tracePt t="203366" x="4197350" y="3060700"/>
          <p14:tracePt t="203381" x="4235450" y="3060700"/>
          <p14:tracePt t="203397" x="4273550" y="3060700"/>
          <p14:tracePt t="203414" x="4330700" y="3060700"/>
          <p14:tracePt t="203430" x="4356100" y="3054350"/>
          <p14:tracePt t="203447" x="4387850" y="3054350"/>
          <p14:tracePt t="203464" x="4425950" y="3048000"/>
          <p14:tracePt t="203480" x="4451350" y="3048000"/>
          <p14:tracePt t="203497" x="4476750" y="3041650"/>
          <p14:tracePt t="203513" x="4489450" y="3041650"/>
          <p14:tracePt t="203530" x="4495800" y="3041650"/>
          <p14:tracePt t="203533" x="4508500" y="3041650"/>
          <p14:tracePt t="203547" x="4514850" y="3035300"/>
          <p14:tracePt t="203563" x="4527550" y="3035300"/>
          <p14:tracePt t="203580" x="4540250" y="3035300"/>
          <p14:tracePt t="203597" x="4546600" y="3035300"/>
          <p14:tracePt t="203630" x="4559300" y="3035300"/>
          <p14:tracePt t="203723" x="4565650" y="3035300"/>
          <p14:tracePt t="204124" x="4572000" y="3035300"/>
          <p14:tracePt t="204138" x="4591050" y="3035300"/>
          <p14:tracePt t="204147" x="4622800" y="3035300"/>
          <p14:tracePt t="204161" x="4641850" y="3035300"/>
          <p14:tracePt t="204178" x="4667250" y="3035300"/>
          <p14:tracePt t="204194" x="4730750" y="3022600"/>
          <p14:tracePt t="204211" x="4749800" y="3022600"/>
          <p14:tracePt t="204228" x="4768850" y="3022600"/>
          <p14:tracePt t="204244" x="4794250" y="3016250"/>
          <p14:tracePt t="204260" x="4806950" y="3016250"/>
          <p14:tracePt t="204279" x="4819650" y="3009900"/>
          <p14:tracePt t="204314" x="4819650" y="3003550"/>
          <p14:tracePt t="204355" x="4819650" y="2997200"/>
          <p14:tracePt t="204363" x="4813300" y="2990850"/>
          <p14:tracePt t="204378" x="4813300" y="2984500"/>
          <p14:tracePt t="204695" x="4768850" y="2984500"/>
          <p14:tracePt t="204702" x="4705350" y="2984500"/>
          <p14:tracePt t="204712" x="4641850" y="2990850"/>
          <p14:tracePt t="204726" x="4565650" y="2990850"/>
          <p14:tracePt t="204743" x="4502150" y="2997200"/>
          <p14:tracePt t="204759" x="4330700" y="3016250"/>
          <p14:tracePt t="204776" x="4203700" y="3028950"/>
          <p14:tracePt t="204792" x="4121150" y="3035300"/>
          <p14:tracePt t="204809" x="3981450" y="3035300"/>
          <p14:tracePt t="204826" x="3854450" y="3035300"/>
          <p14:tracePt t="204843" x="3740150" y="3035300"/>
          <p14:tracePt t="204859" x="3689350" y="3035300"/>
          <p14:tracePt t="204875" x="3606800" y="3035300"/>
          <p14:tracePt t="204893" x="3530600" y="3035300"/>
          <p14:tracePt t="204909" x="3492500" y="3035300"/>
          <p14:tracePt t="204925" x="3435350" y="3035300"/>
          <p14:tracePt t="204942" x="3384550" y="3035300"/>
          <p14:tracePt t="204958" x="3365500" y="3035300"/>
          <p14:tracePt t="204975" x="3346450" y="3035300"/>
          <p14:tracePt t="204992" x="3282950" y="3028950"/>
          <p14:tracePt t="205008" x="3257550" y="3028950"/>
          <p14:tracePt t="205025" x="3232150" y="3028950"/>
          <p14:tracePt t="205041" x="3194050" y="3028950"/>
          <p14:tracePt t="205058" x="3162300" y="3028950"/>
          <p14:tracePt t="205061" x="3136900" y="3028950"/>
          <p14:tracePt t="205077" x="3130550" y="3028950"/>
          <p14:tracePt t="205091" x="3105150" y="3028950"/>
          <p14:tracePt t="205108" x="3086100" y="3035300"/>
          <p14:tracePt t="205125" x="3073400" y="3035300"/>
          <p14:tracePt t="205158" x="3067050" y="3041650"/>
          <p14:tracePt t="205202" x="3060700" y="3048000"/>
          <p14:tracePt t="205237" x="3067050" y="3048000"/>
          <p14:tracePt t="205251" x="3073400" y="3048000"/>
          <p14:tracePt t="205260" x="3079750" y="3048000"/>
          <p14:tracePt t="205274" x="3086100" y="3048000"/>
          <p14:tracePt t="205290" x="3098800" y="3054350"/>
          <p14:tracePt t="205308" x="3155950" y="3060700"/>
          <p14:tracePt t="205324" x="3206750" y="3060700"/>
          <p14:tracePt t="205341" x="3276600" y="3073400"/>
          <p14:tracePt t="205357" x="3429000" y="3073400"/>
          <p14:tracePt t="205373" x="3517900" y="3073400"/>
          <p14:tracePt t="205390" x="3606800" y="3073400"/>
          <p14:tracePt t="205407" x="3784600" y="3067050"/>
          <p14:tracePt t="205424" x="3848100" y="3060700"/>
          <p14:tracePt t="205442" x="3968750" y="3041650"/>
          <p14:tracePt t="205457" x="4000500" y="3028950"/>
          <p14:tracePt t="205473" x="4025900" y="3028950"/>
          <p14:tracePt t="205490" x="4038600" y="3022600"/>
          <p14:tracePt t="205506" x="4057650" y="3016250"/>
          <p14:tracePt t="205526" x="4064000" y="3016250"/>
          <p14:tracePt t="205561" x="4057650" y="3016250"/>
          <p14:tracePt t="205603" x="4051300" y="3016250"/>
          <p14:tracePt t="205638" x="4044950" y="3016250"/>
          <p14:tracePt t="205645" x="4044950" y="3009900"/>
          <p14:tracePt t="205655" x="4038600" y="3009900"/>
          <p14:tracePt t="205673" x="4032250" y="2997200"/>
          <p14:tracePt t="206118" x="4051300" y="2997200"/>
          <p14:tracePt t="206132" x="4083050" y="2997200"/>
          <p14:tracePt t="206146" x="4121150" y="2997200"/>
          <p14:tracePt t="206161" x="4159250" y="2997200"/>
          <p14:tracePt t="206170" x="4197350" y="2997200"/>
          <p14:tracePt t="206188" x="4254500" y="2997200"/>
          <p14:tracePt t="206204" x="4305300" y="2997200"/>
          <p14:tracePt t="206221" x="4419600" y="2997200"/>
          <p14:tracePt t="206238" x="4483100" y="2997200"/>
          <p14:tracePt t="206254" x="4591050" y="2997200"/>
          <p14:tracePt t="206271" x="4641850" y="2997200"/>
          <p14:tracePt t="206287" x="4692650" y="2984500"/>
          <p14:tracePt t="206304" x="4749800" y="2978150"/>
          <p14:tracePt t="206321" x="4768850" y="2978150"/>
          <p14:tracePt t="206337" x="4794250" y="2978150"/>
          <p14:tracePt t="206354" x="4800600" y="2978150"/>
          <p14:tracePt t="206371" x="4806950" y="2978150"/>
          <p14:tracePt t="206421" x="4800600" y="2984500"/>
          <p14:tracePt t="206442" x="4794250" y="2984500"/>
          <p14:tracePt t="206463" x="4787900" y="2984500"/>
          <p14:tracePt t="206471" x="4781550" y="2984500"/>
          <p14:tracePt t="206484" x="4781550" y="2990850"/>
          <p14:tracePt t="206498" x="4781550" y="2997200"/>
          <p14:tracePt t="206512" x="4775200" y="3003550"/>
          <p14:tracePt t="206522" x="4775200" y="3016250"/>
          <p14:tracePt t="206536" x="4768850" y="3028950"/>
          <p14:tracePt t="206553" x="4768850" y="3041650"/>
          <p14:tracePt t="206570" x="4743450" y="3124200"/>
          <p14:tracePt t="206586" x="4737100" y="3175000"/>
          <p14:tracePt t="206589" x="4718050" y="3232150"/>
          <p14:tracePt t="206605" x="4718050" y="3295650"/>
          <p14:tracePt t="206619" x="4711700" y="3359150"/>
          <p14:tracePt t="206636" x="4711700" y="3511550"/>
          <p14:tracePt t="206653" x="4711700" y="3676650"/>
          <p14:tracePt t="206669" x="4724400" y="3759200"/>
          <p14:tracePt t="206686" x="4762500" y="3949700"/>
          <p14:tracePt t="206703" x="4819650" y="4102100"/>
          <p14:tracePt t="206719" x="4851400" y="4152900"/>
          <p14:tracePt t="206735" x="4902200" y="4254500"/>
          <p14:tracePt t="206752" x="4965700" y="4349750"/>
          <p14:tracePt t="206769" x="4991100" y="4368800"/>
          <p14:tracePt t="206786" x="5048250" y="4438650"/>
          <p14:tracePt t="206801" x="5124450" y="4489450"/>
          <p14:tracePt t="206819" x="5175250" y="4533900"/>
          <p14:tracePt t="206836" x="5289550" y="4641850"/>
          <p14:tracePt t="206852" x="5435600" y="4756150"/>
          <p14:tracePt t="206869" x="5505450" y="4800600"/>
          <p14:tracePt t="206886" x="5638800" y="4870450"/>
          <p14:tracePt t="206902" x="5695950" y="4902200"/>
          <p14:tracePt t="206918" x="5803900" y="4914900"/>
          <p14:tracePt t="206935" x="5873750" y="4914900"/>
          <p14:tracePt t="206951" x="5899150" y="4914900"/>
          <p14:tracePt t="206969" x="5956300" y="4914900"/>
          <p14:tracePt t="206985" x="5988050" y="4914900"/>
          <p14:tracePt t="207001" x="6000750" y="4914900"/>
          <p14:tracePt t="207018" x="6019800" y="4921250"/>
          <p14:tracePt t="207035" x="6032500" y="4927600"/>
          <p14:tracePt t="207051" x="6045200" y="4927600"/>
          <p14:tracePt t="207068" x="6057900" y="4933950"/>
          <p14:tracePt t="207084" x="6064250" y="4933950"/>
          <p14:tracePt t="207124" x="6064250" y="4940300"/>
          <p14:tracePt t="207166" x="6064250" y="4946650"/>
          <p14:tracePt t="207195" x="6070600" y="4953000"/>
          <p14:tracePt t="207236" x="6070600" y="4959350"/>
          <p14:tracePt t="207265" x="6076950" y="4959350"/>
          <p14:tracePt t="207286" x="6076950" y="4965700"/>
          <p14:tracePt t="207293" x="6083300" y="4972050"/>
          <p14:tracePt t="207307" x="6083300" y="4978400"/>
          <p14:tracePt t="207316" x="6083300" y="4984750"/>
          <p14:tracePt t="207333" x="6083300" y="4991100"/>
          <p14:tracePt t="207350" x="6089650" y="4997450"/>
          <p14:tracePt t="207367" x="6089650" y="5016500"/>
          <p14:tracePt t="207385" x="6089650" y="5041900"/>
          <p14:tracePt t="207400" x="6089650" y="5054600"/>
          <p14:tracePt t="207417" x="6083300" y="5086350"/>
          <p14:tracePt t="207434" x="6076950" y="5111750"/>
          <p14:tracePt t="207450" x="6070600" y="5118100"/>
          <p14:tracePt t="207467" x="6064250" y="5130800"/>
          <p14:tracePt t="207483" x="6057900" y="5137150"/>
          <p14:tracePt t="207516" x="6051550" y="5137150"/>
          <p14:tracePt t="207533" x="6045200" y="5137150"/>
          <p14:tracePt t="207549" x="6032500" y="5137150"/>
          <p14:tracePt t="207567" x="6026150" y="5130800"/>
          <p14:tracePt t="207583" x="5988050" y="5092700"/>
          <p14:tracePt t="207599" x="5905500" y="5022850"/>
          <p14:tracePt t="207617" x="5797550" y="4902200"/>
          <p14:tracePt t="207633" x="5740400" y="4819650"/>
          <p14:tracePt t="207649" x="5588000" y="4622800"/>
          <p14:tracePt t="207666" x="5435600" y="4387850"/>
          <p14:tracePt t="207683" x="5340350" y="4241800"/>
          <p14:tracePt t="207699" x="5130800" y="3968750"/>
          <p14:tracePt t="207716" x="4927600" y="3683000"/>
          <p14:tracePt t="207732" x="4838700" y="3568700"/>
          <p14:tracePt t="207749" x="4762500" y="3460750"/>
          <p14:tracePt t="207765" x="4610100" y="3225800"/>
          <p14:tracePt t="207782" x="4591050" y="3187700"/>
          <p14:tracePt t="207800" x="4552950" y="3130550"/>
          <p14:tracePt t="207815" x="4546600" y="3111500"/>
          <p14:tracePt t="207832" x="4533900" y="3098800"/>
          <p14:tracePt t="207849" x="4527550" y="3079750"/>
          <p14:tracePt t="207865" x="4527550" y="3073400"/>
          <p14:tracePt t="207882" x="4521200" y="3060700"/>
          <p14:tracePt t="207899" x="4521200" y="3041650"/>
          <p14:tracePt t="207915" x="4514850" y="3035300"/>
          <p14:tracePt t="207932" x="4508500" y="3009900"/>
          <p14:tracePt t="207948" x="4508500" y="3003550"/>
          <p14:tracePt t="207965" x="4508500" y="2997200"/>
          <p14:tracePt t="207982" x="4502150" y="2990850"/>
          <p14:tracePt t="207998" x="4502150" y="2984500"/>
          <p14:tracePt t="208032" x="4502150" y="2978150"/>
          <p14:tracePt t="208066" x="4508500" y="2978150"/>
          <p14:tracePt t="208137" x="4514850" y="2978150"/>
          <p14:tracePt t="208151" x="4521200" y="2978150"/>
          <p14:tracePt t="208158" x="4521200" y="2984500"/>
          <p14:tracePt t="208172" x="4533900" y="2984500"/>
          <p14:tracePt t="208180" x="4540250" y="2984500"/>
          <p14:tracePt t="208197" x="4552950" y="2984500"/>
          <p14:tracePt t="208215" x="4591050" y="2990850"/>
          <p14:tracePt t="208231" x="4660900" y="2997200"/>
          <p14:tracePt t="208247" x="4705350" y="2997200"/>
          <p14:tracePt t="208264" x="4787900" y="2997200"/>
          <p14:tracePt t="208280" x="4876800" y="2997200"/>
          <p14:tracePt t="208297" x="4908550" y="2997200"/>
          <p14:tracePt t="208313" x="4946650" y="2997200"/>
          <p14:tracePt t="208330" x="4972050" y="2997200"/>
          <p14:tracePt t="208348" x="4978400" y="2997200"/>
          <p14:tracePt t="208383" x="4984750" y="2997200"/>
          <p14:tracePt t="208418" x="4978400" y="2997200"/>
          <p14:tracePt t="208432" x="4972050" y="2997200"/>
          <p14:tracePt t="208439" x="4965700" y="2990850"/>
          <p14:tracePt t="208454" x="4959350" y="2990850"/>
          <p14:tracePt t="208463" x="4946650" y="2990850"/>
          <p14:tracePt t="208480" x="4921250" y="2990850"/>
          <p14:tracePt t="208496" x="4845050" y="2990850"/>
          <p14:tracePt t="208513" x="4730750" y="2978150"/>
          <p14:tracePt t="208530" x="4654550" y="2971800"/>
          <p14:tracePt t="208546" x="4489450" y="2971800"/>
          <p14:tracePt t="208563" x="4318000" y="2959100"/>
          <p14:tracePt t="208580" x="4178300" y="2959100"/>
          <p14:tracePt t="208596" x="4140200" y="2965450"/>
          <p14:tracePt t="208613" x="4057650" y="2965450"/>
          <p14:tracePt t="208630" x="4006850" y="2971800"/>
          <p14:tracePt t="208646" x="3994150" y="2971800"/>
          <p14:tracePt t="208662" x="3981450" y="2978150"/>
          <p14:tracePt t="208679" x="3975100" y="2978150"/>
          <p14:tracePt t="208700" x="3968750" y="2978150"/>
          <p14:tracePt t="208729" x="3962400" y="2978150"/>
          <p14:tracePt t="208749" x="3956050" y="2978150"/>
          <p14:tracePt t="208770" x="3949700" y="2978150"/>
          <p14:tracePt t="208784" x="3943350" y="2978150"/>
          <p14:tracePt t="208791" x="3937000" y="2978150"/>
          <p14:tracePt t="208805" x="3930650" y="2978150"/>
          <p14:tracePt t="208814" x="3917950" y="2978150"/>
          <p14:tracePt t="208829" x="3905250" y="2978150"/>
          <p14:tracePt t="208846" x="3873500" y="2978150"/>
          <p14:tracePt t="208862" x="3816350" y="2978150"/>
          <p14:tracePt t="208878" x="3784600" y="2978150"/>
          <p14:tracePt t="208895" x="3727450" y="2984500"/>
          <p14:tracePt t="208911" x="3663950" y="2990850"/>
          <p14:tracePt t="208928" x="3619500" y="2990850"/>
          <p14:tracePt t="208945" x="3594100" y="3003550"/>
          <p14:tracePt t="208961" x="3524250" y="3003550"/>
          <p14:tracePt t="208978" x="3505200" y="3009900"/>
          <p14:tracePt t="208995" x="3486150" y="3016250"/>
          <p14:tracePt t="209011" x="3479800" y="3022600"/>
          <p14:tracePt t="209028" x="3473450" y="3022600"/>
          <p14:tracePt t="209045" x="3460750" y="3022600"/>
          <p14:tracePt t="209094" x="3460750" y="3028950"/>
          <p14:tracePt t="209115" x="3467100" y="3028950"/>
          <p14:tracePt t="209122" x="3473450" y="3035300"/>
          <p14:tracePt t="209136" x="3479800" y="3035300"/>
          <p14:tracePt t="209157" x="3492500" y="3035300"/>
          <p14:tracePt t="209164" x="3505200" y="3035300"/>
          <p14:tracePt t="209178" x="3530600" y="3041650"/>
          <p14:tracePt t="209194" x="3594100" y="3048000"/>
          <p14:tracePt t="209210" x="3663950" y="3067050"/>
          <p14:tracePt t="209227" x="3803650" y="3086100"/>
          <p14:tracePt t="209244" x="3994150" y="3086100"/>
          <p14:tracePt t="209260" x="4095750" y="3086100"/>
          <p14:tracePt t="209277" x="4298950" y="3073400"/>
          <p14:tracePt t="209293" x="4394200" y="3054350"/>
          <p14:tracePt t="209312" x="4616450" y="3016250"/>
          <p14:tracePt t="209327" x="4667250" y="3003550"/>
          <p14:tracePt t="209343" x="4724400" y="2997200"/>
          <p14:tracePt t="209360" x="4794250" y="2984500"/>
          <p14:tracePt t="209377" x="4819650" y="2978150"/>
          <p14:tracePt t="209393" x="4826000" y="2978150"/>
          <p14:tracePt t="209445" x="4826000" y="2971800"/>
          <p14:tracePt t="209494" x="4813300" y="2971800"/>
          <p14:tracePt t="209509" x="4806950" y="2971800"/>
          <p14:tracePt t="209515" x="4800600" y="2971800"/>
          <p14:tracePt t="209526" x="4781550" y="2971800"/>
          <p14:tracePt t="209544" x="4749800" y="2978150"/>
          <p14:tracePt t="209559" x="4718050" y="2984500"/>
          <p14:tracePt t="209576" x="4679950" y="3003550"/>
          <p14:tracePt t="209593" x="4527550" y="3054350"/>
          <p14:tracePt t="209609" x="4457700" y="3086100"/>
          <p14:tracePt t="209626" x="4400550" y="3111500"/>
          <p14:tracePt t="209643" x="4273550" y="3213100"/>
          <p14:tracePt t="209659" x="4248150" y="3257550"/>
          <p14:tracePt t="209676" x="4235450" y="3289300"/>
          <p14:tracePt t="209692" x="4222750" y="3378200"/>
          <p14:tracePt t="209709" x="4279900" y="3530600"/>
          <p14:tracePt t="209726" x="4318000" y="3594100"/>
          <p14:tracePt t="209742" x="4445000" y="3771900"/>
          <p14:tracePt t="209758" x="4603750" y="3956050"/>
          <p14:tracePt t="209777" x="4787900" y="4159250"/>
          <p14:tracePt t="209791" x="4902200" y="4267200"/>
          <p14:tracePt t="209808" x="5099050" y="4451350"/>
          <p14:tracePt t="209825" x="5264150" y="4597400"/>
          <p14:tracePt t="209841" x="5334000" y="4641850"/>
          <p14:tracePt t="209858" x="5403850" y="4705350"/>
          <p14:tracePt t="209875" x="5556250" y="4819650"/>
          <p14:tracePt t="209891" x="5594350" y="4832350"/>
          <p14:tracePt t="209908" x="5638800" y="4851400"/>
          <p14:tracePt t="209925" x="5683250" y="4864100"/>
          <p14:tracePt t="209941" x="5715000" y="4876800"/>
          <p14:tracePt t="209959" x="5740400" y="4883150"/>
          <p14:tracePt t="209974" x="5746750" y="4883150"/>
          <p14:tracePt t="209991" x="5772150" y="4883150"/>
          <p14:tracePt t="210008" x="5797550" y="4876800"/>
          <p14:tracePt t="210024" x="5803900" y="4876800"/>
          <p14:tracePt t="210041" x="5816600" y="4870450"/>
          <p14:tracePt t="210057" x="5835650" y="4870450"/>
          <p14:tracePt t="210074" x="5848350" y="4870450"/>
          <p14:tracePt t="210091" x="5867400" y="4876800"/>
          <p14:tracePt t="210107" x="5880100" y="4889500"/>
          <p14:tracePt t="210124" x="5886450" y="4889500"/>
          <p14:tracePt t="210127" x="5892800" y="4902200"/>
          <p14:tracePt t="210143" x="5905500" y="4908550"/>
          <p14:tracePt t="210157" x="5930900" y="4927600"/>
          <p14:tracePt t="210174" x="5943600" y="4940300"/>
          <p14:tracePt t="210191" x="5956300" y="4959350"/>
          <p14:tracePt t="210207" x="5962650" y="4965700"/>
          <p14:tracePt t="210224" x="5969000" y="4978400"/>
          <p14:tracePt t="210257" x="5969000" y="4984750"/>
          <p14:tracePt t="210274" x="5949950" y="4991100"/>
          <p14:tracePt t="210289" x="5930900" y="4991100"/>
          <p14:tracePt t="210307" x="5905500" y="4997450"/>
          <p14:tracePt t="210324" x="5867400" y="5003800"/>
          <p14:tracePt t="210340" x="5810250" y="5016500"/>
          <p14:tracePt t="210357" x="5791200" y="5016500"/>
          <p14:tracePt t="210374" x="5746750" y="5022850"/>
          <p14:tracePt t="210390" x="5721350" y="5029200"/>
          <p14:tracePt t="210406" x="5715000" y="5029200"/>
          <p14:tracePt t="210423" x="5708650" y="5035550"/>
          <p14:tracePt t="210439" x="5715000" y="5041900"/>
          <p14:tracePt t="210456" x="5727700" y="5048250"/>
          <p14:tracePt t="210473" x="5778500" y="5060950"/>
          <p14:tracePt t="210489" x="5810250" y="5080000"/>
          <p14:tracePt t="210508" x="5975350" y="5124450"/>
          <p14:tracePt t="210522" x="6038850" y="5137150"/>
          <p14:tracePt t="210539" x="6096000" y="5149850"/>
          <p14:tracePt t="210557" x="6203950" y="5168900"/>
          <p14:tracePt t="210572" x="6223000" y="5168900"/>
          <p14:tracePt t="210589" x="6229350" y="5168900"/>
          <p14:tracePt t="210606" x="6242050" y="5168900"/>
          <p14:tracePt t="210627" x="6248400" y="5168900"/>
          <p14:tracePt t="210648" x="6248400" y="5162550"/>
          <p14:tracePt t="210662" x="6242050" y="5162550"/>
          <p14:tracePt t="210671" x="6235700" y="5162550"/>
          <p14:tracePt t="210688" x="6223000" y="5162550"/>
          <p14:tracePt t="210705" x="6210300" y="5162550"/>
          <p14:tracePt t="210722" x="6191250" y="5162550"/>
          <p14:tracePt t="210739" x="6165850" y="5162550"/>
          <p14:tracePt t="210755" x="6159500" y="5168900"/>
          <p14:tracePt t="210771" x="6140450" y="5181600"/>
          <p14:tracePt t="210789" x="6115050" y="5194300"/>
          <p14:tracePt t="210805" x="6102350" y="5194300"/>
          <p14:tracePt t="210821" x="6096000" y="5200650"/>
          <p14:tracePt t="210838" x="6083300" y="5207000"/>
          <p14:tracePt t="210871" x="6076950" y="5207000"/>
          <p14:tracePt t="210929" x="6083300" y="5207000"/>
          <p14:tracePt t="210950" x="6089650" y="5200650"/>
          <p14:tracePt t="210972" x="6089650" y="5194300"/>
          <p14:tracePt t="210978" x="6089650" y="5187950"/>
          <p14:tracePt t="211020" x="6089650" y="5181600"/>
          <p14:tracePt t="211035" x="6083300" y="5181600"/>
          <p14:tracePt t="211042" x="6070600" y="5181600"/>
          <p14:tracePt t="211057" x="6057900" y="5168900"/>
          <p14:tracePt t="211071" x="6026150" y="5156200"/>
          <p14:tracePt t="211087" x="6007100" y="5149850"/>
          <p14:tracePt t="211105" x="5956300" y="5137150"/>
          <p14:tracePt t="211121" x="5937250" y="5137150"/>
          <p14:tracePt t="211137" x="5892800" y="5130800"/>
          <p14:tracePt t="211140" x="5873750" y="5130800"/>
          <p14:tracePt t="211156" x="5861050" y="5130800"/>
          <p14:tracePt t="211171" x="5854700" y="5130800"/>
          <p14:tracePt t="211187" x="5848350" y="5130800"/>
          <p14:tracePt t="211224" x="5861050" y="5130800"/>
          <p14:tracePt t="211231" x="5867400" y="5130800"/>
          <p14:tracePt t="211246" x="5880100" y="5130800"/>
          <p14:tracePt t="211254" x="5886450" y="5130800"/>
          <p14:tracePt t="211269" x="5911850" y="5130800"/>
          <p14:tracePt t="211286" x="5956300" y="5130800"/>
          <p14:tracePt t="211303" x="6013450" y="5130800"/>
          <p14:tracePt t="211320" x="6057900" y="5130800"/>
          <p14:tracePt t="211337" x="6115050" y="5111750"/>
          <p14:tracePt t="211353" x="6146800" y="5111750"/>
          <p14:tracePt t="211370" x="6159500" y="5105400"/>
          <p14:tracePt t="211387" x="6165850" y="5105400"/>
          <p14:tracePt t="211421" x="6165850" y="5099050"/>
          <p14:tracePt t="211492" x="6159500" y="5092700"/>
          <p14:tracePt t="211506" x="6159500" y="5086350"/>
          <p14:tracePt t="211513" x="6153150" y="5086350"/>
          <p14:tracePt t="211522" x="6146800" y="5073650"/>
          <p14:tracePt t="212236" x="6096000" y="5029200"/>
          <p14:tracePt t="212251" x="6038850" y="4978400"/>
          <p14:tracePt t="212257" x="5969000" y="4908550"/>
          <p14:tracePt t="212271" x="5886450" y="4826000"/>
          <p14:tracePt t="212283" x="5784850" y="4743450"/>
          <p14:tracePt t="212300" x="5562600" y="4508500"/>
          <p14:tracePt t="212316" x="5429250" y="4343400"/>
          <p14:tracePt t="212333" x="5124450" y="4025900"/>
          <p14:tracePt t="212350" x="4870450" y="3771900"/>
          <p14:tracePt t="212367" x="4768850" y="3657600"/>
          <p14:tracePt t="212382" x="4610100" y="3498850"/>
          <p14:tracePt t="212399" x="4514850" y="3390900"/>
          <p14:tracePt t="212416" x="4483100" y="3365500"/>
          <p14:tracePt t="212434" x="4445000" y="3333750"/>
          <p14:tracePt t="212449" x="4419600" y="3314700"/>
          <p14:tracePt t="212465" x="4406900" y="3302000"/>
          <p14:tracePt t="212483" x="4381500" y="3276600"/>
          <p14:tracePt t="212499" x="4337050" y="3251200"/>
          <p14:tracePt t="212516" x="4324350" y="3238500"/>
          <p14:tracePt t="212532" x="4305300" y="3219450"/>
          <p14:tracePt t="212549" x="4292600" y="3206750"/>
          <p14:tracePt t="212567" x="4273550" y="3187700"/>
          <p14:tracePt t="212582" x="4267200" y="3175000"/>
          <p14:tracePt t="212599" x="4260850" y="3168650"/>
          <p14:tracePt t="212616" x="4248150" y="3162300"/>
          <p14:tracePt t="212632" x="4229100" y="3149600"/>
          <p14:tracePt t="212649" x="4216400" y="3143250"/>
          <p14:tracePt t="212666" x="4197350" y="3136900"/>
          <p14:tracePt t="212682" x="4178300" y="3130550"/>
          <p14:tracePt t="212698" x="4165600" y="3124200"/>
          <p14:tracePt t="212715" x="4152900" y="3124200"/>
          <p14:tracePt t="212732" x="4140200" y="3124200"/>
          <p14:tracePt t="212748" x="4127500" y="3124200"/>
          <p14:tracePt t="212765" x="4108450" y="3111500"/>
          <p14:tracePt t="212782" x="4064000" y="3098800"/>
          <p14:tracePt t="212799" x="4013200" y="3067050"/>
          <p14:tracePt t="212815" x="3994150" y="3054350"/>
          <p14:tracePt t="212831" x="3981450" y="3048000"/>
          <p14:tracePt t="213245" x="4000500" y="3073400"/>
          <p14:tracePt t="213252" x="4032250" y="3117850"/>
          <p14:tracePt t="213266" x="4057650" y="3149600"/>
          <p14:tracePt t="213281" x="4140200" y="3232150"/>
          <p14:tracePt t="213296" x="4165600" y="3276600"/>
          <p14:tracePt t="213313" x="4197350" y="3321050"/>
          <p14:tracePt t="213330" x="4260850" y="3435350"/>
          <p14:tracePt t="213346" x="4279900" y="3562350"/>
          <p14:tracePt t="213363" x="4279900" y="3625850"/>
          <p14:tracePt t="213379" x="4260850" y="3714750"/>
          <p14:tracePt t="213396" x="4229100" y="3759200"/>
          <p14:tracePt t="213413" x="4210050" y="3771900"/>
          <p14:tracePt t="213429" x="4184650" y="3790950"/>
          <p14:tracePt t="213446" x="4165600" y="3790950"/>
          <p14:tracePt t="213463" x="4152900" y="3797300"/>
          <p14:tracePt t="213479" x="4146550" y="3797300"/>
          <p14:tracePt t="213496" x="4140200" y="3797300"/>
          <p14:tracePt t="213547" x="4140200" y="3803650"/>
          <p14:tracePt t="213604" x="4140200" y="3810000"/>
          <p14:tracePt t="213625" x="4140200" y="3816350"/>
          <p14:tracePt t="213674" x="4140200" y="3822700"/>
          <p14:tracePt t="213696" x="4133850" y="3835400"/>
          <p14:tracePt t="213716" x="4133850" y="3848100"/>
          <p14:tracePt t="213723" x="4133850" y="3854450"/>
          <p14:tracePt t="213737" x="4133850" y="3867150"/>
          <p14:tracePt t="213746" x="4133850" y="3886200"/>
          <p14:tracePt t="213761" x="4127500" y="3917950"/>
          <p14:tracePt t="213778" x="4114800" y="4006850"/>
          <p14:tracePt t="213795" x="4114800" y="4146550"/>
          <p14:tracePt t="213811" x="4114800" y="4222750"/>
          <p14:tracePt t="213829" x="4127500" y="4394200"/>
          <p14:tracePt t="213844" x="4140200" y="4584700"/>
          <p14:tracePt t="213861" x="4146550" y="4686300"/>
          <p14:tracePt t="213878" x="4159250" y="4889500"/>
          <p14:tracePt t="213894" x="4171950" y="5105400"/>
          <p14:tracePt t="213911" x="4178300" y="5194300"/>
          <p14:tracePt t="213928" x="4178300" y="5384800"/>
          <p14:tracePt t="213944" x="4191000" y="5518150"/>
          <p14:tracePt t="213962" x="4203700" y="5556250"/>
          <p14:tracePt t="213977" x="4203700" y="5581650"/>
          <p14:tracePt t="214521" x="4203700" y="5568950"/>
          <p14:tracePt t="214528" x="4191000" y="5549900"/>
          <p14:tracePt t="214545" x="4184650" y="5537200"/>
          <p14:tracePt t="214559" x="4165600" y="5511800"/>
          <p14:tracePt t="214575" x="4159250" y="5499100"/>
          <p14:tracePt t="214592" x="4114800" y="5454650"/>
          <p14:tracePt t="214608" x="4070350" y="5429250"/>
          <p14:tracePt t="214625" x="3994150" y="5365750"/>
          <p14:tracePt t="214642" x="3886200" y="5270500"/>
          <p14:tracePt t="214658" x="3829050" y="5219700"/>
          <p14:tracePt t="214676" x="3721100" y="5124450"/>
          <p14:tracePt t="214692" x="3619500" y="5060950"/>
          <p14:tracePt t="214708" x="3575050" y="5035550"/>
          <p14:tracePt t="214725" x="3511550" y="4997450"/>
          <p14:tracePt t="214741" x="3486150" y="4978400"/>
          <p14:tracePt t="214758" x="3473450" y="4972050"/>
          <p14:tracePt t="214775" x="3460750" y="4972050"/>
          <p14:tracePt t="214873" x="3467100" y="4965700"/>
          <p14:tracePt t="214880" x="3473450" y="4965700"/>
          <p14:tracePt t="214894" x="3479800" y="4959350"/>
          <p14:tracePt t="214908" x="3505200" y="4953000"/>
          <p14:tracePt t="214924" x="3524250" y="4946650"/>
          <p14:tracePt t="214940" x="3543300" y="4940300"/>
          <p14:tracePt t="214957" x="3625850" y="4921250"/>
          <p14:tracePt t="214974" x="3708400" y="4895850"/>
          <p14:tracePt t="214990" x="3746500" y="4895850"/>
          <p14:tracePt t="215007" x="3810000" y="4870450"/>
          <p14:tracePt t="215024" x="3848100" y="4864100"/>
          <p14:tracePt t="215070" x="3848100" y="4857750"/>
          <p14:tracePt t="215091" x="3841750" y="4857750"/>
          <p14:tracePt t="215105" x="3835400" y="4857750"/>
          <p14:tracePt t="215112" x="3822700" y="4857750"/>
          <p14:tracePt t="215123" x="3810000" y="4857750"/>
          <p14:tracePt t="215141" x="3765550" y="4857750"/>
          <p14:tracePt t="215156" x="3727450" y="4857750"/>
          <p14:tracePt t="215173" x="3670300" y="4857750"/>
          <p14:tracePt t="215190" x="3467100" y="4857750"/>
          <p14:tracePt t="215206" x="3390900" y="4870450"/>
          <p14:tracePt t="215223" x="3314700" y="4870450"/>
          <p14:tracePt t="215240" x="3200400" y="4870450"/>
          <p14:tracePt t="215256" x="3105150" y="4870450"/>
          <p14:tracePt t="215274" x="3067050" y="4870450"/>
          <p14:tracePt t="215289" x="3054350" y="4876800"/>
          <p14:tracePt t="215306" x="3041650" y="4876800"/>
          <p14:tracePt t="215323" x="3035300" y="4876800"/>
          <p14:tracePt t="215393" x="3028950" y="4883150"/>
          <p14:tracePt t="215414" x="3028950" y="4889500"/>
          <p14:tracePt t="215422" x="3035300" y="4889500"/>
          <p14:tracePt t="215435" x="3041650" y="4889500"/>
          <p14:tracePt t="215443" x="3048000" y="4889500"/>
          <p14:tracePt t="215458" x="3060700" y="4895850"/>
          <p14:tracePt t="215472" x="3092450" y="4908550"/>
          <p14:tracePt t="215489" x="3143250" y="4927600"/>
          <p14:tracePt t="215507" x="3270250" y="4984750"/>
          <p14:tracePt t="215521" x="3333750" y="5022850"/>
          <p14:tracePt t="215538" x="3498850" y="5105400"/>
          <p14:tracePt t="215556" x="3644900" y="5175250"/>
          <p14:tracePt t="215572" x="3714750" y="5207000"/>
          <p14:tracePt t="215588" x="3803650" y="5238750"/>
          <p14:tracePt t="215605" x="3841750" y="5251450"/>
          <p14:tracePt t="215622" x="3854450" y="5251450"/>
          <p14:tracePt t="215639" x="3867150" y="5257800"/>
          <p14:tracePt t="215655" x="3873500" y="5257800"/>
          <p14:tracePt t="215738" x="3879850" y="5257800"/>
          <p14:tracePt t="215864" x="3873500" y="5251450"/>
          <p14:tracePt t="215949" x="3867150" y="5251450"/>
          <p14:tracePt t="216054" x="3867150" y="5245100"/>
          <p14:tracePt t="216076" x="3873500" y="5245100"/>
          <p14:tracePt t="216097" x="3886200" y="5245100"/>
          <p14:tracePt t="216105" x="3892550" y="5245100"/>
          <p14:tracePt t="216125" x="3905250" y="5245100"/>
          <p14:tracePt t="216139" x="3930650" y="5238750"/>
          <p14:tracePt t="216146" x="3949700" y="5238750"/>
          <p14:tracePt t="216160" x="3987800" y="5238750"/>
          <p14:tracePt t="216169" x="4051300" y="5238750"/>
          <p14:tracePt t="216186" x="4127500" y="5232400"/>
          <p14:tracePt t="216203" x="4305300" y="5232400"/>
          <p14:tracePt t="216220" x="4508500" y="5232400"/>
          <p14:tracePt t="216236" x="4622800" y="5232400"/>
          <p14:tracePt t="216253" x="4864100" y="5213350"/>
          <p14:tracePt t="216269" x="5080000" y="5181600"/>
          <p14:tracePt t="216287" x="5270500" y="5156200"/>
          <p14:tracePt t="216303" x="5353050" y="5149850"/>
          <p14:tracePt t="216319" x="5480050" y="5137150"/>
          <p14:tracePt t="216336" x="5575300" y="5130800"/>
          <p14:tracePt t="216352" x="5600700" y="5124450"/>
          <p14:tracePt t="216369" x="5632450" y="5124450"/>
          <p14:tracePt t="216386" x="5683250" y="5118100"/>
          <p14:tracePt t="216402" x="5695950" y="5118100"/>
          <p14:tracePt t="216419" x="5708650" y="5118100"/>
          <p14:tracePt t="216436" x="5727700" y="5118100"/>
          <p14:tracePt t="216452" x="5740400" y="5118100"/>
          <p14:tracePt t="216470" x="5759450" y="5111750"/>
          <p14:tracePt t="216485" x="5765800" y="5111750"/>
          <p14:tracePt t="216502" x="5778500" y="5111750"/>
          <p14:tracePt t="216520" x="5791200" y="5111750"/>
          <p14:tracePt t="216552" x="5797550" y="5111750"/>
          <p14:tracePt t="216652" x="5797550" y="5105400"/>
          <p14:tracePt t="216681" x="5791200" y="5105400"/>
          <p14:tracePt t="216702" x="5784850" y="5105400"/>
          <p14:tracePt t="216709" x="5778500" y="5105400"/>
          <p14:tracePt t="216722" x="5772150" y="5105400"/>
          <p14:tracePt t="216735" x="5765800" y="5105400"/>
          <p14:tracePt t="216752" x="5753100" y="5111750"/>
          <p14:tracePt t="216768" x="5734050" y="5118100"/>
          <p14:tracePt t="216784" x="5683250" y="5130800"/>
          <p14:tracePt t="216801" x="5613400" y="5162550"/>
          <p14:tracePt t="216817" x="5556250" y="5181600"/>
          <p14:tracePt t="216835" x="5435600" y="5238750"/>
          <p14:tracePt t="216850" x="5295900" y="5302250"/>
          <p14:tracePt t="216867" x="5238750" y="5327650"/>
          <p14:tracePt t="216884" x="5118100" y="5372100"/>
          <p14:tracePt t="216900" x="5016500" y="5410200"/>
          <p14:tracePt t="216917" x="4991100" y="5429250"/>
          <p14:tracePt t="216935" x="4914900" y="5467350"/>
          <p14:tracePt t="216950" x="4838700" y="5511800"/>
          <p14:tracePt t="216967" x="4813300" y="5530850"/>
          <p14:tracePt t="216984" x="4756150" y="5568950"/>
          <p14:tracePt t="217000" x="4737100" y="5600700"/>
          <p14:tracePt t="217017" x="4679950" y="5657850"/>
          <p14:tracePt t="217033" x="4635500" y="5746750"/>
          <p14:tracePt t="217050" x="4610100" y="5791200"/>
          <p14:tracePt t="217067" x="4584700" y="5880100"/>
          <p14:tracePt t="217083" x="4572000" y="5918200"/>
          <p14:tracePt t="217100" x="4572000" y="5930900"/>
          <p14:tracePt t="217117" x="4572000" y="5949950"/>
          <p14:tracePt t="217133" x="4578350" y="5962650"/>
          <p14:tracePt t="217166" x="4584700" y="5962650"/>
          <p14:tracePt t="217215" x="4591050" y="5969000"/>
          <p14:tracePt t="217342" x="4584700" y="5969000"/>
          <p14:tracePt t="217384" x="4578350" y="5969000"/>
          <p14:tracePt t="217602" x="4578350" y="5962650"/>
          <p14:tracePt t="217616" x="4584700" y="5956300"/>
          <p14:tracePt t="217623" x="4591050" y="5956300"/>
          <p14:tracePt t="217637" x="4591050" y="5949950"/>
          <p14:tracePt t="217647" x="4603750" y="5943600"/>
          <p14:tracePt t="217665" x="4616450" y="5930900"/>
          <p14:tracePt t="217681" x="4629150" y="5911850"/>
          <p14:tracePt t="217698" x="4667250" y="5880100"/>
          <p14:tracePt t="217715" x="4749800" y="5810250"/>
          <p14:tracePt t="217731" x="4781550" y="5772150"/>
          <p14:tracePt t="217748" x="4876800" y="5689600"/>
          <p14:tracePt t="217765" x="4965700" y="5613400"/>
          <p14:tracePt t="217780" x="5003800" y="5594350"/>
          <p14:tracePt t="217798" x="5092700" y="5518150"/>
          <p14:tracePt t="217814" x="5149850" y="5480050"/>
          <p14:tracePt t="217831" x="5168900" y="5454650"/>
          <p14:tracePt t="217848" x="5194300" y="5441950"/>
          <p14:tracePt t="217863" x="5207000" y="5435600"/>
          <p14:tracePt t="217898" x="5213350" y="5429250"/>
          <p14:tracePt t="217913" x="5219700" y="5422900"/>
          <p14:tracePt t="217930" x="5219700" y="5416550"/>
          <p14:tracePt t="217947" x="5232400" y="5403850"/>
          <p14:tracePt t="217964" x="5238750" y="5403850"/>
          <p14:tracePt t="217980" x="5257800" y="5397500"/>
          <p14:tracePt t="217997" x="5264150" y="5384800"/>
          <p14:tracePt t="218013" x="5276850" y="5378450"/>
          <p14:tracePt t="218030" x="5302250" y="5359400"/>
          <p14:tracePt t="218047" x="5340350" y="5340350"/>
          <p14:tracePt t="218063" x="5353050" y="5321300"/>
          <p14:tracePt t="218080" x="5397500" y="5302250"/>
          <p14:tracePt t="218096" x="5441950" y="5276850"/>
          <p14:tracePt t="218113" x="5454650" y="5270500"/>
          <p14:tracePt t="218130" x="5473700" y="5257800"/>
          <p14:tracePt t="218146" x="5480050" y="5251450"/>
          <p14:tracePt t="218163" x="5486400" y="5251450"/>
          <p14:tracePt t="218180" x="5499100" y="5245100"/>
          <p14:tracePt t="218212" x="5505450" y="5245100"/>
          <p14:tracePt t="218249" x="5511800" y="5245100"/>
          <p14:tracePt t="218277" x="5518150" y="5245100"/>
          <p14:tracePt t="218326" x="5530850" y="5245100"/>
          <p14:tracePt t="218354" x="5537200" y="5245100"/>
          <p14:tracePt t="218375" x="5543550" y="5245100"/>
          <p14:tracePt t="218396" x="5549900" y="5245100"/>
          <p14:tracePt t="218425" x="5556250" y="5238750"/>
          <p14:tracePt t="218447" x="5562600" y="5238750"/>
          <p14:tracePt t="218481" x="5562600" y="5232400"/>
          <p14:tracePt t="218516" x="5568950" y="5226050"/>
          <p14:tracePt t="218552" x="5575300" y="5226050"/>
          <p14:tracePt t="218622" x="5575300" y="5219700"/>
          <p14:tracePt t="218657" x="5568950" y="5219700"/>
          <p14:tracePt t="218692" x="5556250" y="5213350"/>
          <p14:tracePt t="218699" x="5549900" y="5213350"/>
          <p14:tracePt t="218711" x="5543550" y="5213350"/>
          <p14:tracePt t="218728" x="5518150" y="5213350"/>
          <p14:tracePt t="218744" x="5499100" y="5213350"/>
          <p14:tracePt t="218761" x="5480050" y="5207000"/>
          <p14:tracePt t="218777" x="5410200" y="5200650"/>
          <p14:tracePt t="218794" x="5391150" y="5200650"/>
          <p14:tracePt t="218811" x="5359400" y="5194300"/>
          <p14:tracePt t="218827" x="5321300" y="5194300"/>
          <p14:tracePt t="218844" x="5283200" y="5194300"/>
          <p14:tracePt t="218861" x="5270500" y="5194300"/>
          <p14:tracePt t="218877" x="5257800" y="5194300"/>
          <p14:tracePt t="218894" x="5245100" y="5194300"/>
          <p14:tracePt t="218911" x="5232400" y="5194300"/>
          <p14:tracePt t="218927" x="5226050" y="5194300"/>
          <p14:tracePt t="218943" x="5200650" y="5194300"/>
          <p14:tracePt t="218960" x="5181600" y="5194300"/>
          <p14:tracePt t="218977" x="5149850" y="5187950"/>
          <p14:tracePt t="218993" x="5092700" y="5181600"/>
          <p14:tracePt t="219010" x="5010150" y="5168900"/>
          <p14:tracePt t="219026" x="4959350" y="5168900"/>
          <p14:tracePt t="219044" x="4851400" y="5162550"/>
          <p14:tracePt t="219060" x="4749800" y="5162550"/>
          <p14:tracePt t="219076" x="4699000" y="5162550"/>
          <p14:tracePt t="219095" x="4616450" y="5175250"/>
          <p14:tracePt t="219109" x="4597400" y="5175250"/>
          <p14:tracePt t="219126" x="4565650" y="5181600"/>
          <p14:tracePt t="219143" x="4546600" y="5187950"/>
          <p14:tracePt t="219159" x="4540250" y="5187950"/>
          <p14:tracePt t="219176" x="4533900" y="5187950"/>
          <p14:tracePt t="219213" x="4527550" y="5194300"/>
          <p14:tracePt t="219262" x="4521200" y="5200650"/>
          <p14:tracePt t="219269" x="4521200" y="5207000"/>
          <p14:tracePt t="219283" x="4521200" y="5213350"/>
          <p14:tracePt t="219292" x="4514850" y="5232400"/>
          <p14:tracePt t="219309" x="4495800" y="5264150"/>
          <p14:tracePt t="219326" x="4464050" y="5372100"/>
          <p14:tracePt t="219342" x="4413250" y="5543550"/>
          <p14:tracePt t="219359" x="4387850" y="5657850"/>
          <p14:tracePt t="219376" x="4349750" y="5829300"/>
          <p14:tracePt t="219392" x="4330700" y="5905500"/>
          <p14:tracePt t="219410" x="4318000" y="6013450"/>
          <p14:tracePt t="219425" x="4305300" y="6076950"/>
          <p14:tracePt t="219442" x="4305300" y="6089650"/>
          <p14:tracePt t="219459" x="4305300" y="6102350"/>
          <p14:tracePt t="219475" x="4305300" y="6108700"/>
          <p14:tracePt t="219491" x="4305300" y="6115050"/>
          <p14:tracePt t="219508" x="4305300" y="6121400"/>
          <p14:tracePt t="219550" x="4305300" y="6127750"/>
          <p14:tracePt t="219571" x="4305300" y="6134100"/>
          <p14:tracePt t="219586" x="4305300" y="6140450"/>
          <p14:tracePt t="219606" x="4305300" y="6146800"/>
          <p14:tracePt t="219614" x="4305300" y="6153150"/>
          <p14:tracePt t="219624" x="4305300" y="6159500"/>
          <p14:tracePt t="219644" x="4298950" y="6165850"/>
          <p14:tracePt t="219684" x="4298950" y="6172200"/>
          <p14:tracePt t="219712" x="4298950" y="6178550"/>
          <p14:tracePt t="219726" x="4305300" y="6178550"/>
          <p14:tracePt t="219733" x="4311650" y="6184900"/>
          <p14:tracePt t="219747" x="4311650" y="6191250"/>
          <p14:tracePt t="219757" x="4330700" y="6197600"/>
          <p14:tracePt t="219775" x="4349750" y="6203950"/>
          <p14:tracePt t="219791" x="4432300" y="6223000"/>
          <p14:tracePt t="219807" x="4552950" y="6248400"/>
          <p14:tracePt t="219823" x="4616450" y="6254750"/>
          <p14:tracePt t="219840" x="4762500" y="6273800"/>
          <p14:tracePt t="219857" x="4876800" y="6286500"/>
          <p14:tracePt t="219875" x="4965700" y="6286500"/>
          <p14:tracePt t="219890" x="4997450" y="6292850"/>
          <p14:tracePt t="219907" x="5029200" y="6292850"/>
          <p14:tracePt t="219924" x="5048250" y="6292850"/>
          <p14:tracePt t="219940" x="5054600" y="6292850"/>
          <p14:tracePt t="219957" x="5054600" y="6286500"/>
          <p14:tracePt t="220043" x="5048250" y="6280150"/>
          <p14:tracePt t="220169" x="5048250" y="6273800"/>
          <p14:tracePt t="220176" x="5048250" y="6267450"/>
          <p14:tracePt t="220190" x="5041900" y="6261100"/>
          <p14:tracePt t="220206" x="5041900" y="6242050"/>
          <p14:tracePt t="220222" x="5035550" y="6216650"/>
          <p14:tracePt t="220240" x="5016500" y="6121400"/>
          <p14:tracePt t="220256" x="4965700" y="5924550"/>
          <p14:tracePt t="220272" x="4927600" y="5810250"/>
          <p14:tracePt t="220290" x="4813300" y="5473700"/>
          <p14:tracePt t="220306" x="4724400" y="5257800"/>
          <p14:tracePt t="220322" x="4546600" y="4756150"/>
          <p14:tracePt t="220339" x="4349750" y="4273550"/>
          <p14:tracePt t="220355" x="4241800" y="4051300"/>
          <p14:tracePt t="220372" x="4165600" y="3879850"/>
          <p14:tracePt t="220388" x="3917950" y="3365500"/>
          <p14:tracePt t="220405" x="3860800" y="3251200"/>
          <p14:tracePt t="220422" x="3759200" y="3028950"/>
          <p14:tracePt t="220438" x="3663950" y="2863850"/>
          <p14:tracePt t="220455" x="3625850" y="2794000"/>
          <p14:tracePt t="220472" x="3575050" y="2705100"/>
          <p14:tracePt t="220488" x="3524250" y="2647950"/>
          <p14:tracePt t="220505" x="3511550" y="2616200"/>
          <p14:tracePt t="220522" x="3479800" y="2578100"/>
          <p14:tracePt t="220538" x="3454400" y="2546350"/>
          <p14:tracePt t="220555" x="3448050" y="2533650"/>
          <p14:tracePt t="220571" x="3429000" y="2514600"/>
          <p14:tracePt t="220588" x="3422650" y="2508250"/>
          <p14:tracePt t="220604" x="3409950" y="2508250"/>
          <p14:tracePt t="220648" x="3403600" y="2508250"/>
          <p14:tracePt t="220711" x="3403600" y="2514600"/>
          <p14:tracePt t="220739" x="3403600" y="2520950"/>
          <p14:tracePt t="220746" x="3403600" y="2527300"/>
          <p14:tracePt t="220760" x="3403600" y="2533650"/>
          <p14:tracePt t="220770" x="3403600" y="2540000"/>
          <p14:tracePt t="220787" x="3403600" y="2546350"/>
          <p14:tracePt t="220803" x="3409950" y="2584450"/>
          <p14:tracePt t="220820" x="3416300" y="2647950"/>
          <p14:tracePt t="220838" x="3422650" y="2717800"/>
          <p14:tracePt t="220853" x="3422650" y="2755900"/>
          <p14:tracePt t="220870" x="3429000" y="2787650"/>
          <p14:tracePt t="220888" x="3435350" y="2851150"/>
          <p14:tracePt t="220903" x="3435350" y="2863850"/>
          <p14:tracePt t="220920" x="3435350" y="2876550"/>
          <p14:tracePt t="220936" x="3441700" y="2882900"/>
          <p14:tracePt t="220953" x="3441700" y="2889250"/>
          <p14:tracePt t="220999" x="3448050" y="2895600"/>
          <p14:tracePt t="221098" x="3448050" y="2901950"/>
          <p14:tracePt t="221365" x="3448050" y="2908300"/>
          <p14:tracePt t="221379" x="3454400" y="2908300"/>
          <p14:tracePt t="221402" x="3460750" y="2914650"/>
          <p14:tracePt t="221415" x="3467100" y="2914650"/>
          <p14:tracePt t="221436" x="3479800" y="2914650"/>
          <p14:tracePt t="221443" x="3492500" y="2914650"/>
          <p14:tracePt t="221451" x="3505200" y="2914650"/>
          <p14:tracePt t="221468" x="3536950" y="2914650"/>
          <p14:tracePt t="221486" x="3606800" y="2933700"/>
          <p14:tracePt t="221501" x="3657600" y="2933700"/>
          <p14:tracePt t="221517" x="3759200" y="2940050"/>
          <p14:tracePt t="221535" x="3854450" y="2952750"/>
          <p14:tracePt t="221551" x="3892550" y="2952750"/>
          <p14:tracePt t="221568" x="3956050" y="2959100"/>
          <p14:tracePt t="221584" x="3987800" y="2959100"/>
          <p14:tracePt t="221601" x="3994150" y="2959100"/>
          <p14:tracePt t="221618" x="4006850" y="2959100"/>
          <p14:tracePt t="221956" x="4000500" y="2959100"/>
          <p14:tracePt t="221963" x="3994150" y="2959100"/>
          <p14:tracePt t="221984" x="3987800" y="2959100"/>
          <p14:tracePt t="221998" x="3981450" y="2959100"/>
          <p14:tracePt t="222012" x="3975100" y="2959100"/>
          <p14:tracePt t="222026" x="3956050" y="2959100"/>
          <p14:tracePt t="222035" x="3943350" y="2959100"/>
          <p14:tracePt t="222049" x="3911600" y="2965450"/>
          <p14:tracePt t="222066" x="3873500" y="2971800"/>
          <p14:tracePt t="222083" x="3721100" y="3009900"/>
          <p14:tracePt t="222099" x="3657600" y="3016250"/>
          <p14:tracePt t="222116" x="3600450" y="3028950"/>
          <p14:tracePt t="222132" x="3524250" y="3035300"/>
          <p14:tracePt t="222149" x="3467100" y="3041650"/>
          <p14:tracePt t="222166" x="3454400" y="3041650"/>
          <p14:tracePt t="222182" x="3429000" y="3048000"/>
          <p14:tracePt t="222199" x="3422650" y="3048000"/>
          <p14:tracePt t="222216" x="3416300" y="3048000"/>
          <p14:tracePt t="222248" x="3422650" y="3048000"/>
          <p14:tracePt t="222266" x="3435350" y="3048000"/>
          <p14:tracePt t="222282" x="3448050" y="3048000"/>
          <p14:tracePt t="222298" x="3492500" y="3048000"/>
          <p14:tracePt t="222315" x="3549650" y="3054350"/>
          <p14:tracePt t="222331" x="3594100" y="3054350"/>
          <p14:tracePt t="222349" x="3663950" y="3054350"/>
          <p14:tracePt t="222365" x="3803650" y="3054350"/>
          <p14:tracePt t="222382" x="3943350" y="3054350"/>
          <p14:tracePt t="222398" x="4006850" y="3041650"/>
          <p14:tracePt t="222415" x="4114800" y="3035300"/>
          <p14:tracePt t="222431" x="4184650" y="3022600"/>
          <p14:tracePt t="222449" x="4216400" y="3009900"/>
          <p14:tracePt t="222465" x="4229100" y="3003550"/>
          <p14:tracePt t="222481" x="4241800" y="3003550"/>
          <p14:tracePt t="222498" x="4248150" y="3003550"/>
          <p14:tracePt t="222568" x="4241800" y="3003550"/>
          <p14:tracePt t="222596" x="4235450" y="2997200"/>
          <p14:tracePt t="222617" x="4229100" y="2997200"/>
          <p14:tracePt t="222638" x="4216400" y="2997200"/>
          <p14:tracePt t="222645" x="4210050" y="2997200"/>
          <p14:tracePt t="222659" x="4191000" y="2997200"/>
          <p14:tracePt t="222667" x="4171950" y="2997200"/>
          <p14:tracePt t="222683" x="4140200" y="2990850"/>
          <p14:tracePt t="222697" x="4102100" y="2990850"/>
          <p14:tracePt t="222713" x="4000500" y="2990850"/>
          <p14:tracePt t="222730" x="3867150" y="2978150"/>
          <p14:tracePt t="222747" x="3803650" y="2978150"/>
          <p14:tracePt t="222764" x="3689350" y="2978150"/>
          <p14:tracePt t="222780" x="3594100" y="2990850"/>
          <p14:tracePt t="222797" x="3568700" y="2990850"/>
          <p14:tracePt t="222814" x="3505200" y="2997200"/>
          <p14:tracePt t="222830" x="3479800" y="3003550"/>
          <p14:tracePt t="222863" x="3473450" y="3003550"/>
          <p14:tracePt t="222880" x="3467100" y="3003550"/>
          <p14:tracePt t="223110" x="3454400" y="3003550"/>
          <p14:tracePt t="223130" x="3441700" y="3003550"/>
          <p14:tracePt t="223138" x="3435350" y="2997200"/>
          <p14:tracePt t="223152" x="3422650" y="2997200"/>
          <p14:tracePt t="223162" x="3403600" y="2997200"/>
          <p14:tracePt t="223180" x="3352800" y="2990850"/>
          <p14:tracePt t="223195" x="3327400" y="2990850"/>
          <p14:tracePt t="223212" x="3225800" y="2990850"/>
          <p14:tracePt t="223230" x="3136900" y="2984500"/>
          <p14:tracePt t="223245" x="3092450" y="2984500"/>
          <p14:tracePt t="223262" x="3041650" y="2984500"/>
          <p14:tracePt t="223279" x="2933700" y="2984500"/>
          <p14:tracePt t="223295" x="2914650" y="2984500"/>
          <p14:tracePt t="223312" x="2882900" y="2984500"/>
          <p14:tracePt t="223328" x="2863850" y="2984500"/>
          <p14:tracePt t="223345" x="2851150" y="2984500"/>
          <p14:tracePt t="223362" x="2844800" y="2990850"/>
          <p14:tracePt t="223378" x="2838450" y="2990850"/>
          <p14:tracePt t="223395" x="2838450" y="2997200"/>
          <p14:tracePt t="223414" x="2832100" y="2997200"/>
          <p14:tracePt t="223461" x="2832100" y="3003550"/>
          <p14:tracePt t="223551" x="2832100" y="3009900"/>
          <p14:tracePt t="223580" x="2844800" y="3009900"/>
          <p14:tracePt t="223595" x="2851150" y="3009900"/>
          <p14:tracePt t="223601" x="2857500" y="3009900"/>
          <p14:tracePt t="223623" x="2870200" y="3009900"/>
          <p14:tracePt t="223630" x="2901950" y="3016250"/>
          <p14:tracePt t="223646" x="2933700" y="3022600"/>
          <p14:tracePt t="223660" x="2959100" y="3022600"/>
          <p14:tracePt t="223677" x="3048000" y="3041650"/>
          <p14:tracePt t="223694" x="3155950" y="3054350"/>
          <p14:tracePt t="223710" x="3194050" y="3054350"/>
          <p14:tracePt t="223728" x="3276600" y="3054350"/>
          <p14:tracePt t="223743" x="3333750" y="3054350"/>
          <p14:tracePt t="223761" x="3352800" y="3054350"/>
          <p14:tracePt t="223777" x="3378200" y="3048000"/>
          <p14:tracePt t="223794" x="3384550" y="3041650"/>
          <p14:tracePt t="223833" x="3384550" y="3048000"/>
          <p14:tracePt t="223854" x="3384550" y="3054350"/>
          <p14:tracePt t="223877" x="3378200" y="3054350"/>
          <p14:tracePt t="223904" x="3378200" y="3060700"/>
          <p14:tracePt t="223960" x="3378200" y="3067050"/>
          <p14:tracePt t="223974" x="3384550" y="3067050"/>
          <p14:tracePt t="223995" x="3390900" y="3067050"/>
          <p14:tracePt t="224023" x="3403600" y="3067050"/>
          <p14:tracePt t="224030" x="3409950" y="3067050"/>
          <p14:tracePt t="224045" x="3422650" y="3067050"/>
          <p14:tracePt t="224060" x="3441700" y="3067050"/>
          <p14:tracePt t="224076" x="3492500" y="3067050"/>
          <p14:tracePt t="224092" x="3511550" y="3067050"/>
          <p14:tracePt t="224109" x="3556000" y="3060700"/>
          <p14:tracePt t="224126" x="3587750" y="3060700"/>
          <p14:tracePt t="224143" x="3600450" y="3054350"/>
          <p14:tracePt t="224159" x="3606800" y="3054350"/>
          <p14:tracePt t="224178" x="3613150" y="3054350"/>
          <p14:tracePt t="224194" x="3619500" y="3054350"/>
          <p14:tracePt t="224212" x="3625850" y="3054350"/>
          <p14:tracePt t="224234" x="3632200" y="3054350"/>
          <p14:tracePt t="224262" x="3638550" y="3054350"/>
          <p14:tracePt t="224284" x="3644900" y="3048000"/>
          <p14:tracePt t="224304" x="3651250" y="3048000"/>
          <p14:tracePt t="224319" x="3657600" y="3048000"/>
          <p14:tracePt t="224327" x="3670300" y="3048000"/>
          <p14:tracePt t="224342" x="3683000" y="3048000"/>
          <p14:tracePt t="224358" x="3733800" y="3048000"/>
          <p14:tracePt t="224375" x="3778250" y="3048000"/>
          <p14:tracePt t="224391" x="3810000" y="3048000"/>
          <p14:tracePt t="224408" x="3886200" y="3048000"/>
          <p14:tracePt t="224425" x="3943350" y="3041650"/>
          <p14:tracePt t="224441" x="3975100" y="3028950"/>
          <p14:tracePt t="224458" x="4000500" y="3028950"/>
          <p14:tracePt t="224474" x="4076700" y="3028950"/>
          <p14:tracePt t="224491" x="4095750" y="3028950"/>
          <p14:tracePt t="224508" x="4140200" y="3028950"/>
          <p14:tracePt t="224525" x="4159250" y="3028950"/>
          <p14:tracePt t="224541" x="4210050" y="3028950"/>
          <p14:tracePt t="224558" x="4241800" y="3028950"/>
          <p14:tracePt t="224574" x="4267200" y="3028950"/>
          <p14:tracePt t="224591" x="4311650" y="3035300"/>
          <p14:tracePt t="224607" x="4337050" y="3035300"/>
          <p14:tracePt t="224624" x="4356100" y="3041650"/>
          <p14:tracePt t="224640" x="4375150" y="3041650"/>
          <p14:tracePt t="224657" x="4387850" y="3041650"/>
          <p14:tracePt t="224674" x="4394200" y="3041650"/>
          <p14:tracePt t="224691" x="4406900" y="3041650"/>
          <p14:tracePt t="224754" x="4406900" y="3035300"/>
          <p14:tracePt t="224811" x="4406900" y="3028950"/>
          <p14:tracePt t="224818" x="4400550" y="3028950"/>
          <p14:tracePt t="224826" x="4394200" y="3022600"/>
          <p14:tracePt t="224846" x="4375150" y="3022600"/>
          <p14:tracePt t="224860" x="4343400" y="3009900"/>
          <p14:tracePt t="224873" x="4292600" y="2997200"/>
          <p14:tracePt t="224889" x="4133850" y="2971800"/>
          <p14:tracePt t="224906" x="4019550" y="2946400"/>
          <p14:tracePt t="224923" x="3733800" y="2914650"/>
          <p14:tracePt t="224939" x="3441700" y="2895600"/>
          <p14:tracePt t="224956" x="3302000" y="2882900"/>
          <p14:tracePt t="224973" x="3060700" y="2863850"/>
          <p14:tracePt t="224989" x="2895600" y="2863850"/>
          <p14:tracePt t="225006" x="2832100" y="2863850"/>
          <p14:tracePt t="225023" x="2768600" y="2863850"/>
          <p14:tracePt t="225039" x="2743200" y="2863850"/>
          <p14:tracePt t="225056" x="2730500" y="2870200"/>
          <p14:tracePt t="225072" x="2724150" y="2870200"/>
          <p14:tracePt t="225106" x="2717800" y="2876550"/>
          <p14:tracePt t="225148" x="2724150" y="2876550"/>
          <p14:tracePt t="225169" x="2730500" y="2876550"/>
          <p14:tracePt t="225197" x="2730500" y="2882900"/>
          <p14:tracePt t="225212" x="2736850" y="2882900"/>
          <p14:tracePt t="225233" x="2743200" y="2882900"/>
          <p14:tracePt t="225239" x="2749550" y="2882900"/>
          <p14:tracePt t="225261" x="2755900" y="2882900"/>
          <p14:tracePt t="225268" x="2768600" y="2882900"/>
          <p14:tracePt t="225281" x="2774950" y="2889250"/>
          <p14:tracePt t="225291" x="2800350" y="2895600"/>
          <p14:tracePt t="225304" x="2819400" y="2901950"/>
          <p14:tracePt t="225321" x="2933700" y="2921000"/>
          <p14:tracePt t="225339" x="3092450" y="2952750"/>
          <p14:tracePt t="225354" x="3181350" y="2971800"/>
          <p14:tracePt t="225371" x="3270250" y="2978150"/>
          <p14:tracePt t="225388" x="3441700" y="3009900"/>
          <p14:tracePt t="225405" x="3530600" y="3022600"/>
          <p14:tracePt t="225421" x="3594100" y="3028950"/>
          <p14:tracePt t="225437" x="3702050" y="3041650"/>
          <p14:tracePt t="225455" x="3727450" y="3041650"/>
          <p14:tracePt t="225472" x="3771900" y="3041650"/>
          <p14:tracePt t="225487" x="3778250" y="3041650"/>
          <p14:tracePt t="225563" x="3778250" y="3035300"/>
          <p14:tracePt t="225605" x="3778250" y="3028950"/>
          <p14:tracePt t="225620" x="3771900" y="3022600"/>
          <p14:tracePt t="225639" x="3771900" y="3016250"/>
          <p14:tracePt t="226123" x="3759200" y="3016250"/>
          <p14:tracePt t="226130" x="3746500" y="3016250"/>
          <p14:tracePt t="226145" x="3733800" y="3016250"/>
          <p14:tracePt t="226154" x="3714750" y="3016250"/>
          <p14:tracePt t="226169" x="3695700" y="3016250"/>
          <p14:tracePt t="226185" x="3663950" y="3016250"/>
          <p14:tracePt t="226201" x="3594100" y="3003550"/>
          <p14:tracePt t="226218" x="3575050" y="2997200"/>
          <p14:tracePt t="226236" x="3530600" y="2990850"/>
          <p14:tracePt t="226251" x="3511550" y="2990850"/>
          <p14:tracePt t="226268" x="3473450" y="2984500"/>
          <p14:tracePt t="226286" x="3435350" y="2984500"/>
          <p14:tracePt t="226301" x="3416300" y="2984500"/>
          <p14:tracePt t="226318" x="3384550" y="2978150"/>
          <p14:tracePt t="226335" x="3359150" y="2971800"/>
          <p14:tracePt t="226351" x="3346450" y="2965450"/>
          <p14:tracePt t="226368" x="3327400" y="2965450"/>
          <p14:tracePt t="226385" x="3308350" y="2959100"/>
          <p14:tracePt t="226401" x="3302000" y="2952750"/>
          <p14:tracePt t="226419" x="3289300" y="2952750"/>
          <p14:tracePt t="226434" x="3276600" y="2946400"/>
          <p14:tracePt t="226451" x="3270250" y="2946400"/>
          <p14:tracePt t="226468" x="3263900" y="2933700"/>
          <p14:tracePt t="226484" x="3251200" y="2921000"/>
          <p14:tracePt t="226501" x="3232150" y="2901950"/>
          <p14:tracePt t="226517" x="3200400" y="2857500"/>
          <p14:tracePt t="226534" x="3175000" y="2819400"/>
          <p14:tracePt t="226550" x="3124200" y="2711450"/>
          <p14:tracePt t="226567" x="3067050" y="2584450"/>
          <p14:tracePt t="226584" x="3041650" y="2520950"/>
          <p14:tracePt t="226601" x="2984500" y="2406650"/>
          <p14:tracePt t="226617" x="2959100" y="2362200"/>
          <p14:tracePt t="226634" x="2914650" y="2298700"/>
          <p14:tracePt t="226651" x="2895600" y="2241550"/>
          <p14:tracePt t="226667" x="2876550" y="2216150"/>
          <p14:tracePt t="226684" x="2863850" y="2203450"/>
          <p14:tracePt t="226700" x="2832100" y="2178050"/>
          <p14:tracePt t="226717" x="2819400" y="2159000"/>
          <p14:tracePt t="226733" x="2806700" y="2146300"/>
          <p14:tracePt t="226750" x="2800350" y="2127250"/>
          <p14:tracePt t="226766" x="2781300" y="2114550"/>
          <p14:tracePt t="226783" x="2774950" y="2108200"/>
          <p14:tracePt t="226816" x="2762250" y="2101850"/>
          <p14:tracePt t="226835" x="2755900" y="2101850"/>
          <p14:tracePt t="226904" x="2755900" y="2108200"/>
          <p14:tracePt t="226918" x="2755900" y="2114550"/>
          <p14:tracePt t="226939" x="2755900" y="2120900"/>
          <p14:tracePt t="226953" x="2755900" y="2127250"/>
          <p14:tracePt t="226960" x="2755900" y="2133600"/>
          <p14:tracePt t="226974" x="2755900" y="2139950"/>
          <p14:tracePt t="226988" x="2762250" y="2159000"/>
          <p14:tracePt t="226998" x="2768600" y="2184400"/>
          <p14:tracePt t="227017" x="2794000" y="2273300"/>
          <p14:tracePt t="227032" x="2825750" y="2343150"/>
          <p14:tracePt t="227049" x="2882900" y="2501900"/>
          <p14:tracePt t="227066" x="2952750" y="2667000"/>
          <p14:tracePt t="227082" x="2997200" y="2730500"/>
          <p14:tracePt t="227098" x="3022600" y="2800350"/>
          <p14:tracePt t="227115" x="3079750" y="2901950"/>
          <p14:tracePt t="227132" x="3092450" y="2921000"/>
          <p14:tracePt t="227148" x="3098800" y="2933700"/>
          <p14:tracePt t="227165" x="3111500" y="2940050"/>
          <p14:tracePt t="227201" x="3111500" y="2946400"/>
          <p14:tracePt t="227269" x="3117850" y="2946400"/>
          <p14:tracePt t="227297" x="3130550" y="2946400"/>
          <p14:tracePt t="227318" x="3136900" y="2946400"/>
          <p14:tracePt t="227340" x="3143250" y="2946400"/>
          <p14:tracePt t="227346" x="3149600" y="2946400"/>
          <p14:tracePt t="227361" x="3162300" y="2946400"/>
          <p14:tracePt t="227368" x="3175000" y="2952750"/>
          <p14:tracePt t="227383" x="3200400" y="2952750"/>
          <p14:tracePt t="227397" x="3270250" y="2959100"/>
          <p14:tracePt t="227414" x="3321050" y="2959100"/>
          <p14:tracePt t="227431" x="3441700" y="2965450"/>
          <p14:tracePt t="227447" x="3492500" y="2978150"/>
          <p14:tracePt t="227464" x="3594100" y="2978150"/>
          <p14:tracePt t="227481" x="3651250" y="2978150"/>
          <p14:tracePt t="227497" x="3676650" y="2978150"/>
          <p14:tracePt t="227514" x="3689350" y="2978150"/>
          <p14:tracePt t="227530" x="3695700" y="2978150"/>
          <p14:tracePt t="227564" x="3695700" y="2984500"/>
          <p14:tracePt t="227607" x="3689350" y="2984500"/>
          <p14:tracePt t="227642" x="3683000" y="2984500"/>
          <p14:tracePt t="227670" x="3676650" y="2984500"/>
          <p14:tracePt t="227677" x="3670300" y="2990850"/>
          <p14:tracePt t="227698" x="3663950" y="2990850"/>
          <p14:tracePt t="227733" x="3657600" y="2990850"/>
          <p14:tracePt t="227762" x="3657600" y="2997200"/>
          <p14:tracePt t="227768" x="3657600" y="3003550"/>
          <p14:tracePt t="227790" x="3657600" y="3009900"/>
          <p14:tracePt t="227811" x="3663950" y="3016250"/>
          <p14:tracePt t="227818" x="3670300" y="3016250"/>
          <p14:tracePt t="227833" x="3676650" y="3016250"/>
          <p14:tracePt t="227860" x="3689350" y="3022600"/>
          <p14:tracePt t="227874" x="3695700" y="3022600"/>
          <p14:tracePt t="227888" x="3708400" y="3022600"/>
          <p14:tracePt t="227902" x="3714750" y="3022600"/>
          <p14:tracePt t="227912" x="3727450" y="3022600"/>
          <p14:tracePt t="227929" x="3740150" y="3022600"/>
          <p14:tracePt t="227946" x="3759200" y="3016250"/>
          <p14:tracePt t="227962" x="3765550" y="3016250"/>
          <p14:tracePt t="227995" x="3765550" y="3009900"/>
          <p14:tracePt t="228071" x="3765550" y="3003550"/>
          <p14:tracePt t="228092" x="3759200" y="3003550"/>
          <p14:tracePt t="228099" x="3746500" y="3003550"/>
          <p14:tracePt t="228114" x="3740150" y="3003550"/>
          <p14:tracePt t="228128" x="3727450" y="3003550"/>
          <p14:tracePt t="228145" x="3702050" y="3003550"/>
          <p14:tracePt t="228162" x="3663950" y="3016250"/>
          <p14:tracePt t="228178" x="3638550" y="3022600"/>
          <p14:tracePt t="228195" x="3606800" y="3048000"/>
          <p14:tracePt t="228212" x="3581400" y="3060700"/>
          <p14:tracePt t="228228" x="3581400" y="3073400"/>
          <p14:tracePt t="228245" x="3581400" y="3079750"/>
          <p14:tracePt t="228261" x="3594100" y="3092450"/>
          <p14:tracePt t="228278" x="3606800" y="3092450"/>
          <p14:tracePt t="228294" x="3625850" y="3098800"/>
          <p14:tracePt t="228311" x="3695700" y="3105150"/>
          <p14:tracePt t="228328" x="3721100" y="3105150"/>
          <p14:tracePt t="228346" x="3797300" y="3079750"/>
          <p14:tracePt t="228361" x="3829050" y="3067050"/>
          <p14:tracePt t="228377" x="3873500" y="3028950"/>
          <p14:tracePt t="228380" x="3886200" y="3016250"/>
          <p14:tracePt t="228397" x="3892550" y="2997200"/>
          <p14:tracePt t="228411" x="3892550" y="2984500"/>
          <p14:tracePt t="228427" x="3892550" y="2940050"/>
          <p14:tracePt t="228444" x="3892550" y="2921000"/>
          <p14:tracePt t="228460" x="3886200" y="2901950"/>
          <p14:tracePt t="228477" x="3867150" y="2889250"/>
          <p14:tracePt t="228494" x="3848100" y="2876550"/>
          <p14:tracePt t="228510" x="3841750" y="2870200"/>
          <p14:tracePt t="228527" x="3829050" y="2870200"/>
          <p14:tracePt t="228543" x="3810000" y="2870200"/>
          <p14:tracePt t="228560" x="3803650" y="2870200"/>
          <p14:tracePt t="228578" x="3790950" y="2870200"/>
          <p14:tracePt t="228593" x="3771900" y="2882900"/>
          <p14:tracePt t="228610" x="3765550" y="2889250"/>
          <p14:tracePt t="228627" x="3759200" y="2889250"/>
          <p14:tracePt t="228643" x="3752850" y="2895600"/>
          <p14:tracePt t="228660" x="3746500" y="2908300"/>
          <p14:tracePt t="228677" x="3746500" y="2914650"/>
          <p14:tracePt t="228711" x="3746500" y="2921000"/>
          <p14:tracePt t="228732" x="3740150" y="2921000"/>
          <p14:tracePt t="228767" x="3740150" y="2927350"/>
          <p14:tracePt t="228795" x="3740150" y="2933700"/>
          <p14:tracePt t="228837" x="3733800" y="2940050"/>
          <p14:tracePt t="228872" x="3733800" y="2946400"/>
          <p14:tracePt t="228907" x="3733800" y="2952750"/>
          <p14:tracePt t="228929" x="3733800" y="2965450"/>
          <p14:tracePt t="228943" x="3733800" y="2978150"/>
          <p14:tracePt t="228956" x="3733800" y="2997200"/>
          <p14:tracePt t="228964" x="3740150" y="3028950"/>
          <p14:tracePt t="228979" x="3746500" y="3086100"/>
          <p14:tracePt t="228992" x="3765550" y="3162300"/>
          <p14:tracePt t="229009" x="3810000" y="3359150"/>
          <p14:tracePt t="229025" x="3841750" y="3473450"/>
          <p14:tracePt t="229042" x="3892550" y="3727450"/>
          <p14:tracePt t="229059" x="3975100" y="4038600"/>
          <p14:tracePt t="229076" x="4025900" y="4197350"/>
          <p14:tracePt t="229091" x="4095750" y="4476750"/>
          <p14:tracePt t="229108" x="4165600" y="4711700"/>
          <p14:tracePt t="229127" x="4216400" y="4870450"/>
          <p14:tracePt t="229142" x="4241800" y="4927600"/>
          <p14:tracePt t="229158" x="4279900" y="4997450"/>
          <p14:tracePt t="229175" x="4298950" y="5035550"/>
          <p14:tracePt t="229191" x="4298950" y="5048250"/>
          <p14:tracePt t="229208" x="4318000" y="5054600"/>
          <p14:tracePt t="229225" x="4330700" y="5060950"/>
          <p14:tracePt t="229241" x="4343400" y="5060950"/>
          <p14:tracePt t="229258" x="4349750" y="5060950"/>
          <p14:tracePt t="229657" x="4375150" y="5060950"/>
          <p14:tracePt t="229671" x="4413250" y="5060950"/>
          <p14:tracePt t="229678" x="4470400" y="5054600"/>
          <p14:tracePt t="229693" x="4521200" y="5054600"/>
          <p14:tracePt t="229706" x="4635500" y="5041900"/>
          <p14:tracePt t="229723" x="4711700" y="5041900"/>
          <p14:tracePt t="229740" x="4800600" y="5035550"/>
          <p14:tracePt t="229756" x="5029200" y="5010150"/>
          <p14:tracePt t="229773" x="5327650" y="4991100"/>
          <p14:tracePt t="229790" x="5499100" y="4965700"/>
          <p14:tracePt t="229806" x="5803900" y="4946650"/>
          <p14:tracePt t="229823" x="6019800" y="4933950"/>
          <p14:tracePt t="229840" x="6223000" y="4902200"/>
          <p14:tracePt t="229855" x="6318250" y="4870450"/>
          <p14:tracePt t="229872" x="6470650" y="4832350"/>
          <p14:tracePt t="229889" x="6591300" y="4800600"/>
          <p14:tracePt t="229906" x="6623050" y="4794250"/>
          <p14:tracePt t="229922" x="6661150" y="4794250"/>
          <p14:tracePt t="229939" x="6705600" y="4787900"/>
          <p14:tracePt t="229955" x="6731000" y="4787900"/>
          <p14:tracePt t="229988" x="6737350" y="4787900"/>
          <p14:tracePt t="230093" x="6724650" y="4781550"/>
          <p14:tracePt t="230100" x="6699250" y="4781550"/>
          <p14:tracePt t="230114" x="6673850" y="4781550"/>
          <p14:tracePt t="230122" x="6623050" y="4794250"/>
          <p14:tracePt t="230138" x="6546850" y="4813300"/>
          <p14:tracePt t="230155" x="6337300" y="4864100"/>
          <p14:tracePt t="230171" x="5988050" y="4940300"/>
          <p14:tracePt t="230188" x="5816600" y="4959350"/>
          <p14:tracePt t="230205" x="5467350" y="5035550"/>
          <p14:tracePt t="230221" x="5207000" y="5080000"/>
          <p14:tracePt t="230238" x="5086350" y="5099050"/>
          <p14:tracePt t="230255" x="4908550" y="5149850"/>
          <p14:tracePt t="230270" x="4800600" y="5168900"/>
          <p14:tracePt t="230287" x="4768850" y="5175250"/>
          <p14:tracePt t="230304" x="4730750" y="5181600"/>
          <p14:tracePt t="230321" x="4718050" y="5181600"/>
          <p14:tracePt t="230338" x="4692650" y="5187950"/>
          <p14:tracePt t="230354" x="4654550" y="5207000"/>
          <p14:tracePt t="230371" x="4641850" y="5207000"/>
          <p14:tracePt t="231654" x="4629150" y="5162550"/>
          <p14:tracePt t="231668" x="4597400" y="5099050"/>
          <p14:tracePt t="231675" x="4546600" y="5016500"/>
          <p14:tracePt t="231690" x="4495800" y="4908550"/>
          <p14:tracePt t="231699" x="4425950" y="4787900"/>
          <p14:tracePt t="231716" x="4337050" y="4610100"/>
          <p14:tracePt t="231732" x="4102100" y="4210050"/>
          <p14:tracePt t="231749" x="3987800" y="3981450"/>
          <p14:tracePt t="231766" x="3759200" y="3600450"/>
          <p14:tracePt t="231782" x="3619500" y="3333750"/>
          <p14:tracePt t="231799" x="3568700" y="3225800"/>
          <p14:tracePt t="231816" x="3486150" y="3092450"/>
          <p14:tracePt t="231832" x="3429000" y="2990850"/>
          <p14:tracePt t="231849" x="3403600" y="2946400"/>
          <p14:tracePt t="231866" x="3295650" y="2794000"/>
          <p14:tracePt t="231882" x="3257550" y="2749550"/>
          <p14:tracePt t="231899" x="3219450" y="2705100"/>
          <p14:tracePt t="231916" x="3162300" y="2635250"/>
          <p14:tracePt t="231932" x="3124200" y="2603500"/>
          <p14:tracePt t="231949" x="3105150" y="2578100"/>
          <p14:tracePt t="231965" x="3086100" y="2559050"/>
          <p14:tracePt t="231982" x="3067050" y="2533650"/>
          <p14:tracePt t="231999" x="3060700" y="2520950"/>
          <p14:tracePt t="232015" x="3054350" y="2514600"/>
          <p14:tracePt t="232031" x="3054350" y="2508250"/>
          <p14:tracePt t="232097" x="3054350" y="2514600"/>
          <p14:tracePt t="232118" x="3054350" y="2520950"/>
          <p14:tracePt t="232140" x="3060700" y="2527300"/>
          <p14:tracePt t="232148" x="3060700" y="2533650"/>
          <p14:tracePt t="232168" x="3054350" y="2540000"/>
          <p14:tracePt t="232175" x="3048000" y="2540000"/>
          <p14:tracePt t="232196" x="3041650" y="2546350"/>
          <p14:tracePt t="240685" x="3048000" y="2546350"/>
          <p14:tracePt t="240692" x="3060700" y="2533650"/>
          <p14:tracePt t="240701" x="3092450" y="2514600"/>
          <p14:tracePt t="240718" x="3143250" y="2444750"/>
          <p14:tracePt t="240735" x="3213100" y="2311400"/>
          <p14:tracePt t="240751" x="3238500" y="2228850"/>
          <p14:tracePt t="240768" x="3263900" y="2146300"/>
          <p14:tracePt t="240784" x="3276600" y="2082800"/>
          <p14:tracePt t="240801" x="3276600" y="2063750"/>
          <p14:tracePt t="240819" x="3276600" y="2044700"/>
          <p14:tracePt t="240834" x="3276600" y="2032000"/>
          <p14:tracePt t="240851" x="3270250" y="2019300"/>
          <p14:tracePt t="240868" x="3263900" y="2006600"/>
          <p14:tracePt t="240884" x="3251200" y="2000250"/>
          <p14:tracePt t="240901" x="3232150" y="1987550"/>
          <p14:tracePt t="240918" x="3200400" y="1962150"/>
          <p14:tracePt t="240934" x="3168650" y="1936750"/>
          <p14:tracePt t="240951" x="3130550" y="1911350"/>
          <p14:tracePt t="240968" x="3060700" y="1866900"/>
          <p14:tracePt t="240984" x="3016250" y="1835150"/>
          <p14:tracePt t="241001" x="2952750" y="1803400"/>
          <p14:tracePt t="241017" x="2857500" y="1746250"/>
          <p14:tracePt t="241034" x="2813050" y="1727200"/>
          <p14:tracePt t="241051" x="2768600" y="1701800"/>
          <p14:tracePt t="241067" x="2755900" y="1701800"/>
          <p14:tracePt t="241084" x="2749550" y="1695450"/>
          <p14:tracePt t="241121" x="2743200" y="1695450"/>
          <p14:tracePt t="241409" x="2743200" y="1714500"/>
          <p14:tracePt t="241417" x="2743200" y="1746250"/>
          <p14:tracePt t="241423" x="2743200" y="1771650"/>
          <p14:tracePt t="241432" x="2749550" y="1816100"/>
          <p14:tracePt t="241449" x="2762250" y="1879600"/>
          <p14:tracePt t="241466" x="2774950" y="1987550"/>
          <p14:tracePt t="241482" x="2800350" y="2076450"/>
          <p14:tracePt t="241499" x="2825750" y="2159000"/>
          <p14:tracePt t="241516" x="2870200" y="2311400"/>
          <p14:tracePt t="241532" x="2889250" y="2381250"/>
          <p14:tracePt t="241549" x="2914650" y="2463800"/>
          <p14:tracePt t="241565" x="2927350" y="2527300"/>
          <p14:tracePt t="241582" x="2933700" y="2559050"/>
          <p14:tracePt t="241599" x="2933700" y="2584450"/>
          <p14:tracePt t="241615" x="2946400" y="2584450"/>
          <p14:tracePt t="241632" x="2952750" y="2584450"/>
          <p14:tracePt t="244704" x="2959100" y="2597150"/>
          <p14:tracePt t="244711" x="2965450" y="2635250"/>
          <p14:tracePt t="244721" x="2971800" y="2698750"/>
          <p14:tracePt t="244740" x="3009900" y="2908300"/>
          <p14:tracePt t="244754" x="3028950" y="3041650"/>
          <p14:tracePt t="244771" x="3073400" y="3225800"/>
          <p14:tracePt t="244788" x="3130550" y="3448050"/>
          <p14:tracePt t="244804" x="3194050" y="3644900"/>
          <p14:tracePt t="244821" x="3232150" y="3790950"/>
          <p14:tracePt t="244837" x="3321050" y="4032250"/>
          <p14:tracePt t="244854" x="3346450" y="4178300"/>
          <p14:tracePt t="244870" x="3378200" y="4286250"/>
          <p14:tracePt t="244887" x="3409950" y="4400550"/>
          <p14:tracePt t="244904" x="3429000" y="4470400"/>
          <p14:tracePt t="244921" x="3454400" y="4514850"/>
          <p14:tracePt t="244937" x="3473450" y="4559300"/>
          <p14:tracePt t="244954" x="3479800" y="4565650"/>
          <p14:tracePt t="244971" x="3486150" y="4565650"/>
          <p14:tracePt t="245003" x="3498850" y="4572000"/>
          <p14:tracePt t="245020" x="3505200" y="4622800"/>
          <p14:tracePt t="245036" x="3505200" y="4667250"/>
          <p14:tracePt t="245053" x="3511550" y="4705350"/>
          <p14:tracePt t="245070" x="3511550" y="4775200"/>
          <p14:tracePt t="245086" x="3511550" y="4819650"/>
          <p14:tracePt t="245103" x="3511550" y="4851400"/>
          <p14:tracePt t="245119" x="3524250" y="4876800"/>
          <p14:tracePt t="245136" x="3524250" y="4895850"/>
          <p14:tracePt t="245154" x="3524250" y="4921250"/>
          <p14:tracePt t="245169" x="3524250" y="4940300"/>
          <p14:tracePt t="245186" x="3530600" y="4959350"/>
          <p14:tracePt t="245189" x="3530600" y="4972050"/>
          <p14:tracePt t="245203" x="3536950" y="4984750"/>
          <p14:tracePt t="245220" x="3536950" y="4997450"/>
          <p14:tracePt t="245236" x="3543300" y="5010150"/>
          <p14:tracePt t="245253" x="3556000" y="5035550"/>
          <p14:tracePt t="245269" x="3562350" y="5041900"/>
          <p14:tracePt t="245835" x="3575050" y="5041900"/>
          <p14:tracePt t="245842" x="3587750" y="5041900"/>
          <p14:tracePt t="245851" x="3606800" y="5041900"/>
          <p14:tracePt t="245867" x="3644900" y="5041900"/>
          <p14:tracePt t="245885" x="3733800" y="5041900"/>
          <p14:tracePt t="245900" x="3803650" y="5035550"/>
          <p14:tracePt t="245917" x="3867150" y="5035550"/>
          <p14:tracePt t="245934" x="3968750" y="5016500"/>
          <p14:tracePt t="245949" x="4032250" y="5016500"/>
          <p14:tracePt t="245967" x="4083050" y="5010150"/>
          <p14:tracePt t="245984" x="4133850" y="5010150"/>
          <p14:tracePt t="246000" x="4152900" y="5003800"/>
          <p14:tracePt t="246017" x="4171950" y="4991100"/>
          <p14:tracePt t="246033" x="4197350" y="4984750"/>
          <p14:tracePt t="246201" x="4191000" y="4984750"/>
          <p14:tracePt t="246249" x="4184650" y="4984750"/>
          <p14:tracePt t="246327" x="4178300" y="4984750"/>
          <p14:tracePt t="246370" x="4171950" y="4984750"/>
          <p14:tracePt t="246791" x="4159250" y="4991100"/>
          <p14:tracePt t="246798" x="4140200" y="5010150"/>
          <p14:tracePt t="246805" x="4121150" y="5022850"/>
          <p14:tracePt t="246814" x="4095750" y="5035550"/>
          <p14:tracePt t="246831" x="4038600" y="5092700"/>
          <p14:tracePt t="246848" x="3949700" y="5181600"/>
          <p14:tracePt t="246863" x="3886200" y="5251450"/>
          <p14:tracePt t="246880" x="3816350" y="5340350"/>
          <p14:tracePt t="246897" x="3689350" y="5473700"/>
          <p14:tracePt t="246913" x="3613150" y="5556250"/>
          <p14:tracePt t="246930" x="3556000" y="5619750"/>
          <p14:tracePt t="246946" x="3498850" y="5689600"/>
          <p14:tracePt t="246963" x="3479800" y="5708650"/>
          <p14:tracePt t="246980" x="3467100" y="5715000"/>
          <p14:tracePt t="247013" x="3460750" y="5721350"/>
          <p14:tracePt t="247072" x="3467100" y="5721350"/>
          <p14:tracePt t="247094" x="3473450" y="5721350"/>
          <p14:tracePt t="247115" x="3479800" y="5721350"/>
          <p14:tracePt t="247121" x="3492500" y="5721350"/>
          <p14:tracePt t="247130" x="3505200" y="5721350"/>
          <p14:tracePt t="247146" x="3530600" y="5708650"/>
          <p14:tracePt t="247163" x="3587750" y="5702300"/>
          <p14:tracePt t="247179" x="3727450" y="5664200"/>
          <p14:tracePt t="247196" x="3860800" y="5626100"/>
          <p14:tracePt t="247214" x="4076700" y="5549900"/>
          <p14:tracePt t="247229" x="4210050" y="5480050"/>
          <p14:tracePt t="247246" x="4318000" y="5403850"/>
          <p14:tracePt t="247263" x="4419600" y="5308600"/>
          <p14:tracePt t="247279" x="4457700" y="5257800"/>
          <p14:tracePt t="247296" x="4470400" y="5219700"/>
          <p14:tracePt t="247312" x="4464050" y="5143500"/>
          <p14:tracePt t="247329" x="4419600" y="5067300"/>
          <p14:tracePt t="247345" x="4356100" y="4978400"/>
          <p14:tracePt t="247361" x="4222750" y="4889500"/>
          <p14:tracePt t="247378" x="4140200" y="4864100"/>
          <p14:tracePt t="247396" x="3968750" y="4857750"/>
          <p14:tracePt t="247411" x="3841750" y="4895850"/>
          <p14:tracePt t="247428" x="3733800" y="4953000"/>
          <p14:tracePt t="247445" x="3581400" y="5092700"/>
          <p14:tracePt t="247461" x="3524250" y="5232400"/>
          <p14:tracePt t="247478" x="3511550" y="5334000"/>
          <p14:tracePt t="247495" x="3543300" y="5524500"/>
          <p14:tracePt t="247511" x="3606800" y="5626100"/>
          <p14:tracePt t="247528" x="3714750" y="5727700"/>
          <p14:tracePt t="247545" x="3911600" y="5854700"/>
          <p14:tracePt t="247561" x="4057650" y="5924550"/>
          <p14:tracePt t="247579" x="4330700" y="5988050"/>
          <p14:tracePt t="247594" x="4483100" y="5988050"/>
          <p14:tracePt t="247611" x="4622800" y="5943600"/>
          <p14:tracePt t="247629" x="4806950" y="5797550"/>
          <p14:tracePt t="247644" x="4889500" y="5657850"/>
          <p14:tracePt t="247661" x="4953000" y="5549900"/>
          <p14:tracePt t="247677" x="4991100" y="5359400"/>
          <p14:tracePt t="247694" x="4965700" y="5226050"/>
          <p14:tracePt t="247711" x="4895850" y="5067300"/>
          <p14:tracePt t="247727" x="4749800" y="4857750"/>
          <p14:tracePt t="247744" x="4629150" y="4737100"/>
          <p14:tracePt t="247762" x="4445000" y="4622800"/>
          <p14:tracePt t="247777" x="4311650" y="4572000"/>
          <p14:tracePt t="247794" x="4178300" y="4552950"/>
          <p14:tracePt t="247811" x="3968750" y="4565650"/>
          <p14:tracePt t="247827" x="3867150" y="4610100"/>
          <p14:tracePt t="247844" x="3778250" y="4705350"/>
          <p14:tracePt t="247860" x="3651250" y="4870450"/>
          <p14:tracePt t="247877" x="3625850" y="4978400"/>
          <p14:tracePt t="247893" x="3625850" y="5080000"/>
          <p14:tracePt t="247910" x="3657600" y="5194300"/>
          <p14:tracePt t="247926" x="3695700" y="5238750"/>
          <p14:tracePt t="247943" x="3746500" y="5295900"/>
          <p14:tracePt t="247959" x="3841750" y="5359400"/>
          <p14:tracePt t="247976" x="3956050" y="5422900"/>
          <p14:tracePt t="247994" x="4171950" y="5505450"/>
          <p14:tracePt t="248009" x="4343400" y="5543550"/>
          <p14:tracePt t="248026" x="4508500" y="5543550"/>
          <p14:tracePt t="248043" x="4699000" y="5486400"/>
          <p14:tracePt t="248059" x="4775200" y="5435600"/>
          <p14:tracePt t="248076" x="4819650" y="5365750"/>
          <p14:tracePt t="248093" x="4864100" y="5283200"/>
          <p14:tracePt t="248109" x="4857750" y="5213350"/>
          <p14:tracePt t="248127" x="4813300" y="5118100"/>
          <p14:tracePt t="248142" x="4686300" y="4895850"/>
          <p14:tracePt t="248159" x="4552950" y="4787900"/>
          <p14:tracePt t="248177" x="4324350" y="4673600"/>
          <p14:tracePt t="248192" x="4140200" y="4635500"/>
          <p14:tracePt t="248209" x="3937000" y="4648200"/>
          <p14:tracePt t="248226" x="3651250" y="4711700"/>
          <p14:tracePt t="248242" x="3492500" y="4794250"/>
          <p14:tracePt t="248259" x="3371850" y="4902200"/>
          <p14:tracePt t="248275" x="3257550" y="5073650"/>
          <p14:tracePt t="248292" x="3238500" y="5200650"/>
          <p14:tracePt t="248309" x="3244850" y="5321300"/>
          <p14:tracePt t="248325" x="3340100" y="5537200"/>
          <p14:tracePt t="248342" x="3435350" y="5689600"/>
          <p14:tracePt t="248359" x="3600450" y="5873750"/>
          <p14:tracePt t="248375" x="3714750" y="5949950"/>
          <p14:tracePt t="248391" x="3867150" y="6045200"/>
          <p14:tracePt t="248409" x="4076700" y="6070600"/>
          <p14:tracePt t="248425" x="4210050" y="6019800"/>
          <p14:tracePt t="248441" x="4260850" y="5969000"/>
          <p14:tracePt t="248458" x="4343400" y="5873750"/>
          <p14:tracePt t="249454" x="4343400" y="5778500"/>
          <p14:tracePt t="249461" x="4318000" y="5676900"/>
          <p14:tracePt t="249471" x="4298950" y="5575300"/>
          <p14:tracePt t="249487" x="4216400" y="5270500"/>
          <p14:tracePt t="249504" x="4044950" y="4718050"/>
          <p14:tracePt t="249521" x="3905250" y="4381500"/>
          <p14:tracePt t="249538" x="3771900" y="4095750"/>
          <p14:tracePt t="249554" x="3556000" y="3721100"/>
          <p14:tracePt t="249570" x="3429000" y="3454400"/>
          <p14:tracePt t="249588" x="3276600" y="3200400"/>
          <p14:tracePt t="249604" x="3200400" y="3086100"/>
          <p14:tracePt t="249621" x="3143250" y="3016250"/>
          <p14:tracePt t="249638" x="3092450" y="2959100"/>
          <p14:tracePt t="249654" x="3079750" y="2946400"/>
          <p14:tracePt t="249670" x="3073400" y="2940050"/>
          <p14:tracePt t="249687" x="3067050" y="2940050"/>
          <p14:tracePt t="249704" x="3067050" y="2946400"/>
          <p14:tracePt t="249721" x="3067050" y="2952750"/>
          <p14:tracePt t="249736" x="3067050" y="2959100"/>
          <p14:tracePt t="249754" x="3060700" y="2959100"/>
          <p14:tracePt t="249771" x="3028950" y="2946400"/>
          <p14:tracePt t="249787" x="3009900" y="2914650"/>
          <p14:tracePt t="249803" x="2978150" y="2889250"/>
          <p14:tracePt t="249820" x="2876550" y="2819400"/>
          <p14:tracePt t="249837" x="2806700" y="2736850"/>
          <p14:tracePt t="249853" x="2705100" y="2641600"/>
          <p14:tracePt t="249870" x="2527300" y="2501900"/>
          <p14:tracePt t="249886" x="2438400" y="2432050"/>
          <p14:tracePt t="249903" x="2349500" y="2368550"/>
          <p14:tracePt t="249920" x="2209800" y="2279650"/>
          <p14:tracePt t="249937" x="2108200" y="2222500"/>
          <p14:tracePt t="249954" x="2000250" y="2146300"/>
          <p14:tracePt t="249970" x="1936750" y="2095500"/>
          <p14:tracePt t="249986" x="1879600" y="2070100"/>
          <p14:tracePt t="250003" x="1822450" y="2019300"/>
          <p14:tracePt t="250019" x="1797050" y="1974850"/>
          <p14:tracePt t="250036" x="1758950" y="1949450"/>
          <p14:tracePt t="250052" x="1733550" y="1898650"/>
          <p14:tracePt t="250069" x="1727200" y="1873250"/>
          <p14:tracePt t="250087" x="1720850" y="1866900"/>
          <p14:tracePt t="250129" x="1727200" y="1860550"/>
          <p14:tracePt t="250143" x="1727200" y="1854200"/>
          <p14:tracePt t="250152" x="1733550" y="1854200"/>
          <p14:tracePt t="250172" x="1739900" y="1841500"/>
          <p14:tracePt t="250193" x="1739900" y="1835150"/>
          <p14:tracePt t="250201" x="1739900" y="1828800"/>
          <p14:tracePt t="250218" x="1746250" y="1828800"/>
          <p14:tracePt t="250236" x="1746250" y="1822450"/>
          <p14:tracePt t="250402" x="1752600" y="1822450"/>
          <p14:tracePt t="250410" x="1758950" y="1822450"/>
          <p14:tracePt t="250424" x="1765300" y="1822450"/>
          <p14:tracePt t="250434" x="1771650" y="1828800"/>
          <p14:tracePt t="250451" x="1778000" y="1828800"/>
          <p14:tracePt t="250468" x="1809750" y="1835150"/>
          <p14:tracePt t="250484" x="1841500" y="1835150"/>
          <p14:tracePt t="250501" x="1892300" y="1835150"/>
          <p14:tracePt t="250518" x="1962150" y="1835150"/>
          <p14:tracePt t="250534" x="2006600" y="1835150"/>
          <p14:tracePt t="250552" x="2089150" y="1841500"/>
          <p14:tracePt t="250567" x="2146300" y="1847850"/>
          <p14:tracePt t="250584" x="2184400" y="1854200"/>
          <p14:tracePt t="250601" x="2254250" y="1860550"/>
          <p14:tracePt t="250617" x="2305050" y="1860550"/>
          <p14:tracePt t="250634" x="2336800" y="1873250"/>
          <p14:tracePt t="250651" x="2381250" y="1879600"/>
          <p14:tracePt t="250667" x="2406650" y="1885950"/>
          <p14:tracePt t="250685" x="2451100" y="1892300"/>
          <p14:tracePt t="250700" x="2476500" y="1898650"/>
          <p14:tracePt t="250717" x="2501900" y="1905000"/>
          <p14:tracePt t="250734" x="2546350" y="1911350"/>
          <p14:tracePt t="250750" x="2571750" y="1911350"/>
          <p14:tracePt t="250767" x="2590800" y="1911350"/>
          <p14:tracePt t="250770" x="2597150" y="1911350"/>
          <p14:tracePt t="250783" x="2622550" y="1911350"/>
          <p14:tracePt t="250800" x="2628900" y="1911350"/>
          <p14:tracePt t="250817" x="2635250" y="1911350"/>
          <p14:tracePt t="250833" x="2647950" y="1911350"/>
          <p14:tracePt t="250850" x="2654300" y="1911350"/>
          <p14:tracePt t="250867" x="2660650" y="1911350"/>
          <p14:tracePt t="250938" x="2660650" y="1905000"/>
          <p14:tracePt t="250966" x="2660650" y="1898650"/>
          <p14:tracePt t="250973" x="2660650" y="1892300"/>
          <p14:tracePt t="252971" x="2660650" y="1885950"/>
          <p14:tracePt t="252978" x="2660650" y="1879600"/>
          <p14:tracePt t="252985" x="2667000" y="1866900"/>
          <p14:tracePt t="252995" x="2673350" y="1866900"/>
          <p14:tracePt t="253009" x="2692400" y="1847850"/>
          <p14:tracePt t="253025" x="2711450" y="1828800"/>
          <p14:tracePt t="253042" x="2749550" y="1797050"/>
          <p14:tracePt t="253059" x="2781300" y="1771650"/>
          <p14:tracePt t="253076" x="2819400" y="1739900"/>
          <p14:tracePt t="253092" x="2863850" y="1701800"/>
          <p14:tracePt t="253109" x="2901950" y="1676400"/>
          <p14:tracePt t="253126" x="2946400" y="1644650"/>
          <p14:tracePt t="253142" x="2965450" y="1631950"/>
          <p14:tracePt t="253158" x="2984500" y="1625600"/>
          <p14:tracePt t="253175" x="2997200" y="1619250"/>
          <p14:tracePt t="253238" x="2990850" y="1619250"/>
          <p14:tracePt t="253252" x="2984500" y="1619250"/>
          <p14:tracePt t="253266" x="2978150" y="1619250"/>
          <p14:tracePt t="253275" x="2971800" y="1619250"/>
          <p14:tracePt t="253309" x="2965450" y="1619250"/>
          <p14:tracePt t="253315" x="2959100" y="1619250"/>
          <p14:tracePt t="253324" x="2952750" y="1619250"/>
          <p14:tracePt t="253340" x="2940050" y="1619250"/>
          <p14:tracePt t="253358" x="2914650" y="1619250"/>
          <p14:tracePt t="253374" x="2889250" y="1619250"/>
          <p14:tracePt t="253391" x="2832100" y="1612900"/>
          <p14:tracePt t="253408" x="2800350" y="1606550"/>
          <p14:tracePt t="253424" x="2692400" y="1600200"/>
          <p14:tracePt t="253441" x="2641600" y="1587500"/>
          <p14:tracePt t="253457" x="2457450" y="1568450"/>
          <p14:tracePt t="253474" x="2406650" y="1562100"/>
          <p14:tracePt t="253491" x="2286000" y="1536700"/>
          <p14:tracePt t="253507" x="2178050" y="1517650"/>
          <p14:tracePt t="253524" x="2133600" y="1504950"/>
          <p14:tracePt t="253541" x="2057400" y="1498600"/>
          <p14:tracePt t="253557" x="1993900" y="1485900"/>
          <p14:tracePt t="253574" x="1955800" y="1473200"/>
          <p14:tracePt t="253590" x="1905000" y="1460500"/>
          <p14:tracePt t="253607" x="1847850" y="1447800"/>
          <p14:tracePt t="253624" x="1816100" y="1441450"/>
          <p14:tracePt t="253640" x="1758950" y="1435100"/>
          <p14:tracePt t="253657" x="1733550" y="1422400"/>
          <p14:tracePt t="253674" x="1651000" y="1422400"/>
          <p14:tracePt t="253690" x="1625600" y="1416050"/>
          <p14:tracePt t="253707" x="1606550" y="1416050"/>
          <p14:tracePt t="253723" x="1568450" y="1409700"/>
          <p14:tracePt t="253740" x="1555750" y="1409700"/>
          <p14:tracePt t="253756" x="1549400" y="1409700"/>
          <p14:tracePt t="253773" x="1536700" y="1409700"/>
          <p14:tracePt t="253789" x="1530350" y="1409700"/>
          <p14:tracePt t="253823" x="1530350" y="1416050"/>
          <p14:tracePt t="253857" x="1517650" y="1416050"/>
          <p14:tracePt t="253885" x="1511300" y="1416050"/>
          <p14:tracePt t="253899" x="1504950" y="1422400"/>
          <p14:tracePt t="253908" x="1498600" y="1422400"/>
          <p14:tracePt t="253922" x="1492250" y="1428750"/>
          <p14:tracePt t="253939" x="1485900" y="1428750"/>
          <p14:tracePt t="253956" x="1460500" y="1435100"/>
          <p14:tracePt t="253972" x="1447800" y="1441450"/>
          <p14:tracePt t="253989" x="1435100" y="1447800"/>
          <p14:tracePt t="254005" x="1409700" y="1460500"/>
          <p14:tracePt t="254022" x="1397000" y="1466850"/>
          <p14:tracePt t="254039" x="1384300" y="1479550"/>
          <p14:tracePt t="254055" x="1377950" y="1479550"/>
          <p14:tracePt t="254072" x="1365250" y="1485900"/>
          <p14:tracePt t="254090" x="1352550" y="1498600"/>
          <p14:tracePt t="254105" x="1346200" y="1498600"/>
          <p14:tracePt t="254121" x="1333500" y="1504950"/>
          <p14:tracePt t="254139" x="1327150" y="1511300"/>
          <p14:tracePt t="254155" x="1320800" y="1511300"/>
          <p14:tracePt t="254172" x="1314450" y="1511300"/>
          <p14:tracePt t="254188" x="1308100" y="1511300"/>
          <p14:tracePt t="254229" x="1308100" y="1517650"/>
          <p14:tracePt t="254257" x="1301750" y="1517650"/>
          <p14:tracePt t="254293" x="1295400" y="1524000"/>
          <p14:tracePt t="254588" x="1301750" y="1530350"/>
          <p14:tracePt t="254601" x="1314450" y="1543050"/>
          <p14:tracePt t="254609" x="1320800" y="1562100"/>
          <p14:tracePt t="254623" x="1352550" y="1606550"/>
          <p14:tracePt t="254637" x="1390650" y="1689100"/>
          <p14:tracePt t="254653" x="1524000" y="1930400"/>
          <p14:tracePt t="254670" x="1638300" y="2133600"/>
          <p14:tracePt t="254686" x="1911350" y="2654300"/>
          <p14:tracePt t="254703" x="2222500" y="3238500"/>
          <p14:tracePt t="254720" x="2374900" y="3536950"/>
          <p14:tracePt t="254736" x="2628900" y="4057650"/>
          <p14:tracePt t="254753" x="2832100" y="4476750"/>
          <p14:tracePt t="254770" x="2895600" y="4641850"/>
          <p14:tracePt t="254786" x="2990850" y="4838700"/>
          <p14:tracePt t="254803" x="3035300" y="4946650"/>
          <p14:tracePt t="254820" x="3054350" y="5003800"/>
          <p14:tracePt t="254836" x="3060700" y="5016500"/>
          <p14:tracePt t="254853" x="3067050" y="5029200"/>
          <p14:tracePt t="254870" x="3073400" y="5041900"/>
          <p14:tracePt t="254886" x="3079750" y="5054600"/>
          <p14:tracePt t="254902" x="3086100" y="5073650"/>
          <p14:tracePt t="254919" x="3105150" y="5194300"/>
          <p14:tracePt t="254936" x="3111500" y="5264150"/>
          <p14:tracePt t="254953" x="3117850" y="5302250"/>
          <p14:tracePt t="254969" x="3168650" y="5480050"/>
          <p14:tracePt t="254986" x="3187700" y="5530850"/>
          <p14:tracePt t="255003" x="3225800" y="5619750"/>
          <p14:tracePt t="255019" x="3263900" y="5695950"/>
          <p14:tracePt t="255038" x="3282950" y="5721350"/>
          <p14:tracePt t="255052" x="3289300" y="5727700"/>
          <p14:tracePt t="255068" x="3289300" y="5734050"/>
          <p14:tracePt t="255085" x="3289300" y="5740400"/>
          <p14:tracePt t="255102" x="3289300" y="5734050"/>
          <p14:tracePt t="255118" x="3289300" y="5727700"/>
          <p14:tracePt t="255136" x="3289300" y="5708650"/>
          <p14:tracePt t="255151" x="3289300" y="5670550"/>
          <p14:tracePt t="255168" x="3276600" y="5632450"/>
          <p14:tracePt t="255185" x="3232150" y="5530850"/>
          <p14:tracePt t="255201" x="3181350" y="5422900"/>
          <p14:tracePt t="255218" x="3162300" y="5365750"/>
          <p14:tracePt t="255235" x="3130550" y="5283200"/>
          <p14:tracePt t="255251" x="3111500" y="5251450"/>
          <p14:tracePt t="255268" x="3098800" y="5213350"/>
          <p14:tracePt t="255285" x="3086100" y="5194300"/>
          <p14:tracePt t="255375" x="3086100" y="5207000"/>
          <p14:tracePt t="255382" x="3086100" y="5213350"/>
          <p14:tracePt t="255396" x="3086100" y="5232400"/>
          <p14:tracePt t="255404" x="3098800" y="5251450"/>
          <p14:tracePt t="255418" x="3105150" y="5283200"/>
          <p14:tracePt t="255434" x="3162300" y="5397500"/>
          <p14:tracePt t="255450" x="3187700" y="5441950"/>
          <p14:tracePt t="255467" x="3276600" y="5556250"/>
          <p14:tracePt t="255484" x="3371850" y="5657850"/>
          <p14:tracePt t="255500" x="3416300" y="5708650"/>
          <p14:tracePt t="255517" x="3486150" y="5778500"/>
          <p14:tracePt t="255534" x="3536950" y="5797550"/>
          <p14:tracePt t="255551" x="3581400" y="5810250"/>
          <p14:tracePt t="255583" x="3594100" y="5810250"/>
          <p14:tracePt t="255601" x="3606800" y="5810250"/>
          <p14:tracePt t="255616" x="3606800" y="5803900"/>
          <p14:tracePt t="255633" x="3606800" y="5791200"/>
          <p14:tracePt t="255650" x="3606800" y="5746750"/>
          <p14:tracePt t="255666" x="3587750" y="5670550"/>
          <p14:tracePt t="255683" x="3568700" y="5613400"/>
          <p14:tracePt t="255699" x="3543300" y="5480050"/>
          <p14:tracePt t="255716" x="3505200" y="5334000"/>
          <p14:tracePt t="255733" x="3492500" y="5270500"/>
          <p14:tracePt t="255750" x="3467100" y="5162550"/>
          <p14:tracePt t="255766" x="3448050" y="5080000"/>
          <p14:tracePt t="255784" x="3448050" y="5048250"/>
          <p14:tracePt t="255799" x="3448050" y="5041900"/>
          <p14:tracePt t="255835" x="3448050" y="5048250"/>
          <p14:tracePt t="255849" x="3448050" y="5054600"/>
          <p14:tracePt t="255866" x="3448050" y="5060950"/>
          <p14:tracePt t="255882" x="3448050" y="5099050"/>
          <p14:tracePt t="255899" x="3479800" y="5156200"/>
          <p14:tracePt t="255916" x="3556000" y="5270500"/>
          <p14:tracePt t="255932" x="3600450" y="5340350"/>
          <p14:tracePt t="255949" x="3759200" y="5486400"/>
          <p14:tracePt t="255966" x="3975100" y="5626100"/>
          <p14:tracePt t="255982" x="4070350" y="5676900"/>
          <p14:tracePt t="255999" x="4267200" y="5765800"/>
          <p14:tracePt t="256015" x="4432300" y="5784850"/>
          <p14:tracePt t="256031" x="4495800" y="5784850"/>
          <p14:tracePt t="256049" x="4616450" y="5759450"/>
          <p14:tracePt t="256065" x="4718050" y="5695950"/>
          <p14:tracePt t="256082" x="4756150" y="5664200"/>
          <p14:tracePt t="256099" x="4781550" y="5543550"/>
          <p14:tracePt t="256115" x="4794250" y="5384800"/>
          <p14:tracePt t="256131" x="4775200" y="5295900"/>
          <p14:tracePt t="256149" x="4711700" y="5060950"/>
          <p14:tracePt t="256165" x="4660900" y="4965700"/>
          <p14:tracePt t="256181" x="4527550" y="4787900"/>
          <p14:tracePt t="256198" x="4362450" y="4686300"/>
          <p14:tracePt t="256215" x="4279900" y="4667250"/>
          <p14:tracePt t="256231" x="4114800" y="4660900"/>
          <p14:tracePt t="256248" x="3981450" y="4711700"/>
          <p14:tracePt t="256264" x="3937000" y="4749800"/>
          <p14:tracePt t="256281" x="3848100" y="4851400"/>
          <p14:tracePt t="256298" x="3810000" y="4997450"/>
          <p14:tracePt t="256314" x="3810000" y="5086350"/>
          <p14:tracePt t="256331" x="3816350" y="5264150"/>
          <p14:tracePt t="256347" x="3810000" y="5308600"/>
          <p14:tracePt t="259408" x="3829050" y="5308600"/>
          <p14:tracePt t="259422" x="3848100" y="5308600"/>
          <p14:tracePt t="259429" x="3867150" y="5308600"/>
          <p14:tracePt t="259443" x="3886200" y="5295900"/>
          <p14:tracePt t="259453" x="3911600" y="5295900"/>
          <p14:tracePt t="259470" x="3937000" y="5295900"/>
          <p14:tracePt t="259486" x="3994150" y="5302250"/>
          <p14:tracePt t="259503" x="4038600" y="5295900"/>
          <p14:tracePt t="259520" x="4102100" y="5289550"/>
          <p14:tracePt t="259537" x="4191000" y="5264150"/>
          <p14:tracePt t="259553" x="4216400" y="5257800"/>
          <p14:tracePt t="259571" x="4292600" y="5232400"/>
          <p14:tracePt t="259586" x="4343400" y="5200650"/>
          <p14:tracePt t="259603" x="4356100" y="5194300"/>
          <p14:tracePt t="259620" x="4381500" y="5175250"/>
          <p14:tracePt t="259636" x="4400550" y="5156200"/>
          <p14:tracePt t="259653" x="4400550" y="5149850"/>
          <p14:tracePt t="259669" x="4413250" y="5149850"/>
          <p14:tracePt t="259703" x="4419600" y="5143500"/>
          <p14:tracePt t="259781" x="4419600" y="5137150"/>
          <p14:tracePt t="259851" x="4419600" y="5130800"/>
          <p14:tracePt t="259893" x="4425950" y="5124450"/>
          <p14:tracePt t="259921" x="4432300" y="5124450"/>
          <p14:tracePt t="259949" x="4438650" y="5124450"/>
          <p14:tracePt t="259984" x="4445000" y="5118100"/>
          <p14:tracePt t="260748" x="4445000" y="5130800"/>
          <p14:tracePt t="260756" x="4438650" y="5156200"/>
          <p14:tracePt t="260765" x="4425950" y="5175250"/>
          <p14:tracePt t="260782" x="4413250" y="5194300"/>
          <p14:tracePt t="260798" x="4394200" y="5245100"/>
          <p14:tracePt t="260815" x="4375150" y="5289550"/>
          <p14:tracePt t="260833" x="4349750" y="5334000"/>
          <p14:tracePt t="260848" x="4343400" y="5346700"/>
          <p14:tracePt t="260865" x="4337050" y="5359400"/>
          <p14:tracePt t="260883" x="4330700" y="5372100"/>
          <p14:tracePt t="260915" x="4324350" y="5378450"/>
          <p14:tracePt t="260945" x="4324350" y="5384800"/>
          <p14:tracePt t="260973" x="4330700" y="5384800"/>
          <p14:tracePt t="260994" x="4337050" y="5378450"/>
          <p14:tracePt t="261008" x="4343400" y="5378450"/>
          <p14:tracePt t="261017" x="4343400" y="5372100"/>
          <p14:tracePt t="261031" x="4343400" y="5365750"/>
          <p14:tracePt t="261058" x="4343400" y="5359400"/>
          <p14:tracePt t="261079" x="4343400" y="5353050"/>
          <p14:tracePt t="261085" x="4343400" y="5346700"/>
          <p14:tracePt t="261097" x="4343400" y="5340350"/>
          <p14:tracePt t="261114" x="4324350" y="5314950"/>
          <p14:tracePt t="261131" x="4305300" y="5302250"/>
          <p14:tracePt t="261148" x="4273550" y="5289550"/>
          <p14:tracePt t="261164" x="4083050" y="5200650"/>
          <p14:tracePt t="261181" x="4000500" y="5181600"/>
          <p14:tracePt t="261198" x="3911600" y="5175250"/>
          <p14:tracePt t="261214" x="3708400" y="5187950"/>
          <p14:tracePt t="261230" x="3511550" y="5283200"/>
          <p14:tracePt t="261248" x="3352800" y="5435600"/>
          <p14:tracePt t="261264" x="3302000" y="5505450"/>
          <p14:tracePt t="261280" x="3244850" y="5676900"/>
          <p14:tracePt t="261297" x="3238500" y="5822950"/>
          <p14:tracePt t="261313" x="3244850" y="5873750"/>
          <p14:tracePt t="261330" x="3333750" y="5994400"/>
          <p14:tracePt t="261347" x="3473450" y="6083300"/>
          <p14:tracePt t="261363" x="3543300" y="6121400"/>
          <p14:tracePt t="261380" x="3708400" y="6172200"/>
          <p14:tracePt t="261396" x="3892550" y="6178550"/>
          <p14:tracePt t="261413" x="3981450" y="6178550"/>
          <p14:tracePt t="261431" x="4146550" y="6146800"/>
          <p14:tracePt t="261446" x="4324350" y="6064250"/>
          <p14:tracePt t="261463" x="4406900" y="6000750"/>
          <p14:tracePt t="261480" x="4514850" y="5873750"/>
          <p14:tracePt t="261496" x="4552950" y="5803900"/>
          <p14:tracePt t="261513" x="4591050" y="5657850"/>
          <p14:tracePt t="261530" x="4591050" y="5429250"/>
          <p14:tracePt t="261546" x="4559300" y="5302250"/>
          <p14:tracePt t="261564" x="4502150" y="5054600"/>
          <p14:tracePt t="261579" x="4464050" y="4972050"/>
          <p14:tracePt t="261596" x="4419600" y="4902200"/>
          <p14:tracePt t="261613" x="4292600" y="4806950"/>
          <p14:tracePt t="261629" x="4203700" y="4775200"/>
          <p14:tracePt t="261646" x="4114800" y="4762500"/>
          <p14:tracePt t="261663" x="3797300" y="4864100"/>
          <p14:tracePt t="261678" x="3714750" y="4946650"/>
          <p14:tracePt t="261696" x="3594100" y="5099050"/>
          <p14:tracePt t="261712" x="3530600" y="5283200"/>
          <p14:tracePt t="261729" x="3517900" y="5461000"/>
          <p14:tracePt t="261746" x="3536950" y="5632450"/>
          <p14:tracePt t="261762" x="3556000" y="5721350"/>
          <p14:tracePt t="261779" x="3587750" y="5810250"/>
          <p14:tracePt t="261796" x="3740150" y="6045200"/>
          <p14:tracePt t="261812" x="3810000" y="6108700"/>
          <p14:tracePt t="261828" x="3905250" y="6172200"/>
          <p14:tracePt t="261845" x="4140200" y="6267450"/>
          <p14:tracePt t="261862" x="4419600" y="6343650"/>
          <p14:tracePt t="261878" x="4559300" y="6356350"/>
          <p14:tracePt t="261895" x="4826000" y="6343650"/>
          <p14:tracePt t="261911" x="4940300" y="6299200"/>
          <p14:tracePt t="261929" x="5124450" y="6216650"/>
          <p14:tracePt t="261944" x="5232400" y="6121400"/>
          <p14:tracePt t="261961" x="5302250" y="5969000"/>
          <p14:tracePt t="261979" x="5308600" y="5740400"/>
          <p14:tracePt t="261995" x="5276850" y="5575300"/>
          <p14:tracePt t="262011" x="5219700" y="5397500"/>
          <p14:tracePt t="262028" x="5067300" y="5035550"/>
          <p14:tracePt t="262044" x="5010150" y="4965700"/>
          <p14:tracePt t="262061" x="4946650" y="4914900"/>
          <p14:tracePt t="262077" x="4787900" y="4838700"/>
          <p14:tracePt t="262094" x="4686300" y="4813300"/>
          <p14:tracePt t="262111" x="4572000" y="4813300"/>
          <p14:tracePt t="262127" x="4337050" y="4883150"/>
          <p14:tracePt t="262145" x="4102100" y="5041900"/>
          <p14:tracePt t="262161" x="3937000" y="5232400"/>
          <p14:tracePt t="262177" x="3848100" y="5327650"/>
          <p14:tracePt t="262194" x="3765550" y="5499100"/>
          <p14:tracePt t="262211" x="3727450" y="5683250"/>
          <p14:tracePt t="262227" x="3727450" y="5784850"/>
          <p14:tracePt t="262244" x="3740150" y="5918200"/>
          <p14:tracePt t="262260" x="3784600" y="6026150"/>
          <p14:tracePt t="262277" x="3797300" y="6045200"/>
          <p14:tracePt t="262294" x="3841750" y="6051550"/>
          <p14:tracePt t="277408" x="3835400" y="6051550"/>
          <p14:tracePt t="277415" x="3810000" y="6051550"/>
          <p14:tracePt t="277429" x="3778250" y="6051550"/>
          <p14:tracePt t="277441" x="3740150" y="6051550"/>
          <p14:tracePt t="277458" x="3657600" y="6051550"/>
          <p14:tracePt t="277474" x="3606800" y="6045200"/>
          <p14:tracePt t="277491" x="3479800" y="6032500"/>
          <p14:tracePt t="277508" x="3346450" y="6013450"/>
          <p14:tracePt t="277524" x="3282950" y="6007100"/>
          <p14:tracePt t="277541" x="3136900" y="5994400"/>
          <p14:tracePt t="277557" x="3048000" y="5988050"/>
          <p14:tracePt t="277574" x="3009900" y="5988050"/>
          <p14:tracePt t="277591" x="2940050" y="5988050"/>
          <p14:tracePt t="277607" x="2876550" y="6013450"/>
          <p14:tracePt t="277624" x="2857500" y="6026150"/>
          <p14:tracePt t="277641" x="2832100" y="6038850"/>
          <p14:tracePt t="277657" x="2768600" y="6076950"/>
          <p14:tracePt t="277674" x="2749550" y="6096000"/>
          <p14:tracePt t="277691" x="2705100" y="6134100"/>
          <p14:tracePt t="277707" x="2686050" y="6146800"/>
          <p14:tracePt t="277724" x="2647950" y="6184900"/>
          <p14:tracePt t="277741" x="2622550" y="6203950"/>
          <p14:tracePt t="277757" x="2609850" y="6210300"/>
          <p14:tracePt t="277774" x="2590800" y="6223000"/>
          <p14:tracePt t="277790" x="2571750" y="6229350"/>
          <p14:tracePt t="277807" x="2565400" y="6229350"/>
          <p14:tracePt t="277823" x="2552700" y="6229350"/>
          <p14:tracePt t="277840" x="2520950" y="6216650"/>
          <p14:tracePt t="277857" x="2508250" y="6203950"/>
          <p14:tracePt t="277873" x="2438400" y="6140450"/>
          <p14:tracePt t="277890" x="2355850" y="6051550"/>
          <p14:tracePt t="277907" x="2266950" y="5924550"/>
          <p14:tracePt t="277923" x="2216150" y="5842000"/>
          <p14:tracePt t="277939" x="2178050" y="5759450"/>
          <p14:tracePt t="277957" x="2057400" y="5530850"/>
          <p14:tracePt t="277973" x="2019300" y="5486400"/>
          <p14:tracePt t="277989" x="1993900" y="5429250"/>
          <p14:tracePt t="278007" x="1917700" y="5295900"/>
          <p14:tracePt t="278023" x="1905000" y="5251450"/>
          <p14:tracePt t="278041" x="1866900" y="5181600"/>
          <p14:tracePt t="278056" x="1854200" y="5149850"/>
          <p14:tracePt t="278072" x="1835150" y="5073650"/>
          <p14:tracePt t="278089" x="1828800" y="5048250"/>
          <p14:tracePt t="278106" x="1822450" y="4991100"/>
          <p14:tracePt t="278122" x="1822450" y="4933950"/>
          <p14:tracePt t="278140" x="1822450" y="4857750"/>
          <p14:tracePt t="278155" x="1822450" y="4826000"/>
          <p14:tracePt t="278172" x="1822450" y="4749800"/>
          <p14:tracePt t="278189" x="1828800" y="4679950"/>
          <p14:tracePt t="278205" x="1841500" y="4648200"/>
          <p14:tracePt t="278222" x="1860550" y="4610100"/>
          <p14:tracePt t="278238" x="1879600" y="4572000"/>
          <p14:tracePt t="278255" x="1885950" y="4572000"/>
          <p14:tracePt t="278272" x="1898650" y="4559300"/>
          <p14:tracePt t="278288" x="1924050" y="4540250"/>
          <p14:tracePt t="278305" x="1924050" y="4533900"/>
          <p14:tracePt t="278308" x="1930400" y="4533900"/>
          <p14:tracePt t="278324" x="1936750" y="4533900"/>
          <p14:tracePt t="278338" x="1943100" y="4533900"/>
          <p14:tracePt t="278355" x="1949450" y="4533900"/>
          <p14:tracePt t="278374" x="1955800" y="4540250"/>
          <p14:tracePt t="278413" x="1962150" y="4546600"/>
          <p14:tracePt t="278469" x="1962150" y="4552950"/>
          <p14:tracePt t="278490" x="1962150" y="4559300"/>
          <p14:tracePt t="278497" x="1962150" y="4565650"/>
          <p14:tracePt t="278518" x="1962150" y="4572000"/>
          <p14:tracePt t="278539" x="1968500" y="4578350"/>
          <p14:tracePt t="278555" x="1968500" y="4584700"/>
          <p14:tracePt t="278567" x="1974850" y="4584700"/>
          <p14:tracePt t="278581" x="1974850" y="4597400"/>
          <p14:tracePt t="278590" x="1981200" y="4603750"/>
          <p14:tracePt t="278604" x="1987550" y="4622800"/>
          <p14:tracePt t="278620" x="1993900" y="4654550"/>
          <p14:tracePt t="278638" x="2038350" y="4737100"/>
          <p14:tracePt t="278654" x="2082800" y="4851400"/>
          <p14:tracePt t="278670" x="2120900" y="4921250"/>
          <p14:tracePt t="278688" x="2178050" y="5022850"/>
          <p14:tracePt t="278704" x="2222500" y="5105400"/>
          <p14:tracePt t="278720" x="2235200" y="5137150"/>
          <p14:tracePt t="278737" x="2266950" y="5175250"/>
          <p14:tracePt t="278753" x="2286000" y="5187950"/>
          <p14:tracePt t="278770" x="2298700" y="5187950"/>
          <p14:tracePt t="278787" x="2311400" y="5187950"/>
          <p14:tracePt t="278803" x="2330450" y="5175250"/>
          <p14:tracePt t="278821" x="2349500" y="5162550"/>
          <p14:tracePt t="278837" x="2362200" y="5156200"/>
          <p14:tracePt t="278853" x="2393950" y="5143500"/>
          <p14:tracePt t="278871" x="2425700" y="5124450"/>
          <p14:tracePt t="278886" x="2444750" y="5118100"/>
          <p14:tracePt t="278903" x="2463800" y="5111750"/>
          <p14:tracePt t="278919" x="2527300" y="5080000"/>
          <p14:tracePt t="278936" x="2546350" y="5073650"/>
          <p14:tracePt t="278953" x="2559050" y="5067300"/>
          <p14:tracePt t="278969" x="2597150" y="5054600"/>
          <p14:tracePt t="278986" x="2628900" y="5048250"/>
          <p14:tracePt t="279003" x="2647950" y="5041900"/>
          <p14:tracePt t="279020" x="2692400" y="5035550"/>
          <p14:tracePt t="279036" x="2711450" y="5035550"/>
          <p14:tracePt t="279053" x="2730500" y="5029200"/>
          <p14:tracePt t="279069" x="2794000" y="5016500"/>
          <p14:tracePt t="279086" x="2806700" y="5016500"/>
          <p14:tracePt t="279102" x="2838450" y="5016500"/>
          <p14:tracePt t="279119" x="2857500" y="5016500"/>
          <p14:tracePt t="279135" x="2863850" y="5016500"/>
          <p14:tracePt t="279152" x="2870200" y="5016500"/>
          <p14:tracePt t="279168" x="2876550" y="5016500"/>
          <p14:tracePt t="279276" x="2870200" y="5016500"/>
          <p14:tracePt t="279326" x="2863850" y="5016500"/>
          <p14:tracePt t="279333" x="2857500" y="5016500"/>
          <p14:tracePt t="279375" x="2851150" y="5016500"/>
          <p14:tracePt t="279410" x="2844800" y="5016500"/>
          <p14:tracePt t="279424" x="2838450" y="5022850"/>
          <p14:tracePt t="279431" x="2838450" y="5029200"/>
          <p14:tracePt t="279452" x="2832100" y="5035550"/>
          <p14:tracePt t="279466" x="2825750" y="5041900"/>
          <p14:tracePt t="279473" x="2813050" y="5054600"/>
          <p14:tracePt t="279484" x="2800350" y="5067300"/>
          <p14:tracePt t="279501" x="2787650" y="5086350"/>
          <p14:tracePt t="279517" x="2736850" y="5143500"/>
          <p14:tracePt t="279534" x="2711450" y="5175250"/>
          <p14:tracePt t="279552" x="2622550" y="5295900"/>
          <p14:tracePt t="279567" x="2590800" y="5334000"/>
          <p14:tracePt t="279584" x="2565400" y="5391150"/>
          <p14:tracePt t="279601" x="2533650" y="5454650"/>
          <p14:tracePt t="279617" x="2508250" y="5492750"/>
          <p14:tracePt t="279634" x="2501900" y="5518150"/>
          <p14:tracePt t="279650" x="2489200" y="5543550"/>
          <p14:tracePt t="279667" x="2489200" y="5568950"/>
          <p14:tracePt t="279684" x="2489200" y="5588000"/>
          <p14:tracePt t="279700" x="2489200" y="5600700"/>
          <p14:tracePt t="279717" x="2489200" y="5632450"/>
          <p14:tracePt t="279734" x="2489200" y="5651500"/>
          <p14:tracePt t="279750" x="2489200" y="5664200"/>
          <p14:tracePt t="279766" x="2489200" y="5676900"/>
          <p14:tracePt t="279784" x="2495550" y="5683250"/>
          <p14:tracePt t="279816" x="2495550" y="5689600"/>
          <p14:tracePt t="279833" x="2495550" y="5695950"/>
          <p14:tracePt t="279867" x="2495550" y="5702300"/>
          <p14:tracePt t="279902" x="2495550" y="5708650"/>
          <p14:tracePt t="279937" x="2501900" y="5708650"/>
          <p14:tracePt t="279986" x="2501900" y="5715000"/>
          <p14:tracePt t="280084" x="2501900" y="5721350"/>
          <p14:tracePt t="280112" x="2489200" y="5721350"/>
          <p14:tracePt t="280127" x="2489200" y="5727700"/>
          <p14:tracePt t="280135" x="2489200" y="5734050"/>
          <p14:tracePt t="280152" x="2482850" y="5740400"/>
          <p14:tracePt t="280165" x="2482850" y="5746750"/>
          <p14:tracePt t="280184" x="2470150" y="5759450"/>
          <p14:tracePt t="280199" x="2470150" y="5772150"/>
          <p14:tracePt t="280215" x="2470150" y="5791200"/>
          <p14:tracePt t="280232" x="2463800" y="5829300"/>
          <p14:tracePt t="280249" x="2457450" y="5861050"/>
          <p14:tracePt t="280265" x="2451100" y="5892800"/>
          <p14:tracePt t="280282" x="2444750" y="5937250"/>
          <p14:tracePt t="280298" x="2432050" y="6000750"/>
          <p14:tracePt t="280315" x="2425700" y="6019800"/>
          <p14:tracePt t="280331" x="2406650" y="6076950"/>
          <p14:tracePt t="280348" x="2387600" y="6121400"/>
          <p14:tracePt t="280365" x="2374900" y="6140450"/>
          <p14:tracePt t="280381" x="2362200" y="6165850"/>
          <p14:tracePt t="280398" x="2349500" y="6178550"/>
          <p14:tracePt t="280416" x="2336800" y="6203950"/>
          <p14:tracePt t="280432" x="2330450" y="6210300"/>
          <p14:tracePt t="280448" x="2324100" y="6229350"/>
          <p14:tracePt t="280465" x="2298700" y="6273800"/>
          <p14:tracePt t="280480" x="2286000" y="6299200"/>
          <p14:tracePt t="280497" x="2266950" y="6318250"/>
          <p14:tracePt t="280514" x="2241550" y="6362700"/>
          <p14:tracePt t="280530" x="2222500" y="6400800"/>
          <p14:tracePt t="280548" x="2216150" y="6413500"/>
          <p14:tracePt t="280564" x="2209800" y="6432550"/>
          <p14:tracePt t="280580" x="2197100" y="6438900"/>
          <p14:tracePt t="280613" x="2197100" y="6445250"/>
          <p14:tracePt t="280648" x="2190750" y="6451600"/>
          <p14:tracePt t="280970" x="2190750" y="6457950"/>
          <p14:tracePt t="281026" x="2197100" y="6457950"/>
          <p14:tracePt t="281068" x="2203450" y="6457950"/>
          <p14:tracePt t="281138" x="2209800" y="6457950"/>
          <p14:tracePt t="281152" x="2216150" y="6457950"/>
          <p14:tracePt t="281159" x="2222500" y="6457950"/>
          <p14:tracePt t="281166" x="2228850" y="6457950"/>
          <p14:tracePt t="281181" x="2235200" y="6457950"/>
          <p14:tracePt t="281208" x="2247900" y="6457950"/>
          <p14:tracePt t="281230" x="2254250" y="6457950"/>
          <p14:tracePt t="281237" x="2260600" y="6457950"/>
          <p14:tracePt t="281251" x="2273300" y="6457950"/>
          <p14:tracePt t="281262" x="2292350" y="6457950"/>
          <p14:tracePt t="281279" x="2317750" y="6457950"/>
          <p14:tracePt t="281295" x="2381250" y="6457950"/>
          <p14:tracePt t="281311" x="2451100" y="6457950"/>
          <p14:tracePt t="281328" x="2489200" y="6457950"/>
          <p14:tracePt t="281330" x="2527300" y="6457950"/>
          <p14:tracePt t="281344" x="2559050" y="6457950"/>
          <p14:tracePt t="281361" x="2584450" y="6457950"/>
          <p14:tracePt t="281379" x="2667000" y="6457950"/>
          <p14:tracePt t="281394" x="2692400" y="6457950"/>
          <p14:tracePt t="281411" x="2705100" y="6457950"/>
          <p14:tracePt t="281427" x="2736850" y="6457950"/>
          <p14:tracePt t="281444" x="2762250" y="6457950"/>
          <p14:tracePt t="281462" x="2781300" y="6457950"/>
          <p14:tracePt t="281477" x="2787650" y="6457950"/>
          <p14:tracePt t="281494" x="2800350" y="6457950"/>
          <p14:tracePt t="281511" x="2819400" y="6457950"/>
          <p14:tracePt t="281527" x="2832100" y="6457950"/>
          <p14:tracePt t="281544" x="2851150" y="6457950"/>
          <p14:tracePt t="281561" x="2857500" y="6457950"/>
          <p14:tracePt t="281577" x="2895600" y="6457950"/>
          <p14:tracePt t="281594" x="2927350" y="6457950"/>
          <p14:tracePt t="281610" x="2959100" y="6451600"/>
          <p14:tracePt t="281627" x="2978150" y="6451600"/>
          <p14:tracePt t="281643" x="2990850" y="6451600"/>
          <p14:tracePt t="281660" x="3035300" y="6445250"/>
          <p14:tracePt t="281677" x="3048000" y="6445250"/>
          <p14:tracePt t="281694" x="3073400" y="6445250"/>
          <p14:tracePt t="281710" x="3086100" y="6445250"/>
          <p14:tracePt t="281726" x="3117850" y="6438900"/>
          <p14:tracePt t="281744" x="3162300" y="6438900"/>
          <p14:tracePt t="281760" x="3181350" y="6432550"/>
          <p14:tracePt t="281776" x="3232150" y="6432550"/>
          <p14:tracePt t="281793" x="3270250" y="6432550"/>
          <p14:tracePt t="281809" x="3289300" y="6432550"/>
          <p14:tracePt t="281826" x="3333750" y="6432550"/>
          <p14:tracePt t="281843" x="3352800" y="6432550"/>
          <p14:tracePt t="281859" x="3359150" y="6426200"/>
          <p14:tracePt t="281877" x="3365500" y="6426200"/>
          <p14:tracePt t="281939" x="3359150" y="6426200"/>
          <p14:tracePt t="281960" x="3352800" y="6426200"/>
          <p14:tracePt t="281974" x="3340100" y="6426200"/>
          <p14:tracePt t="281981" x="3327400" y="6426200"/>
          <p14:tracePt t="281995" x="3308350" y="6426200"/>
          <p14:tracePt t="282009" x="3276600" y="6426200"/>
          <p14:tracePt t="282025" x="3181350" y="6432550"/>
          <p14:tracePt t="282042" x="3130550" y="6445250"/>
          <p14:tracePt t="282059" x="2978150" y="6445250"/>
          <p14:tracePt t="282075" x="2813050" y="6451600"/>
          <p14:tracePt t="282092" x="2743200" y="6464300"/>
          <p14:tracePt t="282109" x="2641600" y="6470650"/>
          <p14:tracePt t="282125" x="2590800" y="6470650"/>
          <p14:tracePt t="282142" x="2571750" y="6470650"/>
          <p14:tracePt t="282158" x="2546350" y="6477000"/>
          <p14:tracePt t="282175" x="2540000" y="6477000"/>
          <p14:tracePt t="282192" x="2533650" y="6477000"/>
          <p14:tracePt t="282208" x="2527300" y="6477000"/>
          <p14:tracePt t="282403" x="2520950" y="6477000"/>
          <p14:tracePt t="282431" x="2514600" y="6477000"/>
          <p14:tracePt t="282452" x="2508250" y="6477000"/>
          <p14:tracePt t="282494" x="2501900" y="6477000"/>
          <p14:tracePt t="282501" x="2495550" y="6477000"/>
          <p14:tracePt t="282557" x="2489200" y="6477000"/>
          <p14:tracePt t="282592" x="2482850" y="6477000"/>
          <p14:tracePt t="282608" x="2476500" y="6477000"/>
          <p14:tracePt t="282627" x="2470150" y="6477000"/>
          <p14:tracePt t="282635" x="2463800" y="6477000"/>
          <p14:tracePt t="282643" x="2457450" y="6477000"/>
          <p14:tracePt t="282684" x="2451100" y="6483350"/>
          <p14:tracePt t="282698" x="2444750" y="6483350"/>
          <p14:tracePt t="282726" x="2438400" y="6483350"/>
          <p14:tracePt t="282733" x="2432050" y="6483350"/>
          <p14:tracePt t="282776" x="2419350" y="6483350"/>
          <p14:tracePt t="282817" x="2413000" y="6489700"/>
          <p14:tracePt t="282874" x="2419350" y="6489700"/>
          <p14:tracePt t="282889" x="2425700" y="6489700"/>
          <p14:tracePt t="282895" x="2438400" y="6489700"/>
          <p14:tracePt t="282909" x="2457450" y="6489700"/>
          <p14:tracePt t="282922" x="2476500" y="6489700"/>
          <p14:tracePt t="282938" x="2559050" y="6483350"/>
          <p14:tracePt t="282955" x="2609850" y="6470650"/>
          <p14:tracePt t="282973" x="2755900" y="6464300"/>
          <p14:tracePt t="282988" x="2895600" y="6445250"/>
          <p14:tracePt t="283005" x="2971800" y="6432550"/>
          <p14:tracePt t="283022" x="3079750" y="6426200"/>
          <p14:tracePt t="283038" x="3162300" y="6426200"/>
          <p14:tracePt t="283055" x="3181350" y="6419850"/>
          <p14:tracePt t="283072" x="3206750" y="6419850"/>
          <p14:tracePt t="283088" x="3213100" y="6419850"/>
          <p14:tracePt t="283289" x="3232150" y="6419850"/>
          <p14:tracePt t="283296" x="3251200" y="6419850"/>
          <p14:tracePt t="283310" x="3289300" y="6419850"/>
          <p14:tracePt t="283321" x="3346450" y="6419850"/>
          <p14:tracePt t="283338" x="3460750" y="6419850"/>
          <p14:tracePt t="283354" x="3511550" y="6419850"/>
          <p14:tracePt t="283371" x="3676650" y="6419850"/>
          <p14:tracePt t="283387" x="3829050" y="6419850"/>
          <p14:tracePt t="283404" x="3892550" y="6419850"/>
          <p14:tracePt t="283420" x="4000500" y="6432550"/>
          <p14:tracePt t="283437" x="4076700" y="6432550"/>
          <p14:tracePt t="283453" x="4102100" y="6432550"/>
          <p14:tracePt t="283471" x="4133850" y="6432550"/>
          <p14:tracePt t="283487" x="4140200" y="6432550"/>
          <p14:tracePt t="283520" x="4146550" y="6432550"/>
          <p14:tracePt t="283668" x="4152900" y="6438900"/>
          <p14:tracePt t="283717" x="4159250" y="6438900"/>
          <p14:tracePt t="283731" x="4165600" y="6438900"/>
          <p14:tracePt t="283739" x="4171950" y="6438900"/>
          <p14:tracePt t="283759" x="4178300" y="6438900"/>
          <p14:tracePt t="283769" x="4191000" y="6438900"/>
          <p14:tracePt t="283786" x="4210050" y="6438900"/>
          <p14:tracePt t="283803" x="4260850" y="6438900"/>
          <p14:tracePt t="283819" x="4298950" y="6438900"/>
          <p14:tracePt t="283837" x="4457700" y="6457950"/>
          <p14:tracePt t="283852" x="4521200" y="6470650"/>
          <p14:tracePt t="283869" x="4591050" y="6489700"/>
          <p14:tracePt t="283887" x="4730750" y="6508750"/>
          <p14:tracePt t="283902" x="4813300" y="6515100"/>
          <p14:tracePt t="283919" x="4978400" y="6527800"/>
          <p14:tracePt t="283936" x="5105400" y="6527800"/>
          <p14:tracePt t="283951" x="5226050" y="6534150"/>
          <p14:tracePt t="283969" x="5264150" y="6534150"/>
          <p14:tracePt t="283985" x="5334000" y="6546850"/>
          <p14:tracePt t="284002" x="5397500" y="6546850"/>
          <p14:tracePt t="284020" x="5448300" y="6546850"/>
          <p14:tracePt t="284035" x="5473700" y="6546850"/>
          <p14:tracePt t="284051" x="5486400" y="6546850"/>
          <p14:tracePt t="284069" x="5575300" y="6546850"/>
          <p14:tracePt t="284085" x="5600700" y="6546850"/>
          <p14:tracePt t="284102" x="5632450" y="6546850"/>
          <p14:tracePt t="284118" x="5708650" y="6546850"/>
          <p14:tracePt t="284135" x="5734050" y="6546850"/>
          <p14:tracePt t="284151" x="5765800" y="6553200"/>
          <p14:tracePt t="284168" x="5822950" y="6559550"/>
          <p14:tracePt t="284184" x="5880100" y="6565900"/>
          <p14:tracePt t="284202" x="5924550" y="6565900"/>
          <p14:tracePt t="284218" x="5937250" y="6565900"/>
          <p14:tracePt t="284234" x="5962650" y="6565900"/>
          <p14:tracePt t="284251" x="5975350" y="6565900"/>
          <p14:tracePt t="284284" x="5981700" y="6565900"/>
          <p14:tracePt t="284335" x="5981700" y="6559550"/>
          <p14:tracePt t="284350" x="5975350" y="6559550"/>
          <p14:tracePt t="284384" x="5969000" y="6553200"/>
          <p14:tracePt t="284392" x="5962650" y="6553200"/>
          <p14:tracePt t="284400" x="5956300" y="6553200"/>
          <p14:tracePt t="284417" x="5943600" y="6553200"/>
          <p14:tracePt t="284434" x="5899150" y="6553200"/>
          <p14:tracePt t="284450" x="5861050" y="6553200"/>
          <p14:tracePt t="284467" x="5715000" y="6553200"/>
          <p14:tracePt t="284484" x="5530850" y="6553200"/>
          <p14:tracePt t="284500" x="5403850" y="6559550"/>
          <p14:tracePt t="284517" x="5149850" y="6572250"/>
          <p14:tracePt t="284533" x="4895850" y="6578600"/>
          <p14:tracePt t="284550" x="4768850" y="6591300"/>
          <p14:tracePt t="284567" x="4578350" y="6604000"/>
          <p14:tracePt t="284583" x="4425950" y="6604000"/>
          <p14:tracePt t="284600" x="4356100" y="6610350"/>
          <p14:tracePt t="284617" x="4254500" y="6616700"/>
          <p14:tracePt t="284633" x="4184650" y="6616700"/>
          <p14:tracePt t="284650" x="4159250" y="6616700"/>
          <p14:tracePt t="284666" x="4108450" y="6616700"/>
          <p14:tracePt t="284683" x="4083050" y="6616700"/>
          <p14:tracePt t="284699" x="4070350" y="6616700"/>
          <p14:tracePt t="284716" x="4057650" y="6610350"/>
          <p14:tracePt t="284733" x="4051300" y="6610350"/>
          <p14:tracePt t="284750" x="4025900" y="6610350"/>
          <p14:tracePt t="284766" x="4019550" y="6610350"/>
          <p14:tracePt t="284782" x="4013200" y="6604000"/>
          <p14:tracePt t="284799" x="4006850" y="6604000"/>
          <p14:tracePt t="284816" x="3994150" y="6597650"/>
          <p14:tracePt t="284832" x="3981450" y="6591300"/>
          <p14:tracePt t="284849" x="3968750" y="6591300"/>
          <p14:tracePt t="285845" x="3968750" y="6546850"/>
          <p14:tracePt t="285859" x="3981450" y="6496050"/>
          <p14:tracePt t="285865" x="3994150" y="6419850"/>
          <p14:tracePt t="285881" x="4013200" y="6337300"/>
          <p14:tracePt t="285895" x="4032250" y="6248400"/>
          <p14:tracePt t="285911" x="4070350" y="6051550"/>
          <p14:tracePt t="285930" x="4127500" y="5854700"/>
          <p14:tracePt t="285945" x="4152900" y="5753100"/>
          <p14:tracePt t="285962" x="4197350" y="5568950"/>
          <p14:tracePt t="285979" x="4254500" y="5422900"/>
          <p14:tracePt t="285995" x="4273550" y="5365750"/>
          <p14:tracePt t="286012" x="4292600" y="5327650"/>
          <p14:tracePt t="286028" x="4337050" y="5226050"/>
          <p14:tracePt t="286044" x="4362450" y="5156200"/>
          <p14:tracePt t="286063" x="4413250" y="5010150"/>
          <p14:tracePt t="286078" x="4451350" y="4889500"/>
          <p14:tracePt t="286095" x="4470400" y="4819650"/>
          <p14:tracePt t="286112" x="4521200" y="4673600"/>
          <p14:tracePt t="286127" x="4546600" y="4603750"/>
          <p14:tracePt t="286144" x="4578350" y="4527550"/>
          <p14:tracePt t="286161" x="4648200" y="4368800"/>
          <p14:tracePt t="286177" x="4692650" y="4286250"/>
          <p14:tracePt t="286194" x="4781550" y="4146550"/>
          <p14:tracePt t="286211" x="4889500" y="4006850"/>
          <p14:tracePt t="286227" x="4940300" y="3937000"/>
          <p14:tracePt t="286245" x="5048250" y="3790950"/>
          <p14:tracePt t="286261" x="5149850" y="3676650"/>
          <p14:tracePt t="286277" x="5194300" y="3619500"/>
          <p14:tracePt t="286294" x="5257800" y="3562350"/>
          <p14:tracePt t="286310" x="5372100" y="3441700"/>
          <p14:tracePt t="286327" x="5486400" y="3302000"/>
          <p14:tracePt t="286344" x="5581650" y="3175000"/>
          <p14:tracePt t="286361" x="5619750" y="3117850"/>
          <p14:tracePt t="286379" x="5651500" y="3060700"/>
          <p14:tracePt t="286393" x="5670550" y="3028950"/>
          <p14:tracePt t="286410" x="5676900" y="3016250"/>
          <p14:tracePt t="286413" x="5683250" y="3009900"/>
          <p14:tracePt t="286427" x="5702300" y="2990850"/>
          <p14:tracePt t="286443" x="5708650" y="2990850"/>
          <p14:tracePt t="286460" x="5715000" y="2990850"/>
          <p14:tracePt t="286478" x="5721350" y="2990850"/>
          <p14:tracePt t="286513" x="5721350" y="2978150"/>
          <p14:tracePt t="286527" x="5702300" y="2946400"/>
          <p14:tracePt t="286543" x="5689600" y="2933700"/>
          <p14:tracePt t="287002" x="5715000" y="2933700"/>
          <p14:tracePt t="287009" x="5746750" y="2914650"/>
          <p14:tracePt t="287025" x="5797550" y="2908300"/>
          <p14:tracePt t="287030" x="5848350" y="2901950"/>
          <p14:tracePt t="287041" x="5905500" y="2882900"/>
          <p14:tracePt t="287059" x="6000750" y="2857500"/>
          <p14:tracePt t="287074" x="6045200" y="2844800"/>
          <p14:tracePt t="287091" x="6070600" y="2838450"/>
          <p14:tracePt t="287108" x="6121400" y="2832100"/>
          <p14:tracePt t="287124" x="6140450" y="2832100"/>
          <p14:tracePt t="287141" x="6153150" y="2832100"/>
          <p14:tracePt t="287158" x="6178550" y="2825750"/>
          <p14:tracePt t="287174" x="6184900" y="2825750"/>
          <p14:tracePt t="287191" x="6191250" y="2819400"/>
          <p14:tracePt t="287290" x="6184900" y="2819400"/>
          <p14:tracePt t="287318" x="6178550" y="2825750"/>
          <p14:tracePt t="287325" x="6178550" y="2832100"/>
          <p14:tracePt t="287332" x="6165850" y="2832100"/>
          <p14:tracePt t="287346" x="6153150" y="2844800"/>
          <p14:tracePt t="287357" x="6127750" y="2857500"/>
          <p14:tracePt t="287374" x="6096000" y="2882900"/>
          <p14:tracePt t="287390" x="5899150" y="3009900"/>
          <p14:tracePt t="287407" x="5803900" y="3086100"/>
          <p14:tracePt t="287424" x="5581650" y="3276600"/>
          <p14:tracePt t="287440" x="5448300" y="3422650"/>
          <p14:tracePt t="287456" x="5156200" y="3714750"/>
          <p14:tracePt t="287473" x="4895850" y="4038600"/>
          <p14:tracePt t="287490" x="4813300" y="4171950"/>
          <p14:tracePt t="287506" x="4667250" y="4419600"/>
          <p14:tracePt t="287522" x="4572000" y="4635500"/>
          <p14:tracePt t="287539" x="4546600" y="4724400"/>
          <p14:tracePt t="287557" x="4521200" y="4883150"/>
          <p14:tracePt t="287573" x="4502150" y="5060950"/>
          <p14:tracePt t="287590" x="4502150" y="5149850"/>
          <p14:tracePt t="287606" x="4502150" y="5276850"/>
          <p14:tracePt t="287623" x="4502150" y="5391150"/>
          <p14:tracePt t="287639" x="4502150" y="5441950"/>
          <p14:tracePt t="287656" x="4489450" y="5562600"/>
          <p14:tracePt t="287673" x="4489450" y="5702300"/>
          <p14:tracePt t="287689" x="4483100" y="5765800"/>
          <p14:tracePt t="287706" x="4464050" y="5873750"/>
          <p14:tracePt t="287722" x="4445000" y="5918200"/>
          <p14:tracePt t="287741" x="4400550" y="6026150"/>
          <p14:tracePt t="287755" x="4375150" y="6045200"/>
          <p14:tracePt t="287772" x="4356100" y="6064250"/>
          <p14:tracePt t="287789" x="4349750" y="6076950"/>
          <p14:tracePt t="288084" x="4318000" y="6102350"/>
          <p14:tracePt t="288091" x="4279900" y="6146800"/>
          <p14:tracePt t="288107" x="4235450" y="6184900"/>
          <p14:tracePt t="288120" x="4191000" y="6229350"/>
          <p14:tracePt t="288137" x="4095750" y="6324600"/>
          <p14:tracePt t="288155" x="4032250" y="6375400"/>
          <p14:tracePt t="288171" x="3994150" y="6407150"/>
          <p14:tracePt t="288187" x="3949700" y="6451600"/>
          <p14:tracePt t="288204" x="3917950" y="6496050"/>
          <p14:tracePt t="288220" x="3892550" y="6515100"/>
          <p14:tracePt t="288237" x="3860800" y="6553200"/>
          <p14:tracePt t="288253" x="3829050" y="6572250"/>
          <p14:tracePt t="288270" x="3822700" y="6578600"/>
          <p14:tracePt t="288287" x="3822700" y="6584950"/>
          <p14:tracePt t="288303" x="3816350" y="6591300"/>
          <p14:tracePt t="288386" x="3822700" y="6591300"/>
          <p14:tracePt t="288393" x="3829050" y="6584950"/>
          <p14:tracePt t="288407" x="3835400" y="6584950"/>
          <p14:tracePt t="288419" x="3841750" y="6584950"/>
          <p14:tracePt t="288437" x="3860800" y="6572250"/>
          <p14:tracePt t="288453" x="3873500" y="6572250"/>
          <p14:tracePt t="288470" x="3911600" y="6559550"/>
          <p14:tracePt t="288486" x="3968750" y="6546850"/>
          <p14:tracePt t="288503" x="4025900" y="6527800"/>
          <p14:tracePt t="288520" x="4146550" y="6496050"/>
          <p14:tracePt t="288536" x="4292600" y="6470650"/>
          <p14:tracePt t="288553" x="4356100" y="6451600"/>
          <p14:tracePt t="288569" x="4527550" y="6432550"/>
          <p14:tracePt t="288586" x="4616450" y="6419850"/>
          <p14:tracePt t="288603" x="4692650" y="6413500"/>
          <p14:tracePt t="288619" x="4959350" y="6388100"/>
          <p14:tracePt t="288636" x="5041900" y="6381750"/>
          <p14:tracePt t="288653" x="5181600" y="6369050"/>
          <p14:tracePt t="288669" x="5289550" y="6362700"/>
          <p14:tracePt t="288686" x="5314950" y="6356350"/>
          <p14:tracePt t="288702" x="5365750" y="6350000"/>
          <p14:tracePt t="288719" x="5397500" y="6350000"/>
          <p14:tracePt t="288735" x="5416550" y="6337300"/>
          <p14:tracePt t="288752" x="5461000" y="6337300"/>
          <p14:tracePt t="288769" x="5499100" y="6337300"/>
          <p14:tracePt t="288787" x="5549900" y="6337300"/>
          <p14:tracePt t="288802" x="5568950" y="6337300"/>
          <p14:tracePt t="288818" x="5619750" y="6337300"/>
          <p14:tracePt t="288836" x="5670550" y="6337300"/>
          <p14:tracePt t="288852" x="5689600" y="6337300"/>
          <p14:tracePt t="288868" x="5715000" y="6337300"/>
          <p14:tracePt t="288901" x="5721350" y="6337300"/>
          <p14:tracePt t="288948" x="5721350" y="6330950"/>
          <p14:tracePt t="288969" x="5715000" y="6330950"/>
          <p14:tracePt t="288976" x="5708650" y="6330950"/>
          <p14:tracePt t="288990" x="5689600" y="6330950"/>
          <p14:tracePt t="289001" x="5657850" y="6337300"/>
          <p14:tracePt t="289019" x="5562600" y="6362700"/>
          <p14:tracePt t="289034" x="5499100" y="6381750"/>
          <p14:tracePt t="289051" x="5302250" y="6432550"/>
          <p14:tracePt t="289068" x="5187950" y="6451600"/>
          <p14:tracePt t="289084" x="4940300" y="6508750"/>
          <p14:tracePt t="289101" x="4711700" y="6546850"/>
          <p14:tracePt t="289117" x="4514850" y="6591300"/>
          <p14:tracePt t="289134" x="4425950" y="6610350"/>
          <p14:tracePt t="289151" x="4292600" y="6642100"/>
          <p14:tracePt t="289167" x="4184650" y="6667500"/>
          <p14:tracePt t="289184" x="4165600" y="6667500"/>
          <p14:tracePt t="289201" x="4114800" y="6673850"/>
          <p14:tracePt t="289217" x="4083050" y="6673850"/>
          <p14:tracePt t="289234" x="4070350" y="6673850"/>
          <p14:tracePt t="289250" x="4044950" y="6673850"/>
          <p14:tracePt t="289267" x="4038600" y="6667500"/>
          <p14:tracePt t="289283" x="4013200" y="6661150"/>
          <p14:tracePt t="289300" x="3987800" y="6661150"/>
          <p14:tracePt t="289317" x="3968750" y="6654800"/>
          <p14:tracePt t="289334" x="3917950" y="6648450"/>
          <p14:tracePt t="289350" x="3854450" y="6642100"/>
          <p14:tracePt t="289367" x="3810000" y="6629400"/>
          <p14:tracePt t="289384" x="3714750" y="6616700"/>
          <p14:tracePt t="289400" x="3632200" y="6597650"/>
          <p14:tracePt t="289417" x="3581400" y="6591300"/>
          <p14:tracePt t="289433" x="3460750" y="6559550"/>
          <p14:tracePt t="289450" x="3314700" y="6515100"/>
          <p14:tracePt t="289466" x="3244850" y="6483350"/>
          <p14:tracePt t="289483" x="3086100" y="6426200"/>
          <p14:tracePt t="289499" x="2946400" y="6362700"/>
          <p14:tracePt t="289517" x="2851150" y="6318250"/>
          <p14:tracePt t="289532" x="2806700" y="6305550"/>
          <p14:tracePt t="289549" x="2774950" y="6286500"/>
          <p14:tracePt t="289567" x="2673350" y="6261100"/>
          <p14:tracePt t="289582" x="2654300" y="6261100"/>
          <p14:tracePt t="289599" x="2622550" y="6261100"/>
          <p14:tracePt t="289616" x="2584450" y="6261100"/>
          <p14:tracePt t="289632" x="2540000" y="6267450"/>
          <p14:tracePt t="289649" x="2520950" y="6267450"/>
          <p14:tracePt t="289666" x="2495550" y="6267450"/>
          <p14:tracePt t="289682" x="2482850" y="6273800"/>
          <p14:tracePt t="289700" x="2463800" y="6273800"/>
          <p14:tracePt t="289715" x="2457450" y="6273800"/>
          <p14:tracePt t="289732" x="2444750" y="6273800"/>
          <p14:tracePt t="289749" x="2438400" y="6280150"/>
          <p14:tracePt t="289765" x="2438400" y="6286500"/>
          <p14:tracePt t="289782" x="2425700" y="6292850"/>
          <p14:tracePt t="289799" x="2413000" y="6305550"/>
          <p14:tracePt t="289815" x="2400300" y="6311900"/>
          <p14:tracePt t="289832" x="2393950" y="6318250"/>
          <p14:tracePt t="289848" x="2362200" y="6337300"/>
          <p14:tracePt t="289865" x="2349500" y="6356350"/>
          <p14:tracePt t="289883" x="2324100" y="6381750"/>
          <p14:tracePt t="289898" x="2311400" y="6394450"/>
          <p14:tracePt t="289915" x="2292350" y="6407150"/>
          <p14:tracePt t="289932" x="2286000" y="6413500"/>
          <p14:tracePt t="289948" x="2273300" y="6419850"/>
          <p14:tracePt t="289965" x="2266950" y="6419850"/>
          <p14:tracePt t="289984" x="2266950" y="6426200"/>
          <p14:tracePt t="290030" x="2260600" y="6432550"/>
          <p14:tracePt t="290142" x="2260600" y="6438900"/>
          <p14:tracePt t="290683" x="2273300" y="6438900"/>
          <p14:tracePt t="290711" x="2286000" y="6438900"/>
          <p14:tracePt t="290725" x="2292350" y="6438900"/>
          <p14:tracePt t="290732" x="2305050" y="6438900"/>
          <p14:tracePt t="290748" x="2324100" y="6432550"/>
          <p14:tracePt t="290762" x="2393950" y="6432550"/>
          <p14:tracePt t="290778" x="2432050" y="6426200"/>
          <p14:tracePt t="290795" x="2482850" y="6426200"/>
          <p14:tracePt t="290811" x="2603500" y="6413500"/>
          <p14:tracePt t="290828" x="2705100" y="6407150"/>
          <p14:tracePt t="290846" x="2787650" y="6407150"/>
          <p14:tracePt t="290861" x="2806700" y="6407150"/>
          <p14:tracePt t="290878" x="2838450" y="6407150"/>
          <p14:tracePt t="290895" x="2851150" y="6407150"/>
          <p14:tracePt t="290911" x="2857500" y="6407150"/>
          <p14:tracePt t="290929" x="2857500" y="6400800"/>
          <p14:tracePt t="290964" x="2863850" y="6400800"/>
          <p14:tracePt t="290992" x="2870200" y="6400800"/>
          <p14:tracePt t="291006" x="2876550" y="6400800"/>
          <p14:tracePt t="291014" x="2889250" y="6394450"/>
          <p14:tracePt t="291030" x="2895600" y="6394450"/>
          <p14:tracePt t="291044" x="2927350" y="6394450"/>
          <p14:tracePt t="291061" x="2952750" y="6394450"/>
          <p14:tracePt t="291077" x="3060700" y="6388100"/>
          <p14:tracePt t="291094" x="3136900" y="6388100"/>
          <p14:tracePt t="291111" x="3365500" y="6362700"/>
          <p14:tracePt t="291127" x="3714750" y="6337300"/>
          <p14:tracePt t="291144" x="3962400" y="6292850"/>
          <p14:tracePt t="291161" x="4508500" y="6216650"/>
          <p14:tracePt t="291177" x="4965700" y="6191250"/>
          <p14:tracePt t="291193" x="5124450" y="6178550"/>
          <p14:tracePt t="291211" x="5340350" y="6184900"/>
          <p14:tracePt t="291227" x="5416550" y="6184900"/>
          <p14:tracePt t="291243" x="5511800" y="6191250"/>
          <p14:tracePt t="291260" x="5530850" y="6191250"/>
          <p14:tracePt t="291276" x="5543550" y="6191250"/>
          <p14:tracePt t="291293" x="5549900" y="6191250"/>
          <p14:tracePt t="291358" x="5543550" y="6191250"/>
          <p14:tracePt t="291435" x="5537200" y="6191250"/>
          <p14:tracePt t="291477" x="5537200" y="6184900"/>
          <p14:tracePt t="291505" x="5524500" y="6184900"/>
          <p14:tracePt t="291519" x="5518150" y="6184900"/>
          <p14:tracePt t="291533" x="5505450" y="6184900"/>
          <p14:tracePt t="291546" x="5499100" y="6184900"/>
          <p14:tracePt t="291558" x="5480050" y="6184900"/>
          <p14:tracePt t="291576" x="5422900" y="6197600"/>
          <p14:tracePt t="291592" x="5372100" y="6197600"/>
          <p14:tracePt t="291609" x="5213350" y="6216650"/>
          <p14:tracePt t="291626" x="5010150" y="6216650"/>
          <p14:tracePt t="291642" x="4908550" y="6216650"/>
          <p14:tracePt t="291660" x="4768850" y="6203950"/>
          <p14:tracePt t="291675" x="4318000" y="6108700"/>
          <p14:tracePt t="291692" x="4152900" y="6045200"/>
          <p14:tracePt t="291709" x="3810000" y="5886450"/>
          <p14:tracePt t="291725" x="3670300" y="5829300"/>
          <p14:tracePt t="291742" x="3441700" y="5695950"/>
          <p14:tracePt t="291760" x="3251200" y="5568950"/>
          <p14:tracePt t="291775" x="3168650" y="5505450"/>
          <p14:tracePt t="291791" x="3016250" y="5384800"/>
          <p14:tracePt t="291808" x="2851150" y="5283200"/>
          <p14:tracePt t="291825" x="2768600" y="5232400"/>
          <p14:tracePt t="291842" x="2578100" y="5124450"/>
          <p14:tracePt t="291858" x="2552700" y="5111750"/>
          <p14:tracePt t="293576" x="2540000" y="5067300"/>
          <p14:tracePt t="293583" x="2520950" y="5016500"/>
          <p14:tracePt t="293597" x="2501900" y="4946650"/>
          <p14:tracePt t="293605" x="2476500" y="4889500"/>
          <p14:tracePt t="293619" x="2444750" y="4800600"/>
          <p14:tracePt t="293635" x="2349500" y="4591050"/>
          <p14:tracePt t="293651" x="2279650" y="4470400"/>
          <p14:tracePt t="293668" x="2222500" y="4330700"/>
          <p14:tracePt t="293685" x="2063750" y="3968750"/>
          <p14:tracePt t="293702" x="2006600" y="3822700"/>
          <p14:tracePt t="293718" x="1873250" y="3556000"/>
          <p14:tracePt t="293735" x="1841500" y="3498850"/>
          <p14:tracePt t="293752" x="1797050" y="3403600"/>
          <p14:tracePt t="293768" x="1765300" y="3302000"/>
          <p14:tracePt t="293785" x="1752600" y="3263900"/>
          <p14:tracePt t="293802" x="1720850" y="3187700"/>
          <p14:tracePt t="293818" x="1708150" y="3130550"/>
          <p14:tracePt t="293835" x="1701800" y="3105150"/>
          <p14:tracePt t="293851" x="1701800" y="3086100"/>
          <p14:tracePt t="293868" x="1701800" y="3079750"/>
          <p14:tracePt t="293884" x="1701800" y="3073400"/>
          <p14:tracePt t="293956" x="1701800" y="3079750"/>
          <p14:tracePt t="293977" x="1701800" y="3086100"/>
          <p14:tracePt t="293985" x="1701800" y="3092450"/>
          <p14:tracePt t="293998" x="1701800" y="3098800"/>
          <p14:tracePt t="294019" x="1701800" y="3105150"/>
          <p14:tracePt t="294026" x="1701800" y="3111500"/>
          <p14:tracePt t="294034" x="1701800" y="3117850"/>
          <p14:tracePt t="294054" x="1701800" y="3124200"/>
          <p14:tracePt t="294070" x="1701800" y="3130550"/>
          <p14:tracePt t="294083" x="1701800" y="3136900"/>
          <p14:tracePt t="294100" x="1695450" y="3168650"/>
          <p14:tracePt t="294117" x="1695450" y="3187700"/>
          <p14:tracePt t="294133" x="1695450" y="3270250"/>
          <p14:tracePt t="294150" x="1695450" y="3397250"/>
          <p14:tracePt t="294168" x="1714500" y="3536950"/>
          <p14:tracePt t="294183" x="1727200" y="3606800"/>
          <p14:tracePt t="294200" x="1733550" y="3644900"/>
          <p14:tracePt t="294216" x="1739900" y="3708400"/>
          <p14:tracePt t="294233" x="1746250" y="3727450"/>
          <p14:tracePt t="294251" x="1746250" y="3740150"/>
          <p14:tracePt t="294266" x="1758950" y="3752850"/>
          <p14:tracePt t="294283" x="1758950" y="3759200"/>
          <p14:tracePt t="294300" x="1765300" y="3759200"/>
          <p14:tracePt t="294321" x="1771650" y="3759200"/>
          <p14:tracePt t="294357" x="1771650" y="3752850"/>
          <p14:tracePt t="294384" x="1771650" y="3746500"/>
          <p14:tracePt t="294406" x="1771650" y="3740150"/>
          <p14:tracePt t="294448" x="1778000" y="3733800"/>
          <p14:tracePt t="294455" x="1778000" y="3727450"/>
          <p14:tracePt t="294476" x="1784350" y="3721100"/>
          <p14:tracePt t="294497" x="1784350" y="3714750"/>
          <p14:tracePt t="294511" x="1790700" y="3708400"/>
          <p14:tracePt t="294518" x="1797050" y="3695700"/>
          <p14:tracePt t="294532" x="1803400" y="3683000"/>
          <p14:tracePt t="294549" x="1816100" y="3657600"/>
          <p14:tracePt t="294565" x="1822450" y="3638550"/>
          <p14:tracePt t="294582" x="1841500" y="3606800"/>
          <p14:tracePt t="294598" x="1860550" y="3575050"/>
          <p14:tracePt t="294616" x="1873250" y="3562350"/>
          <p14:tracePt t="294631" x="1879600" y="3556000"/>
          <p14:tracePt t="294757" x="1885950" y="3562350"/>
          <p14:tracePt t="294777" x="1892300" y="3562350"/>
          <p14:tracePt t="294792" x="1898650" y="3562350"/>
          <p14:tracePt t="294800" x="1911350" y="3562350"/>
          <p14:tracePt t="294814" x="1924050" y="3562350"/>
          <p14:tracePt t="294831" x="1987550" y="3562350"/>
          <p14:tracePt t="294848" x="2051050" y="3562350"/>
          <p14:tracePt t="294864" x="2247900" y="3549650"/>
          <p14:tracePt t="294881" x="2374900" y="3536950"/>
          <p14:tracePt t="294898" x="2781300" y="3486150"/>
          <p14:tracePt t="294914" x="3321050" y="3409950"/>
          <p14:tracePt t="294930" x="3619500" y="3378200"/>
          <p14:tracePt t="294947" x="4184650" y="3321050"/>
          <p14:tracePt t="294964" x="4743450" y="3276600"/>
          <p14:tracePt t="294980" x="5041900" y="3244850"/>
          <p14:tracePt t="294997" x="5537200" y="3168650"/>
          <p14:tracePt t="295014" x="5975350" y="3111500"/>
          <p14:tracePt t="295031" x="6292850" y="3067050"/>
          <p14:tracePt t="295046" x="6419850" y="3048000"/>
          <p14:tracePt t="295063" x="6521450" y="3016250"/>
          <p14:tracePt t="295082" x="6718300" y="2984500"/>
          <p14:tracePt t="295097" x="6794500" y="2965450"/>
          <p14:tracePt t="295114" x="6927850" y="2933700"/>
          <p14:tracePt t="295131" x="7010400" y="2921000"/>
          <p14:tracePt t="295146" x="7042150" y="2921000"/>
          <p14:tracePt t="295163" x="7080250" y="2908300"/>
          <p14:tracePt t="295180" x="7092950" y="2908300"/>
          <p14:tracePt t="295196" x="7099300" y="2908300"/>
          <p14:tracePt t="295270" x="7092950" y="2908300"/>
          <p14:tracePt t="295298" x="7086600" y="2908300"/>
          <p14:tracePt t="295319" x="7080250" y="2908300"/>
          <p14:tracePt t="295340" x="7073900" y="2908300"/>
          <p14:tracePt t="295354" x="7067550" y="2901950"/>
          <p14:tracePt t="295362" x="7054850" y="2901950"/>
          <p14:tracePt t="295375" x="7029450" y="2895600"/>
          <p14:tracePt t="295389" x="7010400" y="2895600"/>
          <p14:tracePt t="295399" x="6972300" y="2882900"/>
          <p14:tracePt t="295413" x="6934200" y="2882900"/>
          <p14:tracePt t="295429" x="6819900" y="2882900"/>
          <p14:tracePt t="295446" x="6673850" y="2882900"/>
          <p14:tracePt t="295462" x="6546850" y="2882900"/>
          <p14:tracePt t="295479" x="6483350" y="2882900"/>
          <p14:tracePt t="295496" x="6381750" y="2882900"/>
          <p14:tracePt t="295512" x="6305550" y="2882900"/>
          <p14:tracePt t="295529" x="6273800" y="2882900"/>
          <p14:tracePt t="295545" x="6242050" y="2876550"/>
          <p14:tracePt t="295562" x="6229350" y="2876550"/>
          <p14:tracePt t="295579" x="6216650" y="2876550"/>
          <p14:tracePt t="295649" x="6210300" y="2876550"/>
          <p14:tracePt t="295663" x="6210300" y="2870200"/>
          <p14:tracePt t="295671" x="6203950" y="2870200"/>
          <p14:tracePt t="295684" x="6191250" y="2870200"/>
          <p14:tracePt t="295695" x="6178550" y="2851150"/>
          <p14:tracePt t="295712" x="6172200" y="2851150"/>
          <p14:tracePt t="295727" x="6134100" y="2832100"/>
          <p14:tracePt t="295745" x="6083300" y="2813050"/>
          <p14:tracePt t="295762" x="6019800" y="2787650"/>
          <p14:tracePt t="295778" x="6000750" y="2787650"/>
          <p14:tracePt t="295794" x="5956300" y="2781300"/>
          <p14:tracePt t="295811" x="5924550" y="2781300"/>
          <p14:tracePt t="295827" x="5918200" y="2781300"/>
          <p14:tracePt t="295844" x="5911850" y="2787650"/>
          <p14:tracePt t="295861" x="5911850" y="2794000"/>
          <p14:tracePt t="295878" x="5911850" y="2800350"/>
          <p14:tracePt t="295916" x="5918200" y="2800350"/>
          <p14:tracePt t="295927" x="5924550" y="2800350"/>
          <p14:tracePt t="295945" x="5937250" y="2800350"/>
          <p14:tracePt t="295976" x="5943600" y="2800350"/>
          <p14:tracePt t="295994" x="5949950" y="2800350"/>
          <p14:tracePt t="296010" x="5962650" y="2800350"/>
          <p14:tracePt t="296027" x="5988050" y="2800350"/>
          <p14:tracePt t="296044" x="6026150" y="2800350"/>
          <p14:tracePt t="296060" x="6057900" y="2800350"/>
          <p14:tracePt t="296077" x="6115050" y="2806700"/>
          <p14:tracePt t="296093" x="6191250" y="2806700"/>
          <p14:tracePt t="296110" x="6216650" y="2806700"/>
          <p14:tracePt t="296127" x="6267450" y="2806700"/>
          <p14:tracePt t="296143" x="6299200" y="2806700"/>
          <p14:tracePt t="296160" x="6305550" y="2806700"/>
          <p14:tracePt t="296177" x="6318250" y="2806700"/>
          <p14:tracePt t="296193" x="6324600" y="2806700"/>
          <p14:tracePt t="296275" x="6324600" y="2813050"/>
          <p14:tracePt t="296303" x="6330950" y="2813050"/>
          <p14:tracePt t="296324" x="6337300" y="2813050"/>
          <p14:tracePt t="296338" x="6343650" y="2819400"/>
          <p14:tracePt t="296345" x="6356350" y="2819400"/>
          <p14:tracePt t="296359" x="6356350" y="2825750"/>
          <p14:tracePt t="296375" x="6381750" y="2832100"/>
          <p14:tracePt t="296392" x="6394450" y="2832100"/>
          <p14:tracePt t="296409" x="6438900" y="2844800"/>
          <p14:tracePt t="296426" x="6470650" y="2851150"/>
          <p14:tracePt t="296442" x="6502400" y="2857500"/>
          <p14:tracePt t="296459" x="6572250" y="2876550"/>
          <p14:tracePt t="296475" x="6680200" y="2901950"/>
          <p14:tracePt t="296493" x="6775450" y="2921000"/>
          <p14:tracePt t="296508" x="6858000" y="2946400"/>
          <p14:tracePt t="296525" x="6896100" y="2946400"/>
          <p14:tracePt t="296542" x="6978650" y="2952750"/>
          <p14:tracePt t="296558" x="7029450" y="2959100"/>
          <p14:tracePt t="296575" x="7048500" y="2959100"/>
          <p14:tracePt t="296592" x="7073900" y="2965450"/>
          <p14:tracePt t="296608" x="7092950" y="2965450"/>
          <p14:tracePt t="296625" x="7099300" y="2965450"/>
          <p14:tracePt t="296641" x="7105650" y="2965450"/>
          <p14:tracePt t="296658" x="7118350" y="2971800"/>
          <p14:tracePt t="296676" x="7137400" y="2971800"/>
          <p14:tracePt t="296691" x="7143750" y="2978150"/>
          <p14:tracePt t="296708" x="7150100" y="2978150"/>
          <p14:tracePt t="296725" x="7181850" y="2984500"/>
          <p14:tracePt t="296741" x="7200900" y="2984500"/>
          <p14:tracePt t="296758" x="7213600" y="2984500"/>
          <p14:tracePt t="296775" x="7270750" y="2990850"/>
          <p14:tracePt t="296791" x="7296150" y="2997200"/>
          <p14:tracePt t="296808" x="7315200" y="2997200"/>
          <p14:tracePt t="296824" x="7366000" y="2997200"/>
          <p14:tracePt t="296842" x="7410450" y="2997200"/>
          <p14:tracePt t="296858" x="7467600" y="2997200"/>
          <p14:tracePt t="296874" x="7486650" y="2997200"/>
          <p14:tracePt t="296890" x="7537450" y="2990850"/>
          <p14:tracePt t="296908" x="7569200" y="2990850"/>
          <p14:tracePt t="296924" x="7581900" y="2990850"/>
          <p14:tracePt t="296940" x="7607300" y="2990850"/>
          <p14:tracePt t="296957" x="7620000" y="2990850"/>
          <p14:tracePt t="296973" x="7626350" y="2990850"/>
          <p14:tracePt t="296990" x="7639050" y="2990850"/>
          <p14:tracePt t="297007" x="7645400" y="2990850"/>
          <p14:tracePt t="297048" x="7651750" y="2984500"/>
          <p14:tracePt t="297111" x="7658100" y="2984500"/>
          <p14:tracePt t="298109" x="7651750" y="2990850"/>
          <p14:tracePt t="298130" x="7645400" y="2990850"/>
          <p14:tracePt t="298144" x="7639050" y="2990850"/>
          <p14:tracePt t="298165" x="7626350" y="2990850"/>
          <p14:tracePt t="298172" x="7613650" y="2990850"/>
          <p14:tracePt t="298187" x="7594600" y="2990850"/>
          <p14:tracePt t="298203" x="7524750" y="2978150"/>
          <p14:tracePt t="298219" x="7461250" y="2971800"/>
          <p14:tracePt t="298236" x="7258050" y="2959100"/>
          <p14:tracePt t="298252" x="7131050" y="2952750"/>
          <p14:tracePt t="298269" x="6781800" y="2927350"/>
          <p14:tracePt t="298286" x="6261100" y="2933700"/>
          <p14:tracePt t="298302" x="6000750" y="2933700"/>
          <p14:tracePt t="298319" x="5410200" y="2997200"/>
          <p14:tracePt t="298335" x="4921250" y="3054350"/>
          <p14:tracePt t="298352" x="4699000" y="3079750"/>
          <p14:tracePt t="298369" x="4381500" y="3130550"/>
          <p14:tracePt t="298385" x="4152900" y="3162300"/>
          <p14:tracePt t="298402" x="4064000" y="3181350"/>
          <p14:tracePt t="298419" x="3867150" y="3232150"/>
          <p14:tracePt t="298435" x="3708400" y="3270250"/>
          <p14:tracePt t="298452" x="3625850" y="3302000"/>
          <p14:tracePt t="298469" x="3492500" y="3352800"/>
          <p14:tracePt t="298486" x="3371850" y="3378200"/>
          <p14:tracePt t="298502" x="3327400" y="3397250"/>
          <p14:tracePt t="298518" x="3232150" y="3429000"/>
          <p14:tracePt t="298535" x="3124200" y="3448050"/>
          <p14:tracePt t="298552" x="3016250" y="3473450"/>
          <p14:tracePt t="298568" x="2965450" y="3473450"/>
          <p14:tracePt t="298585" x="2914650" y="3486150"/>
          <p14:tracePt t="298602" x="2667000" y="3511550"/>
          <p14:tracePt t="298618" x="2590800" y="3524250"/>
          <p14:tracePt t="298634" x="2527300" y="3524250"/>
          <p14:tracePt t="298651" x="2406650" y="3524250"/>
          <p14:tracePt t="298668" x="2324100" y="3536950"/>
          <p14:tracePt t="298685" x="2298700" y="3549650"/>
          <p14:tracePt t="298701" x="2254250" y="3556000"/>
          <p14:tracePt t="298717" x="2216150" y="3556000"/>
          <p14:tracePt t="298735" x="2197100" y="3556000"/>
          <p14:tracePt t="298751" x="2171700" y="3549650"/>
          <p14:tracePt t="298767" x="2165350" y="3543300"/>
          <p14:tracePt t="299105" x="2165350" y="3638550"/>
          <p14:tracePt t="299112" x="2190750" y="3784600"/>
          <p14:tracePt t="299127" x="2228850" y="3987800"/>
          <p14:tracePt t="299136" x="2254250" y="4133850"/>
          <p14:tracePt t="299150" x="2279650" y="4298950"/>
          <p14:tracePt t="299166" x="2324100" y="4457700"/>
          <p14:tracePt t="299183" x="2413000" y="4768850"/>
          <p14:tracePt t="299199" x="2514600" y="5137150"/>
          <p14:tracePt t="299216" x="2578100" y="5321300"/>
          <p14:tracePt t="299233" x="2660650" y="5600700"/>
          <p14:tracePt t="299249" x="2724150" y="5880100"/>
          <p14:tracePt t="299266" x="2755900" y="6000750"/>
          <p14:tracePt t="299282" x="2787650" y="6216650"/>
          <p14:tracePt t="299299" x="2806700" y="6350000"/>
          <p14:tracePt t="299315" x="2819400" y="6400800"/>
          <p14:tracePt t="299332" x="2832100" y="6470650"/>
          <p14:tracePt t="299349" x="2838450" y="6502400"/>
          <p14:tracePt t="299367" x="2838450" y="6521450"/>
          <p14:tracePt t="299382" x="2844800" y="6521450"/>
          <p14:tracePt t="299436" x="2844800" y="6527800"/>
          <p14:tracePt t="299500" x="2851150" y="6534150"/>
          <p14:tracePt t="299548" x="2857500" y="6534150"/>
          <p14:tracePt t="299570" x="2863850" y="6534150"/>
          <p14:tracePt t="299597" x="2870200" y="6527800"/>
          <p14:tracePt t="299605" x="2876550" y="6515100"/>
          <p14:tracePt t="299619" x="2895600" y="6496050"/>
          <p14:tracePt t="299631" x="2901950" y="6464300"/>
          <p14:tracePt t="299648" x="2946400" y="6375400"/>
          <p14:tracePt t="299664" x="2952750" y="6337300"/>
          <p14:tracePt t="299681" x="2984500" y="6248400"/>
          <p14:tracePt t="299697" x="2997200" y="6178550"/>
          <p14:tracePt t="299714" x="2997200" y="6153150"/>
          <p14:tracePt t="299732" x="2997200" y="6096000"/>
          <p14:tracePt t="299747" x="2965450" y="6000750"/>
          <p14:tracePt t="299764" x="2952750" y="5943600"/>
          <p14:tracePt t="299781" x="2940050" y="5899150"/>
          <p14:tracePt t="299797" x="2914650" y="5829300"/>
          <p14:tracePt t="299814" x="2908300" y="5803900"/>
          <p14:tracePt t="299830" x="2908300" y="5797550"/>
          <p14:tracePt t="299858" x="2901950" y="5797550"/>
          <p14:tracePt t="299872" x="2901950" y="5803900"/>
          <p14:tracePt t="299880" x="2901950" y="5810250"/>
          <p14:tracePt t="299897" x="2901950" y="5816600"/>
          <p14:tracePt t="299914" x="2908300" y="5835650"/>
          <p14:tracePt t="299930" x="2927350" y="5880100"/>
          <p14:tracePt t="299947" x="2940050" y="5918200"/>
          <p14:tracePt t="299964" x="3009900" y="6026150"/>
          <p14:tracePt t="299980" x="3079750" y="6102350"/>
          <p14:tracePt t="299996" x="3124200" y="6153150"/>
          <p14:tracePt t="300014" x="3194050" y="6210300"/>
          <p14:tracePt t="300029" x="3270250" y="6242050"/>
          <p14:tracePt t="300046" x="3308350" y="6242050"/>
          <p14:tracePt t="300063" x="3352800" y="6242050"/>
          <p14:tracePt t="300079" x="3378200" y="6242050"/>
          <p14:tracePt t="300097" x="3409950" y="6235700"/>
          <p14:tracePt t="300113" x="3429000" y="6223000"/>
          <p14:tracePt t="300129" x="3435350" y="6216650"/>
          <p14:tracePt t="300133" x="3435350" y="6210300"/>
          <p14:tracePt t="300146" x="3435350" y="6203950"/>
          <p14:tracePt t="300162" x="3435350" y="6197600"/>
          <p14:tracePt t="300179" x="3435350" y="6191250"/>
          <p14:tracePt t="300196" x="3435350" y="6184900"/>
          <p14:tracePt t="300212" x="3435350" y="6172200"/>
          <p14:tracePt t="300245" x="3429000" y="6172200"/>
          <p14:tracePt t="300262" x="3422650" y="6165850"/>
          <p14:tracePt t="300301" x="3416300" y="6165850"/>
          <p14:tracePt t="300328" x="3409950" y="6165850"/>
          <p14:tracePt t="300343" x="3403600" y="6159500"/>
          <p14:tracePt t="300350" x="3403600" y="6153150"/>
          <p14:tracePt t="300365" x="3397250" y="6146800"/>
          <p14:tracePt t="300379" x="3371850" y="6115050"/>
          <p14:tracePt t="300395" x="3346450" y="6089650"/>
          <p14:tracePt t="300412" x="3308350" y="6045200"/>
          <p14:tracePt t="300428" x="3213100" y="5943600"/>
          <p14:tracePt t="300445" x="3105150" y="5810250"/>
          <p14:tracePt t="300463" x="2984500" y="5670550"/>
          <p14:tracePt t="300479" x="2921000" y="5588000"/>
          <p14:tracePt t="300495" x="2800350" y="5454650"/>
          <p14:tracePt t="300512" x="2705100" y="5353050"/>
          <p14:tracePt t="300528" x="2673350" y="5308600"/>
          <p14:tracePt t="300545" x="2635250" y="5270500"/>
          <p14:tracePt t="300561" x="2590800" y="5226050"/>
          <p14:tracePt t="300577" x="2571750" y="5207000"/>
          <p14:tracePt t="300594" x="2559050" y="5194300"/>
          <p14:tracePt t="300611" x="2540000" y="5181600"/>
          <p14:tracePt t="300627" x="2533650" y="5175250"/>
          <p14:tracePt t="300630" x="2527300" y="5175250"/>
          <p14:tracePt t="300645" x="2514600" y="5168900"/>
          <p14:tracePt t="300661" x="2495550" y="5156200"/>
          <p14:tracePt t="300677" x="2482850" y="5137150"/>
          <p14:tracePt t="300694" x="2482850" y="5124450"/>
          <p14:tracePt t="305263" x="2476500" y="5124450"/>
          <p14:tracePt t="305270" x="2451100" y="5118100"/>
          <p14:tracePt t="305284" x="2432050" y="5118100"/>
          <p14:tracePt t="305295" x="2413000" y="5118100"/>
          <p14:tracePt t="305312" x="2362200" y="5111750"/>
          <p14:tracePt t="305328" x="2343150" y="5111750"/>
          <p14:tracePt t="305345" x="2298700" y="5105400"/>
          <p14:tracePt t="305362" x="2273300" y="5099050"/>
          <p14:tracePt t="305378" x="2260600" y="5099050"/>
          <p14:tracePt t="305395" x="2235200" y="5099050"/>
          <p14:tracePt t="305411" x="2222500" y="5099050"/>
          <p14:tracePt t="305428" x="2216150" y="5099050"/>
          <p14:tracePt t="305444" x="2209800" y="5099050"/>
          <p14:tracePt t="305461" x="2203450" y="5099050"/>
          <p14:tracePt t="305501" x="2197100" y="5099050"/>
          <p14:tracePt t="305614" x="2203450" y="5092700"/>
          <p14:tracePt t="305621" x="2209800" y="5092700"/>
          <p14:tracePt t="305635" x="2216150" y="5092700"/>
          <p14:tracePt t="305644" x="2222500" y="5086350"/>
          <p14:tracePt t="305660" x="2228850" y="5086350"/>
          <p14:tracePt t="305677" x="2260600" y="5080000"/>
          <p14:tracePt t="305693" x="2317750" y="5073650"/>
          <p14:tracePt t="305710" x="2368550" y="5073650"/>
          <p14:tracePt t="305713" x="2406650" y="5073650"/>
          <p14:tracePt t="305727" x="2470150" y="5060950"/>
          <p14:tracePt t="305743" x="2590800" y="5041900"/>
          <p14:tracePt t="305760" x="2654300" y="5041900"/>
          <p14:tracePt t="305777" x="2762250" y="5022850"/>
          <p14:tracePt t="305793" x="2832100" y="5016500"/>
          <p14:tracePt t="305810" x="2857500" y="5016500"/>
          <p14:tracePt t="305827" x="2889250" y="5010150"/>
          <p14:tracePt t="305843" x="2895600" y="5010150"/>
          <p14:tracePt t="305860" x="2901950" y="5003800"/>
          <p14:tracePt t="306141" x="2895600" y="5003800"/>
          <p14:tracePt t="306156" x="2889250" y="5003800"/>
          <p14:tracePt t="306163" x="2882900" y="5003800"/>
          <p14:tracePt t="306178" x="2870200" y="5003800"/>
          <p14:tracePt t="306192" x="2851150" y="5010150"/>
          <p14:tracePt t="306208" x="2794000" y="5016500"/>
          <p14:tracePt t="306225" x="2749550" y="5029200"/>
          <p14:tracePt t="306228" x="2711450" y="5035550"/>
          <p14:tracePt t="306241" x="2654300" y="5041900"/>
          <p14:tracePt t="306258" x="2584450" y="5060950"/>
          <p14:tracePt t="306276" x="2514600" y="5073650"/>
          <p14:tracePt t="306291" x="2495550" y="5073650"/>
          <p14:tracePt t="306308" x="2457450" y="5080000"/>
          <p14:tracePt t="306325" x="2444750" y="5086350"/>
          <p14:tracePt t="306341" x="2438400" y="5086350"/>
          <p14:tracePt t="306358" x="2432050" y="5086350"/>
          <p14:tracePt t="306395" x="2425700" y="5086350"/>
          <p14:tracePt t="306514" x="2432050" y="5086350"/>
          <p14:tracePt t="313348" x="2432050" y="5099050"/>
          <p14:tracePt t="313355" x="2438400" y="5130800"/>
          <p14:tracePt t="313367" x="2444750" y="5162550"/>
          <p14:tracePt t="313384" x="2482850" y="5295900"/>
          <p14:tracePt t="313400" x="2520950" y="5429250"/>
          <p14:tracePt t="313417" x="2533650" y="5492750"/>
          <p14:tracePt t="313433" x="2565400" y="5568950"/>
          <p14:tracePt t="313450" x="2597150" y="5632450"/>
          <p14:tracePt t="313467" x="2616200" y="5664200"/>
          <p14:tracePt t="313483" x="2616200" y="5676900"/>
          <p14:tracePt t="313499" x="2628900" y="5695950"/>
          <p14:tracePt t="313518" x="2635250" y="5702300"/>
          <p14:tracePt t="313550" x="2641600" y="5708650"/>
          <p14:tracePt t="313568" x="2654300" y="5721350"/>
          <p14:tracePt t="313582" x="2660650" y="5721350"/>
          <p14:tracePt t="313599" x="2667000" y="5727700"/>
          <p14:tracePt t="313616" x="2692400" y="5746750"/>
          <p14:tracePt t="313632" x="2698750" y="5753100"/>
          <p14:tracePt t="313650" x="2705100" y="5759450"/>
          <p14:tracePt t="313666" x="2711450" y="5765800"/>
          <p14:tracePt t="313682" x="2724150" y="5778500"/>
          <p14:tracePt t="313699" x="2730500" y="5778500"/>
          <p14:tracePt t="313716" x="2743200" y="5791200"/>
          <p14:tracePt t="313732" x="2749550" y="5791200"/>
          <p14:tracePt t="313765" x="2749550" y="5797550"/>
          <p14:tracePt t="313826" x="2749550" y="5791200"/>
          <p14:tracePt t="313847" x="2749550" y="5784850"/>
          <p14:tracePt t="313861" x="2749550" y="5778500"/>
          <p14:tracePt t="313869" x="2749550" y="5772150"/>
          <p14:tracePt t="313890" x="2749550" y="5765800"/>
          <p14:tracePt t="313898" x="2749550" y="5753100"/>
          <p14:tracePt t="313914" x="2749550" y="5740400"/>
          <p14:tracePt t="313932" x="2743200" y="5708650"/>
          <p14:tracePt t="313948" x="2736850" y="5695950"/>
          <p14:tracePt t="313966" x="2736850" y="5676900"/>
          <p14:tracePt t="313982" x="2736850" y="5664200"/>
          <p14:tracePt t="314009" x="2736850" y="5670550"/>
          <p14:tracePt t="314023" x="2736850" y="5683250"/>
          <p14:tracePt t="314032" x="2755900" y="5702300"/>
          <p14:tracePt t="314048" x="2774950" y="5746750"/>
          <p14:tracePt t="314065" x="2832100" y="5822950"/>
          <p14:tracePt t="314080" x="2895600" y="5924550"/>
          <p14:tracePt t="314098" x="2933700" y="5969000"/>
          <p14:tracePt t="314115" x="2978150" y="6032500"/>
          <p14:tracePt t="314131" x="3009900" y="6070600"/>
          <p14:tracePt t="314148" x="3022600" y="6076950"/>
          <p14:tracePt t="314165" x="3035300" y="6083300"/>
          <p14:tracePt t="314181" x="3041650" y="6083300"/>
          <p14:tracePt t="314215" x="3041650" y="6076950"/>
          <p14:tracePt t="314230" x="3041650" y="6070600"/>
          <p14:tracePt t="314248" x="3041650" y="6057900"/>
          <p14:tracePt t="314264" x="3041650" y="6038850"/>
          <p14:tracePt t="314280" x="3041650" y="6019800"/>
          <p14:tracePt t="314297" x="3028950" y="5969000"/>
          <p14:tracePt t="314313" x="2990850" y="5867400"/>
          <p14:tracePt t="314330" x="2978150" y="5816600"/>
          <p14:tracePt t="314347" x="2940050" y="5715000"/>
          <p14:tracePt t="314363" x="2914650" y="5651500"/>
          <p14:tracePt t="314380" x="2914650" y="5632450"/>
          <p14:tracePt t="314383" x="2908300" y="5619750"/>
          <p14:tracePt t="314431" x="2908300" y="5632450"/>
          <p14:tracePt t="314445" x="2908300" y="5638800"/>
          <p14:tracePt t="314452" x="2908300" y="5651500"/>
          <p14:tracePt t="314463" x="2914650" y="5689600"/>
          <p14:tracePt t="314480" x="2971800" y="5822950"/>
          <p14:tracePt t="314496" x="3003550" y="5918200"/>
          <p14:tracePt t="314513" x="3041650" y="5994400"/>
          <p14:tracePt t="314530" x="3162300" y="6254750"/>
          <p14:tracePt t="314546" x="3194050" y="6299200"/>
          <p14:tracePt t="314563" x="3225800" y="6343650"/>
          <p14:tracePt t="314579" x="3257550" y="6381750"/>
          <p14:tracePt t="314596" x="3270250" y="6400800"/>
          <p14:tracePt t="314629" x="3276600" y="6394450"/>
          <p14:tracePt t="314646" x="3282950" y="6362700"/>
          <p14:tracePt t="314663" x="3282950" y="6305550"/>
          <p14:tracePt t="314679" x="3276600" y="6254750"/>
          <p14:tracePt t="314696" x="3251200" y="6108700"/>
          <p14:tracePt t="314713" x="3219450" y="5943600"/>
          <p14:tracePt t="314729" x="3213100" y="5861050"/>
          <p14:tracePt t="314745" x="3162300" y="5727700"/>
          <p14:tracePt t="314762" x="3130550" y="5657850"/>
          <p14:tracePt t="314779" x="3124200" y="5645150"/>
          <p14:tracePt t="314795" x="3117850" y="5638800"/>
          <p14:tracePt t="314812" x="3117850" y="5632450"/>
          <p14:tracePt t="314828" x="3117850" y="5638800"/>
          <p14:tracePt t="314848" x="3117850" y="5645150"/>
          <p14:tracePt t="314862" x="3117850" y="5657850"/>
          <p14:tracePt t="314878" x="3117850" y="5695950"/>
          <p14:tracePt t="314881" x="3117850" y="5727700"/>
          <p14:tracePt t="314897" x="3117850" y="5778500"/>
          <p14:tracePt t="314911" x="3136900" y="5842000"/>
          <p14:tracePt t="314928" x="3194050" y="5969000"/>
          <p14:tracePt t="314945" x="3270250" y="6070600"/>
          <p14:tracePt t="314961" x="3308350" y="6115050"/>
          <p14:tracePt t="314978" x="3397250" y="6178550"/>
          <p14:tracePt t="314995" x="3479800" y="6203950"/>
          <p14:tracePt t="315011" x="3511550" y="6203950"/>
          <p14:tracePt t="315027" x="3549650" y="6197600"/>
          <p14:tracePt t="315044" x="3587750" y="6146800"/>
          <p14:tracePt t="315061" x="3594100" y="6115050"/>
          <p14:tracePt t="315078" x="3594100" y="5975350"/>
          <p14:tracePt t="315094" x="3517900" y="5791200"/>
          <p14:tracePt t="315111" x="3454400" y="5683250"/>
          <p14:tracePt t="315128" x="3295650" y="5480050"/>
          <p14:tracePt t="315144" x="3213100" y="5403850"/>
          <p14:tracePt t="315161" x="3048000" y="5314950"/>
          <p14:tracePt t="315177" x="2921000" y="5302250"/>
          <p14:tracePt t="315194" x="2870200" y="5302250"/>
          <p14:tracePt t="315211" x="2781300" y="5340350"/>
          <p14:tracePt t="315226" x="2698750" y="5435600"/>
          <p14:tracePt t="315244" x="2673350" y="5480050"/>
          <p14:tracePt t="315261" x="2654300" y="5575300"/>
          <p14:tracePt t="315277" x="2654300" y="5657850"/>
          <p14:tracePt t="315294" x="2673350" y="5702300"/>
          <p14:tracePt t="315311" x="2717800" y="5797550"/>
          <p14:tracePt t="315327" x="2774950" y="5854700"/>
          <p14:tracePt t="315343" x="2806700" y="5880100"/>
          <p14:tracePt t="315360" x="2882900" y="5924550"/>
          <p14:tracePt t="315377" x="2940050" y="5930900"/>
          <p14:tracePt t="315394" x="2984500" y="5930900"/>
          <p14:tracePt t="315396" x="3009900" y="5930900"/>
          <p14:tracePt t="315410" x="3041650" y="5924550"/>
          <p14:tracePt t="315426" x="3060700" y="5918200"/>
          <p14:tracePt t="315444" x="3111500" y="5880100"/>
          <p14:tracePt t="315460" x="3117850" y="5867400"/>
          <p14:tracePt t="315477" x="3124200" y="5854700"/>
          <p14:tracePt t="315493" x="3130550" y="5816600"/>
          <p14:tracePt t="315509" x="3111500" y="5753100"/>
          <p14:tracePt t="315526" x="3098800" y="5708650"/>
          <p14:tracePt t="315543" x="3054350" y="5657850"/>
          <p14:tracePt t="315559" x="3022600" y="5619750"/>
          <p14:tracePt t="315576" x="2990850" y="5607050"/>
          <p14:tracePt t="315592" x="2946400" y="5581650"/>
          <p14:tracePt t="316104" x="2946400" y="5562600"/>
          <p14:tracePt t="316118" x="2952750" y="5543550"/>
          <p14:tracePt t="316126" x="2952750" y="5511800"/>
          <p14:tracePt t="316141" x="2952750" y="5473700"/>
          <p14:tracePt t="316157" x="2952750" y="5359400"/>
          <p14:tracePt t="316174" x="2940050" y="5295900"/>
          <p14:tracePt t="316190" x="2927350" y="5175250"/>
          <p14:tracePt t="316207" x="2889250" y="5086350"/>
          <p14:tracePt t="316225" x="2876550" y="5035550"/>
          <p14:tracePt t="316240" x="2870200" y="5022850"/>
          <p14:tracePt t="316257" x="2863850" y="5010150"/>
          <p14:tracePt t="316274" x="2857500" y="5003800"/>
          <p14:tracePt t="316386" x="2863850" y="5003800"/>
          <p14:tracePt t="316414" x="2857500" y="5003800"/>
          <p14:tracePt t="316427" x="2857500" y="5010150"/>
          <p14:tracePt t="316434" x="2851150" y="5016500"/>
          <p14:tracePt t="316449" x="2844800" y="5022850"/>
          <p14:tracePt t="316458" x="2838450" y="5022850"/>
          <p14:tracePt t="316472" x="2832100" y="5035550"/>
          <p14:tracePt t="316489" x="2806700" y="5067300"/>
          <p14:tracePt t="316506" x="2774950" y="5143500"/>
          <p14:tracePt t="316523" x="2755900" y="5194300"/>
          <p14:tracePt t="316539" x="2736850" y="5251450"/>
          <p14:tracePt t="316556" x="2711450" y="5473700"/>
          <p14:tracePt t="316572" x="2711450" y="5537200"/>
          <p14:tracePt t="316590" x="2724150" y="5664200"/>
          <p14:tracePt t="316606" x="2743200" y="5721350"/>
          <p14:tracePt t="316622" x="2755900" y="5803900"/>
          <p14:tracePt t="316639" x="2774950" y="5842000"/>
          <p14:tracePt t="316655" x="2781300" y="5842000"/>
          <p14:tracePt t="316672" x="2800350" y="5854700"/>
          <p14:tracePt t="316689" x="2825750" y="5854700"/>
          <p14:tracePt t="316705" x="2844800" y="5854700"/>
          <p14:tracePt t="316722" x="2889250" y="5854700"/>
          <p14:tracePt t="316739" x="2940050" y="5835650"/>
          <p14:tracePt t="316755" x="2965450" y="5816600"/>
          <p14:tracePt t="316772" x="3035300" y="5772150"/>
          <p14:tracePt t="316789" x="3079750" y="5715000"/>
          <p14:tracePt t="316805" x="3098800" y="5683250"/>
          <p14:tracePt t="316822" x="3111500" y="5600700"/>
          <p14:tracePt t="316838" x="3111500" y="5461000"/>
          <p14:tracePt t="316855" x="3079750" y="5378450"/>
          <p14:tracePt t="316872" x="3022600" y="5245100"/>
          <p14:tracePt t="316888" x="2984500" y="5187950"/>
          <p14:tracePt t="316905" x="2901950" y="5092700"/>
          <p14:tracePt t="316921" x="2838450" y="5054600"/>
          <p14:tracePt t="316937" x="2794000" y="5048250"/>
          <p14:tracePt t="316955" x="2730500" y="5048250"/>
          <p14:tracePt t="316971" x="2667000" y="5060950"/>
          <p14:tracePt t="316987" x="2622550" y="5086350"/>
          <p14:tracePt t="317005" x="2565400" y="5156200"/>
          <p14:tracePt t="317021" x="2508250" y="5270500"/>
          <p14:tracePt t="317037" x="2489200" y="5346700"/>
          <p14:tracePt t="317054" x="2476500" y="5511800"/>
          <p14:tracePt t="317071" x="2489200" y="5657850"/>
          <p14:tracePt t="317087" x="2508250" y="5721350"/>
          <p14:tracePt t="317104" x="2578100" y="5861050"/>
          <p14:tracePt t="317120" x="2628900" y="5937250"/>
          <p14:tracePt t="317137" x="2667000" y="5975350"/>
          <p14:tracePt t="317154" x="2755900" y="6026150"/>
          <p14:tracePt t="317170" x="2806700" y="6045200"/>
          <p14:tracePt t="317188" x="2990850" y="6083300"/>
          <p14:tracePt t="317203" x="3048000" y="6083300"/>
          <p14:tracePt t="317220" x="3111500" y="6083300"/>
          <p14:tracePt t="317237" x="3244850" y="6032500"/>
          <p14:tracePt t="317254" x="3346450" y="5956300"/>
          <p14:tracePt t="317270" x="3378200" y="5911850"/>
          <p14:tracePt t="317287" x="3416300" y="5835650"/>
          <p14:tracePt t="317303" x="3416300" y="5753100"/>
          <p14:tracePt t="317319" x="3403600" y="5715000"/>
          <p14:tracePt t="317336" x="3352800" y="5613400"/>
          <p14:tracePt t="317353" x="3302000" y="5524500"/>
          <p14:tracePt t="317370" x="3270250" y="5480050"/>
          <p14:tracePt t="317386" x="3263900" y="5473700"/>
          <p14:tracePt t="317403" x="3251200" y="5467350"/>
          <p14:tracePt t="317420" x="3244850" y="5467350"/>
          <p14:tracePt t="317436" x="3238500" y="5467350"/>
          <p14:tracePt t="317461" x="3238500" y="5473700"/>
          <p14:tracePt t="317504" x="3238500" y="5480050"/>
          <p14:tracePt t="317532" x="3238500" y="5486400"/>
          <p14:tracePt t="317581" x="3238500" y="5492750"/>
          <p14:tracePt t="317610" x="3232150" y="5492750"/>
          <p14:tracePt t="317624" x="3232150" y="5499100"/>
          <p14:tracePt t="317631" x="3225800" y="5505450"/>
          <p14:tracePt t="317644" x="3219450" y="5511800"/>
          <p14:tracePt t="317654" x="3213100" y="5524500"/>
          <p14:tracePt t="317668" x="3206750" y="5543550"/>
          <p14:tracePt t="317685" x="3187700" y="5594350"/>
          <p14:tracePt t="317702" x="3155950" y="5657850"/>
          <p14:tracePt t="317718" x="3136900" y="5702300"/>
          <p14:tracePt t="317737" x="3124200" y="5746750"/>
          <p14:tracePt t="317752" x="3092450" y="5861050"/>
          <p14:tracePt t="317769" x="3079750" y="5892800"/>
          <p14:tracePt t="317786" x="3073400" y="5924550"/>
          <p14:tracePt t="317801" x="3073400" y="5937250"/>
          <p14:tracePt t="317818" x="3067050" y="5962650"/>
          <p14:tracePt t="317835" x="3067050" y="5975350"/>
          <p14:tracePt t="317868" x="3079750" y="5988050"/>
          <p14:tracePt t="317885" x="3105150" y="6013450"/>
          <p14:tracePt t="317901" x="3124200" y="6026150"/>
          <p14:tracePt t="317918" x="3213100" y="6070600"/>
          <p14:tracePt t="317935" x="3314700" y="6134100"/>
          <p14:tracePt t="317950" x="3359150" y="6165850"/>
          <p14:tracePt t="317968" x="3454400" y="6210300"/>
          <p14:tracePt t="317984" x="3543300" y="6254750"/>
          <p14:tracePt t="318001" x="3562350" y="6261100"/>
          <p14:tracePt t="318018" x="3606800" y="6273800"/>
          <p14:tracePt t="318034" x="3625850" y="6280150"/>
          <p14:tracePt t="318051" x="3638550" y="6286500"/>
          <p14:tracePt t="318067" x="3651250" y="6286500"/>
          <p14:tracePt t="318084" x="3657600" y="6286500"/>
          <p14:tracePt t="318100" x="3670300" y="6280150"/>
          <p14:tracePt t="318457" x="3708400" y="6280150"/>
          <p14:tracePt t="318464" x="3752850" y="6280150"/>
          <p14:tracePt t="318478" x="3790950" y="6292850"/>
          <p14:tracePt t="318485" x="3848100" y="6299200"/>
          <p14:tracePt t="318500" x="3898900" y="6305550"/>
          <p14:tracePt t="318516" x="3949700" y="6318250"/>
          <p14:tracePt t="318532" x="4044950" y="6324600"/>
          <p14:tracePt t="318549" x="4152900" y="6337300"/>
          <p14:tracePt t="318566" x="4216400" y="6343650"/>
          <p14:tracePt t="318582" x="4318000" y="6350000"/>
          <p14:tracePt t="318599" x="4381500" y="6362700"/>
          <p14:tracePt t="318615" x="4400550" y="6362700"/>
          <p14:tracePt t="318632" x="4419600" y="6369050"/>
          <p14:tracePt t="318648" x="4425950" y="6369050"/>
          <p14:tracePt t="318689" x="4419600" y="6369050"/>
          <p14:tracePt t="318710" x="4413250" y="6369050"/>
          <p14:tracePt t="318718" x="4406900" y="6369050"/>
          <p14:tracePt t="318733" x="4394200" y="6369050"/>
          <p14:tracePt t="318748" x="4343400" y="6369050"/>
          <p14:tracePt t="318765" x="4305300" y="6375400"/>
          <p14:tracePt t="318781" x="4184650" y="6394450"/>
          <p14:tracePt t="318798" x="4108450" y="6394450"/>
          <p14:tracePt t="318815" x="3949700" y="6413500"/>
          <p14:tracePt t="318831" x="3810000" y="6432550"/>
          <p14:tracePt t="318848" x="3746500" y="6432550"/>
          <p14:tracePt t="318865" x="3638550" y="6438900"/>
          <p14:tracePt t="318881" x="3606800" y="6438900"/>
          <p14:tracePt t="318898" x="3587750" y="6438900"/>
          <p14:tracePt t="318915" x="3575050" y="6438900"/>
          <p14:tracePt t="318931" x="3568700" y="6445250"/>
          <p14:tracePt t="318998" x="3575050" y="6451600"/>
          <p14:tracePt t="319012" x="3587750" y="6451600"/>
          <p14:tracePt t="319020" x="3606800" y="6451600"/>
          <p14:tracePt t="319030" x="3625850" y="6451600"/>
          <p14:tracePt t="319048" x="3708400" y="6457950"/>
          <p14:tracePt t="319064" x="3771900" y="6457950"/>
          <p14:tracePt t="319080" x="3860800" y="6457950"/>
          <p14:tracePt t="319097" x="4152900" y="6464300"/>
          <p14:tracePt t="319114" x="4254500" y="6464300"/>
          <p14:tracePt t="319130" x="4343400" y="6464300"/>
          <p14:tracePt t="319147" x="4508500" y="6464300"/>
          <p14:tracePt t="319163" x="4641850" y="6451600"/>
          <p14:tracePt t="319180" x="4679950" y="6451600"/>
          <p14:tracePt t="319197" x="4737100" y="6451600"/>
          <p14:tracePt t="319213" x="4749800" y="6451600"/>
          <p14:tracePt t="319231" x="4756150" y="6451600"/>
          <p14:tracePt t="319246" x="4762500" y="6451600"/>
          <p14:tracePt t="319280" x="4756150" y="6451600"/>
          <p14:tracePt t="319301" x="4743450" y="6451600"/>
          <p14:tracePt t="319322" x="4724400" y="6451600"/>
          <p14:tracePt t="319331" x="4692650" y="6451600"/>
          <p14:tracePt t="319346" x="4660900" y="6457950"/>
          <p14:tracePt t="319363" x="4622800" y="6457950"/>
          <p14:tracePt t="319379" x="4432300" y="6477000"/>
          <p14:tracePt t="319396" x="4362450" y="6483350"/>
          <p14:tracePt t="319413" x="4235450" y="6496050"/>
          <p14:tracePt t="319429" x="4178300" y="6502400"/>
          <p14:tracePt t="319446" x="4095750" y="6521450"/>
          <p14:tracePt t="319463" x="4057650" y="6527800"/>
          <p14:tracePt t="319479" x="4044950" y="6527800"/>
          <p14:tracePt t="319496" x="4032250" y="6534150"/>
          <p14:tracePt t="319512" x="4025900" y="6534150"/>
          <p14:tracePt t="319546" x="4032250" y="6534150"/>
          <p14:tracePt t="319562" x="4064000" y="6540500"/>
          <p14:tracePt t="319579" x="4102100" y="6540500"/>
          <p14:tracePt t="319596" x="4222750" y="6559550"/>
          <p14:tracePt t="319612" x="4387850" y="6572250"/>
          <p14:tracePt t="319628" x="4476750" y="6572250"/>
          <p14:tracePt t="319646" x="4654550" y="6572250"/>
          <p14:tracePt t="319662" x="4768850" y="6572250"/>
          <p14:tracePt t="319678" x="4813300" y="6572250"/>
          <p14:tracePt t="319695" x="4851400" y="6559550"/>
          <p14:tracePt t="319711" x="4864100" y="6553200"/>
          <p14:tracePt t="319745" x="4870450" y="6553200"/>
          <p14:tracePt t="319786" x="4864100" y="6553200"/>
          <p14:tracePt t="319793" x="4845050" y="6546850"/>
          <p14:tracePt t="319800" x="4832350" y="6540500"/>
          <p14:tracePt t="319815" x="4806950" y="6540500"/>
          <p14:tracePt t="319828" x="4775200" y="6527800"/>
          <p14:tracePt t="319844" x="4686300" y="6527800"/>
          <p14:tracePt t="319861" x="4635500" y="6527800"/>
          <p14:tracePt t="319878" x="4514850" y="6521450"/>
          <p14:tracePt t="319894" x="4375150" y="6521450"/>
          <p14:tracePt t="319911" x="4311650" y="6521450"/>
          <p14:tracePt t="319928" x="4203700" y="6521450"/>
          <p14:tracePt t="319944" x="4114800" y="6521450"/>
          <p14:tracePt t="320428" x="4133850" y="6515100"/>
          <p14:tracePt t="320435" x="4165600" y="6508750"/>
          <p14:tracePt t="320449" x="4210050" y="6489700"/>
          <p14:tracePt t="320459" x="4241800" y="6477000"/>
          <p14:tracePt t="320476" x="4298950" y="6426200"/>
          <p14:tracePt t="320493" x="4330700" y="6400800"/>
          <p14:tracePt t="320509" x="4362450" y="6337300"/>
          <p14:tracePt t="320526" x="4375150" y="6286500"/>
          <p14:tracePt t="320542" x="4375150" y="6261100"/>
          <p14:tracePt t="320559" x="4349750" y="6191250"/>
          <p14:tracePt t="320576" x="4318000" y="6140450"/>
          <p14:tracePt t="320592" x="4305300" y="6115050"/>
          <p14:tracePt t="320609" x="4260850" y="6076950"/>
          <p14:tracePt t="320626" x="4210050" y="6032500"/>
          <p14:tracePt t="320642" x="4165600" y="6007100"/>
          <p14:tracePt t="320658" x="4133850" y="5981700"/>
          <p14:tracePt t="320676" x="3962400" y="5886450"/>
          <p14:tracePt t="320691" x="3892550" y="5848350"/>
          <p14:tracePt t="320708" x="3810000" y="5810250"/>
          <p14:tracePt t="320725" x="3663950" y="5753100"/>
          <p14:tracePt t="320741" x="3524250" y="5683250"/>
          <p14:tracePt t="320759" x="3390900" y="5645150"/>
          <p14:tracePt t="320775" x="3333750" y="5613400"/>
          <p14:tracePt t="320791" x="3238500" y="5588000"/>
          <p14:tracePt t="320809" x="3155950" y="5568950"/>
          <p14:tracePt t="320824" x="3130550" y="5562600"/>
          <p14:tracePt t="320841" x="3079750" y="5562600"/>
          <p14:tracePt t="320858" x="3035300" y="5581650"/>
          <p14:tracePt t="320874" x="3022600" y="5594350"/>
          <p14:tracePt t="320892" x="2997200" y="5626100"/>
          <p14:tracePt t="320907" x="2990850" y="5664200"/>
          <p14:tracePt t="320924" x="2990850" y="5670550"/>
          <p14:tracePt t="320941" x="3003550" y="5695950"/>
          <p14:tracePt t="320957" x="3041650" y="5727700"/>
          <p14:tracePt t="320974" x="3086100" y="5753100"/>
          <p14:tracePt t="320991" x="3200400" y="5810250"/>
          <p14:tracePt t="321007" x="3270250" y="5842000"/>
          <p14:tracePt t="321024" x="3403600" y="5867400"/>
          <p14:tracePt t="321040" x="3505200" y="5880100"/>
          <p14:tracePt t="321057" x="3575050" y="5867400"/>
          <p14:tracePt t="321074" x="3651250" y="5822950"/>
          <p14:tracePt t="321090" x="3689350" y="5778500"/>
          <p14:tracePt t="321107" x="3695700" y="5759450"/>
          <p14:tracePt t="321124" x="3695700" y="5702300"/>
          <p14:tracePt t="321140" x="3676650" y="5632450"/>
          <p14:tracePt t="321156" x="3651250" y="5588000"/>
          <p14:tracePt t="321174" x="3587750" y="5518150"/>
          <p14:tracePt t="321189" x="3511550" y="5480050"/>
          <p14:tracePt t="321206" x="3467100" y="5448300"/>
          <p14:tracePt t="321223" x="3403600" y="5441950"/>
          <p14:tracePt t="321240" x="3321050" y="5448300"/>
          <p14:tracePt t="321256" x="3263900" y="5473700"/>
          <p14:tracePt t="321273" x="3175000" y="5518150"/>
          <p14:tracePt t="321289" x="3136900" y="5562600"/>
          <p14:tracePt t="321307" x="3073400" y="5670550"/>
          <p14:tracePt t="321323" x="3060700" y="5702300"/>
          <p14:tracePt t="321339" x="3060700" y="5721350"/>
          <p14:tracePt t="321357" x="3086100" y="5765800"/>
          <p14:tracePt t="321372" x="3143250" y="5822950"/>
          <p14:tracePt t="321389" x="3187700" y="5854700"/>
          <p14:tracePt t="321406" x="3314700" y="5943600"/>
          <p14:tracePt t="321422" x="3505200" y="6038850"/>
          <p14:tracePt t="321439" x="3594100" y="6083300"/>
          <p14:tracePt t="321455" x="3790950" y="6134100"/>
          <p14:tracePt t="321472" x="3943350" y="6140450"/>
          <p14:tracePt t="321490" x="4051300" y="6121400"/>
          <p14:tracePt t="321505" x="4095750" y="6096000"/>
          <p14:tracePt t="321522" x="4146550" y="6013450"/>
          <p14:tracePt t="321539" x="4171950" y="5930900"/>
          <p14:tracePt t="321556" x="4171950" y="5880100"/>
          <p14:tracePt t="321572" x="4171950" y="5829300"/>
          <p14:tracePt t="321589" x="4152900" y="5746750"/>
          <p14:tracePt t="321605" x="4140200" y="5734050"/>
          <p14:tracePt t="321622" x="4127500" y="5727700"/>
          <p14:tracePt t="321638" x="4102100" y="5715000"/>
          <p14:tracePt t="321655" x="4083050" y="5708650"/>
          <p14:tracePt t="321672" x="4070350" y="5708650"/>
          <p14:tracePt t="321688" x="4044950" y="5715000"/>
          <p14:tracePt t="321705" x="4019550" y="5727700"/>
          <p14:tracePt t="321722" x="4000500" y="5753100"/>
          <p14:tracePt t="321738" x="3994150" y="5772150"/>
          <p14:tracePt t="321755" x="3981450" y="5810250"/>
          <p14:tracePt t="321772" x="3968750" y="5886450"/>
          <p14:tracePt t="321788" x="3975100" y="5943600"/>
          <p14:tracePt t="321804" x="4000500" y="6089650"/>
          <p14:tracePt t="321821" x="4051300" y="6223000"/>
          <p14:tracePt t="321837" x="4070350" y="6280150"/>
          <p14:tracePt t="321854" x="4095750" y="6330950"/>
          <p14:tracePt t="321871" x="4171950" y="6515100"/>
          <p14:tracePt t="321887" x="4191000" y="6565900"/>
          <p14:tracePt t="321905" x="4229100" y="6635750"/>
          <p14:tracePt t="321921" x="4235450" y="6654800"/>
          <p14:tracePt t="321937" x="4248150" y="6673850"/>
          <p14:tracePt t="321954" x="4248150" y="6680200"/>
          <p14:tracePt t="322136" x="4248150" y="6673850"/>
          <p14:tracePt t="322186" x="4254500" y="6673850"/>
          <p14:tracePt t="322193" x="4260850" y="6667500"/>
          <p14:tracePt t="322221" x="4267200" y="6661150"/>
          <p14:tracePt t="322235" x="4273550" y="6661150"/>
          <p14:tracePt t="322242" x="4279900" y="6661150"/>
          <p14:tracePt t="322256" x="4292600" y="6661150"/>
          <p14:tracePt t="322270" x="4318000" y="6654800"/>
          <p14:tracePt t="322286" x="4394200" y="6654800"/>
          <p14:tracePt t="322303" x="4445000" y="6654800"/>
          <p14:tracePt t="322320" x="4610100" y="6654800"/>
          <p14:tracePt t="322336" x="4826000" y="6654800"/>
          <p14:tracePt t="322352" x="4940300" y="6654800"/>
          <p14:tracePt t="322369" x="5149850" y="6654800"/>
          <p14:tracePt t="322386" x="5238750" y="6654800"/>
          <p14:tracePt t="322402" x="5327650" y="6654800"/>
          <p14:tracePt t="322419" x="5480050" y="6654800"/>
          <p14:tracePt t="322436" x="5524500" y="6654800"/>
          <p14:tracePt t="322453" x="5568950" y="6654800"/>
          <p14:tracePt t="322469" x="5581650" y="6654800"/>
          <p14:tracePt t="322486" x="5588000" y="6654800"/>
          <p14:tracePt t="322552" x="5581650" y="6654800"/>
          <p14:tracePt t="322559" x="5562600" y="6648450"/>
          <p14:tracePt t="322568" x="5537200" y="6642100"/>
          <p14:tracePt t="322584" x="5492750" y="6635750"/>
          <p14:tracePt t="322602" x="5327650" y="6616700"/>
          <p14:tracePt t="322618" x="5099050" y="6572250"/>
          <p14:tracePt t="322636" x="4953000" y="6546850"/>
          <p14:tracePt t="322652" x="4660900" y="6502400"/>
          <p14:tracePt t="322668" x="4419600" y="6470650"/>
          <p14:tracePt t="322686" x="4241800" y="6451600"/>
          <p14:tracePt t="322701" x="4184650" y="6445250"/>
          <p14:tracePt t="322718" x="4133850" y="6438900"/>
          <p14:tracePt t="322735" x="4121150" y="6438900"/>
          <p14:tracePt t="322751" x="4108450" y="6438900"/>
          <p14:tracePt t="322784" x="4102100" y="6438900"/>
          <p14:tracePt t="322847" x="4108450" y="6438900"/>
          <p14:tracePt t="322854" x="4114800" y="6438900"/>
          <p14:tracePt t="322889" x="4121150" y="6438900"/>
          <p14:tracePt t="322895" x="4127500" y="6438900"/>
          <p14:tracePt t="322910" x="4133850" y="6432550"/>
          <p14:tracePt t="322920" x="4140200" y="6432550"/>
          <p14:tracePt t="322938" x="4146550" y="6426200"/>
          <p14:tracePt t="322950" x="4152900" y="6426200"/>
          <p14:tracePt t="322967" x="4159250" y="6426200"/>
          <p14:tracePt t="322987" x="4165600" y="6419850"/>
          <p14:tracePt t="323755" x="4159250" y="6369050"/>
          <p14:tracePt t="323769" x="4127500" y="6286500"/>
          <p14:tracePt t="323776" x="4076700" y="6191250"/>
          <p14:tracePt t="323790" x="4000500" y="6089650"/>
          <p14:tracePt t="323799" x="3917950" y="5943600"/>
          <p14:tracePt t="323814" x="3822700" y="5810250"/>
          <p14:tracePt t="323831" x="3587750" y="5511800"/>
          <p14:tracePt t="323847" x="3289300" y="5156200"/>
          <p14:tracePt t="323864" x="3168650" y="4997450"/>
          <p14:tracePt t="323881" x="2965450" y="4781550"/>
          <p14:tracePt t="323897" x="2787650" y="4622800"/>
          <p14:tracePt t="323913" x="2717800" y="4559300"/>
          <p14:tracePt t="323931" x="2597150" y="4483100"/>
          <p14:tracePt t="323947" x="2508250" y="4432300"/>
          <p14:tracePt t="323964" x="2489200" y="4413250"/>
          <p14:tracePt t="323980" x="2457450" y="4394200"/>
          <p14:tracePt t="323997" x="2419350" y="4368800"/>
          <p14:tracePt t="324013" x="2393950" y="4349750"/>
          <p14:tracePt t="324030" x="2368550" y="4337050"/>
          <p14:tracePt t="324047" x="2336800" y="4311650"/>
          <p14:tracePt t="324050" x="2324100" y="4298950"/>
          <p14:tracePt t="324064" x="2298700" y="4279900"/>
          <p14:tracePt t="324080" x="2286000" y="4267200"/>
          <p14:tracePt t="324114" x="2273300" y="4260850"/>
          <p14:tracePt t="324130" x="2266950" y="4254500"/>
          <p14:tracePt t="324163" x="2254250" y="4241800"/>
          <p14:tracePt t="324179" x="2247900" y="4229100"/>
          <p14:tracePt t="324196" x="2235200" y="4222750"/>
          <p14:tracePt t="324213" x="2203450" y="4203700"/>
          <p14:tracePt t="324229" x="2171700" y="4171950"/>
          <p14:tracePt t="324247" x="2114550" y="4114800"/>
          <p14:tracePt t="324263" x="2076450" y="4076700"/>
          <p14:tracePt t="324279" x="2044700" y="4051300"/>
          <p14:tracePt t="324297" x="1968500" y="3981450"/>
          <p14:tracePt t="324312" x="1955800" y="3968750"/>
          <p14:tracePt t="324329" x="1943100" y="3956050"/>
          <p14:tracePt t="324346" x="1924050" y="3943350"/>
          <p14:tracePt t="324362" x="1917700" y="3937000"/>
          <p14:tracePt t="324402" x="1924050" y="3937000"/>
          <p14:tracePt t="324412" x="1930400" y="3937000"/>
          <p14:tracePt t="324431" x="1936750" y="3937000"/>
          <p14:tracePt t="324445" x="1949450" y="3937000"/>
          <p14:tracePt t="324462" x="1968500" y="3937000"/>
          <p14:tracePt t="324480" x="1981200" y="3937000"/>
          <p14:tracePt t="324495" x="1987550" y="3937000"/>
          <p14:tracePt t="324512" x="1993900" y="3937000"/>
          <p14:tracePt t="324529" x="2006600" y="3937000"/>
          <p14:tracePt t="324562" x="2012950" y="3937000"/>
          <p14:tracePt t="324579" x="2019300" y="3937000"/>
          <p14:tracePt t="324598" x="2025650" y="3937000"/>
          <p14:tracePt t="324614" x="2038350" y="3937000"/>
          <p14:tracePt t="324627" x="2057400" y="3937000"/>
          <p14:tracePt t="324645" x="2108200" y="3949700"/>
          <p14:tracePt t="324662" x="2184400" y="3956050"/>
          <p14:tracePt t="324677" x="2228850" y="3956050"/>
          <p14:tracePt t="324694" x="2305050" y="3962400"/>
          <p14:tracePt t="324711" x="2374900" y="3962400"/>
          <p14:tracePt t="324728" x="2393950" y="3962400"/>
          <p14:tracePt t="324744" x="2425700" y="3962400"/>
          <p14:tracePt t="324761" x="2438400" y="3962400"/>
          <p14:tracePt t="324777" x="2444750" y="3962400"/>
          <p14:tracePt t="324858" x="2438400" y="3962400"/>
          <p14:tracePt t="325694" x="2432050" y="3962400"/>
          <p14:tracePt t="325744" x="2381250" y="3968750"/>
          <p14:tracePt t="325758" x="2362200" y="3968750"/>
          <p14:tracePt t="325764" x="2336800" y="3968750"/>
          <p14:tracePt t="325778" x="2311400" y="3968750"/>
          <p14:tracePt t="325790" x="2292350" y="3968750"/>
          <p14:tracePt t="325807" x="2235200" y="3968750"/>
          <p14:tracePt t="325824" x="2203450" y="3968750"/>
          <p14:tracePt t="325840" x="2165350" y="3968750"/>
          <p14:tracePt t="325857" x="2127250" y="3968750"/>
          <p14:tracePt t="325891" x="2114550" y="3968750"/>
          <p14:tracePt t="325907" x="2108200" y="3968750"/>
          <p14:tracePt t="325927" x="2101850" y="3975100"/>
          <p14:tracePt t="325947" x="2095500" y="3975100"/>
          <p14:tracePt t="325976" x="2089150" y="3981450"/>
          <p14:tracePt t="325997" x="2089150" y="3987800"/>
          <p14:tracePt t="326046" x="2089150" y="3994150"/>
          <p14:tracePt t="326151" x="2089150" y="4000500"/>
          <p14:tracePt t="326165" x="2095500" y="4000500"/>
          <p14:tracePt t="326200" x="2101850" y="4006850"/>
          <p14:tracePt t="326229" x="2108200" y="4006850"/>
          <p14:tracePt t="326249" x="2114550" y="4006850"/>
          <p14:tracePt t="326257" x="2120900" y="4006850"/>
          <p14:tracePt t="326278" x="2133600" y="4006850"/>
          <p14:tracePt t="326292" x="2139950" y="4006850"/>
          <p14:tracePt t="326299" x="2159000" y="4006850"/>
          <p14:tracePt t="326308" x="2171700" y="4013200"/>
          <p14:tracePt t="326322" x="2190750" y="4013200"/>
          <p14:tracePt t="326339" x="2209800" y="4013200"/>
          <p14:tracePt t="326356" x="2254250" y="4013200"/>
          <p14:tracePt t="326372" x="2286000" y="4013200"/>
          <p14:tracePt t="326389" x="2305050" y="4013200"/>
          <p14:tracePt t="326405" x="2324100" y="4013200"/>
          <p14:tracePt t="326422" x="2336800" y="4013200"/>
          <p14:tracePt t="326482" x="2343150" y="4013200"/>
          <p14:tracePt t="326531" x="2349500" y="4013200"/>
          <p14:tracePt t="326644" x="2355850" y="4013200"/>
          <p14:tracePt t="326651" x="2362200" y="4013200"/>
          <p14:tracePt t="326679" x="2368550" y="4013200"/>
          <p14:tracePt t="326728" x="2374900" y="4013200"/>
          <p14:tracePt t="326749" x="2381250" y="4013200"/>
          <p14:tracePt t="326819" x="2387600" y="4013200"/>
          <p14:tracePt t="326841" x="2393950" y="4013200"/>
          <p14:tracePt t="327759" x="2451100" y="4006850"/>
          <p14:tracePt t="327767" x="2546350" y="3994150"/>
          <p14:tracePt t="327773" x="2673350" y="3962400"/>
          <p14:tracePt t="327787" x="2832100" y="3943350"/>
          <p14:tracePt t="327801" x="3054350" y="3911600"/>
          <p14:tracePt t="327817" x="3613150" y="3867150"/>
          <p14:tracePt t="327834" x="3930650" y="3854450"/>
          <p14:tracePt t="327851" x="4565650" y="3803650"/>
          <p14:tracePt t="327867" x="4883150" y="3771900"/>
          <p14:tracePt t="327883" x="5492750" y="3663950"/>
          <p14:tracePt t="327901" x="5715000" y="3619500"/>
          <p14:tracePt t="327916" x="5988050" y="3575050"/>
          <p14:tracePt t="327933" x="6286500" y="3479800"/>
          <p14:tracePt t="327950" x="6400800" y="3435350"/>
          <p14:tracePt t="327966" x="6483350" y="3397250"/>
          <p14:tracePt t="327983" x="6565900" y="3359150"/>
          <p14:tracePt t="327999" x="6724650" y="3263900"/>
          <p14:tracePt t="328016" x="6781800" y="3225800"/>
          <p14:tracePt t="328033" x="6845300" y="3187700"/>
          <p14:tracePt t="328050" x="6896100" y="3149600"/>
          <p14:tracePt t="328066" x="6908800" y="3143250"/>
          <p14:tracePt t="328083" x="6921500" y="3124200"/>
          <p14:tracePt t="328099" x="6927850" y="3111500"/>
          <p14:tracePt t="328116" x="6927850" y="3105150"/>
          <p14:tracePt t="328132" x="6927850" y="3098800"/>
          <p14:tracePt t="328149" x="6915150" y="3079750"/>
          <p14:tracePt t="328166" x="6908800" y="3073400"/>
          <p14:tracePt t="328182" x="6902450" y="3067050"/>
          <p14:tracePt t="328199" x="6896100" y="3067050"/>
          <p14:tracePt t="328237" x="6896100" y="3060700"/>
          <p14:tracePt t="328252" x="6883400" y="3060700"/>
          <p14:tracePt t="328266" x="6807200" y="3022600"/>
          <p14:tracePt t="328282" x="6762750" y="2997200"/>
          <p14:tracePt t="328299" x="6724650" y="2990850"/>
          <p14:tracePt t="328315" x="6648450" y="2959100"/>
          <p14:tracePt t="328332" x="6597650" y="2940050"/>
          <p14:tracePt t="328349" x="6584950" y="2933700"/>
          <p14:tracePt t="328365" x="6559550" y="2927350"/>
          <p14:tracePt t="328381" x="6540500" y="2927350"/>
          <p14:tracePt t="328399" x="6534150" y="2927350"/>
          <p14:tracePt t="328441" x="6540500" y="2927350"/>
          <p14:tracePt t="328450" x="6559550" y="2927350"/>
          <p14:tracePt t="328464" x="6572250" y="2927350"/>
          <p14:tracePt t="328481" x="6591300" y="2927350"/>
          <p14:tracePt t="328498" x="6724650" y="2946400"/>
          <p14:tracePt t="328515" x="6788150" y="2952750"/>
          <p14:tracePt t="328533" x="6946900" y="2971800"/>
          <p14:tracePt t="328548" x="7086600" y="3003550"/>
          <p14:tracePt t="328564" x="7156450" y="3003550"/>
          <p14:tracePt t="328582" x="7245350" y="3009900"/>
          <p14:tracePt t="328597" x="7264400" y="3009900"/>
          <p14:tracePt t="328614" x="7308850" y="3009900"/>
          <p14:tracePt t="328631" x="7315200" y="3009900"/>
          <p14:tracePt t="328779" x="7308850" y="3009900"/>
          <p14:tracePt t="328792" x="7302500" y="3009900"/>
          <p14:tracePt t="328800" x="7296150" y="3009900"/>
          <p14:tracePt t="328816" x="7283450" y="3009900"/>
          <p14:tracePt t="328829" x="7264400" y="3009900"/>
          <p14:tracePt t="328846" x="7239000" y="3009900"/>
          <p14:tracePt t="328863" x="7162800" y="3022600"/>
          <p14:tracePt t="328880" x="7099300" y="3022600"/>
          <p14:tracePt t="328896" x="6940550" y="3041650"/>
          <p14:tracePt t="328913" x="6762750" y="3060700"/>
          <p14:tracePt t="328930" x="6673850" y="3086100"/>
          <p14:tracePt t="328947" x="6502400" y="3111500"/>
          <p14:tracePt t="328962" x="6394450" y="3124200"/>
          <p14:tracePt t="328980" x="6356350" y="3130550"/>
          <p14:tracePt t="328997" x="6311900" y="3136900"/>
          <p14:tracePt t="329013" x="6299200" y="3136900"/>
          <p14:tracePt t="329046" x="6292850" y="3136900"/>
          <p14:tracePt t="329151" x="6299200" y="3136900"/>
          <p14:tracePt t="329636" x="6267450" y="3136900"/>
          <p14:tracePt t="329644" x="6197600" y="3143250"/>
          <p14:tracePt t="329657" x="6121400" y="3155950"/>
          <p14:tracePt t="329663" x="6051550" y="3175000"/>
          <p14:tracePt t="329680" x="5962650" y="3194050"/>
          <p14:tracePt t="329694" x="5791200" y="3257550"/>
          <p14:tracePt t="329710" x="5708650" y="3295650"/>
          <p14:tracePt t="329728" x="5524500" y="3378200"/>
          <p14:tracePt t="329744" x="5429250" y="3422650"/>
          <p14:tracePt t="329760" x="5245100" y="3505200"/>
          <p14:tracePt t="329777" x="5073650" y="3549650"/>
          <p14:tracePt t="329793" x="5022850" y="3568700"/>
          <p14:tracePt t="329810" x="4895850" y="3606800"/>
          <p14:tracePt t="329826" x="4775200" y="3638550"/>
          <p14:tracePt t="329843" x="4737100" y="3638550"/>
          <p14:tracePt t="329860" x="4667250" y="3644900"/>
          <p14:tracePt t="329876" x="4578350" y="3644900"/>
          <p14:tracePt t="329893" x="4546600" y="3644900"/>
          <p14:tracePt t="329910" x="4502150" y="3638550"/>
          <p14:tracePt t="329926" x="4470400" y="3625850"/>
          <p14:tracePt t="329943" x="4464050" y="3619500"/>
          <p14:tracePt t="330365" x="4425950" y="3619500"/>
          <p14:tracePt t="330379" x="4381500" y="3619500"/>
          <p14:tracePt t="330386" x="4330700" y="3619500"/>
          <p14:tracePt t="330399" x="4267200" y="3619500"/>
          <p14:tracePt t="330408" x="4203700" y="3613150"/>
          <p14:tracePt t="330424" x="4127500" y="3613150"/>
          <p14:tracePt t="330442" x="3937000" y="3600450"/>
          <p14:tracePt t="330458" x="3708400" y="3581400"/>
          <p14:tracePt t="330474" x="3606800" y="3575050"/>
          <p14:tracePt t="330493" x="3371850" y="3543300"/>
          <p14:tracePt t="330507" x="3155950" y="3511550"/>
          <p14:tracePt t="330524" x="3067050" y="3511550"/>
          <p14:tracePt t="330541" x="2946400" y="3492500"/>
          <p14:tracePt t="330557" x="2895600" y="3479800"/>
          <p14:tracePt t="330574" x="2825750" y="3486150"/>
          <p14:tracePt t="330591" x="2755900" y="3492500"/>
          <p14:tracePt t="330607" x="2724150" y="3498850"/>
          <p14:tracePt t="330625" x="2673350" y="3498850"/>
          <p14:tracePt t="330640" x="2616200" y="3498850"/>
          <p14:tracePt t="330657" x="2584450" y="3498850"/>
          <p14:tracePt t="330674" x="2533650" y="3524250"/>
          <p14:tracePt t="330690" x="2508250" y="3530600"/>
          <p14:tracePt t="330707" x="2501900" y="3530600"/>
          <p14:tracePt t="330710" x="2495550" y="3530600"/>
          <p14:tracePt t="330724" x="2489200" y="3530600"/>
          <p14:tracePt t="330744" x="2501900" y="3536950"/>
          <p14:tracePt t="331123" x="2457450" y="3594100"/>
          <p14:tracePt t="331137" x="2406650" y="3651250"/>
          <p14:tracePt t="331144" x="2349500" y="3721100"/>
          <p14:tracePt t="331155" x="2298700" y="3778250"/>
          <p14:tracePt t="331173" x="2247900" y="3854450"/>
          <p14:tracePt t="331188" x="2235200" y="3886200"/>
          <p14:tracePt t="331205" x="2197100" y="3930650"/>
          <p14:tracePt t="331222" x="2184400" y="3956050"/>
          <p14:tracePt t="331239" x="2171700" y="3968750"/>
          <p14:tracePt t="331254" x="2165350" y="3975100"/>
          <p14:tracePt t="331272" x="2159000" y="3975100"/>
          <p14:tracePt t="331566" x="2152650" y="3981450"/>
          <p14:tracePt t="331573" x="2146300" y="3981450"/>
          <p14:tracePt t="331671" x="2139950" y="3981450"/>
          <p14:tracePt t="331734" x="2139950" y="3987800"/>
          <p14:tracePt t="331756" x="2139950" y="3994150"/>
          <p14:tracePt t="331771" x="2146300" y="3994150"/>
          <p14:tracePt t="331784" x="2152650" y="3994150"/>
          <p14:tracePt t="331791" x="2159000" y="3994150"/>
          <p14:tracePt t="331806" x="2165350" y="3994150"/>
          <p14:tracePt t="331820" x="2171700" y="3994150"/>
          <p14:tracePt t="331836" x="2178050" y="4000500"/>
          <p14:tracePt t="331853" x="2190750" y="4000500"/>
          <p14:tracePt t="331869" x="2222500" y="4000500"/>
          <p14:tracePt t="331886" x="2260600" y="4000500"/>
          <p14:tracePt t="331904" x="2292350" y="4000500"/>
          <p14:tracePt t="331919" x="2311400" y="4000500"/>
          <p14:tracePt t="331936" x="2336800" y="4000500"/>
          <p14:tracePt t="331953" x="2349500" y="4000500"/>
          <p14:tracePt t="331969" x="2355850" y="4000500"/>
          <p14:tracePt t="332004" x="2362200" y="4000500"/>
          <p14:tracePt t="332529" x="2368550" y="4000500"/>
          <p14:tracePt t="332916" x="2368550" y="3994150"/>
          <p14:tracePt t="333113" x="2362200" y="3994150"/>
          <p14:tracePt t="333162" x="2355850" y="3994150"/>
          <p14:tracePt t="333211" x="2349500" y="3994150"/>
          <p14:tracePt t="333254" x="2343150" y="3994150"/>
          <p14:tracePt t="333261" x="2343150" y="4000500"/>
          <p14:tracePt t="333282" x="2336800" y="4000500"/>
          <p14:tracePt t="333288" x="2336800" y="4006850"/>
          <p14:tracePt t="333303" x="2336800" y="4013200"/>
          <p14:tracePt t="333315" x="2336800" y="4019550"/>
          <p14:tracePt t="333331" x="2330450" y="4057650"/>
          <p14:tracePt t="333348" x="2330450" y="4076700"/>
          <p14:tracePt t="333364" x="2330450" y="4133850"/>
          <p14:tracePt t="333382" x="2343150" y="4241800"/>
          <p14:tracePt t="333397" x="2343150" y="4305300"/>
          <p14:tracePt t="333415" x="2349500" y="4445000"/>
          <p14:tracePt t="333431" x="2362200" y="4616450"/>
          <p14:tracePt t="333447" x="2368550" y="4705350"/>
          <p14:tracePt t="333465" x="2387600" y="4870450"/>
          <p14:tracePt t="333481" x="2406650" y="5029200"/>
          <p14:tracePt t="333497" x="2425700" y="5092700"/>
          <p14:tracePt t="333515" x="2457450" y="5213350"/>
          <p14:tracePt t="333530" x="2476500" y="5270500"/>
          <p14:tracePt t="333547" x="2520950" y="5359400"/>
          <p14:tracePt t="333564" x="2540000" y="5410200"/>
          <p14:tracePt t="333580" x="2546350" y="5435600"/>
          <p14:tracePt t="333598" x="2552700" y="5480050"/>
          <p14:tracePt t="333614" x="2559050" y="5511800"/>
          <p14:tracePt t="333630" x="2565400" y="5524500"/>
          <p14:tracePt t="333647" x="2565400" y="5530850"/>
          <p14:tracePt t="333663" x="2571750" y="5530850"/>
          <p14:tracePt t="334247" x="2571750" y="5524500"/>
          <p14:tracePt t="334254" x="2578100" y="5505450"/>
          <p14:tracePt t="334268" x="2584450" y="5486400"/>
          <p14:tracePt t="334278" x="2584450" y="5461000"/>
          <p14:tracePt t="334295" x="2584450" y="5422900"/>
          <p14:tracePt t="334311" x="2590800" y="5365750"/>
          <p14:tracePt t="334328" x="2603500" y="5302250"/>
          <p14:tracePt t="334344" x="2603500" y="5276850"/>
          <p14:tracePt t="334360" x="2609850" y="5245100"/>
          <p14:tracePt t="334377" x="2609850" y="5232400"/>
          <p14:tracePt t="334416" x="2609850" y="5226050"/>
          <p14:tracePt t="334465" x="2609850" y="5219700"/>
          <p14:tracePt t="334775" x="2609850" y="5213350"/>
          <p14:tracePt t="334845" x="2609850" y="5207000"/>
          <p14:tracePt t="335000" x="2616200" y="5200650"/>
          <p14:tracePt t="335048" x="2616200" y="5194300"/>
          <p14:tracePt t="335070" x="2616200" y="5187950"/>
          <p14:tracePt t="335077" x="2616200" y="5181600"/>
          <p14:tracePt t="335098" x="2616200" y="5175250"/>
          <p14:tracePt t="335119" x="2616200" y="5168900"/>
          <p14:tracePt t="335126" x="2616200" y="5162550"/>
          <p14:tracePt t="335168" x="2609850" y="5162550"/>
          <p14:tracePt t="335196" x="2609850" y="5156200"/>
          <p14:tracePt t="335232" x="2609850" y="5149850"/>
          <p14:tracePt t="335267" x="2609850" y="5137150"/>
          <p14:tracePt t="335288" x="2609850" y="5130800"/>
          <p14:tracePt t="335302" x="2609850" y="5124450"/>
          <p14:tracePt t="335337" x="2609850" y="5118100"/>
          <p14:tracePt t="335379" x="2609850" y="5111750"/>
          <p14:tracePt t="335401" x="2609850" y="5105400"/>
          <p14:tracePt t="335443" x="2609850" y="5099050"/>
          <p14:tracePt t="335450" x="2603500" y="5099050"/>
          <p14:tracePt t="335478" x="2603500" y="5092700"/>
          <p14:tracePt t="335499" x="2603500" y="5086350"/>
          <p14:tracePt t="335513" x="2603500" y="5080000"/>
          <p14:tracePt t="335541" x="2603500" y="5073650"/>
          <p14:tracePt t="335562" x="2603500" y="5067300"/>
          <p14:tracePt t="335569" x="2603500" y="5060950"/>
          <p14:tracePt t="335583" x="2603500" y="5054600"/>
          <p14:tracePt t="335593" x="2603500" y="5048250"/>
          <p14:tracePt t="335606" x="2597150" y="5035550"/>
          <p14:tracePt t="335623" x="2597150" y="4997450"/>
          <p14:tracePt t="335640" x="2590800" y="4927600"/>
          <p14:tracePt t="335656" x="2578100" y="4876800"/>
          <p14:tracePt t="335673" x="2559050" y="4806950"/>
          <p14:tracePt t="335690" x="2501900" y="4572000"/>
          <p14:tracePt t="335706" x="2470150" y="4470400"/>
          <p14:tracePt t="335724" x="2419350" y="4286250"/>
          <p14:tracePt t="335739" x="2400300" y="4216400"/>
          <p14:tracePt t="335756" x="2362200" y="4095750"/>
          <p14:tracePt t="335773" x="2349500" y="4032250"/>
          <p14:tracePt t="335789" x="2343150" y="4019550"/>
          <p14:tracePt t="335806" x="2336800" y="4013200"/>
          <p14:tracePt t="335900" x="2330450" y="4013200"/>
          <p14:tracePt t="335970" x="2330450" y="4006850"/>
          <p14:tracePt t="335991" x="2330450" y="4000500"/>
          <p14:tracePt t="336026" x="2330450" y="3994150"/>
          <p14:tracePt t="336286" x="2336800" y="3994150"/>
          <p14:tracePt t="336335" x="2343150" y="3994150"/>
          <p14:tracePt t="336427" x="2343150" y="4000500"/>
          <p14:tracePt t="336462" x="2343150" y="4006850"/>
          <p14:tracePt t="337251" x="2343150" y="4019550"/>
          <p14:tracePt t="337258" x="2343150" y="4038600"/>
          <p14:tracePt t="337272" x="2343150" y="4070350"/>
          <p14:tracePt t="337283" x="2343150" y="4095750"/>
          <p14:tracePt t="337301" x="2343150" y="4210050"/>
          <p14:tracePt t="337317" x="2343150" y="4298950"/>
          <p14:tracePt t="337335" x="2368550" y="4527550"/>
          <p14:tracePt t="337350" x="2387600" y="4787900"/>
          <p14:tracePt t="337367" x="2406650" y="4902200"/>
          <p14:tracePt t="337384" x="2451100" y="5105400"/>
          <p14:tracePt t="337400" x="2470150" y="5213350"/>
          <p14:tracePt t="337417" x="2476500" y="5257800"/>
          <p14:tracePt t="337434" x="2482850" y="5283200"/>
          <p14:tracePt t="337450" x="2482850" y="5289550"/>
          <p14:tracePt t="337467" x="2482850" y="5295900"/>
          <p14:tracePt t="337484" x="2476500" y="5295900"/>
          <p14:tracePt t="337500" x="2476500" y="5302250"/>
          <p14:tracePt t="337534" x="2470150" y="5302250"/>
          <p14:tracePt t="337701" x="2463800" y="5302250"/>
          <p14:tracePt t="337743" x="2463800" y="5308600"/>
          <p14:tracePt t="337750" x="2457450" y="5314950"/>
          <p14:tracePt t="337764" x="2457450" y="5327650"/>
          <p14:tracePt t="337771" x="2457450" y="5334000"/>
          <p14:tracePt t="337786" x="2457450" y="5340350"/>
          <p14:tracePt t="337800" x="2451100" y="5391150"/>
          <p14:tracePt t="337816" x="2444750" y="5441950"/>
          <p14:tracePt t="337832" x="2444750" y="5505450"/>
          <p14:tracePt t="337849" x="2457450" y="5784850"/>
          <p14:tracePt t="337866" x="2476500" y="5886450"/>
          <p14:tracePt t="337882" x="2489200" y="5988050"/>
          <p14:tracePt t="337899" x="2540000" y="6172200"/>
          <p14:tracePt t="337915" x="2578100" y="6318250"/>
          <p14:tracePt t="337933" x="2597150" y="6362700"/>
          <p14:tracePt t="337949" x="2609850" y="6413500"/>
          <p14:tracePt t="337965" x="2616200" y="6438900"/>
          <p14:tracePt t="337983" x="2622550" y="6445250"/>
          <p14:tracePt t="338081" x="2628900" y="6445250"/>
          <p14:tracePt t="338115" x="2635250" y="6432550"/>
          <p14:tracePt t="338123" x="2641600" y="6419850"/>
          <p14:tracePt t="338131" x="2647950" y="6407150"/>
          <p14:tracePt t="338147" x="2660650" y="6375400"/>
          <p14:tracePt t="338165" x="2667000" y="6350000"/>
          <p14:tracePt t="338181" x="2692400" y="6248400"/>
          <p14:tracePt t="338198" x="2692400" y="6184900"/>
          <p14:tracePt t="338215" x="2692400" y="5956300"/>
          <p14:tracePt t="338231" x="2679700" y="5880100"/>
          <p14:tracePt t="338248" x="2641600" y="5734050"/>
          <p14:tracePt t="338264" x="2603500" y="5632450"/>
          <p14:tracePt t="338281" x="2578100" y="5588000"/>
          <p14:tracePt t="338297" x="2527300" y="5537200"/>
          <p14:tracePt t="338313" x="2463800" y="5486400"/>
          <p14:tracePt t="338330" x="2444750" y="5480050"/>
          <p14:tracePt t="338347" x="2419350" y="5473700"/>
          <p14:tracePt t="338364" x="2393950" y="5480050"/>
          <p14:tracePt t="338380" x="2387600" y="5492750"/>
          <p14:tracePt t="338397" x="2355850" y="5524500"/>
          <p14:tracePt t="338413" x="2349500" y="5556250"/>
          <p14:tracePt t="338430" x="2343150" y="5638800"/>
          <p14:tracePt t="338447" x="2343150" y="5727700"/>
          <p14:tracePt t="338463" x="2355850" y="5784850"/>
          <p14:tracePt t="338480" x="2400300" y="5880100"/>
          <p14:tracePt t="338497" x="2444750" y="5994400"/>
          <p14:tracePt t="338513" x="2476500" y="6026150"/>
          <p14:tracePt t="338530" x="2559050" y="6089650"/>
          <p14:tracePt t="338546" x="2616200" y="6108700"/>
          <p14:tracePt t="338563" x="2660650" y="6108700"/>
          <p14:tracePt t="338580" x="2717800" y="6108700"/>
          <p14:tracePt t="338597" x="2774950" y="6096000"/>
          <p14:tracePt t="338613" x="2806700" y="6076950"/>
          <p14:tracePt t="338630" x="2851150" y="6051550"/>
          <p14:tracePt t="338646" x="2882900" y="6019800"/>
          <p14:tracePt t="338663" x="2933700" y="5943600"/>
          <p14:tracePt t="338680" x="2952750" y="5886450"/>
          <p14:tracePt t="338696" x="2978150" y="5791200"/>
          <p14:tracePt t="338714" x="2978150" y="5727700"/>
          <p14:tracePt t="338729" x="2946400" y="5562600"/>
          <p14:tracePt t="338746" x="2921000" y="5505450"/>
          <p14:tracePt t="338763" x="2876550" y="5429250"/>
          <p14:tracePt t="338779" x="2832100" y="5397500"/>
          <p14:tracePt t="338796" x="2819400" y="5391150"/>
          <p14:tracePt t="338812" x="2768600" y="5365750"/>
          <p14:tracePt t="338829" x="2711450" y="5365750"/>
          <p14:tracePt t="338845" x="2673350" y="5365750"/>
          <p14:tracePt t="338862" x="2590800" y="5397500"/>
          <p14:tracePt t="338879" x="2508250" y="5448300"/>
          <p14:tracePt t="338896" x="2476500" y="5480050"/>
          <p14:tracePt t="338912" x="2425700" y="5568950"/>
          <p14:tracePt t="338928" x="2406650" y="5626100"/>
          <p14:tracePt t="338946" x="2387600" y="5797550"/>
          <p14:tracePt t="338962" x="2400300" y="5848350"/>
          <p14:tracePt t="338978" x="2438400" y="5962650"/>
          <p14:tracePt t="338995" x="2508250" y="6032500"/>
          <p14:tracePt t="339011" x="2540000" y="6057900"/>
          <p14:tracePt t="339028" x="2571750" y="6070600"/>
          <p14:tracePt t="339045" x="2692400" y="6076950"/>
          <p14:tracePt t="339061" x="2730500" y="6076950"/>
          <p14:tracePt t="339078" x="2774950" y="6051550"/>
          <p14:tracePt t="339094" x="2838450" y="6013450"/>
          <p14:tracePt t="339111" x="2895600" y="5962650"/>
          <p14:tracePt t="339129" x="2933700" y="5899150"/>
          <p14:tracePt t="339144" x="2946400" y="5861050"/>
          <p14:tracePt t="339161" x="2952750" y="5753100"/>
          <p14:tracePt t="339177" x="2940050" y="5702300"/>
        </p14:tracePtLst>
      </p14:laserTraceLst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533400" y="76200"/>
            <a:ext cx="8077200" cy="762000"/>
          </a:xfrm>
        </p:spPr>
        <p:txBody>
          <a:bodyPr/>
          <a:lstStyle/>
          <a:p>
            <a:r>
              <a:rPr lang="en-US" altLang="en-US" b="1" dirty="0"/>
              <a:t>A </a:t>
            </a:r>
            <a:r>
              <a:rPr lang="en-US" altLang="en-US" b="1" dirty="0" err="1"/>
              <a:t>Dataclasses</a:t>
            </a:r>
            <a:r>
              <a:rPr lang="en-US" altLang="en-US" b="1" dirty="0"/>
              <a:t> Example</a:t>
            </a:r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-228600" y="987552"/>
            <a:ext cx="9372600" cy="5870448"/>
          </a:xfrm>
        </p:spPr>
        <p:txBody>
          <a:bodyPr/>
          <a:lstStyle/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600" dirty="0">
                <a:solidFill>
                  <a:schemeClr val="tx1"/>
                </a:solidFill>
                <a:latin typeface="Lucida Console" panose="020B0609040504020204" pitchFamily="49" charset="0"/>
              </a:rPr>
              <a:t>from </a:t>
            </a:r>
            <a:r>
              <a:rPr lang="en-US" altLang="en-US" sz="26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600" dirty="0">
                <a:solidFill>
                  <a:schemeClr val="accent2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600" dirty="0">
                <a:solidFill>
                  <a:schemeClr val="tx1"/>
                </a:solidFill>
                <a:latin typeface="Lucida Console" panose="020B0609040504020204" pitchFamily="49" charset="0"/>
              </a:rPr>
              <a:t>import </a:t>
            </a:r>
            <a:r>
              <a:rPr lang="en-US" altLang="en-US" sz="2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6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600" dirty="0">
                <a:solidFill>
                  <a:srgbClr val="FF0000"/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6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</a:t>
            </a:r>
            <a:r>
              <a:rPr lang="en-US" altLang="en-US" sz="2600" dirty="0">
                <a:solidFill>
                  <a:schemeClr val="tx1"/>
                </a:solidFill>
                <a:latin typeface="Lucida Console" panose="020B0609040504020204" pitchFamily="49" charset="0"/>
              </a:rPr>
              <a:t>class </a:t>
            </a:r>
            <a:r>
              <a:rPr lang="en-US" altLang="en-US" sz="26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InventoryItem</a:t>
            </a:r>
            <a:r>
              <a:rPr lang="en-US" altLang="en-US" sz="26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600" dirty="0">
                <a:solidFill>
                  <a:srgbClr val="FFC000"/>
                </a:solidFill>
                <a:latin typeface="Lucida Console" panose="020B0609040504020204" pitchFamily="49" charset="0"/>
              </a:rPr>
              <a:t>name: </a:t>
            </a:r>
            <a:r>
              <a:rPr lang="en-US" altLang="en-US" sz="26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str</a:t>
            </a:r>
            <a:endParaRPr lang="en-US" altLang="en-US" sz="2600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600" dirty="0">
                <a:solidFill>
                  <a:srgbClr val="00B050"/>
                </a:solidFill>
                <a:latin typeface="Lucida Console" panose="020B0609040504020204" pitchFamily="49" charset="0"/>
              </a:rPr>
              <a:t>price: float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600" dirty="0">
                <a:solidFill>
                  <a:srgbClr val="00B0F0"/>
                </a:solidFill>
                <a:latin typeface="Lucida Console" panose="020B0609040504020204" pitchFamily="49" charset="0"/>
              </a:rPr>
              <a:t>quantity: </a:t>
            </a:r>
            <a:r>
              <a:rPr lang="en-US" altLang="en-US" sz="26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2600" dirty="0">
                <a:solidFill>
                  <a:srgbClr val="00B0F0"/>
                </a:solidFill>
                <a:latin typeface="Lucida Console" panose="020B0609040504020204" pitchFamily="49" charset="0"/>
              </a:rPr>
              <a:t> = 0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600" dirty="0">
                <a:solidFill>
                  <a:schemeClr val="tx1"/>
                </a:solidFill>
                <a:latin typeface="Lucida Console" panose="020B0609040504020204" pitchFamily="49" charset="0"/>
              </a:rPr>
              <a:t>def </a:t>
            </a:r>
            <a:r>
              <a:rPr lang="en-US" altLang="en-US" sz="26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total_cost</a:t>
            </a:r>
            <a:r>
              <a:rPr lang="en-US" altLang="en-US" sz="2600" dirty="0">
                <a:solidFill>
                  <a:schemeClr val="tx1"/>
                </a:solidFill>
                <a:latin typeface="Lucida Console" panose="020B0609040504020204" pitchFamily="49" charset="0"/>
              </a:rPr>
              <a:t>(self) -&gt; float: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   </a:t>
            </a:r>
            <a:r>
              <a:rPr lang="en-US" altLang="en-US" sz="2600" dirty="0">
                <a:solidFill>
                  <a:schemeClr val="tx1"/>
                </a:solidFill>
                <a:latin typeface="Lucida Console" panose="020B0609040504020204" pitchFamily="49" charset="0"/>
              </a:rPr>
              <a:t>return </a:t>
            </a:r>
            <a:r>
              <a:rPr lang="en-US" altLang="en-US" sz="26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self.price</a:t>
            </a:r>
            <a:r>
              <a:rPr lang="en-US" altLang="en-US" sz="2600" dirty="0">
                <a:solidFill>
                  <a:schemeClr val="tx1"/>
                </a:solidFill>
                <a:latin typeface="Lucida Console" panose="020B0609040504020204" pitchFamily="49" charset="0"/>
              </a:rPr>
              <a:t>* </a:t>
            </a:r>
            <a:r>
              <a:rPr lang="en-US" altLang="en-US" sz="26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self.quantity</a:t>
            </a:r>
            <a:endParaRPr lang="en-US" altLang="en-US" sz="26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600" spc="-50" dirty="0">
                <a:solidFill>
                  <a:srgbClr val="FF0000"/>
                </a:solidFill>
                <a:latin typeface="Lucida Console" panose="020B0609040504020204" pitchFamily="49" charset="0"/>
              </a:rPr>
              <a:t>#The above auto-creates this constructor: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6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def __</a:t>
            </a:r>
            <a:r>
              <a:rPr lang="en-US" altLang="en-US" sz="26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6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__(self, name: </a:t>
            </a:r>
            <a:r>
              <a:rPr lang="en-US" altLang="en-US" sz="26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6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6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price:float</a:t>
            </a:r>
            <a:r>
              <a:rPr lang="en-US" altLang="en-US" sz="26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          </a:t>
            </a:r>
            <a:r>
              <a:rPr lang="en-US" altLang="en-US" sz="26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quantity: </a:t>
            </a:r>
            <a:r>
              <a:rPr lang="en-US" altLang="en-US" sz="26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26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=0):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600" dirty="0">
                <a:solidFill>
                  <a:srgbClr val="FFC000"/>
                </a:solidFill>
                <a:latin typeface="Lucida Console" panose="020B0609040504020204" pitchFamily="49" charset="0"/>
              </a:rPr>
              <a:t>self.name = name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6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self.price</a:t>
            </a:r>
            <a:r>
              <a:rPr lang="en-US" altLang="en-US" sz="2600" dirty="0">
                <a:solidFill>
                  <a:srgbClr val="00B050"/>
                </a:solidFill>
                <a:latin typeface="Lucida Console" panose="020B0609040504020204" pitchFamily="49" charset="0"/>
              </a:rPr>
              <a:t> = price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6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self.quantity</a:t>
            </a:r>
            <a:r>
              <a:rPr lang="en-US" altLang="en-US" sz="2600" dirty="0">
                <a:solidFill>
                  <a:srgbClr val="00B0F0"/>
                </a:solidFill>
                <a:latin typeface="Lucida Console" panose="020B0609040504020204" pitchFamily="49" charset="0"/>
              </a:rPr>
              <a:t> = quantity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    </a:t>
            </a:r>
            <a:r>
              <a:rPr lang="en-US" altLang="en-US" sz="26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try:self</a:t>
            </a:r>
            <a:r>
              <a:rPr lang="en-US" altLang="en-US" sz="2600" dirty="0">
                <a:solidFill>
                  <a:srgbClr val="7030A0"/>
                </a:solidFill>
                <a:latin typeface="Lucida Console" panose="020B0609040504020204" pitchFamily="49" charset="0"/>
              </a:rPr>
              <a:t>.__</a:t>
            </a:r>
            <a:r>
              <a:rPr lang="en-US" altLang="en-US" sz="2600" dirty="0" err="1">
                <a:solidFill>
                  <a:srgbClr val="7030A0"/>
                </a:solidFill>
                <a:latin typeface="Lucida Console" panose="020B0609040504020204" pitchFamily="49" charset="0"/>
              </a:rPr>
              <a:t>post_init</a:t>
            </a:r>
            <a:r>
              <a:rPr lang="en-US" altLang="en-US" sz="2600" dirty="0">
                <a:solidFill>
                  <a:srgbClr val="7030A0"/>
                </a:solidFill>
                <a:latin typeface="Lucida Console" panose="020B0609040504020204" pitchFamily="49" charset="0"/>
              </a:rPr>
              <a:t>__()</a:t>
            </a:r>
          </a:p>
        </p:txBody>
      </p:sp>
      <p:sp>
        <p:nvSpPr>
          <p:cNvPr id="2" name="Rounded Rectangular Callout 1"/>
          <p:cNvSpPr/>
          <p:nvPr/>
        </p:nvSpPr>
        <p:spPr bwMode="auto">
          <a:xfrm>
            <a:off x="2971800" y="2286000"/>
            <a:ext cx="6019800" cy="2895600"/>
          </a:xfrm>
          <a:prstGeom prst="wedgeRoundRectCallout">
            <a:avLst>
              <a:gd name="adj1" fmla="val -19699"/>
              <a:gd name="adj2" fmla="val 91722"/>
              <a:gd name="adj3" fmla="val 16667"/>
            </a:avLst>
          </a:prstGeom>
          <a:solidFill>
            <a:srgbClr val="D1B2E8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en-US" sz="3200" dirty="0">
                <a:solidFill>
                  <a:schemeClr val="tx1"/>
                </a:solidFill>
                <a:latin typeface="+mj-lt"/>
              </a:rPr>
              <a:t>if you define a __</a:t>
            </a:r>
            <a:r>
              <a:rPr lang="en-US" altLang="en-US" sz="3200" dirty="0" err="1">
                <a:solidFill>
                  <a:schemeClr val="tx1"/>
                </a:solidFill>
                <a:latin typeface="+mj-lt"/>
              </a:rPr>
              <a:t>post_init</a:t>
            </a:r>
            <a:r>
              <a:rPr lang="en-US" altLang="en-US" sz="3200" dirty="0">
                <a:solidFill>
                  <a:schemeClr val="tx1"/>
                </a:solidFill>
                <a:latin typeface="+mj-lt"/>
              </a:rPr>
              <a:t>__() in your class, then this lets </a:t>
            </a:r>
            <a:br>
              <a:rPr lang="en-US" altLang="en-US" sz="3200" dirty="0">
                <a:solidFill>
                  <a:schemeClr val="tx1"/>
                </a:solidFill>
                <a:latin typeface="+mj-lt"/>
              </a:rPr>
            </a:br>
            <a:r>
              <a:rPr lang="en-US" altLang="en-US" sz="3200" dirty="0">
                <a:solidFill>
                  <a:schemeClr val="tx1"/>
                </a:solidFill>
                <a:latin typeface="+mj-lt"/>
              </a:rPr>
              <a:t>you add on additional post-processing after the default initialization stuff is done.</a:t>
            </a:r>
            <a:endParaRPr kumimoji="0" 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97915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0590"/>
    </mc:Choice>
    <mc:Fallback xmlns="">
      <p:transition spd="slow" advTm="3405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1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17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17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317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317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174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3174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3174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  <p:extLst>
    <p:ext uri="{3A86A75C-4F4B-4683-9AE1-C65F6400EC91}">
      <p14:laserTraceLst xmlns:p14="http://schemas.microsoft.com/office/powerpoint/2010/main">
        <p14:tracePtLst>
          <p14:tracePt t="1222" x="3333750" y="2711450"/>
          <p14:tracePt t="1230" x="3371850" y="2673350"/>
          <p14:tracePt t="1243" x="3416300" y="2641600"/>
          <p14:tracePt t="1250" x="3460750" y="2590800"/>
          <p14:tracePt t="1265" x="3517900" y="2540000"/>
          <p14:tracePt t="1279" x="3651250" y="2432050"/>
          <p14:tracePt t="1296" x="3708400" y="2362200"/>
          <p14:tracePt t="1314" x="3848100" y="2184400"/>
          <p14:tracePt t="1329" x="3917950" y="2089150"/>
          <p14:tracePt t="1346" x="3981450" y="1981200"/>
          <p14:tracePt t="1363" x="4114800" y="1758950"/>
          <p14:tracePt t="1379" x="4203700" y="1606550"/>
          <p14:tracePt t="1396" x="4241800" y="1562100"/>
          <p14:tracePt t="1413" x="4279900" y="1492250"/>
          <p14:tracePt t="1429" x="4318000" y="1441450"/>
          <p14:tracePt t="1445" x="4343400" y="1428750"/>
          <p14:tracePt t="1462" x="4362450" y="1397000"/>
          <p14:tracePt t="1479" x="4387850" y="1377950"/>
          <p14:tracePt t="1496" x="4400550" y="1371600"/>
          <p14:tracePt t="1512" x="4406900" y="1371600"/>
          <p14:tracePt t="1529" x="4413250" y="1371600"/>
          <p14:tracePt t="1546" x="4419600" y="1371600"/>
          <p14:tracePt t="1562" x="4425950" y="1371600"/>
          <p14:tracePt t="1579" x="4432300" y="1377950"/>
          <p14:tracePt t="1595" x="4432300" y="1384300"/>
          <p14:tracePt t="1612" x="4438650" y="1390650"/>
          <p14:tracePt t="1628" x="4445000" y="1397000"/>
          <p14:tracePt t="1645" x="4445000" y="1403350"/>
          <p14:tracePt t="1662" x="4445000" y="1409700"/>
          <p14:tracePt t="1679" x="4457700" y="1416050"/>
          <p14:tracePt t="1695" x="4476750" y="1428750"/>
          <p14:tracePt t="1711" x="4483100" y="1441450"/>
          <p14:tracePt t="1729" x="4508500" y="1460500"/>
          <p14:tracePt t="1745" x="4546600" y="1485900"/>
          <p14:tracePt t="1761" x="4565650" y="1511300"/>
          <p14:tracePt t="1778" x="4610100" y="1549400"/>
          <p14:tracePt t="1794" x="4641850" y="1568450"/>
          <p14:tracePt t="1811" x="4654550" y="1581150"/>
          <p14:tracePt t="1828" x="4673600" y="1587500"/>
          <p14:tracePt t="1844" x="4686300" y="1593850"/>
          <p14:tracePt t="1903" x="4692650" y="1587500"/>
          <p14:tracePt t="1912" x="4699000" y="1587500"/>
          <p14:tracePt t="5070" x="4648200" y="1581150"/>
          <p14:tracePt t="5084" x="4584700" y="1568450"/>
          <p14:tracePt t="5091" x="4540250" y="1555750"/>
          <p14:tracePt t="5105" x="4502150" y="1543050"/>
          <p14:tracePt t="5116" x="4457700" y="1536700"/>
          <p14:tracePt t="5133" x="4387850" y="1524000"/>
          <p14:tracePt t="5150" x="4362450" y="1524000"/>
          <p14:tracePt t="5166" x="4311650" y="1524000"/>
          <p14:tracePt t="5183" x="4279900" y="1504950"/>
          <p14:tracePt t="5199" x="4267200" y="1498600"/>
          <p14:tracePt t="5216" x="4229100" y="1485900"/>
          <p14:tracePt t="5233" x="4197350" y="1479550"/>
          <p14:tracePt t="5249" x="4178300" y="1479550"/>
          <p14:tracePt t="5266" x="4152900" y="1466850"/>
          <p14:tracePt t="5283" x="4083050" y="1460500"/>
          <p14:tracePt t="5299" x="4064000" y="1454150"/>
          <p14:tracePt t="5317" x="4013200" y="1447800"/>
          <p14:tracePt t="5332" x="3994150" y="1447800"/>
          <p14:tracePt t="5349" x="3937000" y="1447800"/>
          <p14:tracePt t="5366" x="3860800" y="1447800"/>
          <p14:tracePt t="5382" x="3822700" y="1447800"/>
          <p14:tracePt t="5399" x="3689350" y="1466850"/>
          <p14:tracePt t="5416" x="3568700" y="1492250"/>
          <p14:tracePt t="5432" x="3505200" y="1504950"/>
          <p14:tracePt t="5450" x="3359150" y="1530350"/>
          <p14:tracePt t="5465" x="3225800" y="1562100"/>
          <p14:tracePt t="5482" x="3162300" y="1581150"/>
          <p14:tracePt t="5499" x="3041650" y="1600200"/>
          <p14:tracePt t="5515" x="2959100" y="1600200"/>
          <p14:tracePt t="5532" x="2940050" y="1600200"/>
          <p14:tracePt t="5549" x="2914650" y="1600200"/>
          <p14:tracePt t="5584" x="2908300" y="1600200"/>
          <p14:tracePt t="5667" x="2908300" y="1593850"/>
          <p14:tracePt t="5689" x="2908300" y="1587500"/>
          <p14:tracePt t="5696" x="2914650" y="1581150"/>
          <p14:tracePt t="5703" x="2927350" y="1574800"/>
          <p14:tracePt t="5718" x="2940050" y="1562100"/>
          <p14:tracePt t="5731" x="2965450" y="1549400"/>
          <p14:tracePt t="5748" x="3028950" y="1511300"/>
          <p14:tracePt t="5764" x="3067050" y="1492250"/>
          <p14:tracePt t="5781" x="3168650" y="1447800"/>
          <p14:tracePt t="5797" x="3289300" y="1409700"/>
          <p14:tracePt t="5814" x="3359150" y="1403350"/>
          <p14:tracePt t="5831" x="3498850" y="1384300"/>
          <p14:tracePt t="5847" x="3689350" y="1371600"/>
          <p14:tracePt t="5865" x="3879850" y="1371600"/>
          <p14:tracePt t="5880" x="3994150" y="1371600"/>
          <p14:tracePt t="5897" x="4095750" y="1371600"/>
          <p14:tracePt t="5914" x="4400550" y="1371600"/>
          <p14:tracePt t="5930" x="4502150" y="1377950"/>
          <p14:tracePt t="5947" x="4578350" y="1377950"/>
          <p14:tracePt t="5964" x="4743450" y="1377950"/>
          <p14:tracePt t="5980" x="4933950" y="1397000"/>
          <p14:tracePt t="5997" x="5022850" y="1403350"/>
          <p14:tracePt t="6013" x="5232400" y="1447800"/>
          <p14:tracePt t="6030" x="5473700" y="1479550"/>
          <p14:tracePt t="6048" x="5702300" y="1511300"/>
          <p14:tracePt t="6063" x="5829300" y="1517650"/>
          <p14:tracePt t="6080" x="5930900" y="1517650"/>
          <p14:tracePt t="6097" x="6261100" y="1504950"/>
          <p14:tracePt t="6112" x="6362700" y="1498600"/>
          <p14:tracePt t="6130" x="6521450" y="1479550"/>
          <p14:tracePt t="6147" x="6642100" y="1441450"/>
          <p14:tracePt t="6163" x="6680200" y="1441450"/>
          <p14:tracePt t="6179" x="6724650" y="1422400"/>
          <p14:tracePt t="6196" x="6807200" y="1384300"/>
          <p14:tracePt t="6212" x="6832600" y="1377950"/>
          <p14:tracePt t="6230" x="6845300" y="1371600"/>
          <p14:tracePt t="6246" x="6870700" y="1358900"/>
          <p14:tracePt t="6262" x="6889750" y="1346200"/>
          <p14:tracePt t="6279" x="6896100" y="1346200"/>
          <p14:tracePt t="6295" x="6896100" y="1339850"/>
          <p14:tracePt t="6321" x="6896100" y="1333500"/>
          <p14:tracePt t="6448" x="6889750" y="1333500"/>
          <p14:tracePt t="6476" x="6883400" y="1339850"/>
          <p14:tracePt t="6511" x="6877050" y="1339850"/>
          <p14:tracePt t="6518" x="6864350" y="1339850"/>
          <p14:tracePt t="6532" x="6851650" y="1346200"/>
          <p14:tracePt t="6545" x="6838950" y="1352550"/>
          <p14:tracePt t="6562" x="6769100" y="1365250"/>
          <p14:tracePt t="6578" x="6705600" y="1384300"/>
          <p14:tracePt t="6595" x="6508750" y="1416050"/>
          <p14:tracePt t="6611" x="6254750" y="1460500"/>
          <p14:tracePt t="6628" x="6089650" y="1485900"/>
          <p14:tracePt t="6645" x="5683250" y="1524000"/>
          <p14:tracePt t="6661" x="5226050" y="1549400"/>
          <p14:tracePt t="6677" x="4984750" y="1581150"/>
          <p14:tracePt t="6695" x="4533900" y="1593850"/>
          <p14:tracePt t="6711" x="4159250" y="1619250"/>
          <p14:tracePt t="6727" x="4000500" y="1619250"/>
          <p14:tracePt t="6744" x="3727450" y="1638300"/>
          <p14:tracePt t="6761" x="3511550" y="1663700"/>
          <p14:tracePt t="6777" x="3435350" y="1670050"/>
          <p14:tracePt t="6794" x="3276600" y="1701800"/>
          <p14:tracePt t="6811" x="3200400" y="1708150"/>
          <p14:tracePt t="6828" x="3048000" y="1733550"/>
          <p14:tracePt t="6844" x="3028950" y="1733550"/>
          <p14:tracePt t="6860" x="3009900" y="1746250"/>
          <p14:tracePt t="6877" x="2984500" y="1746250"/>
          <p14:tracePt t="6920" x="2978150" y="1746250"/>
          <p14:tracePt t="6933" x="2971800" y="1746250"/>
          <p14:tracePt t="6943" x="2965450" y="1746250"/>
          <p14:tracePt t="6960" x="2959100" y="1746250"/>
          <p14:tracePt t="6977" x="2933700" y="1752600"/>
          <p14:tracePt t="6993" x="2908300" y="1758950"/>
          <p14:tracePt t="7011" x="2870200" y="1784350"/>
          <p14:tracePt t="7026" x="2844800" y="1797050"/>
          <p14:tracePt t="7043" x="2774950" y="1822450"/>
          <p14:tracePt t="7061" x="2692400" y="1847850"/>
          <p14:tracePt t="7076" x="2654300" y="1847850"/>
          <p14:tracePt t="7093" x="2616200" y="1847850"/>
          <p14:tracePt t="7110" x="2508250" y="1841500"/>
          <p14:tracePt t="7126" x="2463800" y="1828800"/>
          <p14:tracePt t="7143" x="2419350" y="1816100"/>
          <p14:tracePt t="7160" x="2336800" y="1784350"/>
          <p14:tracePt t="7176" x="2247900" y="1752600"/>
          <p14:tracePt t="7193" x="2165350" y="1733550"/>
          <p14:tracePt t="7209" x="2139950" y="1727200"/>
          <p14:tracePt t="7226" x="2076450" y="1708150"/>
          <p14:tracePt t="7243" x="2025650" y="1689100"/>
          <p14:tracePt t="7259" x="2006600" y="1682750"/>
          <p14:tracePt t="7276" x="1981200" y="1676400"/>
          <p14:tracePt t="7293" x="1962150" y="1670050"/>
          <p14:tracePt t="7390" x="1962150" y="1676400"/>
          <p14:tracePt t="7425" x="1955800" y="1676400"/>
          <p14:tracePt t="7432" x="1955800" y="1682750"/>
          <p14:tracePt t="7446" x="1949450" y="1682750"/>
          <p14:tracePt t="7459" x="1943100" y="1682750"/>
          <p14:tracePt t="7475" x="1930400" y="1682750"/>
          <p14:tracePt t="7491" x="1924050" y="1689100"/>
          <p14:tracePt t="7508" x="1911350" y="1689100"/>
          <p14:tracePt t="7525" x="1879600" y="1689100"/>
          <p14:tracePt t="7541" x="1847850" y="1689100"/>
          <p14:tracePt t="7558" x="1784350" y="1689100"/>
          <p14:tracePt t="7574" x="1689100" y="1682750"/>
          <p14:tracePt t="7591" x="1625600" y="1676400"/>
          <p14:tracePt t="7608" x="1517650" y="1657350"/>
          <p14:tracePt t="7624" x="1416050" y="1657350"/>
          <p14:tracePt t="7641" x="1371600" y="1657350"/>
          <p14:tracePt t="7658" x="1320800" y="1670050"/>
          <p14:tracePt t="8048" x="1346200" y="1689100"/>
          <p14:tracePt t="8054" x="1390650" y="1708150"/>
          <p14:tracePt t="8069" x="1435100" y="1720850"/>
          <p14:tracePt t="8076" x="1466850" y="1739900"/>
          <p14:tracePt t="8092" x="1511300" y="1752600"/>
          <p14:tracePt t="8106" x="1593850" y="1797050"/>
          <p14:tracePt t="8122" x="1631950" y="1822450"/>
          <p14:tracePt t="8126" x="1657350" y="1841500"/>
          <p14:tracePt t="8142" x="1689100" y="1854200"/>
          <p14:tracePt t="8156" x="1733550" y="1879600"/>
          <p14:tracePt t="8172" x="1809750" y="1905000"/>
          <p14:tracePt t="8189" x="1885950" y="1949450"/>
          <p14:tracePt t="8205" x="1917700" y="1955800"/>
          <p14:tracePt t="8223" x="1993900" y="2000250"/>
          <p14:tracePt t="8238" x="2057400" y="2038350"/>
          <p14:tracePt t="8256" x="2089150" y="2063750"/>
          <p14:tracePt t="8273" x="2133600" y="2108200"/>
          <p14:tracePt t="8289" x="2165350" y="2133600"/>
          <p14:tracePt t="8305" x="2171700" y="2139950"/>
          <p14:tracePt t="8322" x="2178050" y="2146300"/>
          <p14:tracePt t="8338" x="2184400" y="2152650"/>
          <p14:tracePt t="8428" x="2190750" y="2152650"/>
          <p14:tracePt t="8477" x="2197100" y="2152650"/>
          <p14:tracePt t="8491" x="2203450" y="2152650"/>
          <p14:tracePt t="8512" x="2209800" y="2152650"/>
          <p14:tracePt t="8519" x="2216150" y="2152650"/>
          <p14:tracePt t="8526" x="2228850" y="2152650"/>
          <p14:tracePt t="8541" x="2247900" y="2152650"/>
          <p14:tracePt t="8555" x="2279650" y="2159000"/>
          <p14:tracePt t="8571" x="2368550" y="2165350"/>
          <p14:tracePt t="8588" x="2451100" y="2184400"/>
          <p14:tracePt t="8604" x="2616200" y="2216150"/>
          <p14:tracePt t="8621" x="2825750" y="2266950"/>
          <p14:tracePt t="8638" x="2940050" y="2298700"/>
          <p14:tracePt t="8654" x="3175000" y="2374900"/>
          <p14:tracePt t="8671" x="3397250" y="2425700"/>
          <p14:tracePt t="8688" x="3587750" y="2444750"/>
          <p14:tracePt t="8704" x="3663950" y="2444750"/>
          <p14:tracePt t="8720" x="3727450" y="2444750"/>
          <p14:tracePt t="8738" x="3848100" y="2457450"/>
          <p14:tracePt t="8754" x="3867150" y="2457450"/>
          <p14:tracePt t="8770" x="3879850" y="2457450"/>
          <p14:tracePt t="8787" x="3886200" y="2457450"/>
          <p14:tracePt t="8803" x="3886200" y="2451100"/>
          <p14:tracePt t="8821" x="3892550" y="2444750"/>
          <p14:tracePt t="8837" x="3892550" y="2438400"/>
          <p14:tracePt t="8853" x="3892550" y="2432050"/>
          <p14:tracePt t="8899" x="3886200" y="2432050"/>
          <p14:tracePt t="8941" x="3879850" y="2432050"/>
          <p14:tracePt t="8969" x="3873500" y="2432050"/>
          <p14:tracePt t="8983" x="3867150" y="2432050"/>
          <p14:tracePt t="8990" x="3860800" y="2432050"/>
          <p14:tracePt t="9006" x="3848100" y="2432050"/>
          <p14:tracePt t="9019" x="3835400" y="2432050"/>
          <p14:tracePt t="9036" x="3810000" y="2432050"/>
          <p14:tracePt t="9054" x="3740150" y="2419350"/>
          <p14:tracePt t="9069" x="3676650" y="2400300"/>
          <p14:tracePt t="9086" x="3517900" y="2336800"/>
          <p14:tracePt t="9104" x="3327400" y="2254250"/>
          <p14:tracePt t="9120" x="3225800" y="2216150"/>
          <p14:tracePt t="9136" x="3003550" y="2108200"/>
          <p14:tracePt t="9153" x="2774950" y="2000250"/>
          <p14:tracePt t="9169" x="2686050" y="1962150"/>
          <p14:tracePt t="9186" x="2495550" y="1866900"/>
          <p14:tracePt t="9202" x="2362200" y="1784350"/>
          <p14:tracePt t="9219" x="2305050" y="1758950"/>
          <p14:tracePt t="9236" x="2222500" y="1695450"/>
          <p14:tracePt t="9253" x="2146300" y="1657350"/>
          <p14:tracePt t="9269" x="2114550" y="1638300"/>
          <p14:tracePt t="9286" x="2051050" y="1606550"/>
          <p14:tracePt t="9302" x="1993900" y="1600200"/>
          <p14:tracePt t="9318" x="1974850" y="1600200"/>
          <p14:tracePt t="9335" x="1943100" y="1600200"/>
          <p14:tracePt t="9351" x="1936750" y="1600200"/>
          <p14:tracePt t="9368" x="1930400" y="1600200"/>
          <p14:tracePt t="9385" x="1924050" y="1600200"/>
          <p14:tracePt t="9461" x="1924050" y="1593850"/>
          <p14:tracePt t="9489" x="1930400" y="1587500"/>
          <p14:tracePt t="9496" x="1936750" y="1587500"/>
          <p14:tracePt t="10305" x="1949450" y="1593850"/>
          <p14:tracePt t="10319" x="1968500" y="1612900"/>
          <p14:tracePt t="10326" x="1987550" y="1631950"/>
          <p14:tracePt t="10340" x="2025650" y="1657350"/>
          <p14:tracePt t="10349" x="2057400" y="1682750"/>
          <p14:tracePt t="10365" x="2101850" y="1701800"/>
          <p14:tracePt t="10382" x="2178050" y="1739900"/>
          <p14:tracePt t="10398" x="2266950" y="1797050"/>
          <p14:tracePt t="10415" x="2324100" y="1835150"/>
          <p14:tracePt t="10432" x="2425700" y="1905000"/>
          <p14:tracePt t="10448" x="2552700" y="1993900"/>
          <p14:tracePt t="10465" x="2609850" y="2057400"/>
          <p14:tracePt t="10481" x="2717800" y="2152650"/>
          <p14:tracePt t="10498" x="2774950" y="2209800"/>
          <p14:tracePt t="10514" x="2794000" y="2228850"/>
          <p14:tracePt t="10531" x="2800350" y="2241550"/>
          <p14:tracePt t="10547" x="2806700" y="2247900"/>
          <p14:tracePt t="10699" x="2806700" y="2241550"/>
          <p14:tracePt t="10706" x="2806700" y="2235200"/>
          <p14:tracePt t="10714" x="2800350" y="2228850"/>
          <p14:tracePt t="11311" x="2806700" y="2235200"/>
          <p14:tracePt t="11325" x="2813050" y="2254250"/>
          <p14:tracePt t="11332" x="2825750" y="2279650"/>
          <p14:tracePt t="11344" x="2851150" y="2298700"/>
          <p14:tracePt t="11361" x="2921000" y="2368550"/>
          <p14:tracePt t="11379" x="2952750" y="2400300"/>
          <p14:tracePt t="11396" x="3022600" y="2463800"/>
          <p14:tracePt t="11411" x="3086100" y="2520950"/>
          <p14:tracePt t="11427" x="3130550" y="2546350"/>
          <p14:tracePt t="11445" x="3200400" y="2590800"/>
          <p14:tracePt t="11461" x="3232150" y="2603500"/>
          <p14:tracePt t="11478" x="3295650" y="2647950"/>
          <p14:tracePt t="11495" x="3378200" y="2686050"/>
          <p14:tracePt t="11511" x="3409950" y="2705100"/>
          <p14:tracePt t="11528" x="3498850" y="2736850"/>
          <p14:tracePt t="11544" x="3587750" y="2774950"/>
          <p14:tracePt t="11561" x="3638550" y="2794000"/>
          <p14:tracePt t="11578" x="3740150" y="2838450"/>
          <p14:tracePt t="11594" x="3848100" y="2863850"/>
          <p14:tracePt t="11611" x="3886200" y="2876550"/>
          <p14:tracePt t="11628" x="3930650" y="2882900"/>
          <p14:tracePt t="11644" x="3962400" y="2882900"/>
          <p14:tracePt t="11660" x="3968750" y="2882900"/>
          <p14:tracePt t="11677" x="3981450" y="2882900"/>
          <p14:tracePt t="11725" x="3981450" y="2876550"/>
          <p14:tracePt t="11803" x="3981450" y="2870200"/>
          <p14:tracePt t="11852" x="3981450" y="2863850"/>
          <p14:tracePt t="11894" x="3981450" y="2857500"/>
          <p14:tracePt t="11986" x="3981450" y="2851150"/>
          <p14:tracePt t="12197" x="3987800" y="2857500"/>
          <p14:tracePt t="12211" x="3994150" y="2870200"/>
          <p14:tracePt t="12226" x="4013200" y="2889250"/>
          <p14:tracePt t="12232" x="4025900" y="2921000"/>
          <p14:tracePt t="12241" x="4051300" y="2952750"/>
          <p14:tracePt t="12258" x="4064000" y="2984500"/>
          <p14:tracePt t="12275" x="4152900" y="3098800"/>
          <p14:tracePt t="12291" x="4178300" y="3130550"/>
          <p14:tracePt t="12310" x="4216400" y="3175000"/>
          <p14:tracePt t="12325" x="4235450" y="3194050"/>
          <p14:tracePt t="12341" x="4241800" y="3206750"/>
          <p14:tracePt t="12359" x="4248150" y="3213100"/>
          <p14:tracePt t="12569" x="4248150" y="3219450"/>
          <p14:tracePt t="12576" x="4241800" y="3225800"/>
          <p14:tracePt t="12593" x="4241800" y="3232150"/>
          <p14:tracePt t="12607" x="4222750" y="3244850"/>
          <p14:tracePt t="12624" x="4210050" y="3251200"/>
          <p14:tracePt t="12640" x="4178300" y="3270250"/>
          <p14:tracePt t="12657" x="4152900" y="3282950"/>
          <p14:tracePt t="12674" x="4102100" y="3321050"/>
          <p14:tracePt t="12691" x="4051300" y="3346450"/>
          <p14:tracePt t="12707" x="4019550" y="3359150"/>
          <p14:tracePt t="12724" x="3975100" y="3384550"/>
          <p14:tracePt t="12740" x="3949700" y="3397250"/>
          <p14:tracePt t="12757" x="3943350" y="3397250"/>
          <p14:tracePt t="12774" x="3937000" y="3403600"/>
          <p14:tracePt t="12790" x="3930650" y="3409950"/>
          <p14:tracePt t="12823" x="3924300" y="3416300"/>
          <p14:tracePt t="12900" x="3924300" y="3422650"/>
          <p14:tracePt t="13041" x="3917950" y="3422650"/>
          <p14:tracePt t="13047" x="3917950" y="3416300"/>
          <p14:tracePt t="13062" x="3911600" y="3416300"/>
          <p14:tracePt t="13072" x="3905250" y="3416300"/>
          <p14:tracePt t="13091" x="3898900" y="3409950"/>
          <p14:tracePt t="13111" x="3892550" y="3409950"/>
          <p14:tracePt t="13131" x="3886200" y="3409950"/>
          <p14:tracePt t="13141" x="3879850" y="3409950"/>
          <p14:tracePt t="13160" x="3873500" y="3409950"/>
          <p14:tracePt t="13171" x="3867150" y="3409950"/>
          <p14:tracePt t="13191" x="3860800" y="3409950"/>
          <p14:tracePt t="13209" x="3854450" y="3409950"/>
          <p14:tracePt t="13224" x="3848100" y="3409950"/>
          <p14:tracePt t="13239" x="3841750" y="3409950"/>
          <p14:tracePt t="13259" x="3835400" y="3409950"/>
          <p14:tracePt t="13275" x="3829050" y="3409950"/>
          <p14:tracePt t="13301" x="3829050" y="3403600"/>
          <p14:tracePt t="13308" x="3822700" y="3403600"/>
          <p14:tracePt t="13329" x="3816350" y="3403600"/>
          <p14:tracePt t="13371" x="3810000" y="3403600"/>
          <p14:tracePt t="13399" x="3803650" y="3403600"/>
          <p14:tracePt t="13420" x="3797300" y="3403600"/>
          <p14:tracePt t="13491" x="3790950" y="3397250"/>
          <p14:tracePt t="13539" x="3784600" y="3397250"/>
          <p14:tracePt t="13568" x="3778250" y="3397250"/>
          <p14:tracePt t="13603" x="3771900" y="3397250"/>
          <p14:tracePt t="14095" x="3778250" y="3397250"/>
          <p14:tracePt t="14103" x="3790950" y="3397250"/>
          <p14:tracePt t="14117" x="3822700" y="3384550"/>
          <p14:tracePt t="14123" x="3848100" y="3384550"/>
          <p14:tracePt t="14138" x="3879850" y="3371850"/>
          <p14:tracePt t="14152" x="3987800" y="3346450"/>
          <p14:tracePt t="14168" x="4025900" y="3333750"/>
          <p14:tracePt t="14185" x="4083050" y="3327400"/>
          <p14:tracePt t="14202" x="4165600" y="3321050"/>
          <p14:tracePt t="14218" x="4222750" y="3314700"/>
          <p14:tracePt t="14235" x="4241800" y="3308350"/>
          <p14:tracePt t="14251" x="4292600" y="3295650"/>
          <p14:tracePt t="14268" x="4343400" y="3289300"/>
          <p14:tracePt t="14285" x="4381500" y="3282950"/>
          <p14:tracePt t="14301" x="4394200" y="3282950"/>
          <p14:tracePt t="14318" x="4419600" y="3282950"/>
          <p14:tracePt t="14335" x="4425950" y="3282950"/>
          <p14:tracePt t="14351" x="4438650" y="3282950"/>
          <p14:tracePt t="14368" x="4451350" y="3282950"/>
          <p14:tracePt t="14384" x="4464050" y="3282950"/>
          <p14:tracePt t="14401" x="4476750" y="3282950"/>
          <p14:tracePt t="14418" x="4483100" y="3282950"/>
          <p14:tracePt t="14434" x="4502150" y="3282950"/>
          <p14:tracePt t="14451" x="4508500" y="3282950"/>
          <p14:tracePt t="14468" x="4527550" y="3282950"/>
          <p14:tracePt t="14484" x="4540250" y="3282950"/>
          <p14:tracePt t="14500" x="4578350" y="3282950"/>
          <p14:tracePt t="14518" x="4622800" y="3289300"/>
          <p14:tracePt t="14534" x="4648200" y="3295650"/>
          <p14:tracePt t="14550" x="4705350" y="3302000"/>
          <p14:tracePt t="14567" x="4775200" y="3302000"/>
          <p14:tracePt t="14584" x="4800600" y="3302000"/>
          <p14:tracePt t="14601" x="4851400" y="3302000"/>
          <p14:tracePt t="14617" x="4895850" y="3295650"/>
          <p14:tracePt t="14634" x="4914900" y="3295650"/>
          <p14:tracePt t="14651" x="4946650" y="3289300"/>
          <p14:tracePt t="14667" x="4972050" y="3276600"/>
          <p14:tracePt t="14683" x="4984750" y="3276600"/>
          <p14:tracePt t="14701" x="5010150" y="3270250"/>
          <p14:tracePt t="14716" x="5035550" y="3257550"/>
          <p14:tracePt t="14733" x="5041900" y="3257550"/>
          <p14:tracePt t="14750" x="5060950" y="3251200"/>
          <p14:tracePt t="14766" x="5067300" y="3251200"/>
          <p14:tracePt t="14783" x="5073650" y="3251200"/>
          <p14:tracePt t="14800" x="5086350" y="3244850"/>
          <p14:tracePt t="14833" x="5092700" y="3244850"/>
          <p14:tracePt t="14855" x="5099050" y="3244850"/>
          <p14:tracePt t="14884" x="5105400" y="3238500"/>
          <p14:tracePt t="15614" x="5111750" y="3238500"/>
          <p14:tracePt t="15621" x="5130800" y="3225800"/>
          <p14:tracePt t="15630" x="5143500" y="3225800"/>
          <p14:tracePt t="15646" x="5162550" y="3219450"/>
          <p14:tracePt t="15664" x="5194300" y="3206750"/>
          <p14:tracePt t="15679" x="5207000" y="3200400"/>
          <p14:tracePt t="15697" x="5245100" y="3187700"/>
          <p14:tracePt t="15714" x="5270500" y="3175000"/>
          <p14:tracePt t="15730" x="5283200" y="3175000"/>
          <p14:tracePt t="15746" x="5289550" y="3168650"/>
          <p14:tracePt t="15763" x="5302250" y="3162300"/>
          <p14:tracePt t="15780" x="5308600" y="3155950"/>
          <p14:tracePt t="15797" x="5314950" y="3155950"/>
          <p14:tracePt t="15813" x="5321300" y="3155950"/>
          <p14:tracePt t="15854" x="5321300" y="3149600"/>
          <p14:tracePt t="15945" x="5327650" y="3149600"/>
          <p14:tracePt t="17361" x="5321300" y="3149600"/>
          <p14:tracePt t="17369" x="5308600" y="3149600"/>
          <p14:tracePt t="17383" x="5283200" y="3149600"/>
          <p14:tracePt t="17391" x="5264150" y="3149600"/>
          <p14:tracePt t="17408" x="5251450" y="3149600"/>
          <p14:tracePt t="17424" x="5219700" y="3155950"/>
          <p14:tracePt t="17440" x="5194300" y="3162300"/>
          <p14:tracePt t="17457" x="5181600" y="3162300"/>
          <p14:tracePt t="17475" x="5149850" y="3162300"/>
          <p14:tracePt t="17490" x="5124450" y="3162300"/>
          <p14:tracePt t="17507" x="5118100" y="3162300"/>
          <p14:tracePt t="17524" x="5111750" y="3162300"/>
          <p14:tracePt t="17540" x="5105400" y="3168650"/>
          <p14:tracePt t="17573" x="5099050" y="3168650"/>
          <p14:tracePt t="17974" x="5105400" y="3168650"/>
          <p14:tracePt t="17995" x="5111750" y="3168650"/>
          <p14:tracePt t="18023" x="5118100" y="3162300"/>
          <p14:tracePt t="18030" x="5124450" y="3162300"/>
          <p14:tracePt t="18044" x="5130800" y="3162300"/>
          <p14:tracePt t="18065" x="5137150" y="3162300"/>
          <p14:tracePt t="18074" x="5143500" y="3155950"/>
          <p14:tracePt t="18087" x="5149850" y="3155950"/>
          <p14:tracePt t="18105" x="5149850" y="3149600"/>
          <p14:tracePt t="18122" x="5162550" y="3149600"/>
          <p14:tracePt t="18154" x="5168900" y="3143250"/>
          <p14:tracePt t="18171" x="5175250" y="3143250"/>
          <p14:tracePt t="18192" x="5181600" y="3136900"/>
          <p14:tracePt t="18213" x="5187950" y="3136900"/>
          <p14:tracePt t="18241" x="5187950" y="3130550"/>
          <p14:tracePt t="18269" x="5194300" y="3130550"/>
          <p14:tracePt t="18785" x="5187950" y="3130550"/>
          <p14:tracePt t="18800" x="5175250" y="3130550"/>
          <p14:tracePt t="18806" x="5149850" y="3130550"/>
          <p14:tracePt t="18819" x="5137150" y="3136900"/>
          <p14:tracePt t="18836" x="5099050" y="3143250"/>
          <p14:tracePt t="18852" x="5067300" y="3143250"/>
          <p14:tracePt t="18869" x="5029200" y="3149600"/>
          <p14:tracePt t="18885" x="4889500" y="3149600"/>
          <p14:tracePt t="18902" x="4832350" y="3155950"/>
          <p14:tracePt t="18920" x="4718050" y="3168650"/>
          <p14:tracePt t="18935" x="4673600" y="3175000"/>
          <p14:tracePt t="18952" x="4578350" y="3181350"/>
          <p14:tracePt t="18970" x="4508500" y="3175000"/>
          <p14:tracePt t="18985" x="4483100" y="3168650"/>
          <p14:tracePt t="19002" x="4432300" y="3162300"/>
          <p14:tracePt t="19019" x="4381500" y="3155950"/>
          <p14:tracePt t="19035" x="4368800" y="3136900"/>
          <p14:tracePt t="19051" x="4362450" y="3136900"/>
          <p14:tracePt t="19541" x="4330700" y="3105150"/>
          <p14:tracePt t="19548" x="4292600" y="3073400"/>
          <p14:tracePt t="19562" x="4248150" y="3022600"/>
          <p14:tracePt t="19570" x="4191000" y="2978150"/>
          <p14:tracePt t="19586" x="4121150" y="2927350"/>
          <p14:tracePt t="19599" x="3962400" y="2794000"/>
          <p14:tracePt t="19616" x="3892550" y="2717800"/>
          <p14:tracePt t="19633" x="3733800" y="2565400"/>
          <p14:tracePt t="19649" x="3676650" y="2501900"/>
          <p14:tracePt t="19666" x="3581400" y="2387600"/>
          <p14:tracePt t="19683" x="3505200" y="2298700"/>
          <p14:tracePt t="19699" x="3467100" y="2247900"/>
          <p14:tracePt t="19716" x="3403600" y="2190750"/>
          <p14:tracePt t="19733" x="3346450" y="2133600"/>
          <p14:tracePt t="19749" x="3321050" y="2101850"/>
          <p14:tracePt t="19766" x="3251200" y="2032000"/>
          <p14:tracePt t="19782" x="3194050" y="1974850"/>
          <p14:tracePt t="19799" x="3168650" y="1949450"/>
          <p14:tracePt t="19816" x="3117850" y="1905000"/>
          <p14:tracePt t="19832" x="3079750" y="1866900"/>
          <p14:tracePt t="19849" x="3067050" y="1860550"/>
          <p14:tracePt t="19866" x="3041650" y="1835150"/>
          <p14:tracePt t="19882" x="3028950" y="1822450"/>
          <p14:tracePt t="19899" x="3016250" y="1816100"/>
          <p14:tracePt t="19915" x="3009900" y="1816100"/>
          <p14:tracePt t="19932" x="3009900" y="1809750"/>
          <p14:tracePt t="20083" x="3009900" y="1816100"/>
          <p14:tracePt t="20090" x="3009900" y="1822450"/>
          <p14:tracePt t="20104" x="3009900" y="1828800"/>
          <p14:tracePt t="20115" x="3009900" y="1835150"/>
          <p14:tracePt t="20132" x="3009900" y="1847850"/>
          <p14:tracePt t="20148" x="3028950" y="1898650"/>
          <p14:tracePt t="20164" x="3054350" y="2006600"/>
          <p14:tracePt t="20182" x="3092450" y="2159000"/>
          <p14:tracePt t="20197" x="3111500" y="2266950"/>
          <p14:tracePt t="20214" x="3143250" y="2355850"/>
          <p14:tracePt t="20232" x="3232150" y="2584450"/>
          <p14:tracePt t="20248" x="3263900" y="2641600"/>
          <p14:tracePt t="20264" x="3276600" y="2686050"/>
          <p14:tracePt t="20281" x="3308350" y="2730500"/>
          <p14:tracePt t="20297" x="3321050" y="2755900"/>
          <p14:tracePt t="20314" x="3327400" y="2768600"/>
          <p14:tracePt t="20330" x="3333750" y="2774950"/>
          <p14:tracePt t="20406" x="3333750" y="2781300"/>
          <p14:tracePt t="20442" x="3327400" y="2781300"/>
          <p14:tracePt t="20477" x="3321050" y="2781300"/>
          <p14:tracePt t="20512" x="3314700" y="2781300"/>
          <p14:tracePt t="20533" x="3314700" y="2774950"/>
          <p14:tracePt t="20568" x="3314700" y="2768600"/>
          <p14:tracePt t="20575" x="3314700" y="2762250"/>
          <p14:tracePt t="20603" x="3314700" y="2755900"/>
          <p14:tracePt t="20625" x="3321050" y="2749550"/>
          <p14:tracePt t="20639" x="3327400" y="2749550"/>
          <p14:tracePt t="20653" x="3333750" y="2743200"/>
          <p14:tracePt t="20667" x="3340100" y="2743200"/>
          <p14:tracePt t="20674" x="3340100" y="2736850"/>
          <p14:tracePt t="20688" x="3352800" y="2736850"/>
          <p14:tracePt t="20696" x="3378200" y="2724150"/>
          <p14:tracePt t="20712" x="3397250" y="2717800"/>
          <p14:tracePt t="20730" x="3448050" y="2686050"/>
          <p14:tracePt t="20745" x="3524250" y="2641600"/>
          <p14:tracePt t="20762" x="3556000" y="2609850"/>
          <p14:tracePt t="20780" x="3613150" y="2559050"/>
          <p14:tracePt t="20796" x="3657600" y="2495550"/>
          <p14:tracePt t="20812" x="3663950" y="2476500"/>
          <p14:tracePt t="20830" x="3651250" y="2393950"/>
          <p14:tracePt t="20845" x="3625850" y="2362200"/>
          <p14:tracePt t="20862" x="3549650" y="2260600"/>
          <p14:tracePt t="20878" x="3435350" y="2184400"/>
          <p14:tracePt t="20895" x="3378200" y="2152650"/>
          <p14:tracePt t="20912" x="3270250" y="2127250"/>
          <p14:tracePt t="20928" x="3194050" y="2127250"/>
          <p14:tracePt t="20945" x="3175000" y="2127250"/>
          <p14:tracePt t="20963" x="3130550" y="2133600"/>
          <p14:tracePt t="20978" x="3098800" y="2159000"/>
          <p14:tracePt t="20995" x="3086100" y="2165350"/>
          <p14:tracePt t="21012" x="3067050" y="2184400"/>
          <p14:tracePt t="21028" x="3054350" y="2190750"/>
          <p14:tracePt t="21045" x="3048000" y="2197100"/>
          <p14:tracePt t="21061" x="3048000" y="2203450"/>
          <p14:tracePt t="21077" x="3041650" y="2203450"/>
          <p14:tracePt t="21117" x="3035300" y="2203450"/>
          <p14:tracePt t="21138" x="3028950" y="2203450"/>
          <p14:tracePt t="21145" x="3028950" y="2197100"/>
          <p14:tracePt t="21159" x="3022600" y="2197100"/>
          <p14:tracePt t="21166" x="3016250" y="2190750"/>
          <p14:tracePt t="21180" x="3009900" y="2184400"/>
          <p14:tracePt t="21195" x="2997200" y="2171700"/>
          <p14:tracePt t="21211" x="2959100" y="2127250"/>
          <p14:tracePt t="21227" x="2933700" y="2095500"/>
          <p14:tracePt t="21244" x="2863850" y="2000250"/>
          <p14:tracePt t="21261" x="2819400" y="1955800"/>
          <p14:tracePt t="21277" x="2743200" y="1873250"/>
          <p14:tracePt t="21294" x="2698750" y="1809750"/>
          <p14:tracePt t="21310" x="2660650" y="1765300"/>
          <p14:tracePt t="21328" x="2647950" y="1739900"/>
          <p14:tracePt t="21344" x="2641600" y="1733550"/>
          <p14:tracePt t="21361" x="2641600" y="1727200"/>
          <p14:tracePt t="21393" x="2641600" y="1720850"/>
          <p14:tracePt t="21413" x="2647950" y="1714500"/>
          <p14:tracePt t="21427" x="2654300" y="1714500"/>
          <p14:tracePt t="21443" x="2667000" y="1714500"/>
          <p14:tracePt t="21460" x="2679700" y="1708150"/>
          <p14:tracePt t="21476" x="2705100" y="1695450"/>
          <p14:tracePt t="21493" x="2749550" y="1682750"/>
          <p14:tracePt t="21510" x="2781300" y="1670050"/>
          <p14:tracePt t="21526" x="2832100" y="1638300"/>
          <p14:tracePt t="21543" x="2895600" y="1600200"/>
          <p14:tracePt t="21560" x="2952750" y="1555750"/>
          <p14:tracePt t="21576" x="2984500" y="1536700"/>
          <p14:tracePt t="21593" x="3022600" y="1504950"/>
          <p14:tracePt t="21610" x="3035300" y="1492250"/>
          <p14:tracePt t="21626" x="3067050" y="1473200"/>
          <p14:tracePt t="21642" x="3092450" y="1460500"/>
          <p14:tracePt t="21659" x="3098800" y="1454150"/>
          <p14:tracePt t="21778" x="3098800" y="1447800"/>
          <p14:tracePt t="22024" x="3098800" y="1454150"/>
          <p14:tracePt t="22045" x="3098800" y="1460500"/>
          <p14:tracePt t="22059" x="3098800" y="1466850"/>
          <p14:tracePt t="22081" x="3098800" y="1473200"/>
          <p14:tracePt t="22095" x="3098800" y="1485900"/>
          <p14:tracePt t="22101" x="3098800" y="1498600"/>
          <p14:tracePt t="22116" x="3098800" y="1517650"/>
          <p14:tracePt t="22130" x="3098800" y="1536700"/>
          <p14:tracePt t="22141" x="3105150" y="1562100"/>
          <p14:tracePt t="22158" x="3111500" y="1587500"/>
          <p14:tracePt t="22174" x="3117850" y="1612900"/>
          <p14:tracePt t="22191" x="3149600" y="1663700"/>
          <p14:tracePt t="22208" x="3162300" y="1695450"/>
          <p14:tracePt t="22224" x="3206750" y="1739900"/>
          <p14:tracePt t="22240" x="3225800" y="1752600"/>
          <p14:tracePt t="22257" x="3302000" y="1797050"/>
          <p14:tracePt t="22274" x="3321050" y="1803400"/>
          <p14:tracePt t="22290" x="3346450" y="1816100"/>
          <p14:tracePt t="22307" x="3359150" y="1822450"/>
          <p14:tracePt t="22323" x="3365500" y="1822450"/>
          <p14:tracePt t="22356" x="3371850" y="1822450"/>
          <p14:tracePt t="22383" x="3371850" y="1809750"/>
          <p14:tracePt t="22404" x="3371850" y="1803400"/>
          <p14:tracePt t="22418" x="3365500" y="1797050"/>
          <p14:tracePt t="22431" x="3365500" y="1790700"/>
          <p14:tracePt t="22441" x="3359150" y="1784350"/>
          <p14:tracePt t="22461" x="3352800" y="1784350"/>
          <p14:tracePt t="22476" x="3352800" y="1778000"/>
          <p14:tracePt t="22490" x="3352800" y="1771650"/>
          <p14:tracePt t="22509" x="3352800" y="1765300"/>
          <p14:tracePt t="22523" x="3346450" y="1758950"/>
          <p14:tracePt t="22539" x="3346450" y="1752600"/>
          <p14:tracePt t="22556" x="3340100" y="1746250"/>
          <p14:tracePt t="22573" x="3340100" y="1727200"/>
          <p14:tracePt t="22589" x="3340100" y="1714500"/>
          <p14:tracePt t="22606" x="3340100" y="1701800"/>
          <p14:tracePt t="22623" x="3340100" y="1657350"/>
          <p14:tracePt t="22639" x="3346450" y="1644650"/>
          <p14:tracePt t="22656" x="3359150" y="1631950"/>
          <p14:tracePt t="22673" x="3384550" y="1606550"/>
          <p14:tracePt t="22689" x="3435350" y="1574800"/>
          <p14:tracePt t="22706" x="3479800" y="1568450"/>
          <p14:tracePt t="22722" x="3543300" y="1562100"/>
          <p14:tracePt t="22739" x="3606800" y="1543050"/>
          <p14:tracePt t="22756" x="3657600" y="1536700"/>
          <p14:tracePt t="22772" x="3670300" y="1530350"/>
          <p14:tracePt t="22788" x="3683000" y="1530350"/>
          <p14:tracePt t="22805" x="3689350" y="1524000"/>
          <p14:tracePt t="22838" x="3695700" y="1524000"/>
          <p14:tracePt t="22855" x="3708400" y="1524000"/>
          <p14:tracePt t="22875" x="3714750" y="1524000"/>
          <p14:tracePt t="22891" x="3721100" y="1524000"/>
          <p14:tracePt t="22907" x="3733800" y="1530350"/>
          <p14:tracePt t="22921" x="3746500" y="1530350"/>
          <p14:tracePt t="22939" x="3790950" y="1543050"/>
          <p14:tracePt t="22955" x="3816350" y="1549400"/>
          <p14:tracePt t="22971" x="3924300" y="1581150"/>
          <p14:tracePt t="22988" x="4057650" y="1606550"/>
          <p14:tracePt t="23004" x="4127500" y="1625600"/>
          <p14:tracePt t="23021" x="4273550" y="1657350"/>
          <p14:tracePt t="23038" x="4425950" y="1663700"/>
          <p14:tracePt t="23054" x="4502150" y="1663700"/>
          <p14:tracePt t="23071" x="4641850" y="1651000"/>
          <p14:tracePt t="23087" x="4762500" y="1631950"/>
          <p14:tracePt t="23104" x="4819650" y="1619250"/>
          <p14:tracePt t="23121" x="4902200" y="1600200"/>
          <p14:tracePt t="23137" x="4959350" y="1587500"/>
          <p14:tracePt t="23154" x="4978400" y="1587500"/>
          <p14:tracePt t="23173" x="5022850" y="1581150"/>
          <p14:tracePt t="23187" x="5054600" y="1562100"/>
          <p14:tracePt t="23204" x="5067300" y="1555750"/>
          <p14:tracePt t="23221" x="5099050" y="1549400"/>
          <p14:tracePt t="23237" x="5118100" y="1543050"/>
          <p14:tracePt t="23254" x="5137150" y="1536700"/>
          <p14:tracePt t="23270" x="5162550" y="1530350"/>
          <p14:tracePt t="23287" x="5175250" y="1524000"/>
          <p14:tracePt t="23303" x="5194300" y="1517650"/>
          <p14:tracePt t="23319" x="5213350" y="1517650"/>
          <p14:tracePt t="23337" x="5219700" y="1511300"/>
          <p14:tracePt t="23354" x="5232400" y="1511300"/>
          <p14:tracePt t="23370" x="5245100" y="1511300"/>
          <p14:tracePt t="23387" x="5251450" y="1511300"/>
          <p14:tracePt t="23404" x="5257800" y="1511300"/>
          <p14:tracePt t="23420" x="5264150" y="1511300"/>
          <p14:tracePt t="23439" x="5270500" y="1511300"/>
          <p14:tracePt t="23466" x="5276850" y="1511300"/>
          <p14:tracePt t="23502" x="5283200" y="1511300"/>
          <p14:tracePt t="23529" x="5289550" y="1511300"/>
          <p14:tracePt t="23537" x="5289550" y="1517650"/>
          <p14:tracePt t="23551" x="5295900" y="1524000"/>
          <p14:tracePt t="23565" x="5295900" y="1530350"/>
          <p14:tracePt t="23572" x="5295900" y="1543050"/>
          <p14:tracePt t="23588" x="5302250" y="1555750"/>
          <p14:tracePt t="23602" x="5308600" y="1568450"/>
          <p14:tracePt t="23619" x="5314950" y="1587500"/>
          <p14:tracePt t="23636" x="5314950" y="1638300"/>
          <p14:tracePt t="23652" x="5321300" y="1663700"/>
          <p14:tracePt t="23669" x="5321300" y="1689100"/>
          <p14:tracePt t="23685" x="5321300" y="1720850"/>
          <p14:tracePt t="23702" x="5321300" y="1739900"/>
          <p14:tracePt t="23720" x="5321300" y="1758950"/>
          <p14:tracePt t="23752" x="5321300" y="1765300"/>
          <p14:tracePt t="23790" x="5327650" y="1765300"/>
          <p14:tracePt t="23811" x="5334000" y="1765300"/>
          <p14:tracePt t="23825" x="5340350" y="1765300"/>
          <p14:tracePt t="23832" x="5340350" y="1758950"/>
          <p14:tracePt t="23839" x="5353050" y="1752600"/>
          <p14:tracePt t="23855" x="5359400" y="1739900"/>
          <p14:tracePt t="23868" x="5372100" y="1727200"/>
          <p14:tracePt t="23884" x="5403850" y="1682750"/>
          <p14:tracePt t="23903" x="5435600" y="1631950"/>
          <p14:tracePt t="23918" x="5441950" y="1600200"/>
          <p14:tracePt t="23934" x="5461000" y="1568450"/>
          <p14:tracePt t="23952" x="5467350" y="1536700"/>
          <p14:tracePt t="23968" x="5473700" y="1517650"/>
          <p14:tracePt t="23984" x="5473700" y="1511300"/>
          <p14:tracePt t="24001" x="5473700" y="1504950"/>
          <p14:tracePt t="24034" x="5461000" y="1498600"/>
          <p14:tracePt t="24051" x="5429250" y="1492250"/>
          <p14:tracePt t="24067" x="5391150" y="1492250"/>
          <p14:tracePt t="24084" x="5353050" y="1485900"/>
          <p14:tracePt t="24101" x="5130800" y="1498600"/>
          <p14:tracePt t="24117" x="5029200" y="1504950"/>
          <p14:tracePt t="24135" x="4826000" y="1536700"/>
          <p14:tracePt t="24150" x="4699000" y="1555750"/>
          <p14:tracePt t="24167" x="4451350" y="1600200"/>
          <p14:tracePt t="24184" x="4222750" y="1644650"/>
          <p14:tracePt t="24200" x="4108450" y="1663700"/>
          <p14:tracePt t="24217" x="3898900" y="1708150"/>
          <p14:tracePt t="24234" x="3752850" y="1746250"/>
          <p14:tracePt t="24250" x="3689350" y="1752600"/>
          <p14:tracePt t="24268" x="3568700" y="1784350"/>
          <p14:tracePt t="24283" x="3473450" y="1797050"/>
          <p14:tracePt t="24300" x="3448050" y="1797050"/>
          <p14:tracePt t="24317" x="3403600" y="1803400"/>
          <p14:tracePt t="24333" x="3384550" y="1803400"/>
          <p14:tracePt t="24416" x="3390900" y="1797050"/>
          <p14:tracePt t="24423" x="3409950" y="1797050"/>
          <p14:tracePt t="24437" x="3422650" y="1797050"/>
          <p14:tracePt t="24450" x="3448050" y="1797050"/>
          <p14:tracePt t="24466" x="3543300" y="1797050"/>
          <p14:tracePt t="24483" x="3632200" y="1797050"/>
          <p14:tracePt t="24500" x="3860800" y="1797050"/>
          <p14:tracePt t="24516" x="4108450" y="1809750"/>
          <p14:tracePt t="24533" x="4235450" y="1809750"/>
          <p14:tracePt t="24550" x="4464050" y="1809750"/>
          <p14:tracePt t="24566" x="4692650" y="1803400"/>
          <p14:tracePt t="24582" x="4794250" y="1797050"/>
          <p14:tracePt t="24599" x="4972050" y="1765300"/>
          <p14:tracePt t="24616" x="5092700" y="1746250"/>
          <p14:tracePt t="24632" x="5149850" y="1739900"/>
          <p14:tracePt t="24649" x="5200650" y="1727200"/>
          <p14:tracePt t="24666" x="5213350" y="1720850"/>
          <p14:tracePt t="24684" x="5213350" y="1714500"/>
          <p14:tracePt t="24698" x="5213350" y="1708150"/>
          <p14:tracePt t="24719" x="5213350" y="1701800"/>
          <p14:tracePt t="24732" x="5200650" y="1701800"/>
          <p14:tracePt t="24749" x="5194300" y="1701800"/>
          <p14:tracePt t="24765" x="5175250" y="1701800"/>
          <p14:tracePt t="24782" x="5073650" y="1701800"/>
          <p14:tracePt t="24798" x="4921250" y="1682750"/>
          <p14:tracePt t="24815" x="4819650" y="1670050"/>
          <p14:tracePt t="24831" x="4578350" y="1651000"/>
          <p14:tracePt t="24848" x="4324350" y="1619250"/>
          <p14:tracePt t="24865" x="4210050" y="1606550"/>
          <p14:tracePt t="24881" x="4000500" y="1587500"/>
          <p14:tracePt t="24898" x="3860800" y="1568450"/>
          <p14:tracePt t="24915" x="3797300" y="1562100"/>
          <p14:tracePt t="24931" x="3778250" y="1562100"/>
          <p14:tracePt t="24948" x="3752850" y="1562100"/>
          <p14:tracePt t="24965" x="3746500" y="1562100"/>
          <p14:tracePt t="24981" x="3740150" y="1562100"/>
          <p14:tracePt t="25014" x="3740150" y="1568450"/>
          <p14:tracePt t="25030" x="3740150" y="1574800"/>
          <p14:tracePt t="25048" x="3746500" y="1574800"/>
          <p14:tracePt t="25064" x="3778250" y="1568450"/>
          <p14:tracePt t="25081" x="3810000" y="1568450"/>
          <p14:tracePt t="25098" x="3905250" y="1581150"/>
          <p14:tracePt t="25114" x="3968750" y="1593850"/>
          <p14:tracePt t="25130" x="4146550" y="1612900"/>
          <p14:tracePt t="25149" x="4356100" y="1651000"/>
          <p14:tracePt t="25164" x="4445000" y="1663700"/>
          <p14:tracePt t="25180" x="4641850" y="1701800"/>
          <p14:tracePt t="25197" x="4781550" y="1701800"/>
          <p14:tracePt t="25213" x="4845050" y="1714500"/>
          <p14:tracePt t="25230" x="4927600" y="1720850"/>
          <p14:tracePt t="25247" x="4965700" y="1720850"/>
          <p14:tracePt t="25263" x="4972050" y="1720850"/>
          <p14:tracePt t="25281" x="4978400" y="1720850"/>
          <p14:tracePt t="25297" x="4984750" y="1714500"/>
          <p14:tracePt t="25313" x="4978400" y="1708150"/>
          <p14:tracePt t="25330" x="4965700" y="1701800"/>
          <p14:tracePt t="25347" x="4959350" y="1701800"/>
          <p14:tracePt t="25363" x="4883150" y="1701800"/>
          <p14:tracePt t="25380" x="4711700" y="1701800"/>
          <p14:tracePt t="25396" x="4610100" y="1714500"/>
          <p14:tracePt t="25413" x="4368800" y="1733550"/>
          <p14:tracePt t="25430" x="4102100" y="1746250"/>
          <p14:tracePt t="25446" x="3975100" y="1758950"/>
          <p14:tracePt t="25449" x="3854450" y="1758950"/>
          <p14:tracePt t="25463" x="3740150" y="1765300"/>
          <p14:tracePt t="25479" x="3575050" y="1765300"/>
          <p14:tracePt t="25496" x="3505200" y="1765300"/>
          <p14:tracePt t="25513" x="3429000" y="1765300"/>
          <p14:tracePt t="25529" x="3397250" y="1778000"/>
          <p14:tracePt t="25546" x="3384550" y="1778000"/>
          <p14:tracePt t="25563" x="3384550" y="1784350"/>
          <p14:tracePt t="25590" x="3390900" y="1784350"/>
          <p14:tracePt t="25599" x="3403600" y="1784350"/>
          <p14:tracePt t="25613" x="3435350" y="1784350"/>
          <p14:tracePt t="25629" x="3454400" y="1784350"/>
          <p14:tracePt t="25646" x="3568700" y="1790700"/>
          <p14:tracePt t="25661" x="3746500" y="1797050"/>
          <p14:tracePt t="25678" x="3860800" y="1816100"/>
          <p14:tracePt t="25696" x="4114800" y="1828800"/>
          <p14:tracePt t="25712" x="4381500" y="1828800"/>
          <p14:tracePt t="25728" x="4502150" y="1828800"/>
          <p14:tracePt t="25745" x="4686300" y="1803400"/>
          <p14:tracePt t="25761" x="4781550" y="1778000"/>
          <p14:tracePt t="25778" x="4806950" y="1771650"/>
          <p14:tracePt t="25795" x="4819650" y="1752600"/>
          <p14:tracePt t="25811" x="4819650" y="1746250"/>
          <p14:tracePt t="25845" x="4819650" y="1739900"/>
          <p14:tracePt t="25861" x="4787900" y="1727200"/>
          <p14:tracePt t="25879" x="4737100" y="1720850"/>
          <p14:tracePt t="25894" x="4591050" y="1689100"/>
          <p14:tracePt t="25911" x="4502150" y="1676400"/>
          <p14:tracePt t="25928" x="4159250" y="1638300"/>
          <p14:tracePt t="25944" x="4032250" y="1625600"/>
          <p14:tracePt t="25961" x="3917950" y="1619250"/>
          <p14:tracePt t="25964" x="3816350" y="1606550"/>
          <p14:tracePt t="25978" x="3740150" y="1606550"/>
          <p14:tracePt t="25994" x="3619500" y="1606550"/>
          <p14:tracePt t="26011" x="3568700" y="1606550"/>
          <p14:tracePt t="26028" x="3511550" y="1606550"/>
          <p14:tracePt t="26044" x="3473450" y="1606550"/>
          <p14:tracePt t="26061" x="3460750" y="1612900"/>
          <p14:tracePt t="26077" x="3435350" y="1625600"/>
          <p14:tracePt t="26094" x="3403600" y="1638300"/>
          <p14:tracePt t="26111" x="3397250" y="1644650"/>
          <p14:tracePt t="26127" x="3390900" y="1644650"/>
          <p14:tracePt t="26144" x="3384550" y="1644650"/>
          <p14:tracePt t="26177" x="3371850" y="1638300"/>
          <p14:tracePt t="26194" x="3365500" y="1631950"/>
          <p14:tracePt t="26210" x="3340100" y="1612900"/>
          <p14:tracePt t="26227" x="3327400" y="1593850"/>
          <p14:tracePt t="26243" x="3308350" y="1587500"/>
          <p14:tracePt t="26260" x="3263900" y="1574800"/>
          <p14:tracePt t="26277" x="3257550" y="1574800"/>
          <p14:tracePt t="26294" x="3238500" y="1574800"/>
          <p14:tracePt t="26310" x="3225800" y="1587500"/>
          <p14:tracePt t="26327" x="3206750" y="1619250"/>
          <p14:tracePt t="26344" x="3194050" y="1670050"/>
          <p14:tracePt t="26359" x="3187700" y="1708150"/>
          <p14:tracePt t="26376" x="3187700" y="1778000"/>
          <p14:tracePt t="26393" x="3200400" y="1828800"/>
          <p14:tracePt t="26409" x="3206750" y="1847850"/>
          <p14:tracePt t="26426" x="3213100" y="1860550"/>
          <p14:tracePt t="26443" x="3225800" y="1879600"/>
          <p14:tracePt t="26459" x="3232150" y="1885950"/>
          <p14:tracePt t="26476" x="3232150" y="1892300"/>
          <p14:tracePt t="26492" x="3238500" y="1892300"/>
          <p14:tracePt t="26512" x="3244850" y="1892300"/>
          <p14:tracePt t="26547" x="3251200" y="1892300"/>
          <p14:tracePt t="26554" x="3251200" y="1885950"/>
          <p14:tracePt t="26582" x="3251200" y="1879600"/>
          <p14:tracePt t="26603" x="3251200" y="1866900"/>
          <p14:tracePt t="26631" x="3251200" y="1860550"/>
          <p14:tracePt t="26653" x="3244850" y="1854200"/>
          <p14:tracePt t="26666" x="3244850" y="1847850"/>
          <p14:tracePt t="26673" x="3244850" y="1835150"/>
          <p14:tracePt t="26688" x="3244850" y="1816100"/>
          <p14:tracePt t="26695" x="3238500" y="1790700"/>
          <p14:tracePt t="26709" x="3238500" y="1765300"/>
          <p14:tracePt t="26725" x="3225800" y="1689100"/>
          <p14:tracePt t="26742" x="3225800" y="1644650"/>
          <p14:tracePt t="26759" x="3238500" y="1562100"/>
          <p14:tracePt t="26775" x="3263900" y="1492250"/>
          <p14:tracePt t="26792" x="3276600" y="1473200"/>
          <p14:tracePt t="26809" x="3321050" y="1422400"/>
          <p14:tracePt t="26825" x="3346450" y="1409700"/>
          <p14:tracePt t="26841" x="3397250" y="1390650"/>
          <p14:tracePt t="26858" x="3429000" y="1384300"/>
          <p14:tracePt t="26874" x="3441700" y="1384300"/>
          <p14:tracePt t="26892" x="3454400" y="1384300"/>
          <p14:tracePt t="26907" x="3460750" y="1384300"/>
          <p14:tracePt t="26955" x="3460750" y="1390650"/>
          <p14:tracePt t="26976" x="3460750" y="1397000"/>
          <p14:tracePt t="26983" x="3460750" y="1403350"/>
          <p14:tracePt t="26996" x="3467100" y="1409700"/>
          <p14:tracePt t="27007" x="3473450" y="1409700"/>
          <p14:tracePt t="27024" x="3486150" y="1422400"/>
          <p14:tracePt t="27040" x="3549650" y="1454150"/>
          <p14:tracePt t="27057" x="3683000" y="1517650"/>
          <p14:tracePt t="27075" x="3898900" y="1625600"/>
          <p14:tracePt t="27090" x="4032250" y="1682750"/>
          <p14:tracePt t="27107" x="4197350" y="1746250"/>
          <p14:tracePt t="27124" x="4610100" y="1847850"/>
          <p14:tracePt t="27140" x="4699000" y="1866900"/>
          <p14:tracePt t="27157" x="4787900" y="1866900"/>
          <p14:tracePt t="27173" x="4921250" y="1866900"/>
          <p14:tracePt t="27190" x="4991100" y="1854200"/>
          <p14:tracePt t="27207" x="5016500" y="1847850"/>
          <p14:tracePt t="27223" x="5054600" y="1835150"/>
          <p14:tracePt t="27240" x="5073650" y="1828800"/>
          <p14:tracePt t="27335" x="5073650" y="1822450"/>
          <p14:tracePt t="27391" x="5067300" y="1816100"/>
          <p14:tracePt t="27398" x="5060950" y="1816100"/>
          <p14:tracePt t="27406" x="5048250" y="1816100"/>
          <p14:tracePt t="27422" x="5041900" y="1809750"/>
          <p14:tracePt t="27440" x="5029200" y="1809750"/>
          <p14:tracePt t="27456" x="4959350" y="1803400"/>
          <p14:tracePt t="27472" x="4838700" y="1784350"/>
          <p14:tracePt t="27490" x="4673600" y="1771650"/>
          <p14:tracePt t="27506" x="4572000" y="1765300"/>
          <p14:tracePt t="27522" x="4330700" y="1752600"/>
          <p14:tracePt t="27539" x="4089400" y="1733550"/>
          <p14:tracePt t="27556" x="3962400" y="1720850"/>
          <p14:tracePt t="27572" x="3752850" y="1689100"/>
          <p14:tracePt t="27589" x="3575050" y="1657350"/>
          <p14:tracePt t="27605" x="3511550" y="1651000"/>
          <p14:tracePt t="27622" x="3403600" y="1625600"/>
          <p14:tracePt t="27638" x="3352800" y="1606550"/>
          <p14:tracePt t="27655" x="3340100" y="1600200"/>
          <p14:tracePt t="27672" x="3327400" y="1600200"/>
          <p14:tracePt t="27756" x="3333750" y="1600200"/>
          <p14:tracePt t="27772" x="3340100" y="1593850"/>
          <p14:tracePt t="27777" x="3346450" y="1593850"/>
          <p14:tracePt t="27792" x="3365500" y="1593850"/>
          <p14:tracePt t="27804" x="3378200" y="1593850"/>
          <p14:tracePt t="27821" x="3448050" y="1587500"/>
          <p14:tracePt t="27838" x="3498850" y="1587500"/>
          <p14:tracePt t="27855" x="3651250" y="1593850"/>
          <p14:tracePt t="27871" x="3854450" y="1600200"/>
          <p14:tracePt t="27887" x="3956050" y="1600200"/>
          <p14:tracePt t="27905" x="4159250" y="1600200"/>
          <p14:tracePt t="27921" x="4337050" y="1600200"/>
          <p14:tracePt t="27937" x="4413250" y="1600200"/>
          <p14:tracePt t="27954" x="4546600" y="1587500"/>
          <p14:tracePt t="27970" x="4648200" y="1581150"/>
          <p14:tracePt t="27987" x="4692650" y="1581150"/>
          <p14:tracePt t="28004" x="4724400" y="1574800"/>
          <p14:tracePt t="28021" x="4737100" y="1574800"/>
          <p14:tracePt t="28038" x="4743450" y="1568450"/>
          <p14:tracePt t="28054" x="4743450" y="1562100"/>
          <p14:tracePt t="28080" x="4737100" y="1555750"/>
          <p14:tracePt t="28101" x="4724400" y="1555750"/>
          <p14:tracePt t="28108" x="4711700" y="1555750"/>
          <p14:tracePt t="28123" x="4686300" y="1549400"/>
          <p14:tracePt t="28137" x="4641850" y="1549400"/>
          <p14:tracePt t="28153" x="4527550" y="1549400"/>
          <p14:tracePt t="28170" x="4425950" y="1543050"/>
          <p14:tracePt t="28187" x="4222750" y="1530350"/>
          <p14:tracePt t="28203" x="3968750" y="1530350"/>
          <p14:tracePt t="28221" x="3740150" y="1511300"/>
          <p14:tracePt t="28236" x="3625850" y="1511300"/>
          <p14:tracePt t="28253" x="3460750" y="1511300"/>
          <p14:tracePt t="28271" x="3359150" y="1511300"/>
          <p14:tracePt t="28286" x="3333750" y="1511300"/>
          <p14:tracePt t="28303" x="3308350" y="1511300"/>
          <p14:tracePt t="28320" x="3289300" y="1517650"/>
          <p14:tracePt t="28336" x="3289300" y="1524000"/>
          <p14:tracePt t="28369" x="3295650" y="1524000"/>
          <p14:tracePt t="28386" x="3346450" y="1524000"/>
          <p14:tracePt t="28403" x="3384550" y="1530350"/>
          <p14:tracePt t="28419" x="3543300" y="1568450"/>
          <p14:tracePt t="28436" x="3816350" y="1638300"/>
          <p14:tracePt t="28453" x="4171950" y="1708150"/>
          <p14:tracePt t="28469" x="4318000" y="1733550"/>
          <p14:tracePt t="28486" x="4546600" y="1765300"/>
          <p14:tracePt t="28503" x="4686300" y="1758950"/>
          <p14:tracePt t="28519" x="4737100" y="1758950"/>
          <p14:tracePt t="28536" x="4806950" y="1746250"/>
          <p14:tracePt t="28552" x="4845050" y="1739900"/>
          <p14:tracePt t="28568" x="4851400" y="1739900"/>
          <p14:tracePt t="28601" x="4845050" y="1733550"/>
          <p14:tracePt t="28618" x="4838700" y="1733550"/>
          <p14:tracePt t="28651" x="4826000" y="1733550"/>
          <p14:tracePt t="28668" x="4768850" y="1727200"/>
          <p14:tracePt t="28686" x="4641850" y="1727200"/>
          <p14:tracePt t="28701" x="4565650" y="1727200"/>
          <p14:tracePt t="28718" x="4324350" y="1727200"/>
          <p14:tracePt t="28735" x="4057650" y="1752600"/>
          <p14:tracePt t="28751" x="3943350" y="1758950"/>
          <p14:tracePt t="28769" x="3714750" y="1790700"/>
          <p14:tracePt t="28785" x="3505200" y="1835150"/>
          <p14:tracePt t="28801" x="3403600" y="1866900"/>
          <p14:tracePt t="28819" x="3257550" y="1905000"/>
          <p14:tracePt t="28834" x="3149600" y="1930400"/>
          <p14:tracePt t="28851" x="3105150" y="1949450"/>
          <p14:tracePt t="28868" x="3041650" y="1949450"/>
          <p14:tracePt t="28884" x="3035300" y="1943100"/>
          <p14:tracePt t="29516" x="3022600" y="1968500"/>
          <p14:tracePt t="29530" x="2997200" y="2025650"/>
          <p14:tracePt t="29537" x="2971800" y="2070100"/>
          <p14:tracePt t="29552" x="2940050" y="2127250"/>
          <p14:tracePt t="29566" x="2914650" y="2159000"/>
          <p14:tracePt t="29582" x="2851150" y="2260600"/>
          <p14:tracePt t="29598" x="2813050" y="2311400"/>
          <p14:tracePt t="29615" x="2711450" y="2457450"/>
          <p14:tracePt t="29632" x="2686050" y="2489200"/>
          <p14:tracePt t="29648" x="2660650" y="2520950"/>
          <p14:tracePt t="29665" x="2616200" y="2578100"/>
          <p14:tracePt t="29682" x="2578100" y="2622550"/>
          <p14:tracePt t="29698" x="2546350" y="2647950"/>
          <p14:tracePt t="29715" x="2533650" y="2660650"/>
          <p14:tracePt t="29731" x="2514600" y="2673350"/>
          <p14:tracePt t="29749" x="2501900" y="2679700"/>
          <p14:tracePt t="29790" x="2495550" y="2679700"/>
          <p14:tracePt t="29798" x="2495550" y="2673350"/>
          <p14:tracePt t="29814" x="2495550" y="2660650"/>
          <p14:tracePt t="29831" x="2489200" y="2647950"/>
          <p14:tracePt t="30344" x="2476500" y="2647950"/>
          <p14:tracePt t="30351" x="2463800" y="2647950"/>
          <p14:tracePt t="30365" x="2444750" y="2647950"/>
          <p14:tracePt t="30380" x="2406650" y="2667000"/>
          <p14:tracePt t="30396" x="2387600" y="2679700"/>
          <p14:tracePt t="30412" x="2362200" y="2705100"/>
          <p14:tracePt t="30429" x="2317750" y="2800350"/>
          <p14:tracePt t="30445" x="2298700" y="2851150"/>
          <p14:tracePt t="30462" x="2279650" y="2908300"/>
          <p14:tracePt t="30478" x="2254250" y="3016250"/>
          <p14:tracePt t="30495" x="2235200" y="3155950"/>
          <p14:tracePt t="30512" x="2216150" y="3289300"/>
          <p14:tracePt t="30528" x="2216150" y="3340100"/>
          <p14:tracePt t="30545" x="2216150" y="3403600"/>
          <p14:tracePt t="30562" x="2216150" y="3429000"/>
          <p14:tracePt t="30578" x="2216150" y="3435350"/>
          <p14:tracePt t="30625" x="2222500" y="3435350"/>
          <p14:tracePt t="30674" x="2222500" y="3429000"/>
          <p14:tracePt t="30681" x="2228850" y="3422650"/>
          <p14:tracePt t="30697" x="2228850" y="3409950"/>
          <p14:tracePt t="30711" x="2228850" y="3371850"/>
          <p14:tracePt t="30728" x="2228850" y="3333750"/>
          <p14:tracePt t="30745" x="2222500" y="3225800"/>
          <p14:tracePt t="30761" x="2222500" y="3162300"/>
          <p14:tracePt t="30778" x="2216150" y="3009900"/>
          <p14:tracePt t="30795" x="2190750" y="2832100"/>
          <p14:tracePt t="30811" x="2190750" y="2755900"/>
          <p14:tracePt t="30828" x="2184400" y="2609850"/>
          <p14:tracePt t="30844" x="2165350" y="2470150"/>
          <p14:tracePt t="30861" x="2152650" y="2368550"/>
          <p14:tracePt t="30878" x="2114550" y="2171700"/>
          <p14:tracePt t="30893" x="2101850" y="2082800"/>
          <p14:tracePt t="30910" x="2082800" y="2025650"/>
          <p14:tracePt t="30927" x="2076450" y="1968500"/>
          <p14:tracePt t="30944" x="2070100" y="1962150"/>
          <p14:tracePt t="30960" x="2070100" y="1955800"/>
          <p14:tracePt t="31019" x="2070100" y="1962150"/>
          <p14:tracePt t="31068" x="2070100" y="1968500"/>
          <p14:tracePt t="31075" x="2070100" y="1987550"/>
          <p14:tracePt t="31082" x="2070100" y="2006600"/>
          <p14:tracePt t="31096" x="2070100" y="2038350"/>
          <p14:tracePt t="31110" x="2070100" y="2082800"/>
          <p14:tracePt t="31127" x="2082800" y="2266950"/>
          <p14:tracePt t="31143" x="2089150" y="2381250"/>
          <p14:tracePt t="31160" x="2120900" y="2571750"/>
          <p14:tracePt t="31176" x="2165350" y="2781300"/>
          <p14:tracePt t="31193" x="2184400" y="2882900"/>
          <p14:tracePt t="31209" x="2222500" y="3016250"/>
          <p14:tracePt t="31226" x="2228850" y="3086100"/>
          <p14:tracePt t="31243" x="2235200" y="3098800"/>
          <p14:tracePt t="31259" x="2241550" y="3117850"/>
          <p14:tracePt t="31314" x="2247900" y="3117850"/>
          <p14:tracePt t="31377" x="2254250" y="3111500"/>
          <p14:tracePt t="31384" x="2254250" y="3105150"/>
          <p14:tracePt t="31405" x="2260600" y="3105150"/>
          <p14:tracePt t="31427" x="2266950" y="3092450"/>
          <p14:tracePt t="31434" x="2266950" y="3086100"/>
          <p14:tracePt t="31447" x="2266950" y="3067050"/>
          <p14:tracePt t="31459" x="2273300" y="3035300"/>
          <p14:tracePt t="31476" x="2273300" y="2933700"/>
          <p14:tracePt t="31492" x="2273300" y="2870200"/>
          <p14:tracePt t="31508" x="2273300" y="2705100"/>
          <p14:tracePt t="31526" x="2273300" y="2514600"/>
          <p14:tracePt t="31542" x="2273300" y="2438400"/>
          <p14:tracePt t="31558" x="2266950" y="2349500"/>
          <p14:tracePt t="31575" x="2266950" y="2216150"/>
          <p14:tracePt t="31591" x="2266950" y="2197100"/>
          <p14:tracePt t="31608" x="2266950" y="2184400"/>
          <p14:tracePt t="31612" x="2266950" y="2178050"/>
          <p14:tracePt t="31645" x="2260600" y="2178050"/>
          <p14:tracePt t="31659" x="2260600" y="2190750"/>
          <p14:tracePt t="31666" x="2266950" y="2209800"/>
          <p14:tracePt t="31674" x="2273300" y="2228850"/>
          <p14:tracePt t="31690" x="2292350" y="2273300"/>
          <p14:tracePt t="31708" x="2330450" y="2432050"/>
          <p14:tracePt t="31724" x="2362200" y="2508250"/>
          <p14:tracePt t="31741" x="2400300" y="2654300"/>
          <p14:tracePt t="31758" x="2438400" y="2813050"/>
          <p14:tracePt t="31774" x="2451100" y="2876550"/>
          <p14:tracePt t="31791" x="2470150" y="2997200"/>
          <p14:tracePt t="31807" x="2463800" y="3143250"/>
          <p14:tracePt t="31824" x="2463800" y="3181350"/>
          <p14:tracePt t="31840" x="2457450" y="3232150"/>
          <p14:tracePt t="33016" x="2470150" y="3232150"/>
          <p14:tracePt t="33023" x="2489200" y="3232150"/>
          <p14:tracePt t="33039" x="2514600" y="3219450"/>
          <p14:tracePt t="33053" x="2571750" y="3187700"/>
          <p14:tracePt t="33070" x="2616200" y="3162300"/>
          <p14:tracePt t="33087" x="2679700" y="3111500"/>
          <p14:tracePt t="33102" x="2724150" y="3086100"/>
          <p14:tracePt t="33120" x="2806700" y="3016250"/>
          <p14:tracePt t="33136" x="2882900" y="2946400"/>
          <p14:tracePt t="33153" x="2933700" y="2895600"/>
          <p14:tracePt t="33156" x="2965450" y="2863850"/>
          <p14:tracePt t="33169" x="3003550" y="2806700"/>
          <p14:tracePt t="33186" x="3067050" y="2717800"/>
          <p14:tracePt t="33203" x="3098800" y="2660650"/>
          <p14:tracePt t="33220" x="3136900" y="2571750"/>
          <p14:tracePt t="33236" x="3175000" y="2495550"/>
          <p14:tracePt t="33252" x="3181350" y="2470150"/>
          <p14:tracePt t="33269" x="3200400" y="2406650"/>
          <p14:tracePt t="33286" x="3219450" y="2374900"/>
          <p14:tracePt t="33302" x="3225800" y="2355850"/>
          <p14:tracePt t="33319" x="3244850" y="2317750"/>
          <p14:tracePt t="33335" x="3251200" y="2305050"/>
          <p14:tracePt t="33352" x="3257550" y="2286000"/>
          <p14:tracePt t="33369" x="3276600" y="2254250"/>
          <p14:tracePt t="33385" x="3282950" y="2228850"/>
          <p14:tracePt t="33402" x="3302000" y="2184400"/>
          <p14:tracePt t="33418" x="3302000" y="2171700"/>
          <p14:tracePt t="33435" x="3308350" y="2159000"/>
          <p14:tracePt t="33452" x="3314700" y="2146300"/>
          <p14:tracePt t="33468" x="3314700" y="2139950"/>
          <p14:tracePt t="33501" x="3314700" y="2133600"/>
          <p14:tracePt t="33518" x="3314700" y="2127250"/>
          <p14:tracePt t="33537" x="3321050" y="2120900"/>
          <p14:tracePt t="33754" x="3314700" y="2120900"/>
          <p14:tracePt t="33769" x="3314700" y="2127250"/>
          <p14:tracePt t="33775" x="3302000" y="2127250"/>
          <p14:tracePt t="33789" x="3289300" y="2133600"/>
          <p14:tracePt t="33804" x="3276600" y="2133600"/>
          <p14:tracePt t="33820" x="3244850" y="2139950"/>
          <p14:tracePt t="33834" x="3219450" y="2146300"/>
          <p14:tracePt t="33850" x="3175000" y="2165350"/>
          <p14:tracePt t="33867" x="3067050" y="2190750"/>
          <p14:tracePt t="33883" x="3009900" y="2203450"/>
          <p14:tracePt t="33900" x="2946400" y="2222500"/>
          <p14:tracePt t="33917" x="2813050" y="2247900"/>
          <p14:tracePt t="33933" x="2743200" y="2266950"/>
          <p14:tracePt t="33951" x="2641600" y="2286000"/>
          <p14:tracePt t="33967" x="2584450" y="2292350"/>
          <p14:tracePt t="33983" x="2546350" y="2292350"/>
          <p14:tracePt t="34001" x="2470150" y="2292350"/>
          <p14:tracePt t="34017" x="2444750" y="2292350"/>
          <p14:tracePt t="34033" x="2425700" y="2292350"/>
          <p14:tracePt t="34050" x="2413000" y="2292350"/>
          <p14:tracePt t="34083" x="2406650" y="2292350"/>
          <p14:tracePt t="34106" x="2400300" y="2292350"/>
          <p14:tracePt t="34140" x="2400300" y="2298700"/>
          <p14:tracePt t="34162" x="2393950" y="2298700"/>
          <p14:tracePt t="34189" x="2393950" y="2305050"/>
          <p14:tracePt t="34238" x="2393950" y="2311400"/>
          <p14:tracePt t="34303" x="2393950" y="2317750"/>
          <p14:tracePt t="34309" x="2393950" y="2324100"/>
          <p14:tracePt t="34323" x="2393950" y="2330450"/>
          <p14:tracePt t="34332" x="2393950" y="2343150"/>
          <p14:tracePt t="34349" x="2393950" y="2349500"/>
          <p14:tracePt t="34366" x="2400300" y="2381250"/>
          <p14:tracePt t="34382" x="2406650" y="2444750"/>
          <p14:tracePt t="34398" x="2413000" y="2489200"/>
          <p14:tracePt t="34415" x="2432050" y="2571750"/>
          <p14:tracePt t="34432" x="2438400" y="2628900"/>
          <p14:tracePt t="34448" x="2444750" y="2647950"/>
          <p14:tracePt t="34465" x="2451100" y="2679700"/>
          <p14:tracePt t="34482" x="2451100" y="2692400"/>
          <p14:tracePt t="34498" x="2457450" y="2698750"/>
          <p14:tracePt t="34531" x="2457450" y="2705100"/>
          <p14:tracePt t="34731" x="2463800" y="2705100"/>
          <p14:tracePt t="34738" x="2470150" y="2711450"/>
          <p14:tracePt t="34752" x="2476500" y="2711450"/>
          <p14:tracePt t="34763" x="2489200" y="2717800"/>
          <p14:tracePt t="34781" x="2495550" y="2717800"/>
          <p14:tracePt t="34797" x="2552700" y="2736850"/>
          <p14:tracePt t="34814" x="2622550" y="2762250"/>
          <p14:tracePt t="34830" x="2717800" y="2800350"/>
          <p14:tracePt t="34847" x="2762250" y="2825750"/>
          <p14:tracePt t="34863" x="2806700" y="2838450"/>
          <p14:tracePt t="34880" x="2940050" y="2895600"/>
          <p14:tracePt t="34897" x="2965450" y="2901950"/>
          <p14:tracePt t="34914" x="3028950" y="2933700"/>
          <p14:tracePt t="34930" x="3060700" y="2940050"/>
          <p14:tracePt t="34947" x="3124200" y="2971800"/>
          <p14:tracePt t="34964" x="3194050" y="2997200"/>
          <p14:tracePt t="34980" x="3213100" y="3009900"/>
          <p14:tracePt t="34996" x="3276600" y="3028950"/>
          <p14:tracePt t="35013" x="3346450" y="3048000"/>
          <p14:tracePt t="35030" x="3371850" y="3048000"/>
          <p14:tracePt t="35046" x="3422650" y="3060700"/>
          <p14:tracePt t="35063" x="3473450" y="3067050"/>
          <p14:tracePt t="35079" x="3498850" y="3067050"/>
          <p14:tracePt t="35097" x="3536950" y="3067050"/>
          <p14:tracePt t="35113" x="3549650" y="3073400"/>
          <p14:tracePt t="35160" x="3549650" y="3086100"/>
          <p14:tracePt t="37747" x="3568700" y="3092450"/>
          <p14:tracePt t="37753" x="3581400" y="3098800"/>
          <p14:tracePt t="37767" x="3594100" y="3111500"/>
          <p14:tracePt t="37774" x="3613150" y="3124200"/>
          <p14:tracePt t="37789" x="3632200" y="3143250"/>
          <p14:tracePt t="37803" x="3708400" y="3175000"/>
          <p14:tracePt t="37820" x="3740150" y="3187700"/>
          <p14:tracePt t="37837" x="3829050" y="3232150"/>
          <p14:tracePt t="37853" x="3886200" y="3257550"/>
          <p14:tracePt t="37870" x="4006850" y="3327400"/>
          <p14:tracePt t="37887" x="4121150" y="3371850"/>
          <p14:tracePt t="37903" x="4165600" y="3390900"/>
          <p14:tracePt t="37920" x="4235450" y="3409950"/>
          <p14:tracePt t="37937" x="4267200" y="3409950"/>
          <p14:tracePt t="37953" x="4273550" y="3409950"/>
          <p14:tracePt t="37969" x="4286250" y="3409950"/>
          <p14:tracePt t="37986" x="4292600" y="3403600"/>
          <p14:tracePt t="38003" x="4298950" y="3397250"/>
          <p14:tracePt t="38020" x="4305300" y="3390900"/>
          <p14:tracePt t="38036" x="4311650" y="3384550"/>
          <p14:tracePt t="38070" x="4318000" y="3384550"/>
          <p14:tracePt t="38147" x="4324350" y="3384550"/>
          <p14:tracePt t="38196" x="4324350" y="3378200"/>
          <p14:tracePt t="38238" x="4324350" y="3371850"/>
          <p14:tracePt t="38253" x="4324350" y="3359150"/>
          <p14:tracePt t="38259" x="4324350" y="3340100"/>
          <p14:tracePt t="38273" x="4318000" y="3308350"/>
          <p14:tracePt t="38284" x="4292600" y="3238500"/>
          <p14:tracePt t="38303" x="4197350" y="3054350"/>
          <p14:tracePt t="38318" x="4006850" y="2749550"/>
          <p14:tracePt t="38335" x="3898900" y="2571750"/>
          <p14:tracePt t="38351" x="3676650" y="2279650"/>
          <p14:tracePt t="38368" x="3524250" y="2063750"/>
          <p14:tracePt t="38387" x="3416300" y="1936750"/>
          <p14:tracePt t="38401" x="3390900" y="1905000"/>
          <p14:tracePt t="38418" x="3359150" y="1879600"/>
          <p14:tracePt t="38435" x="3333750" y="1854200"/>
          <p14:tracePt t="38451" x="3327400" y="1854200"/>
          <p14:tracePt t="38467" x="3321050" y="1854200"/>
          <p14:tracePt t="38505" x="3314700" y="1854200"/>
          <p14:tracePt t="38520" x="3314700" y="1860550"/>
          <p14:tracePt t="38541" x="3314700" y="1866900"/>
          <p14:tracePt t="38551" x="3314700" y="1873250"/>
          <p14:tracePt t="38567" x="3314700" y="1885950"/>
          <p14:tracePt t="38584" x="3321050" y="1943100"/>
          <p14:tracePt t="38600" x="3371850" y="2082800"/>
          <p14:tracePt t="38618" x="3403600" y="2159000"/>
          <p14:tracePt t="38634" x="3473450" y="2355850"/>
          <p14:tracePt t="38650" x="3517900" y="2476500"/>
          <p14:tracePt t="38667" x="3657600" y="2813050"/>
          <p14:tracePt t="38683" x="3695700" y="2908300"/>
          <p14:tracePt t="38700" x="3727450" y="3022600"/>
          <p14:tracePt t="38717" x="3822700" y="3289300"/>
          <p14:tracePt t="38733" x="3841750" y="3352800"/>
          <p14:tracePt t="38750" x="3854450" y="3397250"/>
          <p14:tracePt t="38767" x="3860800" y="3429000"/>
          <p14:tracePt t="38784" x="3867150" y="3448050"/>
          <p14:tracePt t="38843" x="3873500" y="3448050"/>
          <p14:tracePt t="38892" x="3873500" y="3441700"/>
          <p14:tracePt t="39068" x="3873500" y="3435350"/>
          <p14:tracePt t="39089" x="3867150" y="3422650"/>
          <p14:tracePt t="39110" x="3867150" y="3416300"/>
          <p14:tracePt t="39124" x="3867150" y="3409950"/>
          <p14:tracePt t="39131" x="3867150" y="3397250"/>
          <p14:tracePt t="39138" x="3860800" y="3378200"/>
          <p14:tracePt t="39152" x="3848100" y="3359150"/>
          <p14:tracePt t="39165" x="3841750" y="3327400"/>
          <p14:tracePt t="39182" x="3816350" y="3257550"/>
          <p14:tracePt t="39199" x="3797300" y="3213100"/>
          <p14:tracePt t="39216" x="3759200" y="3124200"/>
          <p14:tracePt t="39232" x="3714750" y="3048000"/>
          <p14:tracePt t="39248" x="3689350" y="3003550"/>
          <p14:tracePt t="39265" x="3663950" y="2984500"/>
          <p14:tracePt t="39281" x="3613150" y="2927350"/>
          <p14:tracePt t="39298" x="3594100" y="2889250"/>
          <p14:tracePt t="39301" x="3575050" y="2876550"/>
          <p14:tracePt t="39315" x="3556000" y="2857500"/>
          <p14:tracePt t="39331" x="3536950" y="2851150"/>
          <p14:tracePt t="39348" x="3517900" y="2832100"/>
          <p14:tracePt t="39364" x="3498850" y="2819400"/>
          <p14:tracePt t="39381" x="3486150" y="2819400"/>
          <p14:tracePt t="39398" x="3441700" y="2794000"/>
          <p14:tracePt t="39414" x="3435350" y="2787650"/>
          <p14:tracePt t="39431" x="3422650" y="2781300"/>
          <p14:tracePt t="39448" x="3422650" y="2774950"/>
          <p14:tracePt t="39977" x="3397250" y="2774950"/>
          <p14:tracePt t="39984" x="3371850" y="2774950"/>
          <p14:tracePt t="39999" x="3340100" y="2768600"/>
          <p14:tracePt t="40013" x="3282950" y="2755900"/>
          <p14:tracePt t="40029" x="3251200" y="2743200"/>
          <p14:tracePt t="40046" x="3206750" y="2730500"/>
          <p14:tracePt t="40062" x="3149600" y="2711450"/>
          <p14:tracePt t="40079" x="3092450" y="2698750"/>
          <p14:tracePt t="40096" x="3060700" y="2692400"/>
          <p14:tracePt t="40112" x="3003550" y="2686050"/>
          <p14:tracePt t="40129" x="2952750" y="2679700"/>
          <p14:tracePt t="40146" x="2914650" y="2673350"/>
          <p14:tracePt t="40162" x="2889250" y="2660650"/>
          <p14:tracePt t="40178" x="2851150" y="2654300"/>
          <p14:tracePt t="40195" x="2838450" y="2654300"/>
          <p14:tracePt t="40212" x="2819400" y="2654300"/>
          <p14:tracePt t="40228" x="2806700" y="2654300"/>
          <p14:tracePt t="40286" x="2800350" y="2654300"/>
          <p14:tracePt t="40491" x="2800350" y="2660650"/>
          <p14:tracePt t="40617" x="2806700" y="2660650"/>
          <p14:tracePt t="40645" x="2813050" y="2660650"/>
          <p14:tracePt t="40666" x="2819400" y="2660650"/>
          <p14:tracePt t="40680" x="2825750" y="2660650"/>
          <p14:tracePt t="40687" x="2832100" y="2660650"/>
          <p14:tracePt t="40701" x="2838450" y="2660650"/>
          <p14:tracePt t="40716" x="2857500" y="2660650"/>
          <p14:tracePt t="40730" x="2870200" y="2660650"/>
          <p14:tracePt t="40744" x="2889250" y="2660650"/>
          <p14:tracePt t="40760" x="2940050" y="2660650"/>
          <p14:tracePt t="40777" x="2971800" y="2660650"/>
          <p14:tracePt t="40793" x="3028950" y="2660650"/>
          <p14:tracePt t="40809" x="3054350" y="2660650"/>
          <p14:tracePt t="40826" x="3086100" y="2660650"/>
          <p14:tracePt t="40830" x="3105150" y="2660650"/>
          <p14:tracePt t="40843" x="3124200" y="2660650"/>
          <p14:tracePt t="40860" x="3143250" y="2654300"/>
          <p14:tracePt t="40876" x="3175000" y="2654300"/>
          <p14:tracePt t="40892" x="3200400" y="2654300"/>
          <p14:tracePt t="40909" x="3213100" y="2654300"/>
          <p14:tracePt t="40926" x="3232150" y="2654300"/>
          <p14:tracePt t="40942" x="3238500" y="2654300"/>
          <p14:tracePt t="40959" x="3251200" y="2654300"/>
          <p14:tracePt t="40976" x="3270250" y="2654300"/>
          <p14:tracePt t="40992" x="3276600" y="2654300"/>
          <p14:tracePt t="41009" x="3282950" y="2654300"/>
          <p14:tracePt t="41026" x="3289300" y="2654300"/>
          <p14:tracePt t="41042" x="3295650" y="2654300"/>
          <p14:tracePt t="41059" x="3308350" y="2654300"/>
          <p14:tracePt t="41092" x="3327400" y="2654300"/>
          <p14:tracePt t="41130" x="3340100" y="2654300"/>
          <p14:tracePt t="41142" x="3346450" y="2654300"/>
          <p14:tracePt t="41159" x="3359150" y="2654300"/>
          <p14:tracePt t="41175" x="3378200" y="2654300"/>
          <p14:tracePt t="41192" x="3397250" y="2660650"/>
          <p14:tracePt t="41208" x="3416300" y="2667000"/>
          <p14:tracePt t="41225" x="3422650" y="2667000"/>
          <p14:tracePt t="41348" x="3422650" y="2673350"/>
          <p14:tracePt t="41369" x="3422650" y="2679700"/>
          <p14:tracePt t="41391" x="3416300" y="2686050"/>
          <p14:tracePt t="41412" x="3409950" y="2692400"/>
          <p14:tracePt t="41432" x="3409950" y="2698750"/>
          <p14:tracePt t="41441" x="3409950" y="2705100"/>
          <p14:tracePt t="41454" x="3403600" y="2711450"/>
          <p14:tracePt t="41461" x="3397250" y="2724150"/>
          <p14:tracePt t="41477" x="3390900" y="2736850"/>
          <p14:tracePt t="41490" x="3371850" y="2774950"/>
          <p14:tracePt t="41507" x="3371850" y="2787650"/>
          <p14:tracePt t="41525" x="3371850" y="2813050"/>
          <p14:tracePt t="41540" x="3390900" y="2832100"/>
          <p14:tracePt t="41557" x="3422650" y="2870200"/>
          <p14:tracePt t="41574" x="3467100" y="2895600"/>
          <p14:tracePt t="41590" x="3486150" y="2908300"/>
          <p14:tracePt t="41607" x="3549650" y="2940050"/>
          <p14:tracePt t="41624" x="3606800" y="2959100"/>
          <p14:tracePt t="41640" x="3638550" y="2959100"/>
          <p14:tracePt t="41658" x="3676650" y="2965450"/>
          <p14:tracePt t="41673" x="3702050" y="2965450"/>
          <p14:tracePt t="41690" x="3714750" y="2965450"/>
          <p14:tracePt t="41707" x="3721100" y="2959100"/>
          <p14:tracePt t="41739" x="3727450" y="2959100"/>
          <p14:tracePt t="41763" x="3727450" y="2952750"/>
          <p14:tracePt t="41773" x="3727450" y="2946400"/>
          <p14:tracePt t="41793" x="3727450" y="2940050"/>
          <p14:tracePt t="41813" x="3721100" y="2940050"/>
          <p14:tracePt t="41834" x="3721100" y="2927350"/>
          <p14:tracePt t="41842" x="3714750" y="2927350"/>
          <p14:tracePt t="41856" x="3714750" y="2921000"/>
          <p14:tracePt t="41873" x="3708400" y="2914650"/>
          <p14:tracePt t="41890" x="3683000" y="2895600"/>
          <p14:tracePt t="41906" x="3638550" y="2857500"/>
          <p14:tracePt t="41922" x="3606800" y="2844800"/>
          <p14:tracePt t="41939" x="3530600" y="2813050"/>
          <p14:tracePt t="41956" x="3460750" y="2787650"/>
          <p14:tracePt t="41972" x="3416300" y="2781300"/>
          <p14:tracePt t="41989" x="3346450" y="2774950"/>
          <p14:tracePt t="42005" x="3308350" y="2774950"/>
          <p14:tracePt t="42022" x="3289300" y="2774950"/>
          <p14:tracePt t="42039" x="3263900" y="2774950"/>
          <p14:tracePt t="42055" x="3251200" y="2774950"/>
          <p14:tracePt t="42072" x="3244850" y="2774950"/>
          <p14:tracePt t="42105" x="3244850" y="2781300"/>
          <p14:tracePt t="42157" x="3251200" y="2781300"/>
          <p14:tracePt t="42185" x="3257550" y="2781300"/>
          <p14:tracePt t="42192" x="3263900" y="2781300"/>
          <p14:tracePt t="42208" x="3270250" y="2781300"/>
          <p14:tracePt t="42227" x="3276600" y="2781300"/>
          <p14:tracePt t="42238" x="3282950" y="2781300"/>
          <p14:tracePt t="42255" x="3302000" y="2781300"/>
          <p14:tracePt t="42271" x="3333750" y="2774950"/>
          <p14:tracePt t="42288" x="3403600" y="2768600"/>
          <p14:tracePt t="42305" x="3498850" y="2762250"/>
          <p14:tracePt t="42321" x="3562350" y="2749550"/>
          <p14:tracePt t="42337" x="3663950" y="2743200"/>
          <p14:tracePt t="42355" x="3746500" y="2724150"/>
          <p14:tracePt t="42371" x="3790950" y="2717800"/>
          <p14:tracePt t="42387" x="3822700" y="2711450"/>
          <p14:tracePt t="42404" x="3867150" y="2698750"/>
          <p14:tracePt t="42421" x="3873500" y="2698750"/>
          <p14:tracePt t="42459" x="3873500" y="2692400"/>
          <p14:tracePt t="42470" x="3867150" y="2692400"/>
          <p14:tracePt t="42490" x="3860800" y="2692400"/>
          <p14:tracePt t="42504" x="3854450" y="2692400"/>
          <p14:tracePt t="42521" x="3835400" y="2692400"/>
          <p14:tracePt t="42537" x="3790950" y="2698750"/>
          <p14:tracePt t="42553" x="3765550" y="2698750"/>
          <p14:tracePt t="42570" x="3683000" y="2711450"/>
          <p14:tracePt t="42587" x="3575050" y="2730500"/>
          <p14:tracePt t="42603" x="3524250" y="2736850"/>
          <p14:tracePt t="42620" x="3403600" y="2755900"/>
          <p14:tracePt t="42637" x="3295650" y="2787650"/>
          <p14:tracePt t="42653" x="3232150" y="2787650"/>
          <p14:tracePt t="42671" x="3111500" y="2800350"/>
          <p14:tracePt t="42686" x="2990850" y="2819400"/>
          <p14:tracePt t="42703" x="2927350" y="2832100"/>
          <p14:tracePt t="42720" x="2794000" y="2838450"/>
          <p14:tracePt t="42736" x="2730500" y="2857500"/>
          <p14:tracePt t="42753" x="2635250" y="2870200"/>
          <p14:tracePt t="42770" x="2559050" y="2870200"/>
          <p14:tracePt t="42786" x="2527300" y="2870200"/>
          <p14:tracePt t="42803" x="2495550" y="2870200"/>
          <p14:tracePt t="42819" x="2463800" y="2870200"/>
          <p14:tracePt t="42836" x="2451100" y="2870200"/>
          <p14:tracePt t="42854" x="2432050" y="2870200"/>
          <p14:tracePt t="42869" x="2425700" y="2870200"/>
          <p14:tracePt t="42916" x="2425700" y="2863850"/>
          <p14:tracePt t="42938" x="2419350" y="2857500"/>
          <p14:tracePt t="43280" x="2432050" y="2857500"/>
          <p14:tracePt t="43294" x="2463800" y="2857500"/>
          <p14:tracePt t="43302" x="2495550" y="2851150"/>
          <p14:tracePt t="43317" x="2533650" y="2844800"/>
          <p14:tracePt t="43334" x="2628900" y="2832100"/>
          <p14:tracePt t="43351" x="2743200" y="2825750"/>
          <p14:tracePt t="43367" x="2794000" y="2825750"/>
          <p14:tracePt t="43385" x="2927350" y="2819400"/>
          <p14:tracePt t="43401" x="3054350" y="2806700"/>
          <p14:tracePt t="43417" x="3111500" y="2800350"/>
          <p14:tracePt t="43434" x="3200400" y="2800350"/>
          <p14:tracePt t="43450" x="3238500" y="2787650"/>
          <p14:tracePt t="43467" x="3295650" y="2781300"/>
          <p14:tracePt t="43484" x="3378200" y="2774950"/>
          <p14:tracePt t="43500" x="3403600" y="2762250"/>
          <p14:tracePt t="43517" x="3441700" y="2762250"/>
          <p14:tracePt t="43534" x="3492500" y="2749550"/>
          <p14:tracePt t="43550" x="3505200" y="2743200"/>
          <p14:tracePt t="43568" x="3530600" y="2736850"/>
          <p14:tracePt t="43583" x="3536950" y="2736850"/>
          <p14:tracePt t="43600" x="3543300" y="2736850"/>
          <p14:tracePt t="43652" x="3543300" y="2730500"/>
          <p14:tracePt t="43668" x="3536950" y="2730500"/>
          <p14:tracePt t="43680" x="3524250" y="2730500"/>
          <p14:tracePt t="43687" x="3498850" y="2730500"/>
          <p14:tracePt t="43702" x="3467100" y="2730500"/>
          <p14:tracePt t="43716" x="3409950" y="2743200"/>
          <p14:tracePt t="43733" x="3219450" y="2743200"/>
          <p14:tracePt t="43749" x="3105150" y="2749550"/>
          <p14:tracePt t="43766" x="2749550" y="2774950"/>
          <p14:tracePt t="43783" x="2660650" y="2774950"/>
          <p14:tracePt t="43800" x="2432050" y="2794000"/>
          <p14:tracePt t="43816" x="2387600" y="2794000"/>
          <p14:tracePt t="43833" x="2349500" y="2800350"/>
          <p14:tracePt t="43849" x="2292350" y="2800350"/>
          <p14:tracePt t="43866" x="2273300" y="2806700"/>
          <p14:tracePt t="43882" x="2260600" y="2806700"/>
          <p14:tracePt t="43899" x="2254250" y="2806700"/>
          <p14:tracePt t="43916" x="2247900" y="2806700"/>
          <p14:tracePt t="43935" x="2235200" y="2813050"/>
          <p14:tracePt t="44004" x="2241550" y="2813050"/>
          <p14:tracePt t="44025" x="2254250" y="2813050"/>
          <p14:tracePt t="44033" x="2266950" y="2813050"/>
          <p14:tracePt t="44046" x="2273300" y="2813050"/>
          <p14:tracePt t="44053" x="2298700" y="2813050"/>
          <p14:tracePt t="44068" x="2330450" y="2806700"/>
          <p14:tracePt t="44084" x="2381250" y="2806700"/>
          <p14:tracePt t="44098" x="2444750" y="2806700"/>
          <p14:tracePt t="44115" x="2508250" y="2794000"/>
          <p14:tracePt t="44131" x="2698750" y="2774950"/>
          <p14:tracePt t="44148" x="2813050" y="2774950"/>
          <p14:tracePt t="44165" x="2914650" y="2762250"/>
          <p14:tracePt t="44181" x="3124200" y="2736850"/>
          <p14:tracePt t="44198" x="3213100" y="2724150"/>
          <p14:tracePt t="44216" x="3378200" y="2705100"/>
          <p14:tracePt t="44231" x="3435350" y="2705100"/>
          <p14:tracePt t="44247" x="3473450" y="2698750"/>
          <p14:tracePt t="44265" x="3517900" y="2686050"/>
          <p14:tracePt t="44281" x="3530600" y="2686050"/>
          <p14:tracePt t="44433" x="3524250" y="2686050"/>
          <p14:tracePt t="44553" x="3517900" y="2686050"/>
          <p14:tracePt t="45854" x="3511550" y="2686050"/>
          <p14:tracePt t="45917" x="3505200" y="2686050"/>
          <p14:tracePt t="46388" x="3498850" y="2692400"/>
          <p14:tracePt t="46395" x="3498850" y="2698750"/>
          <p14:tracePt t="46406" x="3492500" y="2711450"/>
          <p14:tracePt t="46424" x="3467100" y="2743200"/>
          <p14:tracePt t="46440" x="3460750" y="2774950"/>
          <p14:tracePt t="46457" x="3448050" y="2794000"/>
          <p14:tracePt t="46460" x="3435350" y="2825750"/>
          <p14:tracePt t="46473" x="3390900" y="2901950"/>
          <p14:tracePt t="46490" x="3378200" y="2933700"/>
          <p14:tracePt t="46507" x="3352800" y="2965450"/>
          <p14:tracePt t="46523" x="3327400" y="3016250"/>
          <p14:tracePt t="46540" x="3302000" y="3060700"/>
          <p14:tracePt t="46557" x="3295650" y="3079750"/>
          <p14:tracePt t="46573" x="3289300" y="3079750"/>
          <p14:tracePt t="46590" x="3289300" y="3086100"/>
          <p14:tracePt t="46607" x="3282950" y="3086100"/>
          <p14:tracePt t="46958" x="3289300" y="3086100"/>
          <p14:tracePt t="47007" x="3295650" y="3086100"/>
          <p14:tracePt t="47022" x="3302000" y="3086100"/>
          <p14:tracePt t="47028" x="3308350" y="3086100"/>
          <p14:tracePt t="47038" x="3314700" y="3086100"/>
          <p14:tracePt t="47055" x="3327400" y="3086100"/>
          <p14:tracePt t="47071" x="3359150" y="3086100"/>
          <p14:tracePt t="47088" x="3384550" y="3086100"/>
          <p14:tracePt t="47105" x="3460750" y="3086100"/>
          <p14:tracePt t="47121" x="3568700" y="3079750"/>
          <p14:tracePt t="47138" x="3632200" y="3079750"/>
          <p14:tracePt t="47155" x="3752850" y="3073400"/>
          <p14:tracePt t="47171" x="3841750" y="3073400"/>
          <p14:tracePt t="47187" x="3879850" y="3073400"/>
          <p14:tracePt t="47205" x="3930650" y="3067050"/>
          <p14:tracePt t="47221" x="3949700" y="3060700"/>
          <p14:tracePt t="47237" x="3956050" y="3060700"/>
          <p14:tracePt t="47254" x="3962400" y="3060700"/>
          <p14:tracePt t="47457" x="3956050" y="3060700"/>
          <p14:tracePt t="47478" x="3943350" y="3060700"/>
          <p14:tracePt t="47493" x="3937000" y="3054350"/>
          <p14:tracePt t="47499" x="3930650" y="3054350"/>
          <p14:tracePt t="47513" x="3924300" y="3054350"/>
          <p14:tracePt t="47522" x="3911600" y="3054350"/>
          <p14:tracePt t="47536" x="3886200" y="3054350"/>
          <p14:tracePt t="47553" x="3822700" y="3054350"/>
          <p14:tracePt t="47570" x="3708400" y="3054350"/>
          <p14:tracePt t="47586" x="3657600" y="3054350"/>
          <p14:tracePt t="47603" x="3524250" y="3054350"/>
          <p14:tracePt t="47620" x="3409950" y="3054350"/>
          <p14:tracePt t="47636" x="3359150" y="3054350"/>
          <p14:tracePt t="47652" x="3327400" y="3054350"/>
          <p14:tracePt t="47669" x="3251200" y="3054350"/>
          <p14:tracePt t="47686" x="3238500" y="3054350"/>
          <p14:tracePt t="47703" x="3225800" y="3054350"/>
          <p14:tracePt t="47719" x="3213100" y="3048000"/>
          <p14:tracePt t="47736" x="3200400" y="3041650"/>
          <p14:tracePt t="47753" x="3181350" y="3035300"/>
          <p14:tracePt t="47769" x="3181350" y="3028950"/>
          <p14:tracePt t="47786" x="3162300" y="3022600"/>
          <p14:tracePt t="47803" x="3149600" y="3016250"/>
          <p14:tracePt t="47819" x="3136900" y="3009900"/>
          <p14:tracePt t="47835" x="3117850" y="2990850"/>
          <p14:tracePt t="47852" x="3098800" y="2971800"/>
          <p14:tracePt t="47869" x="3079750" y="2959100"/>
          <p14:tracePt t="47887" x="3041650" y="2933700"/>
          <p14:tracePt t="47902" x="3003550" y="2895600"/>
          <p14:tracePt t="47918" x="2984500" y="2876550"/>
          <p14:tracePt t="47935" x="2952750" y="2844800"/>
          <p14:tracePt t="47951" x="2914650" y="2819400"/>
          <p14:tracePt t="47968" x="2908300" y="2806700"/>
          <p14:tracePt t="47971" x="2908300" y="2800350"/>
          <p14:tracePt t="47987" x="2895600" y="2787650"/>
          <p14:tracePt t="48001" x="2882900" y="2768600"/>
          <p14:tracePt t="48018" x="2876550" y="2755900"/>
          <p14:tracePt t="48035" x="2857500" y="2730500"/>
          <p14:tracePt t="48051" x="2825750" y="2679700"/>
          <p14:tracePt t="48068" x="2800350" y="2647950"/>
          <p14:tracePt t="48084" x="2774950" y="2616200"/>
          <p14:tracePt t="49952" x="2781300" y="2616200"/>
          <p14:tracePt t="49959" x="2787650" y="2616200"/>
          <p14:tracePt t="49973" x="2800350" y="2616200"/>
          <p14:tracePt t="49981" x="2813050" y="2616200"/>
          <p14:tracePt t="49997" x="2819400" y="2616200"/>
          <p14:tracePt t="50011" x="2832100" y="2616200"/>
          <p14:tracePt t="50028" x="2851150" y="2616200"/>
          <p14:tracePt t="50031" x="2863850" y="2616200"/>
          <p14:tracePt t="50045" x="2882900" y="2616200"/>
          <p14:tracePt t="50061" x="2895600" y="2616200"/>
          <p14:tracePt t="50078" x="2927350" y="2616200"/>
          <p14:tracePt t="50094" x="2959100" y="2603500"/>
          <p14:tracePt t="50111" x="2984500" y="2603500"/>
          <p14:tracePt t="50128" x="3009900" y="2603500"/>
          <p14:tracePt t="50144" x="3022600" y="2603500"/>
          <p14:tracePt t="50161" x="3028950" y="2603500"/>
          <p14:tracePt t="50177" x="3041650" y="2603500"/>
          <p14:tracePt t="50194" x="3048000" y="2597150"/>
          <p14:tracePt t="50233" x="3054350" y="2597150"/>
          <p14:tracePt t="50243" x="3060700" y="2597150"/>
          <p14:tracePt t="50263" x="3067050" y="2597150"/>
          <p14:tracePt t="50283" x="3073400" y="2590800"/>
          <p14:tracePt t="50304" x="3079750" y="2590800"/>
          <p14:tracePt t="50312" x="3086100" y="2590800"/>
          <p14:tracePt t="50332" x="3086100" y="2584450"/>
          <p14:tracePt t="50346" x="3092450" y="2584450"/>
          <p14:tracePt t="50360" x="3105150" y="2584450"/>
          <p14:tracePt t="50376" x="3130550" y="2578100"/>
          <p14:tracePt t="50393" x="3143250" y="2578100"/>
          <p14:tracePt t="50410" x="3168650" y="2571750"/>
          <p14:tracePt t="50426" x="3200400" y="2565400"/>
          <p14:tracePt t="50443" x="3206750" y="2559050"/>
          <p14:tracePt t="50462" x="3225800" y="2552700"/>
          <p14:tracePt t="50511" x="3213100" y="2552700"/>
          <p14:tracePt t="50518" x="3200400" y="2552700"/>
          <p14:tracePt t="50532" x="3187700" y="2559050"/>
          <p14:tracePt t="50543" x="3155950" y="2565400"/>
          <p14:tracePt t="50560" x="3098800" y="2590800"/>
          <p14:tracePt t="50576" x="3054350" y="2597150"/>
          <p14:tracePt t="50592" x="2984500" y="2635250"/>
          <p14:tracePt t="50609" x="2927350" y="2673350"/>
          <p14:tracePt t="50626" x="2908300" y="2692400"/>
          <p14:tracePt t="50642" x="2889250" y="2705100"/>
          <p14:tracePt t="50659" x="2863850" y="2736850"/>
          <p14:tracePt t="50675" x="2863850" y="2749550"/>
          <p14:tracePt t="50692" x="2863850" y="2755900"/>
          <p14:tracePt t="50709" x="2870200" y="2768600"/>
          <p14:tracePt t="50725" x="2901950" y="2774950"/>
          <p14:tracePt t="50743" x="2952750" y="2781300"/>
          <p14:tracePt t="50759" x="2990850" y="2787650"/>
          <p14:tracePt t="50775" x="3086100" y="2787650"/>
          <p14:tracePt t="50793" x="3200400" y="2787650"/>
          <p14:tracePt t="50808" x="3244850" y="2781300"/>
          <p14:tracePt t="50825" x="3333750" y="2724150"/>
          <p14:tracePt t="50842" x="3384550" y="2679700"/>
          <p14:tracePt t="50858" x="3390900" y="2667000"/>
          <p14:tracePt t="50875" x="3397250" y="2641600"/>
          <p14:tracePt t="50892" x="3384550" y="2616200"/>
          <p14:tracePt t="50908" x="3359150" y="2609850"/>
          <p14:tracePt t="50927" x="3270250" y="2571750"/>
          <p14:tracePt t="50941" x="3149600" y="2546350"/>
          <p14:tracePt t="50958" x="3086100" y="2546350"/>
          <p14:tracePt t="50975" x="2952750" y="2540000"/>
          <p14:tracePt t="50991" x="2901950" y="2546350"/>
          <p14:tracePt t="51007" x="2794000" y="2597150"/>
          <p14:tracePt t="51025" x="2724150" y="2641600"/>
          <p14:tracePt t="51041" x="2698750" y="2679700"/>
          <p14:tracePt t="51057" x="2686050" y="2730500"/>
          <p14:tracePt t="51074" x="2692400" y="2774950"/>
          <p14:tracePt t="51091" x="2698750" y="2800350"/>
          <p14:tracePt t="51108" x="2717800" y="2838450"/>
          <p14:tracePt t="51124" x="2762250" y="2876550"/>
          <p14:tracePt t="51141" x="2794000" y="2901950"/>
          <p14:tracePt t="51158" x="2882900" y="2965450"/>
          <p14:tracePt t="51174" x="2997200" y="3022600"/>
          <p14:tracePt t="51190" x="3067050" y="3048000"/>
          <p14:tracePt t="51207" x="3187700" y="3079750"/>
          <p14:tracePt t="51224" x="3289300" y="3073400"/>
          <p14:tracePt t="51240" x="3333750" y="3060700"/>
          <p14:tracePt t="51257" x="3403600" y="2997200"/>
          <p14:tracePt t="51273" x="3429000" y="2952750"/>
          <p14:tracePt t="51290" x="3448050" y="2825750"/>
          <p14:tracePt t="51306" x="3435350" y="2667000"/>
          <p14:tracePt t="51323" x="3416300" y="2609850"/>
          <p14:tracePt t="51340" x="3333750" y="2508250"/>
          <p14:tracePt t="51357" x="3200400" y="2413000"/>
          <p14:tracePt t="51373" x="3124200" y="2381250"/>
          <p14:tracePt t="51390" x="2965450" y="2349500"/>
          <p14:tracePt t="51406" x="2800350" y="2355850"/>
          <p14:tracePt t="51423" x="2711450" y="2374900"/>
          <p14:tracePt t="51440" x="2559050" y="2444750"/>
          <p14:tracePt t="51456" x="2482850" y="2546350"/>
          <p14:tracePt t="51473" x="2457450" y="2616200"/>
          <p14:tracePt t="51489" x="2438400" y="2794000"/>
          <p14:tracePt t="51506" x="2457450" y="2990850"/>
          <p14:tracePt t="51523" x="2489200" y="3111500"/>
          <p14:tracePt t="51539" x="2514600" y="3155950"/>
          <p14:tracePt t="51556" x="2546350" y="3187700"/>
          <p14:tracePt t="51574" x="2724150" y="3314700"/>
          <p14:tracePt t="51589" x="2794000" y="3352800"/>
          <p14:tracePt t="51606" x="2870200" y="3371850"/>
          <p14:tracePt t="51622" x="3003550" y="3397250"/>
          <p14:tracePt t="51639" x="3168650" y="3422650"/>
          <p14:tracePt t="51655" x="3232150" y="3422650"/>
          <p14:tracePt t="51672" x="3371850" y="3378200"/>
          <p14:tracePt t="51688" x="3498850" y="3289300"/>
          <p14:tracePt t="51706" x="3543300" y="3232150"/>
          <p14:tracePt t="51722" x="3600450" y="3117850"/>
          <p14:tracePt t="51738" x="3606800" y="2978150"/>
          <p14:tracePt t="51756" x="3530600" y="2768600"/>
          <p14:tracePt t="51772" x="3467100" y="2647950"/>
          <p14:tracePt t="51788" x="3302000" y="2419350"/>
          <p14:tracePt t="51805" x="3130550" y="2266950"/>
          <p14:tracePt t="51822" x="3041650" y="2222500"/>
          <p14:tracePt t="51839" x="2959100" y="2184400"/>
          <p14:tracePt t="51855" x="2762250" y="2152650"/>
          <p14:tracePt t="51871" x="2717800" y="2152650"/>
          <p14:tracePt t="51888" x="2679700" y="2171700"/>
          <p14:tracePt t="51904" x="2609850" y="2222500"/>
          <p14:tracePt t="51921" x="2546350" y="2324100"/>
          <p14:tracePt t="51938" x="2508250" y="2432050"/>
          <p14:tracePt t="51954" x="2501900" y="2476500"/>
          <p14:tracePt t="51971" x="2501900" y="2578100"/>
          <p14:tracePt t="51988" x="2501900" y="2698750"/>
          <p14:tracePt t="52004" x="2514600" y="2736850"/>
          <p14:tracePt t="52021" x="2540000" y="2813050"/>
          <p14:tracePt t="52037" x="2559050" y="2851150"/>
          <p14:tracePt t="52054" x="2565400" y="2876550"/>
          <p14:tracePt t="52071" x="2590800" y="2901950"/>
          <p14:tracePt t="52087" x="2622550" y="2921000"/>
          <p14:tracePt t="52104" x="2635250" y="2927350"/>
          <p14:tracePt t="52121" x="2673350" y="2946400"/>
          <p14:tracePt t="52137" x="2724150" y="2971800"/>
          <p14:tracePt t="52154" x="2749550" y="2984500"/>
          <p14:tracePt t="52171" x="2800350" y="2997200"/>
          <p14:tracePt t="52187" x="2819400" y="3016250"/>
          <p14:tracePt t="52204" x="2844800" y="3041650"/>
          <p14:tracePt t="52220" x="2870200" y="3054350"/>
          <p14:tracePt t="53377" x="2882900" y="3041650"/>
          <p14:tracePt t="53384" x="2895600" y="3035300"/>
          <p14:tracePt t="53391" x="2921000" y="3028950"/>
          <p14:tracePt t="53405" x="2940050" y="3016250"/>
          <p14:tracePt t="53416" x="2971800" y="2997200"/>
          <p14:tracePt t="53433" x="3035300" y="2965450"/>
          <p14:tracePt t="53449" x="3067050" y="2946400"/>
          <p14:tracePt t="53466" x="3143250" y="2901950"/>
          <p14:tracePt t="53483" x="3200400" y="2876550"/>
          <p14:tracePt t="53499" x="3213100" y="2863850"/>
          <p14:tracePt t="53516" x="3238500" y="2857500"/>
          <p14:tracePt t="53532" x="3282950" y="2838450"/>
          <p14:tracePt t="53549" x="3295650" y="2838450"/>
          <p14:tracePt t="53566" x="3302000" y="2825750"/>
          <p14:tracePt t="53582" x="3321050" y="2813050"/>
          <p14:tracePt t="53599" x="3327400" y="2800350"/>
          <p14:tracePt t="53632" x="3340100" y="2800350"/>
          <p14:tracePt t="53665" x="3340100" y="2794000"/>
          <p14:tracePt t="53693" x="3346450" y="2787650"/>
          <p14:tracePt t="53715" x="3346450" y="2781300"/>
          <p14:tracePt t="56447" x="3359150" y="2781300"/>
          <p14:tracePt t="56455" x="3371850" y="2774950"/>
          <p14:tracePt t="56468" x="3384550" y="2768600"/>
          <p14:tracePt t="56475" x="3397250" y="2768600"/>
          <p14:tracePt t="56491" x="3409950" y="2762250"/>
          <p14:tracePt t="56505" x="3435350" y="2749550"/>
          <p14:tracePt t="56522" x="3448050" y="2743200"/>
          <p14:tracePt t="56539" x="3467100" y="2730500"/>
          <p14:tracePt t="56555" x="3473450" y="2724150"/>
          <p14:tracePt t="56572" x="3486150" y="2711450"/>
          <p14:tracePt t="56588" x="3486150" y="2705100"/>
          <p14:tracePt t="56638" x="3486150" y="2698750"/>
          <p14:tracePt t="56658" x="3473450" y="2692400"/>
          <p14:tracePt t="56665" x="3448050" y="2686050"/>
          <p14:tracePt t="56679" x="3429000" y="2679700"/>
          <p14:tracePt t="56688" x="3403600" y="2667000"/>
          <p14:tracePt t="56704" x="3346450" y="2667000"/>
          <p14:tracePt t="56721" x="3257550" y="2660650"/>
          <p14:tracePt t="56738" x="3117850" y="2660650"/>
          <p14:tracePt t="56754" x="3041650" y="2660650"/>
          <p14:tracePt t="56771" x="2895600" y="2673350"/>
          <p14:tracePt t="56787" x="2768600" y="2686050"/>
          <p14:tracePt t="56805" x="2711450" y="2692400"/>
          <p14:tracePt t="56821" x="2635250" y="2698750"/>
          <p14:tracePt t="56837" x="2603500" y="2698750"/>
          <p14:tracePt t="56855" x="2552700" y="2717800"/>
          <p14:tracePt t="56871" x="2533650" y="2724150"/>
          <p14:tracePt t="56904" x="2514600" y="2730500"/>
          <p14:tracePt t="56920" x="2501900" y="2730500"/>
          <p14:tracePt t="56937" x="2489200" y="2730500"/>
          <p14:tracePt t="56954" x="2482850" y="2736850"/>
          <p14:tracePt t="57276" x="2482850" y="2749550"/>
          <p14:tracePt t="57291" x="2495550" y="2755900"/>
          <p14:tracePt t="57298" x="2514600" y="2768600"/>
          <p14:tracePt t="57311" x="2540000" y="2800350"/>
          <p14:tracePt t="57320" x="2571750" y="2825750"/>
          <p14:tracePt t="57335" x="2616200" y="2863850"/>
          <p14:tracePt t="57352" x="2660650" y="2889250"/>
          <p14:tracePt t="57368" x="2832100" y="2984500"/>
          <p14:tracePt t="57386" x="2889250" y="3009900"/>
          <p14:tracePt t="57403" x="2971800" y="3035300"/>
          <p14:tracePt t="57419" x="3028950" y="3048000"/>
          <p14:tracePt t="57435" x="3048000" y="3054350"/>
          <p14:tracePt t="57453" x="3086100" y="3054350"/>
          <p14:tracePt t="57485" x="3092450" y="3054350"/>
          <p14:tracePt t="57508" x="3098800" y="3048000"/>
          <p14:tracePt t="57579" x="3105150" y="3048000"/>
          <p14:tracePt t="57628" x="3111500" y="3048000"/>
          <p14:tracePt t="57642" x="3117850" y="3048000"/>
          <p14:tracePt t="57649" x="3124200" y="3048000"/>
          <p14:tracePt t="57670" x="3130550" y="3048000"/>
          <p14:tracePt t="57685" x="3143250" y="3048000"/>
          <p14:tracePt t="57690" x="3175000" y="3054350"/>
          <p14:tracePt t="57701" x="3200400" y="3054350"/>
          <p14:tracePt t="57718" x="3238500" y="3054350"/>
          <p14:tracePt t="57735" x="3371850" y="3060700"/>
          <p14:tracePt t="57751" x="3448050" y="3060700"/>
          <p14:tracePt t="57768" x="3752850" y="3079750"/>
          <p14:tracePt t="57784" x="3867150" y="3092450"/>
          <p14:tracePt t="57802" x="3968750" y="3092450"/>
          <p14:tracePt t="57818" x="4146550" y="3092450"/>
          <p14:tracePt t="57834" x="4286250" y="3079750"/>
          <p14:tracePt t="57851" x="4330700" y="3079750"/>
          <p14:tracePt t="57867" x="4375150" y="3073400"/>
          <p14:tracePt t="57884" x="4394200" y="3067050"/>
          <p14:tracePt t="57972" x="4387850" y="3067050"/>
          <p14:tracePt t="57993" x="4375150" y="3067050"/>
          <p14:tracePt t="58001" x="4349750" y="3067050"/>
          <p14:tracePt t="58013" x="4324350" y="3067050"/>
          <p14:tracePt t="58021" x="4286250" y="3060700"/>
          <p14:tracePt t="58036" x="4235450" y="3060700"/>
          <p14:tracePt t="58050" x="4076700" y="3041650"/>
          <p14:tracePt t="58067" x="3975100" y="3016250"/>
          <p14:tracePt t="58083" x="3860800" y="2997200"/>
          <p14:tracePt t="58100" x="3613150" y="2959100"/>
          <p14:tracePt t="58116" x="3359150" y="2914650"/>
          <p14:tracePt t="58134" x="3155950" y="2901950"/>
          <p14:tracePt t="58150" x="3067050" y="2901950"/>
          <p14:tracePt t="58166" x="2933700" y="2908300"/>
          <p14:tracePt t="58169" x="2895600" y="2914650"/>
          <p14:tracePt t="58185" x="2863850" y="2921000"/>
          <p14:tracePt t="58199" x="2844800" y="2921000"/>
          <p14:tracePt t="58216" x="2825750" y="2927350"/>
          <p14:tracePt t="58233" x="2819400" y="2927350"/>
          <p14:tracePt t="58266" x="2819400" y="2933700"/>
          <p14:tracePt t="58888" x="2857500" y="2933700"/>
          <p14:tracePt t="58895" x="2933700" y="2933700"/>
          <p14:tracePt t="58909" x="3009900" y="2940050"/>
          <p14:tracePt t="58917" x="3086100" y="2940050"/>
          <p14:tracePt t="58930" x="3162300" y="2940050"/>
          <p14:tracePt t="58947" x="3321050" y="2940050"/>
          <p14:tracePt t="58964" x="3371850" y="2921000"/>
          <p14:tracePt t="58980" x="3467100" y="2901950"/>
          <p14:tracePt t="58997" x="3517900" y="2889250"/>
          <p14:tracePt t="59015" x="3536950" y="2876550"/>
          <p14:tracePt t="59030" x="3543300" y="2876550"/>
          <p14:tracePt t="59047" x="3543300" y="2870200"/>
          <p14:tracePt t="59079" x="3556000" y="2870200"/>
          <p14:tracePt t="59097" x="3562350" y="2876550"/>
          <p14:tracePt t="59113" x="3568700" y="2889250"/>
          <p14:tracePt t="59130" x="3613150" y="2921000"/>
          <p14:tracePt t="59146" x="3644900" y="2940050"/>
          <p14:tracePt t="59163" x="3771900" y="3035300"/>
          <p14:tracePt t="59180" x="3930650" y="3162300"/>
          <p14:tracePt t="59197" x="4095750" y="3308350"/>
          <p14:tracePt t="59212" x="4178300" y="3378200"/>
          <p14:tracePt t="59229" x="4368800" y="3517900"/>
          <p14:tracePt t="59246" x="4533900" y="3651250"/>
          <p14:tracePt t="59262" x="4629150" y="3702050"/>
          <p14:tracePt t="59279" x="4762500" y="3784600"/>
          <p14:tracePt t="59296" x="4832350" y="3803650"/>
          <p14:tracePt t="59312" x="4927600" y="3835400"/>
          <p14:tracePt t="59329" x="4972050" y="3848100"/>
          <p14:tracePt t="59346" x="5073650" y="3848100"/>
          <p14:tracePt t="59362" x="5143500" y="3848100"/>
          <p14:tracePt t="59380" x="5213350" y="3835400"/>
          <p14:tracePt t="59396" x="5251450" y="3829050"/>
          <p14:tracePt t="59412" x="5308600" y="3816350"/>
          <p14:tracePt t="59429" x="5353050" y="3790950"/>
          <p14:tracePt t="59445" x="5365750" y="3790950"/>
          <p14:tracePt t="59462" x="5391150" y="3771900"/>
          <p14:tracePt t="59479" x="5410200" y="3765550"/>
          <p14:tracePt t="59495" x="5416550" y="3759200"/>
          <p14:tracePt t="59511" x="5422900" y="3752850"/>
          <p14:tracePt t="59528" x="5429250" y="3752850"/>
          <p14:tracePt t="59562" x="5435600" y="3746500"/>
          <p14:tracePt t="60242" x="5422900" y="3746500"/>
          <p14:tracePt t="60248" x="5416550" y="3746500"/>
          <p14:tracePt t="60263" x="5403850" y="3746500"/>
          <p14:tracePt t="60275" x="5391150" y="3746500"/>
          <p14:tracePt t="60292" x="5372100" y="3746500"/>
          <p14:tracePt t="60309" x="5365750" y="3746500"/>
          <p14:tracePt t="60326" x="5359400" y="3746500"/>
          <p14:tracePt t="60347" x="5353050" y="3746500"/>
          <p14:tracePt t="60389" x="5346700" y="3746500"/>
          <p14:tracePt t="60973" x="5353050" y="3746500"/>
          <p14:tracePt t="60993" x="5359400" y="3746500"/>
          <p14:tracePt t="61015" x="5365750" y="3746500"/>
          <p14:tracePt t="61022" x="5378450" y="3746500"/>
          <p14:tracePt t="61036" x="5384800" y="3746500"/>
          <p14:tracePt t="61043" x="5403850" y="3746500"/>
          <p14:tracePt t="61059" x="5422900" y="3746500"/>
          <p14:tracePt t="61073" x="5480050" y="3752850"/>
          <p14:tracePt t="61089" x="5524500" y="3759200"/>
          <p14:tracePt t="61107" x="5645150" y="3778250"/>
          <p14:tracePt t="61123" x="5708650" y="3778250"/>
          <p14:tracePt t="61139" x="5873750" y="3797300"/>
          <p14:tracePt t="61156" x="6038850" y="3810000"/>
          <p14:tracePt t="61172" x="6115050" y="3810000"/>
          <p14:tracePt t="61189" x="6273800" y="3816350"/>
          <p14:tracePt t="61206" x="6400800" y="3816350"/>
          <p14:tracePt t="61222" x="6464300" y="3816350"/>
          <p14:tracePt t="61239" x="6591300" y="3816350"/>
          <p14:tracePt t="61255" x="6711950" y="3816350"/>
          <p14:tracePt t="61273" x="6750050" y="3816350"/>
          <p14:tracePt t="61289" x="6838950" y="3803650"/>
          <p14:tracePt t="61305" x="6896100" y="3797300"/>
          <p14:tracePt t="61322" x="6927850" y="3790950"/>
          <p14:tracePt t="61339" x="6978650" y="3790950"/>
          <p14:tracePt t="61355" x="7016750" y="3784600"/>
          <p14:tracePt t="61372" x="7035800" y="3784600"/>
          <p14:tracePt t="61388" x="7080250" y="3778250"/>
          <p14:tracePt t="61405" x="7099300" y="3771900"/>
          <p14:tracePt t="61424" x="7169150" y="3771900"/>
          <p14:tracePt t="61438" x="7188200" y="3771900"/>
          <p14:tracePt t="61455" x="7213600" y="3765550"/>
          <p14:tracePt t="61472" x="7251700" y="3765550"/>
          <p14:tracePt t="61488" x="7283450" y="3765550"/>
          <p14:tracePt t="61505" x="7296150" y="3765550"/>
          <p14:tracePt t="61521" x="7315200" y="3765550"/>
          <p14:tracePt t="61538" x="7334250" y="3765550"/>
          <p14:tracePt t="61554" x="7340600" y="3765550"/>
          <p14:tracePt t="61571" x="7346950" y="3765550"/>
          <p14:tracePt t="61588" x="7353300" y="3765550"/>
          <p14:tracePt t="61620" x="7359650" y="3765550"/>
          <p14:tracePt t="61907" x="7359650" y="3759200"/>
          <p14:tracePt t="61915" x="7359650" y="3752850"/>
          <p14:tracePt t="62160" x="7353300" y="3752850"/>
          <p14:tracePt t="62196" x="7346950" y="3752850"/>
          <p14:tracePt t="62238" x="7346950" y="3759200"/>
          <p14:tracePt t="62308" x="7340600" y="3759200"/>
          <p14:tracePt t="62322" x="7334250" y="3759200"/>
          <p14:tracePt t="62329" x="7327900" y="3759200"/>
          <p14:tracePt t="62338" x="7321550" y="3759200"/>
          <p14:tracePt t="62352" x="7315200" y="3759200"/>
          <p14:tracePt t="62368" x="7302500" y="3759200"/>
          <p14:tracePt t="62386" x="7270750" y="3759200"/>
          <p14:tracePt t="62401" x="7207250" y="3759200"/>
          <p14:tracePt t="62418" x="7143750" y="3752850"/>
          <p14:tracePt t="62435" x="6997700" y="3746500"/>
          <p14:tracePt t="62451" x="6807200" y="3746500"/>
          <p14:tracePt t="62468" x="6705600" y="3746500"/>
          <p14:tracePt t="62485" x="6483350" y="3746500"/>
          <p14:tracePt t="62501" x="6254750" y="3752850"/>
          <p14:tracePt t="62518" x="6140450" y="3759200"/>
          <p14:tracePt t="62534" x="5911850" y="3771900"/>
          <p14:tracePt t="62551" x="5702300" y="3790950"/>
          <p14:tracePt t="62569" x="5537200" y="3790950"/>
          <p14:tracePt t="62584" x="5473700" y="3797300"/>
          <p14:tracePt t="62601" x="5435600" y="3797300"/>
          <p14:tracePt t="62618" x="5353050" y="3797300"/>
          <p14:tracePt t="62634" x="5340350" y="3797300"/>
          <p14:tracePt t="62651" x="5334000" y="3797300"/>
          <p14:tracePt t="62683" x="5327650" y="3797300"/>
          <p14:tracePt t="62723" x="5321300" y="3790950"/>
          <p14:tracePt t="62751" x="5327650" y="3784600"/>
          <p14:tracePt t="62772" x="5340350" y="3778250"/>
          <p14:tracePt t="62779" x="5346700" y="3771900"/>
          <p14:tracePt t="62793" x="5359400" y="3771900"/>
          <p14:tracePt t="62802" x="5378450" y="3765550"/>
          <p14:tracePt t="62816" x="5391150" y="3759200"/>
          <p14:tracePt t="62834" x="5441950" y="3727450"/>
          <p14:tracePt t="62850" x="5505450" y="3695700"/>
          <p14:tracePt t="62867" x="5537200" y="3689350"/>
          <p14:tracePt t="62883" x="5568950" y="3663950"/>
          <p14:tracePt t="62899" x="5626100" y="3632200"/>
          <p14:tracePt t="62916" x="5632450" y="3625850"/>
          <p14:tracePt t="62934" x="5645150" y="3613150"/>
          <p14:tracePt t="62966" x="5638800" y="3613150"/>
          <p14:tracePt t="62985" x="5632450" y="3613150"/>
          <p14:tracePt t="63000" x="5619750" y="3613150"/>
          <p14:tracePt t="63016" x="5562600" y="3613150"/>
          <p14:tracePt t="63033" x="5461000" y="3613150"/>
          <p14:tracePt t="63049" x="5384800" y="3613150"/>
          <p14:tracePt t="63067" x="5207000" y="3613150"/>
          <p14:tracePt t="63082" x="5016500" y="3625850"/>
          <p14:tracePt t="63099" x="4927600" y="3625850"/>
          <p14:tracePt t="63116" x="4768850" y="3638550"/>
          <p14:tracePt t="63132" x="4667250" y="3657600"/>
          <p14:tracePt t="63149" x="4635500" y="3663950"/>
          <p14:tracePt t="63167" x="4610100" y="3663950"/>
          <p14:tracePt t="63183" x="4597400" y="3663950"/>
          <p14:tracePt t="63199" x="4597400" y="3670300"/>
          <p14:tracePt t="65264" x="4591050" y="3670300"/>
          <p14:tracePt t="65271" x="4578350" y="3663950"/>
          <p14:tracePt t="65278" x="4559300" y="3657600"/>
          <p14:tracePt t="65294" x="4527550" y="3657600"/>
          <p14:tracePt t="65308" x="4508500" y="3657600"/>
          <p14:tracePt t="65325" x="4457700" y="3632200"/>
          <p14:tracePt t="65342" x="4438650" y="3625850"/>
          <p14:tracePt t="65358" x="4394200" y="3613150"/>
          <p14:tracePt t="65375" x="4337050" y="3594100"/>
          <p14:tracePt t="65391" x="4286250" y="3575050"/>
          <p14:tracePt t="65408" x="4267200" y="3575050"/>
          <p14:tracePt t="65425" x="4222750" y="3568700"/>
          <p14:tracePt t="65441" x="4184650" y="3568700"/>
          <p14:tracePt t="65457" x="4171950" y="3568700"/>
          <p14:tracePt t="65475" x="4146550" y="3581400"/>
          <p14:tracePt t="65491" x="4127500" y="3594100"/>
          <p14:tracePt t="65507" x="4121150" y="3600450"/>
          <p14:tracePt t="65524" x="4108450" y="3619500"/>
          <p14:tracePt t="65541" x="4108450" y="3632200"/>
          <p14:tracePt t="65558" x="4108450" y="3644900"/>
          <p14:tracePt t="65574" x="4114800" y="3663950"/>
          <p14:tracePt t="65590" x="4121150" y="3670300"/>
          <p14:tracePt t="65608" x="4140200" y="3695700"/>
          <p14:tracePt t="65623" x="4171950" y="3721100"/>
          <p14:tracePt t="65640" x="4197350" y="3740150"/>
          <p14:tracePt t="65657" x="4279900" y="3771900"/>
          <p14:tracePt t="65674" x="4387850" y="3810000"/>
          <p14:tracePt t="65690" x="4470400" y="3829050"/>
          <p14:tracePt t="65707" x="4610100" y="3854450"/>
          <p14:tracePt t="65723" x="4730750" y="3854450"/>
          <p14:tracePt t="65740" x="4794250" y="3854450"/>
          <p14:tracePt t="65757" x="4902200" y="3829050"/>
          <p14:tracePt t="65773" x="4984750" y="3803650"/>
          <p14:tracePt t="65791" x="5035550" y="3778250"/>
          <p14:tracePt t="65806" x="5054600" y="3765550"/>
          <p14:tracePt t="65823" x="5067300" y="3759200"/>
          <p14:tracePt t="65840" x="5080000" y="3740150"/>
          <p14:tracePt t="65856" x="5080000" y="3727450"/>
          <p14:tracePt t="65873" x="5080000" y="3721100"/>
          <p14:tracePt t="65890" x="5080000" y="3714750"/>
          <p14:tracePt t="65906" x="5073650" y="3695700"/>
          <p14:tracePt t="65923" x="5060950" y="3695700"/>
          <p14:tracePt t="65939" x="5022850" y="3676650"/>
          <p14:tracePt t="65956" x="4953000" y="3651250"/>
          <p14:tracePt t="65974" x="4908550" y="3632200"/>
          <p14:tracePt t="65989" x="4787900" y="3594100"/>
          <p14:tracePt t="66006" x="4648200" y="3587750"/>
          <p14:tracePt t="66023" x="4489450" y="3575050"/>
          <p14:tracePt t="66039" x="4425950" y="3575050"/>
          <p14:tracePt t="66055" x="4298950" y="3581400"/>
          <p14:tracePt t="66073" x="4216400" y="3606800"/>
          <p14:tracePt t="66089" x="4178300" y="3632200"/>
          <p14:tracePt t="66106" x="4159250" y="3644900"/>
          <p14:tracePt t="66122" x="4133850" y="3689350"/>
          <p14:tracePt t="66139" x="4127500" y="3695700"/>
          <p14:tracePt t="66155" x="4127500" y="3708400"/>
          <p14:tracePt t="66172" x="4121150" y="3727450"/>
          <p14:tracePt t="66188" x="4121150" y="3740150"/>
          <p14:tracePt t="66206" x="4121150" y="3746500"/>
          <p14:tracePt t="66222" x="4121150" y="3759200"/>
          <p14:tracePt t="66238" x="4140200" y="3771900"/>
          <p14:tracePt t="66257" x="4171950" y="3790950"/>
          <p14:tracePt t="66272" x="4184650" y="3790950"/>
          <p14:tracePt t="66288" x="4241800" y="3816350"/>
          <p14:tracePt t="66305" x="4349750" y="3822700"/>
          <p14:tracePt t="66321" x="4387850" y="3822700"/>
          <p14:tracePt t="66338" x="4495800" y="3797300"/>
          <p14:tracePt t="66354" x="4584700" y="3771900"/>
          <p14:tracePt t="66371" x="4603750" y="3752850"/>
          <p14:tracePt t="66388" x="4635500" y="3727450"/>
          <p14:tracePt t="66404" x="4648200" y="3683000"/>
          <p14:tracePt t="66421" x="4648200" y="3663950"/>
          <p14:tracePt t="66438" x="4622800" y="3613150"/>
          <p14:tracePt t="66454" x="4584700" y="3568700"/>
          <p14:tracePt t="66471" x="4502150" y="3486150"/>
          <p14:tracePt t="66487" x="4400550" y="3429000"/>
          <p14:tracePt t="66504" x="4349750" y="3422650"/>
          <p14:tracePt t="66521" x="4330700" y="3409950"/>
          <p14:tracePt t="67169" x="4311650" y="3397250"/>
          <p14:tracePt t="67176" x="4298950" y="3378200"/>
          <p14:tracePt t="67191" x="4267200" y="3359150"/>
          <p14:tracePt t="67201" x="4235450" y="3333750"/>
          <p14:tracePt t="67219" x="4133850" y="3257550"/>
          <p14:tracePt t="67235" x="4064000" y="3206750"/>
          <p14:tracePt t="67251" x="3898900" y="3092450"/>
          <p14:tracePt t="67268" x="3733800" y="3003550"/>
          <p14:tracePt t="67285" x="3683000" y="2978150"/>
          <p14:tracePt t="67302" x="3568700" y="2940050"/>
          <p14:tracePt t="67318" x="3530600" y="2940050"/>
          <p14:tracePt t="67334" x="3517900" y="2940050"/>
          <p14:tracePt t="67352" x="3505200" y="2940050"/>
          <p14:tracePt t="67367" x="3498850" y="2940050"/>
          <p14:tracePt t="67384" x="3492500" y="2946400"/>
          <p14:tracePt t="67457" x="3498850" y="2946400"/>
          <p14:tracePt t="67500" x="3505200" y="2940050"/>
          <p14:tracePt t="67507" x="3505200" y="2933700"/>
          <p14:tracePt t="67521" x="3505200" y="2927350"/>
          <p14:tracePt t="67534" x="3505200" y="2908300"/>
          <p14:tracePt t="67550" x="3511550" y="2870200"/>
          <p14:tracePt t="67567" x="3511550" y="2844800"/>
          <p14:tracePt t="67585" x="3498850" y="2781300"/>
          <p14:tracePt t="67600" x="3492500" y="2711450"/>
          <p14:tracePt t="67617" x="3492500" y="2673350"/>
          <p14:tracePt t="67634" x="3486150" y="2616200"/>
          <p14:tracePt t="67650" x="3479800" y="2565400"/>
          <p14:tracePt t="67667" x="3479800" y="2546350"/>
          <p14:tracePt t="67683" x="3479800" y="2520950"/>
          <p14:tracePt t="67700" x="3479800" y="2508250"/>
          <p14:tracePt t="67717" x="3492500" y="2501900"/>
          <p14:tracePt t="67733" x="3505200" y="2489200"/>
          <p14:tracePt t="67750" x="3517900" y="2489200"/>
          <p14:tracePt t="67767" x="3549650" y="2476500"/>
          <p14:tracePt t="67783" x="3613150" y="2463800"/>
          <p14:tracePt t="67800" x="3644900" y="2444750"/>
          <p14:tracePt t="67817" x="3727450" y="2413000"/>
          <p14:tracePt t="67833" x="3841750" y="2355850"/>
          <p14:tracePt t="67849" x="3898900" y="2330450"/>
          <p14:tracePt t="67866" x="4019550" y="2273300"/>
          <p14:tracePt t="67882" x="4089400" y="2241550"/>
          <p14:tracePt t="67900" x="4146550" y="2216150"/>
          <p14:tracePt t="67916" x="4248150" y="2146300"/>
          <p14:tracePt t="67933" x="4279900" y="2120900"/>
          <p14:tracePt t="67950" x="4349750" y="2070100"/>
          <p14:tracePt t="67966" x="4362450" y="2063750"/>
          <p14:tracePt t="67982" x="4368800" y="2063750"/>
          <p14:tracePt t="67999" x="4368800" y="2051050"/>
          <p14:tracePt t="68062" x="4362450" y="2051050"/>
          <p14:tracePt t="68069" x="4356100" y="2051050"/>
          <p14:tracePt t="68090" x="4343400" y="2057400"/>
          <p14:tracePt t="68104" x="4330700" y="2057400"/>
          <p14:tracePt t="68115" x="4305300" y="2063750"/>
          <p14:tracePt t="68132" x="4254500" y="2070100"/>
          <p14:tracePt t="68148" x="4184650" y="2076450"/>
          <p14:tracePt t="68165" x="4032250" y="2089150"/>
          <p14:tracePt t="68182" x="3829050" y="2108200"/>
          <p14:tracePt t="68198" x="3714750" y="2120900"/>
          <p14:tracePt t="68215" x="3511550" y="2127250"/>
          <p14:tracePt t="68231" x="3416300" y="2139950"/>
          <p14:tracePt t="68248" x="3289300" y="2146300"/>
          <p14:tracePt t="68265" x="3225800" y="2146300"/>
          <p14:tracePt t="68281" x="3181350" y="2159000"/>
          <p14:tracePt t="68298" x="3136900" y="2165350"/>
          <p14:tracePt t="68315" x="3124200" y="2165350"/>
          <p14:tracePt t="68331" x="3105150" y="2165350"/>
          <p14:tracePt t="68371" x="3098800" y="2171700"/>
          <p14:tracePt t="68477" x="3098800" y="2178050"/>
          <p14:tracePt t="68505" x="3105150" y="2178050"/>
          <p14:tracePt t="68512" x="3105150" y="2184400"/>
          <p14:tracePt t="68526" x="3105150" y="2190750"/>
          <p14:tracePt t="68534" x="3111500" y="2209800"/>
          <p14:tracePt t="68550" x="3111500" y="2228850"/>
          <p14:tracePt t="68563" x="3136900" y="2311400"/>
          <p14:tracePt t="68580" x="3143250" y="2393950"/>
          <p14:tracePt t="68597" x="3175000" y="2571750"/>
          <p14:tracePt t="68613" x="3187700" y="2673350"/>
          <p14:tracePt t="68631" x="3219450" y="2882900"/>
          <p14:tracePt t="68647" x="3225800" y="3048000"/>
          <p14:tracePt t="68663" x="3238500" y="3098800"/>
          <p14:tracePt t="68680" x="3244850" y="3155950"/>
          <p14:tracePt t="68697" x="3244850" y="3181350"/>
          <p14:tracePt t="68713" x="3244850" y="3194050"/>
          <p14:tracePt t="68730" x="3244850" y="3200400"/>
          <p14:tracePt t="69580" x="3244850" y="3225800"/>
          <p14:tracePt t="69588" x="3251200" y="3244850"/>
          <p14:tracePt t="69602" x="3251200" y="3270250"/>
          <p14:tracePt t="69611" x="3251200" y="3276600"/>
          <p14:tracePt t="69626" x="3257550" y="3295650"/>
          <p14:tracePt t="69644" x="3263900" y="3327400"/>
          <p14:tracePt t="69660" x="3270250" y="3359150"/>
          <p14:tracePt t="69676" x="3270250" y="3378200"/>
          <p14:tracePt t="69693" x="3270250" y="3403600"/>
          <p14:tracePt t="69709" x="3263900" y="3435350"/>
          <p14:tracePt t="69726" x="3257550" y="3441700"/>
          <p14:tracePt t="69743" x="3244850" y="3460750"/>
          <p14:tracePt t="69760" x="3219450" y="3473450"/>
          <p14:tracePt t="69776" x="3206750" y="3486150"/>
          <p14:tracePt t="69793" x="3175000" y="3498850"/>
          <p14:tracePt t="69809" x="3143250" y="3498850"/>
          <p14:tracePt t="69827" x="3054350" y="3524250"/>
          <p14:tracePt t="69842" x="3028950" y="3524250"/>
          <p14:tracePt t="69859" x="2997200" y="3524250"/>
          <p14:tracePt t="69877" x="2952750" y="3524250"/>
          <p14:tracePt t="69892" x="2927350" y="3524250"/>
          <p14:tracePt t="69909" x="2914650" y="3524250"/>
          <p14:tracePt t="69926" x="2901950" y="3517900"/>
          <p14:tracePt t="69942" x="2901950" y="3511550"/>
          <p14:tracePt t="69962" x="2901950" y="3505200"/>
          <p14:tracePt t="69981" x="2901950" y="3498850"/>
          <p14:tracePt t="70003" x="2908300" y="3498850"/>
          <p14:tracePt t="70011" x="2914650" y="3498850"/>
          <p14:tracePt t="70030" x="2921000" y="3498850"/>
          <p14:tracePt t="70041" x="2927350" y="3498850"/>
          <p14:tracePt t="70059" x="2940050" y="3492500"/>
          <p14:tracePt t="70075" x="2946400" y="3492500"/>
          <p14:tracePt t="70091" x="2952750" y="3492500"/>
          <p14:tracePt t="70108" x="2978150" y="3492500"/>
          <p14:tracePt t="70125" x="2997200" y="3486150"/>
          <p14:tracePt t="70141" x="3016250" y="3486150"/>
          <p14:tracePt t="70158" x="3086100" y="3479800"/>
          <p14:tracePt t="70175" x="3155950" y="3467100"/>
          <p14:tracePt t="70192" x="3213100" y="3460750"/>
          <p14:tracePt t="70208" x="3238500" y="3460750"/>
          <p14:tracePt t="70224" x="3270250" y="3448050"/>
          <p14:tracePt t="70242" x="3282950" y="3448050"/>
          <p14:tracePt t="70284" x="3270250" y="3441700"/>
          <p14:tracePt t="70293" x="3244850" y="3429000"/>
          <p14:tracePt t="70307" x="3225800" y="3422650"/>
          <p14:tracePt t="70324" x="3136900" y="3416300"/>
          <p14:tracePt t="70341" x="3028950" y="3409950"/>
          <p14:tracePt t="70357" x="2990850" y="3409950"/>
          <p14:tracePt t="70374" x="2933700" y="3397250"/>
          <p14:tracePt t="70390" x="2832100" y="3397250"/>
          <p14:tracePt t="70407" x="2819400" y="3397250"/>
          <p14:tracePt t="70425" x="2794000" y="3397250"/>
          <p14:tracePt t="70440" x="2781300" y="3397250"/>
          <p14:tracePt t="70457" x="2768600" y="3397250"/>
          <p14:tracePt t="70475" x="2762250" y="3397250"/>
          <p14:tracePt t="70565" x="2768600" y="3397250"/>
          <p14:tracePt t="70572" x="2774950" y="3397250"/>
          <p14:tracePt t="70585" x="2787650" y="3397250"/>
          <p14:tracePt t="70593" x="2794000" y="3397250"/>
          <p14:tracePt t="70607" x="2825750" y="3397250"/>
          <p14:tracePt t="70623" x="2889250" y="3397250"/>
          <p14:tracePt t="70640" x="2959100" y="3397250"/>
          <p14:tracePt t="70658" x="3098800" y="3397250"/>
          <p14:tracePt t="70673" x="3276600" y="3397250"/>
          <p14:tracePt t="70690" x="3365500" y="3397250"/>
          <p14:tracePt t="70707" x="3530600" y="3390900"/>
          <p14:tracePt t="70723" x="3606800" y="3390900"/>
          <p14:tracePt t="70740" x="3746500" y="3390900"/>
          <p14:tracePt t="70756" x="3841750" y="3378200"/>
          <p14:tracePt t="70773" x="3867150" y="3378200"/>
          <p14:tracePt t="70790" x="3898900" y="3378200"/>
          <p14:tracePt t="70806" x="3905250" y="3378200"/>
          <p14:tracePt t="70839" x="3905250" y="3384550"/>
          <p14:tracePt t="70986" x="3911600" y="3384550"/>
          <p14:tracePt t="70993" x="3917950" y="3384550"/>
          <p14:tracePt t="71008" x="3930650" y="3384550"/>
          <p14:tracePt t="71024" x="3949700" y="3384550"/>
          <p14:tracePt t="71038" x="3975100" y="3384550"/>
          <p14:tracePt t="71055" x="4000500" y="3384550"/>
          <p14:tracePt t="71072" x="4057650" y="3384550"/>
          <p14:tracePt t="71088" x="4133850" y="3390900"/>
          <p14:tracePt t="71105" x="4178300" y="3390900"/>
          <p14:tracePt t="71121" x="4241800" y="3390900"/>
          <p14:tracePt t="71138" x="4298950" y="3390900"/>
          <p14:tracePt t="71155" x="4349750" y="3390900"/>
          <p14:tracePt t="71171" x="4368800" y="3390900"/>
          <p14:tracePt t="71188" x="4387850" y="3390900"/>
          <p14:tracePt t="71205" x="4400550" y="3403600"/>
          <p14:tracePt t="71221" x="4406900" y="3409950"/>
          <p14:tracePt t="71238" x="4413250" y="3416300"/>
          <p14:tracePt t="72953" x="4425950" y="3416300"/>
          <p14:tracePt t="72960" x="4457700" y="3416300"/>
          <p14:tracePt t="72974" x="4470400" y="3422650"/>
          <p14:tracePt t="72982" x="4502150" y="3429000"/>
          <p14:tracePt t="72998" x="4521200" y="3435350"/>
          <p14:tracePt t="73015" x="4540250" y="3448050"/>
          <p14:tracePt t="73031" x="4679950" y="3486150"/>
          <p14:tracePt t="73048" x="4730750" y="3492500"/>
          <p14:tracePt t="73065" x="4876800" y="3511550"/>
          <p14:tracePt t="73081" x="4953000" y="3511550"/>
          <p14:tracePt t="73098" x="5143500" y="3511550"/>
          <p14:tracePt t="73116" x="5359400" y="3467100"/>
          <p14:tracePt t="73131" x="5461000" y="3448050"/>
          <p14:tracePt t="73148" x="5645150" y="3403600"/>
          <p14:tracePt t="73164" x="5734050" y="3384550"/>
          <p14:tracePt t="73181" x="5873750" y="3340100"/>
          <p14:tracePt t="73198" x="5924550" y="3321050"/>
          <p14:tracePt t="73214" x="5969000" y="3308350"/>
          <p14:tracePt t="73231" x="6019800" y="3276600"/>
          <p14:tracePt t="73248" x="6026150" y="3270250"/>
          <p14:tracePt t="73264" x="6038850" y="3270250"/>
          <p14:tracePt t="73281" x="6045200" y="3270250"/>
          <p14:tracePt t="73313" x="6051550" y="3263900"/>
          <p14:tracePt t="73339" x="6057900" y="3257550"/>
          <p14:tracePt t="73360" x="6064250" y="3257550"/>
          <p14:tracePt t="73375" x="6070600" y="3257550"/>
          <p14:tracePt t="73389" x="6083300" y="3257550"/>
          <p14:tracePt t="73398" x="6102350" y="3257550"/>
          <p14:tracePt t="73413" x="6115050" y="3257550"/>
          <p14:tracePt t="73431" x="6134100" y="3257550"/>
          <p14:tracePt t="73447" x="6178550" y="3263900"/>
          <p14:tracePt t="73463" x="6210300" y="3270250"/>
          <p14:tracePt t="73480" x="6242050" y="3289300"/>
          <p14:tracePt t="73497" x="6330950" y="3302000"/>
          <p14:tracePt t="73513" x="6375400" y="3321050"/>
          <p14:tracePt t="73530" x="6470650" y="3340100"/>
          <p14:tracePt t="73546" x="6565900" y="3359150"/>
          <p14:tracePt t="73563" x="6610350" y="3365500"/>
          <p14:tracePt t="73579" x="6667500" y="3371850"/>
          <p14:tracePt t="73596" x="6705600" y="3378200"/>
          <p14:tracePt t="73614" x="6724650" y="3378200"/>
          <p14:tracePt t="73629" x="6731000" y="3378200"/>
          <p14:tracePt t="73719" x="6718300" y="3378200"/>
          <p14:tracePt t="73726" x="6711950" y="3378200"/>
          <p14:tracePt t="73733" x="6692900" y="3378200"/>
          <p14:tracePt t="73748" x="6673850" y="3378200"/>
          <p14:tracePt t="73762" x="6635750" y="3378200"/>
          <p14:tracePt t="73779" x="6584950" y="3378200"/>
          <p14:tracePt t="73796" x="6394450" y="3359150"/>
          <p14:tracePt t="73812" x="6267450" y="3340100"/>
          <p14:tracePt t="73829" x="5943600" y="3302000"/>
          <p14:tracePt t="73846" x="5727700" y="3276600"/>
          <p14:tracePt t="73862" x="5257800" y="3219450"/>
          <p14:tracePt t="73879" x="5048250" y="3206750"/>
          <p14:tracePt t="73895" x="4584700" y="3162300"/>
          <p14:tracePt t="73912" x="4495800" y="3149600"/>
          <p14:tracePt t="73928" x="4419600" y="3149600"/>
          <p14:tracePt t="73944" x="4273550" y="3130550"/>
          <p14:tracePt t="73961" x="4235450" y="3130550"/>
          <p14:tracePt t="73979" x="4178300" y="3130550"/>
          <p14:tracePt t="73995" x="4152900" y="3124200"/>
          <p14:tracePt t="74011" x="4121150" y="3117850"/>
          <p14:tracePt t="74029" x="4095750" y="3111500"/>
          <p14:tracePt t="74044" x="4083050" y="3111500"/>
          <p14:tracePt t="74061" x="4051300" y="3092450"/>
          <p14:tracePt t="74078" x="4032250" y="3073400"/>
          <p14:tracePt t="74095" x="4013200" y="3060700"/>
          <p14:tracePt t="74111" x="3987800" y="3035300"/>
          <p14:tracePt t="74127" x="3962400" y="3009900"/>
          <p14:tracePt t="74144" x="3949700" y="2997200"/>
          <p14:tracePt t="74162" x="3905250" y="2965450"/>
          <p14:tracePt t="74177" x="3860800" y="2946400"/>
          <p14:tracePt t="74194" x="3841750" y="2933700"/>
          <p14:tracePt t="74211" x="3803650" y="2908300"/>
          <p14:tracePt t="74227" x="3771900" y="2889250"/>
          <p14:tracePt t="74244" x="3752850" y="2876550"/>
          <p14:tracePt t="74261" x="3708400" y="2838450"/>
          <p14:tracePt t="74277" x="3663950" y="2794000"/>
          <p14:tracePt t="74294" x="3638550" y="2774950"/>
          <p14:tracePt t="74311" x="3613150" y="2743200"/>
          <p14:tracePt t="74327" x="3606800" y="2743200"/>
          <p14:tracePt t="74344" x="3600450" y="2730500"/>
          <p14:tracePt t="74377" x="3594100" y="2724150"/>
          <p14:tracePt t="74415" x="3587750" y="2724150"/>
          <p14:tracePt t="74457" x="3587750" y="2730500"/>
          <p14:tracePt t="74682" x="3587750" y="2736850"/>
          <p14:tracePt t="74759" x="3594100" y="2743200"/>
          <p14:tracePt t="74773" x="3594100" y="2749550"/>
          <p14:tracePt t="74787" x="3594100" y="2755900"/>
          <p14:tracePt t="74801" x="3600450" y="2762250"/>
          <p14:tracePt t="74811" x="3606800" y="2768600"/>
          <p14:tracePt t="74825" x="3613150" y="2768600"/>
          <p14:tracePt t="74842" x="3625850" y="2781300"/>
          <p14:tracePt t="74858" x="3708400" y="2832100"/>
          <p14:tracePt t="74875" x="3752850" y="2870200"/>
          <p14:tracePt t="74893" x="3854450" y="2933700"/>
          <p14:tracePt t="74908" x="3911600" y="2959100"/>
          <p14:tracePt t="74924" x="4038600" y="3028950"/>
          <p14:tracePt t="74942" x="4095750" y="3067050"/>
          <p14:tracePt t="74958" x="4197350" y="3124200"/>
          <p14:tracePt t="74975" x="4241800" y="3136900"/>
          <p14:tracePt t="74991" x="4292600" y="3162300"/>
          <p14:tracePt t="75008" x="4324350" y="3175000"/>
          <p14:tracePt t="75025" x="4330700" y="3175000"/>
          <p14:tracePt t="75028" x="4337050" y="3175000"/>
          <p14:tracePt t="75041" x="4343400" y="3175000"/>
          <p14:tracePt t="75057" x="4349750" y="3175000"/>
          <p14:tracePt t="75188" x="4349750" y="3168650"/>
          <p14:tracePt t="75272" x="4343400" y="3168650"/>
          <p14:tracePt t="75321" x="4337050" y="3168650"/>
          <p14:tracePt t="75377" x="4330700" y="3168650"/>
          <p14:tracePt t="75715" x="4330700" y="3162300"/>
          <p14:tracePt t="75757" x="4324350" y="3162300"/>
          <p14:tracePt t="75862" x="4330700" y="3162300"/>
          <p14:tracePt t="75884" x="4337050" y="3162300"/>
          <p14:tracePt t="75898" x="4349750" y="3168650"/>
          <p14:tracePt t="75912" x="4356100" y="3168650"/>
          <p14:tracePt t="75919" x="4362450" y="3175000"/>
          <p14:tracePt t="75933" x="4375150" y="3181350"/>
          <p14:tracePt t="75947" x="4400550" y="3181350"/>
          <p14:tracePt t="75961" x="4413250" y="3187700"/>
          <p14:tracePt t="75971" x="4432300" y="3187700"/>
          <p14:tracePt t="75990" x="4457700" y="3187700"/>
          <p14:tracePt t="76004" x="4470400" y="3181350"/>
          <p14:tracePt t="76021" x="4476750" y="3181350"/>
          <p14:tracePt t="76039" x="4476750" y="3155950"/>
          <p14:tracePt t="76054" x="4432300" y="3105150"/>
          <p14:tracePt t="76070" x="4394200" y="3086100"/>
          <p14:tracePt t="76088" x="4305300" y="2997200"/>
          <p14:tracePt t="76104" x="4254500" y="2952750"/>
          <p14:tracePt t="76121" x="4152900" y="2870200"/>
          <p14:tracePt t="76137" x="4064000" y="2813050"/>
          <p14:tracePt t="76154" x="4032250" y="2800350"/>
          <p14:tracePt t="76171" x="3987800" y="2768600"/>
          <p14:tracePt t="76187" x="3962400" y="2762250"/>
          <p14:tracePt t="76204" x="3956050" y="2749550"/>
          <p14:tracePt t="76221" x="3943350" y="2743200"/>
          <p14:tracePt t="76263" x="3937000" y="2743200"/>
          <p14:tracePt t="76326" x="3937000" y="2749550"/>
          <p14:tracePt t="76334" x="3937000" y="2755900"/>
          <p14:tracePt t="76347" x="3937000" y="2762250"/>
          <p14:tracePt t="76356" x="3937000" y="2768600"/>
          <p14:tracePt t="76370" x="3943350" y="2768600"/>
          <p14:tracePt t="76386" x="3956050" y="2781300"/>
          <p14:tracePt t="76404" x="3994150" y="2825750"/>
          <p14:tracePt t="76420" x="4038600" y="2876550"/>
          <p14:tracePt t="76437" x="4146550" y="2978150"/>
          <p14:tracePt t="76453" x="4203700" y="3028950"/>
          <p14:tracePt t="76469" x="4311650" y="3111500"/>
          <p14:tracePt t="76487" x="4343400" y="3149600"/>
          <p14:tracePt t="76502" x="4375150" y="3175000"/>
          <p14:tracePt t="76519" x="4413250" y="3200400"/>
          <p14:tracePt t="76536" x="4425950" y="3200400"/>
          <p14:tracePt t="76552" x="4425950" y="3206750"/>
          <p14:tracePt t="76586" x="4432300" y="3206750"/>
          <p14:tracePt t="76629" x="4438650" y="3206750"/>
          <p14:tracePt t="76664" x="4445000" y="3213100"/>
          <p14:tracePt t="76671" x="4457700" y="3219450"/>
          <p14:tracePt t="76686" x="4470400" y="3225800"/>
          <p14:tracePt t="76692" x="4489450" y="3238500"/>
          <p14:tracePt t="76701" x="4533900" y="3270250"/>
          <p14:tracePt t="76719" x="4591050" y="3308350"/>
          <p14:tracePt t="76735" x="4756150" y="3403600"/>
          <p14:tracePt t="76752" x="4965700" y="3505200"/>
          <p14:tracePt t="76769" x="5162550" y="3600450"/>
          <p14:tracePt t="76785" x="5257800" y="3644900"/>
          <p14:tracePt t="76802" x="5403850" y="3689350"/>
          <p14:tracePt t="76819" x="5499100" y="3721100"/>
          <p14:tracePt t="76835" x="5530850" y="3727450"/>
          <p14:tracePt t="76851" x="5575300" y="3727450"/>
          <p14:tracePt t="76868" x="5600700" y="3727450"/>
          <p14:tracePt t="76885" x="5607050" y="3727450"/>
          <p14:tracePt t="76902" x="5607050" y="3721100"/>
          <p14:tracePt t="76959" x="5600700" y="3721100"/>
          <p14:tracePt t="77023" x="5594350" y="3727450"/>
          <p14:tracePt t="77057" x="5588000" y="3727450"/>
          <p14:tracePt t="77093" x="5594350" y="3727450"/>
          <p14:tracePt t="77100" x="5600700" y="3727450"/>
          <p14:tracePt t="77106" x="5613400" y="3733800"/>
          <p14:tracePt t="77121" x="5638800" y="3740150"/>
          <p14:tracePt t="77137" x="5676900" y="3740150"/>
          <p14:tracePt t="77151" x="5797550" y="3771900"/>
          <p14:tracePt t="77168" x="5873750" y="3778250"/>
          <p14:tracePt t="77184" x="6064250" y="3810000"/>
          <p14:tracePt t="77200" x="6273800" y="3822700"/>
          <p14:tracePt t="77217" x="6362700" y="3816350"/>
          <p14:tracePt t="77234" x="6527800" y="3810000"/>
          <p14:tracePt t="77250" x="6648450" y="3790950"/>
          <p14:tracePt t="77267" x="6686550" y="3778250"/>
          <p14:tracePt t="77283" x="6731000" y="3771900"/>
          <p14:tracePt t="77300" x="6750050" y="3765550"/>
          <p14:tracePt t="77318" x="6756400" y="3759200"/>
          <p14:tracePt t="77350" x="6756400" y="3752850"/>
          <p14:tracePt t="77381" x="6750050" y="3752850"/>
          <p14:tracePt t="77388" x="6731000" y="3752850"/>
          <p14:tracePt t="77403" x="6705600" y="3759200"/>
          <p14:tracePt t="77417" x="6661150" y="3759200"/>
          <p14:tracePt t="77433" x="6508750" y="3765550"/>
          <p14:tracePt t="77450" x="6394450" y="3778250"/>
          <p14:tracePt t="77466" x="6127750" y="3810000"/>
          <p14:tracePt t="77483" x="5848350" y="3829050"/>
          <p14:tracePt t="77500" x="5721350" y="3854450"/>
          <p14:tracePt t="77516" x="5499100" y="3886200"/>
          <p14:tracePt t="77533" x="5346700" y="3911600"/>
          <p14:tracePt t="77550" x="5264150" y="3930650"/>
          <p14:tracePt t="77566" x="5238750" y="3943350"/>
          <p14:tracePt t="77582" x="5219700" y="3943350"/>
          <p14:tracePt t="77599" x="5200650" y="3956050"/>
          <p14:tracePt t="77619" x="5194300" y="3956050"/>
          <p14:tracePt t="77690" x="5200650" y="3956050"/>
          <p14:tracePt t="77718" x="5200650" y="3943350"/>
          <p14:tracePt t="78124" x="5251450" y="3937000"/>
          <p14:tracePt t="78132" x="5327650" y="3917950"/>
          <p14:tracePt t="78145" x="5397500" y="3898900"/>
          <p14:tracePt t="78152" x="5486400" y="3867150"/>
          <p14:tracePt t="78167" x="5568950" y="3848100"/>
          <p14:tracePt t="78180" x="5645150" y="3829050"/>
          <p14:tracePt t="78197" x="5797550" y="3759200"/>
          <p14:tracePt t="78214" x="5867400" y="3727450"/>
          <p14:tracePt t="78230" x="5962650" y="3676650"/>
          <p14:tracePt t="78247" x="6026150" y="3644900"/>
          <p14:tracePt t="78264" x="6051550" y="3625850"/>
          <p14:tracePt t="78280" x="6083300" y="3613150"/>
          <p14:tracePt t="78297" x="6102350" y="3594100"/>
          <p14:tracePt t="78314" x="6127750" y="3575050"/>
          <p14:tracePt t="78330" x="6134100" y="3562350"/>
          <p14:tracePt t="78347" x="6146800" y="3549650"/>
          <p14:tracePt t="78363" x="6153150" y="3549650"/>
          <p14:tracePt t="78396" x="6159500" y="3549650"/>
          <p14:tracePt t="78413" x="6165850" y="3549650"/>
          <p14:tracePt t="78433" x="6172200" y="3549650"/>
          <p14:tracePt t="78545" x="6178550" y="3549650"/>
          <p14:tracePt t="78553" x="6184900" y="3549650"/>
          <p14:tracePt t="78588" x="6197600" y="3549650"/>
          <p14:tracePt t="78597" x="6203950" y="3549650"/>
          <p14:tracePt t="78609" x="6216650" y="3549650"/>
          <p14:tracePt t="78616" x="6229350" y="3543300"/>
          <p14:tracePt t="78629" x="6248400" y="3530600"/>
          <p14:tracePt t="78645" x="6305550" y="3524250"/>
          <p14:tracePt t="78662" x="6350000" y="3517900"/>
          <p14:tracePt t="78679" x="6445250" y="3492500"/>
          <p14:tracePt t="78695" x="6553200" y="3467100"/>
          <p14:tracePt t="78711" x="6604000" y="3454400"/>
          <p14:tracePt t="78729" x="6711950" y="3429000"/>
          <p14:tracePt t="78745" x="6769100" y="3416300"/>
          <p14:tracePt t="78762" x="6864350" y="3403600"/>
          <p14:tracePt t="78778" x="6908800" y="3390900"/>
          <p14:tracePt t="78795" x="6934200" y="3378200"/>
          <p14:tracePt t="78812" x="6965950" y="3365500"/>
          <p14:tracePt t="78828" x="6985000" y="3359150"/>
          <p14:tracePt t="78862" x="6997700" y="3359150"/>
          <p14:tracePt t="78960" x="7004050" y="3359150"/>
          <p14:tracePt t="78967" x="7010400" y="3359150"/>
          <p14:tracePt t="78977" x="7016750" y="3352800"/>
          <p14:tracePt t="78995" x="7023100" y="3352800"/>
          <p14:tracePt t="79011" x="7035800" y="3352800"/>
          <p14:tracePt t="79045" x="7073900" y="3346450"/>
          <p14:tracePt t="79061" x="7092950" y="3340100"/>
          <p14:tracePt t="79077" x="7118350" y="3340100"/>
          <p14:tracePt t="79094" x="7143750" y="3333750"/>
          <p14:tracePt t="79111" x="7162800" y="3321050"/>
          <p14:tracePt t="79157" x="7150100" y="3321050"/>
          <p14:tracePt t="79171" x="7124700" y="3321050"/>
          <p14:tracePt t="79179" x="7086600" y="3321050"/>
          <p14:tracePt t="79193" x="7035800" y="3327400"/>
          <p14:tracePt t="79210" x="6896100" y="3340100"/>
          <p14:tracePt t="79227" x="6724650" y="3346450"/>
          <p14:tracePt t="79243" x="6648450" y="3346450"/>
          <p14:tracePt t="79260" x="6521450" y="3346450"/>
          <p14:tracePt t="79278" x="6451600" y="3346450"/>
          <p14:tracePt t="79293" x="6432550" y="3346450"/>
          <p14:tracePt t="79310" x="6419850" y="3346450"/>
          <p14:tracePt t="79327" x="6407150" y="3346450"/>
          <p14:tracePt t="79410" x="6400800" y="3340100"/>
          <p14:tracePt t="79417" x="6388100" y="3340100"/>
          <p14:tracePt t="79431" x="6375400" y="3340100"/>
          <p14:tracePt t="79442" x="6362700" y="3333750"/>
          <p14:tracePt t="79460" x="6318250" y="3333750"/>
          <p14:tracePt t="79475" x="6299200" y="3333750"/>
          <p14:tracePt t="79493" x="6235700" y="3333750"/>
          <p14:tracePt t="79509" x="6134100" y="3346450"/>
          <p14:tracePt t="79526" x="6076950" y="3365500"/>
          <p14:tracePt t="79542" x="5956300" y="3378200"/>
          <p14:tracePt t="79559" x="5848350" y="3409950"/>
          <p14:tracePt t="79575" x="5803900" y="3422650"/>
          <p14:tracePt t="79593" x="5721350" y="3441700"/>
          <p14:tracePt t="79609" x="5676900" y="3448050"/>
          <p14:tracePt t="79625" x="5664200" y="3448050"/>
          <p14:tracePt t="79629" x="5657850" y="3448050"/>
          <p14:tracePt t="79644" x="5651500" y="3454400"/>
          <p14:tracePt t="79658" x="5645150" y="3454400"/>
          <p14:tracePt t="79675" x="5645150" y="3467100"/>
          <p14:tracePt t="79692" x="5645150" y="3473450"/>
          <p14:tracePt t="79708" x="5651500" y="3473450"/>
          <p14:tracePt t="79726" x="5683250" y="3473450"/>
          <p14:tracePt t="79742" x="5759450" y="3479800"/>
          <p14:tracePt t="79758" x="5810250" y="3479800"/>
          <p14:tracePt t="79775" x="5962650" y="3486150"/>
          <p14:tracePt t="79791" x="6140450" y="3486150"/>
          <p14:tracePt t="79809" x="6229350" y="3486150"/>
          <p14:tracePt t="79825" x="6375400" y="3486150"/>
          <p14:tracePt t="79841" x="6438900" y="3486150"/>
          <p14:tracePt t="79858" x="6451600" y="3486150"/>
          <p14:tracePt t="79875" x="6464300" y="3486150"/>
          <p14:tracePt t="79902" x="6464300" y="3479800"/>
          <p14:tracePt t="79910" x="6457950" y="3479800"/>
          <p14:tracePt t="79925" x="6445250" y="3479800"/>
          <p14:tracePt t="79941" x="6413500" y="3473450"/>
          <p14:tracePt t="79958" x="6184900" y="3473450"/>
          <p14:tracePt t="79974" x="6070600" y="3473450"/>
          <p14:tracePt t="79991" x="5930900" y="3473450"/>
          <p14:tracePt t="80008" x="5619750" y="3479800"/>
          <p14:tracePt t="80024" x="5270500" y="3492500"/>
          <p14:tracePt t="80041" x="5130800" y="3505200"/>
          <p14:tracePt t="80057" x="4889500" y="3524250"/>
          <p14:tracePt t="80074" x="4730750" y="3556000"/>
          <p14:tracePt t="80091" x="4667250" y="3575050"/>
          <p14:tracePt t="80107" x="4584700" y="3600450"/>
          <p14:tracePt t="80124" x="4508500" y="3619500"/>
          <p14:tracePt t="80140" x="4476750" y="3632200"/>
          <p14:tracePt t="80157" x="4432300" y="3644900"/>
          <p14:tracePt t="80174" x="4406900" y="3651250"/>
          <p14:tracePt t="80190" x="4387850" y="3663950"/>
          <p14:tracePt t="80207" x="4381500" y="3670300"/>
          <p14:tracePt t="80224" x="4375150" y="3670300"/>
          <p14:tracePt t="80240" x="4381500" y="3651250"/>
          <p14:tracePt t="80754" x="4413250" y="3651250"/>
          <p14:tracePt t="80761" x="4464050" y="3651250"/>
          <p14:tracePt t="80775" x="4502150" y="3657600"/>
          <p14:tracePt t="80788" x="4559300" y="3670300"/>
          <p14:tracePt t="80805" x="4660900" y="3683000"/>
          <p14:tracePt t="80821" x="4705350" y="3695700"/>
          <p14:tracePt t="80838" x="4775200" y="3714750"/>
          <p14:tracePt t="80854" x="4813300" y="3727450"/>
          <p14:tracePt t="80871" x="4826000" y="3727450"/>
          <p14:tracePt t="80888" x="4832350" y="3727450"/>
          <p14:tracePt t="80986" x="4826000" y="3727450"/>
          <p14:tracePt t="80993" x="4819650" y="3727450"/>
          <p14:tracePt t="81035" x="4813300" y="3727450"/>
          <p14:tracePt t="81064" x="4806950" y="3727450"/>
          <p14:tracePt t="81078" x="4800600" y="3727450"/>
          <p14:tracePt t="81085" x="4794250" y="3727450"/>
          <p14:tracePt t="81113" x="4787900" y="3727450"/>
          <p14:tracePt t="81127" x="4781550" y="3727450"/>
          <p14:tracePt t="81148" x="4775200" y="3727450"/>
          <p14:tracePt t="81155" x="4768850" y="3727450"/>
          <p14:tracePt t="81170" x="4756150" y="3727450"/>
          <p14:tracePt t="81176" x="4737100" y="3727450"/>
          <p14:tracePt t="81187" x="4718050" y="3727450"/>
          <p14:tracePt t="81204" x="4686300" y="3727450"/>
          <p14:tracePt t="81220" x="4610100" y="3727450"/>
          <p14:tracePt t="81237" x="4546600" y="3727450"/>
          <p14:tracePt t="81254" x="4400550" y="3721100"/>
          <p14:tracePt t="81270" x="4349750" y="3714750"/>
          <p14:tracePt t="81286" x="4311650" y="3714750"/>
          <p14:tracePt t="81303" x="4248150" y="3714750"/>
          <p14:tracePt t="81320" x="4216400" y="3708400"/>
          <p14:tracePt t="81336" x="4210050" y="3708400"/>
          <p14:tracePt t="81408" x="4222750" y="3708400"/>
          <p14:tracePt t="81415" x="4229100" y="3708400"/>
          <p14:tracePt t="81429" x="4241800" y="3708400"/>
          <p14:tracePt t="81438" x="4254500" y="3708400"/>
          <p14:tracePt t="81452" x="4279900" y="3708400"/>
          <p14:tracePt t="81469" x="4349750" y="3708400"/>
          <p14:tracePt t="81486" x="4425950" y="3702050"/>
          <p14:tracePt t="81502" x="4476750" y="3702050"/>
          <p14:tracePt t="81519" x="4546600" y="3702050"/>
          <p14:tracePt t="81536" x="4660900" y="3702050"/>
          <p14:tracePt t="81552" x="4692650" y="3702050"/>
          <p14:tracePt t="81569" x="4718050" y="3695700"/>
          <p14:tracePt t="81585" x="4756150" y="3695700"/>
          <p14:tracePt t="81602" x="4768850" y="3689350"/>
          <p14:tracePt t="81620" x="4781550" y="3683000"/>
          <p14:tracePt t="81661" x="4787900" y="3676650"/>
          <p14:tracePt t="81780" x="4787900" y="3670300"/>
          <p14:tracePt t="81816" x="4781550" y="3663950"/>
          <p14:tracePt t="81830" x="4775200" y="3663950"/>
          <p14:tracePt t="81837" x="4775200" y="3651250"/>
          <p14:tracePt t="81853" x="4756150" y="3632200"/>
          <p14:tracePt t="81867" x="4737100" y="3606800"/>
          <p14:tracePt t="81884" x="4641850" y="3511550"/>
          <p14:tracePt t="81901" x="4495800" y="3378200"/>
          <p14:tracePt t="81917" x="4400550" y="3308350"/>
          <p14:tracePt t="81935" x="4222750" y="3149600"/>
          <p14:tracePt t="81951" x="4032250" y="3009900"/>
          <p14:tracePt t="81967" x="3949700" y="2952750"/>
          <p14:tracePt t="81984" x="3879850" y="2901950"/>
          <p14:tracePt t="82000" x="3784600" y="2844800"/>
          <p14:tracePt t="82017" x="3746500" y="2819400"/>
          <p14:tracePt t="82034" x="3727450" y="2806700"/>
          <p14:tracePt t="82050" x="3676650" y="2794000"/>
          <p14:tracePt t="82067" x="3663950" y="2787650"/>
          <p14:tracePt t="82084" x="3638550" y="2781300"/>
          <p14:tracePt t="82100" x="3632200" y="2781300"/>
          <p14:tracePt t="82117" x="3625850" y="2781300"/>
          <p14:tracePt t="82133" x="3619500" y="2774950"/>
          <p14:tracePt t="82150" x="3613150" y="2774950"/>
          <p14:tracePt t="82188" x="3619500" y="2774950"/>
          <p14:tracePt t="82209" x="3619500" y="2768600"/>
          <p14:tracePt t="82231" x="3625850" y="2768600"/>
          <p14:tracePt t="82237" x="3625850" y="2762250"/>
          <p14:tracePt t="82259" x="3625850" y="2755900"/>
          <p14:tracePt t="82273" x="3625850" y="2749550"/>
          <p14:tracePt t="82294" x="3625850" y="2743200"/>
          <p14:tracePt t="82329" x="3619500" y="2736850"/>
          <p14:tracePt t="82343" x="3619500" y="2730500"/>
          <p14:tracePt t="82352" x="3613150" y="2730500"/>
          <p14:tracePt t="82371" x="3613150" y="2724150"/>
          <p14:tracePt t="82400" x="3613150" y="2717800"/>
          <p14:tracePt t="82434" x="3606800" y="2717800"/>
          <p14:tracePt t="82491" x="3619500" y="2724150"/>
          <p14:tracePt t="82505" x="3632200" y="2736850"/>
          <p14:tracePt t="82511" x="3657600" y="2749550"/>
          <p14:tracePt t="82519" x="3676650" y="2774950"/>
          <p14:tracePt t="82534" x="3708400" y="2787650"/>
          <p14:tracePt t="82549" x="3746500" y="2825750"/>
          <p14:tracePt t="82565" x="3810000" y="2863850"/>
          <p14:tracePt t="82583" x="3860800" y="2901950"/>
          <p14:tracePt t="82598" x="3886200" y="2914650"/>
          <p14:tracePt t="82615" x="3911600" y="2927350"/>
          <p14:tracePt t="82632" x="3917950" y="2933700"/>
          <p14:tracePt t="82648" x="3924300" y="2933700"/>
          <p14:tracePt t="82681" x="3917950" y="2933700"/>
          <p14:tracePt t="82698" x="3886200" y="2908300"/>
          <p14:tracePt t="82716" x="3816350" y="2851150"/>
          <p14:tracePt t="82731" x="3695700" y="2743200"/>
          <p14:tracePt t="82748" x="3625850" y="2686050"/>
          <p14:tracePt t="82765" x="3486150" y="2552700"/>
          <p14:tracePt t="82781" x="3416300" y="2489200"/>
          <p14:tracePt t="82798" x="3295650" y="2381250"/>
          <p14:tracePt t="82815" x="3213100" y="2298700"/>
          <p14:tracePt t="82831" x="3187700" y="2266950"/>
          <p14:tracePt t="82848" x="3143250" y="2222500"/>
          <p14:tracePt t="82864" x="3117850" y="2203450"/>
          <p14:tracePt t="82881" x="3117850" y="2197100"/>
          <p14:tracePt t="82898" x="3111500" y="2190750"/>
          <p14:tracePt t="83004" x="3117850" y="2203450"/>
          <p14:tracePt t="83011" x="3124200" y="2209800"/>
          <p14:tracePt t="83025" x="3130550" y="2209800"/>
          <p14:tracePt t="83033" x="3143250" y="2222500"/>
          <p14:tracePt t="83048" x="3155950" y="2235200"/>
          <p14:tracePt t="83063" x="3187700" y="2266950"/>
          <p14:tracePt t="83081" x="3321050" y="2400300"/>
          <p14:tracePt t="83097" x="3549650" y="2628900"/>
          <p14:tracePt t="83113" x="3721100" y="2800350"/>
          <p14:tracePt t="83130" x="4064000" y="3187700"/>
          <p14:tracePt t="83146" x="4318000" y="3454400"/>
          <p14:tracePt t="83163" x="4387850" y="3536950"/>
          <p14:tracePt t="83180" x="4483100" y="3632200"/>
          <p14:tracePt t="83196" x="4533900" y="3670300"/>
          <p14:tracePt t="83213" x="4546600" y="3676650"/>
          <p14:tracePt t="83277" x="4533900" y="3663950"/>
          <p14:tracePt t="83285" x="4508500" y="3638550"/>
          <p14:tracePt t="83295" x="4476750" y="3606800"/>
          <p14:tracePt t="83313" x="4368800" y="3486150"/>
          <p14:tracePt t="83329" x="4305300" y="3416300"/>
          <p14:tracePt t="83346" x="4235450" y="3346450"/>
          <p14:tracePt t="83363" x="4102100" y="3213100"/>
          <p14:tracePt t="83379" x="3987800" y="3105150"/>
          <p14:tracePt t="83396" x="3930650" y="3060700"/>
          <p14:tracePt t="83412" x="3848100" y="2978150"/>
          <p14:tracePt t="83429" x="3752850" y="2870200"/>
          <p14:tracePt t="83446" x="3663950" y="2768600"/>
          <p14:tracePt t="83462" x="3632200" y="2730500"/>
          <p14:tracePt t="83479" x="3568700" y="2667000"/>
          <p14:tracePt t="83496" x="3543300" y="2641600"/>
          <p14:tracePt t="83512" x="3536950" y="2641600"/>
          <p14:tracePt t="83573" x="3536950" y="2647950"/>
          <p14:tracePt t="83594" x="3536950" y="2654300"/>
          <p14:tracePt t="83671" x="3536950" y="2660650"/>
          <p14:tracePt t="84211" x="3575050" y="2673350"/>
          <p14:tracePt t="84218" x="3644900" y="2705100"/>
          <p14:tracePt t="84231" x="3702050" y="2730500"/>
          <p14:tracePt t="84242" x="3759200" y="2768600"/>
          <p14:tracePt t="84260" x="3911600" y="2857500"/>
          <p14:tracePt t="84277" x="3994150" y="2908300"/>
          <p14:tracePt t="84292" x="4165600" y="3035300"/>
          <p14:tracePt t="84310" x="4394200" y="3175000"/>
          <p14:tracePt t="84326" x="4502150" y="3232150"/>
          <p14:tracePt t="84342" x="4673600" y="3314700"/>
          <p14:tracePt t="84359" x="4813300" y="3371850"/>
          <p14:tracePt t="84376" x="4864100" y="3390900"/>
          <p14:tracePt t="84393" x="4933950" y="3397250"/>
          <p14:tracePt t="84409" x="4991100" y="3397250"/>
          <p14:tracePt t="84425" x="5022850" y="3397250"/>
          <p14:tracePt t="84443" x="5086350" y="3397250"/>
          <p14:tracePt t="84458" x="5137150" y="3397250"/>
          <p14:tracePt t="84475" x="5156200" y="3397250"/>
          <p14:tracePt t="84492" x="5207000" y="3390900"/>
          <p14:tracePt t="84509" x="5238750" y="3390900"/>
          <p14:tracePt t="84525" x="5314950" y="3378200"/>
          <p14:tracePt t="84542" x="5429250" y="3384550"/>
          <p14:tracePt t="84558" x="5499100" y="3390900"/>
          <p14:tracePt t="84575" x="5638800" y="3409950"/>
          <p14:tracePt t="84591" x="5778500" y="3409950"/>
          <p14:tracePt t="84608" x="5835650" y="3409950"/>
          <p14:tracePt t="84625" x="5937250" y="3422650"/>
          <p14:tracePt t="84641" x="6019800" y="3422650"/>
          <p14:tracePt t="84658" x="6045200" y="3422650"/>
          <p14:tracePt t="84675" x="6089650" y="3422650"/>
          <p14:tracePt t="84691" x="6121400" y="3409950"/>
          <p14:tracePt t="84708" x="6140450" y="3397250"/>
          <p14:tracePt t="84725" x="6184900" y="3390900"/>
          <p14:tracePt t="84741" x="6242050" y="3384550"/>
          <p14:tracePt t="84757" x="6267450" y="3384550"/>
          <p14:tracePt t="84774" x="6330950" y="3378200"/>
          <p14:tracePt t="84791" x="6356350" y="3378200"/>
          <p14:tracePt t="84808" x="6432550" y="3371850"/>
          <p14:tracePt t="84824" x="6464300" y="3371850"/>
          <p14:tracePt t="84841" x="6483350" y="3365500"/>
          <p14:tracePt t="84858" x="6534150" y="3365500"/>
          <p14:tracePt t="84874" x="6572250" y="3352800"/>
          <p14:tracePt t="84891" x="6597650" y="3352800"/>
          <p14:tracePt t="84907" x="6629400" y="3340100"/>
          <p14:tracePt t="84924" x="6654800" y="3333750"/>
          <p14:tracePt t="84941" x="6661150" y="3333750"/>
          <p14:tracePt t="84957" x="6667500" y="3333750"/>
          <p14:tracePt t="85061" x="6661150" y="3333750"/>
          <p14:tracePt t="85075" x="6654800" y="3333750"/>
          <p14:tracePt t="85082" x="6642100" y="3327400"/>
          <p14:tracePt t="85090" x="6623050" y="3327400"/>
          <p14:tracePt t="85106" x="6591300" y="3321050"/>
          <p14:tracePt t="85123" x="6540500" y="3321050"/>
          <p14:tracePt t="85139" x="6362700" y="3295650"/>
          <p14:tracePt t="85156" x="6070600" y="3238500"/>
          <p14:tracePt t="85174" x="5594350" y="3149600"/>
          <p14:tracePt t="85189" x="5321300" y="3105150"/>
          <p14:tracePt t="85206" x="4806950" y="2984500"/>
          <p14:tracePt t="85224" x="4349750" y="2882900"/>
          <p14:tracePt t="85239" x="4146550" y="2832100"/>
          <p14:tracePt t="85256" x="3841750" y="2768600"/>
          <p14:tracePt t="85273" x="3632200" y="2698750"/>
          <p14:tracePt t="85289" x="3543300" y="2667000"/>
          <p14:tracePt t="85306" x="3460750" y="2635250"/>
          <p14:tracePt t="85323" x="3314700" y="2578100"/>
          <p14:tracePt t="85339" x="3200400" y="2489200"/>
          <p14:tracePt t="85356" x="3117850" y="2419350"/>
          <p14:tracePt t="85372" x="3079750" y="2387600"/>
          <p14:tracePt t="85389" x="3035300" y="2330450"/>
          <p14:tracePt t="85406" x="2997200" y="2292350"/>
          <p14:tracePt t="85422" x="2978150" y="2273300"/>
          <p14:tracePt t="85438" x="2952750" y="2228850"/>
          <p14:tracePt t="85455" x="2921000" y="2203450"/>
          <p14:tracePt t="85472" x="2914650" y="2197100"/>
          <p14:tracePt t="85488" x="2914650" y="2190750"/>
          <p14:tracePt t="85521" x="2914650" y="2197100"/>
          <p14:tracePt t="85539" x="2914650" y="2209800"/>
          <p14:tracePt t="85555" x="2914650" y="2222500"/>
          <p14:tracePt t="85571" x="2927350" y="2235200"/>
          <p14:tracePt t="85589" x="2971800" y="2279650"/>
          <p14:tracePt t="85605" x="3105150" y="2400300"/>
          <p14:tracePt t="85621" x="3219450" y="2501900"/>
          <p14:tracePt t="85638" x="3530600" y="2787650"/>
          <p14:tracePt t="85654" x="3898900" y="3143250"/>
          <p14:tracePt t="85671" x="4095750" y="3321050"/>
          <p14:tracePt t="85688" x="4406900" y="3606800"/>
          <p14:tracePt t="85704" x="4502150" y="3695700"/>
          <p14:tracePt t="85722" x="4641850" y="3822700"/>
          <p14:tracePt t="85737" x="4730750" y="3879850"/>
          <p14:tracePt t="85754" x="4762500" y="3886200"/>
          <p14:tracePt t="85757" x="4775200" y="3886200"/>
          <p14:tracePt t="85771" x="4794250" y="3892550"/>
          <p14:tracePt t="85787" x="4819650" y="3892550"/>
          <p14:tracePt t="85804" x="4832350" y="3886200"/>
          <p14:tracePt t="85821" x="4883150" y="3873500"/>
          <p14:tracePt t="85837" x="4953000" y="3854450"/>
          <p14:tracePt t="85854" x="5003800" y="3848100"/>
          <p14:tracePt t="85870" x="5137150" y="3848100"/>
          <p14:tracePt t="85887" x="5353050" y="3860800"/>
          <p14:tracePt t="85904" x="5480050" y="3873500"/>
          <p14:tracePt t="85920" x="5734050" y="3905250"/>
          <p14:tracePt t="85937" x="6013450" y="3917950"/>
          <p14:tracePt t="85954" x="6261100" y="3917950"/>
          <p14:tracePt t="85970" x="6362700" y="3911600"/>
          <p14:tracePt t="85987" x="6457950" y="3892550"/>
          <p14:tracePt t="86004" x="6591300" y="3854450"/>
          <p14:tracePt t="86020" x="6667500" y="3810000"/>
          <p14:tracePt t="86037" x="6711950" y="3784600"/>
          <p14:tracePt t="86053" x="6775450" y="3733800"/>
          <p14:tracePt t="86070" x="6832600" y="3695700"/>
          <p14:tracePt t="86086" x="6851650" y="3689350"/>
          <p14:tracePt t="86103" x="6896100" y="3663950"/>
          <p14:tracePt t="86120" x="6927850" y="3644900"/>
          <p14:tracePt t="86138" x="6953250" y="3619500"/>
          <p14:tracePt t="86153" x="6965950" y="3606800"/>
          <p14:tracePt t="86170" x="6997700" y="3587750"/>
          <p14:tracePt t="86187" x="7004050" y="3581400"/>
          <p14:tracePt t="86203" x="7010400" y="3575050"/>
          <p14:tracePt t="86219" x="7016750" y="3568700"/>
          <p14:tracePt t="86252" x="7016750" y="3562350"/>
          <p14:tracePt t="86269" x="7016750" y="3556000"/>
          <p14:tracePt t="86285" x="7010400" y="3549650"/>
          <p14:tracePt t="86302" x="6997700" y="3549650"/>
          <p14:tracePt t="86320" x="6940550" y="3549650"/>
          <p14:tracePt t="86335" x="6889750" y="3549650"/>
          <p14:tracePt t="86352" x="6673850" y="3549650"/>
          <p14:tracePt t="86370" x="6362700" y="3556000"/>
          <p14:tracePt t="86386" x="6178550" y="3556000"/>
          <p14:tracePt t="86402" x="5778500" y="3568700"/>
          <p14:tracePt t="86418" x="5454650" y="3594100"/>
          <p14:tracePt t="86435" x="5327650" y="3600450"/>
          <p14:tracePt t="86452" x="5111750" y="3613150"/>
          <p14:tracePt t="86468" x="4927600" y="3644900"/>
          <p14:tracePt t="86485" x="4851400" y="3663950"/>
          <p14:tracePt t="86502" x="4692650" y="3689350"/>
          <p14:tracePt t="86518" x="4533900" y="3721100"/>
          <p14:tracePt t="86535" x="4457700" y="3740150"/>
          <p14:tracePt t="86552" x="4311650" y="3778250"/>
          <p14:tracePt t="86568" x="4165600" y="3797300"/>
          <p14:tracePt t="86585" x="4102100" y="3810000"/>
          <p14:tracePt t="86602" x="3956050" y="3848100"/>
          <p14:tracePt t="86618" x="3892550" y="3854450"/>
          <p14:tracePt t="86635" x="3746500" y="3892550"/>
          <p14:tracePt t="86651" x="3657600" y="3937000"/>
          <p14:tracePt t="86667" x="3632200" y="3975100"/>
          <p14:tracePt t="86685" x="3568700" y="4070350"/>
          <p14:tracePt t="98917" x="3575050" y="4070350"/>
          <p14:tracePt t="98924" x="3587750" y="4070350"/>
          <p14:tracePt t="98931" x="3613150" y="4070350"/>
          <p14:tracePt t="98941" x="3632200" y="4070350"/>
          <p14:tracePt t="98959" x="3702050" y="4076700"/>
          <p14:tracePt t="98975" x="3771900" y="4083050"/>
          <p14:tracePt t="98992" x="3854450" y="4083050"/>
          <p14:tracePt t="99009" x="4006850" y="4083050"/>
          <p14:tracePt t="99025" x="4083050" y="4083050"/>
          <p14:tracePt t="99042" x="4191000" y="4095750"/>
          <p14:tracePt t="99044" x="4229100" y="4095750"/>
          <p14:tracePt t="99058" x="4311650" y="4108450"/>
          <p14:tracePt t="99075" x="4387850" y="4108450"/>
          <p14:tracePt t="99092" x="4457700" y="4108450"/>
          <p14:tracePt t="99108" x="4565650" y="4121150"/>
          <p14:tracePt t="99124" x="4641850" y="4121150"/>
          <p14:tracePt t="99143" x="4749800" y="4159250"/>
          <p14:tracePt t="99158" x="4819650" y="4171950"/>
          <p14:tracePt t="99174" x="4876800" y="4184650"/>
          <p14:tracePt t="99191" x="4933950" y="4197350"/>
          <p14:tracePt t="99207" x="5003800" y="4216400"/>
          <p14:tracePt t="99224" x="5048250" y="4241800"/>
          <p14:tracePt t="99241" x="5111750" y="4273550"/>
          <p14:tracePt t="99257" x="5156200" y="4292600"/>
          <p14:tracePt t="99274" x="5187950" y="4330700"/>
          <p14:tracePt t="99291" x="5238750" y="4362450"/>
          <p14:tracePt t="99307" x="5257800" y="4394200"/>
          <p14:tracePt t="99324" x="5283200" y="4413250"/>
          <p14:tracePt t="99340" x="5289550" y="4425950"/>
          <p14:tracePt t="99357" x="5302250" y="4432300"/>
          <p14:tracePt t="99374" x="5302250" y="4438650"/>
          <p14:tracePt t="99406" x="5302250" y="4445000"/>
          <p14:tracePt t="99424" x="5308600" y="4470400"/>
          <p14:tracePt t="99440" x="5314950" y="4483100"/>
          <p14:tracePt t="99457" x="5314950" y="4508500"/>
          <p14:tracePt t="99473" x="5321300" y="4546600"/>
          <p14:tracePt t="99490" x="5321300" y="4572000"/>
          <p14:tracePt t="99507" x="5321300" y="4584700"/>
          <p14:tracePt t="99523" x="5321300" y="4597400"/>
          <p14:tracePt t="99540" x="5321300" y="4603750"/>
          <p14:tracePt t="99557" x="5321300" y="4622800"/>
          <p14:tracePt t="99573" x="5314950" y="4629150"/>
          <p14:tracePt t="99590" x="5308600" y="4641850"/>
          <p14:tracePt t="99607" x="5302250" y="4654550"/>
          <p14:tracePt t="99622" x="5302250" y="4660900"/>
          <p14:tracePt t="100161" x="5289550" y="4641850"/>
          <p14:tracePt t="100169" x="5264150" y="4610100"/>
          <p14:tracePt t="100175" x="5213350" y="4552950"/>
          <p14:tracePt t="100187" x="5175250" y="4502150"/>
          <p14:tracePt t="100204" x="5048250" y="4305300"/>
          <p14:tracePt t="100220" x="4921250" y="4121150"/>
          <p14:tracePt t="100237" x="4762500" y="3905250"/>
          <p14:tracePt t="100254" x="4502150" y="3549650"/>
          <p14:tracePt t="100270" x="4330700" y="3371850"/>
          <p14:tracePt t="100288" x="4076700" y="3130550"/>
          <p14:tracePt t="100304" x="3911600" y="2990850"/>
          <p14:tracePt t="100321" x="3759200" y="2851150"/>
          <p14:tracePt t="100339" x="3543300" y="2635250"/>
          <p14:tracePt t="100354" x="3403600" y="2520950"/>
          <p14:tracePt t="100370" x="3321050" y="2463800"/>
          <p14:tracePt t="100387" x="3251200" y="2406650"/>
          <p14:tracePt t="100403" x="3232150" y="2393950"/>
          <p14:tracePt t="100420" x="3206750" y="2374900"/>
          <p14:tracePt t="100437" x="3181350" y="2362200"/>
          <p14:tracePt t="100453" x="3162300" y="2349500"/>
          <p14:tracePt t="100471" x="3136900" y="2343150"/>
          <p14:tracePt t="100487" x="3124200" y="2330450"/>
          <p14:tracePt t="100503" x="3111500" y="2317750"/>
          <p14:tracePt t="100520" x="3092450" y="2305050"/>
          <p14:tracePt t="100536" x="3092450" y="2292350"/>
          <p14:tracePt t="100553" x="3086100" y="2279650"/>
          <p14:tracePt t="100570" x="3079750" y="2260600"/>
          <p14:tracePt t="100590" x="3073400" y="2260600"/>
          <p14:tracePt t="100611" x="3073400" y="2254250"/>
          <p14:tracePt t="100710" x="3067050" y="2254250"/>
          <p14:tracePt t="100717" x="3054350" y="2254250"/>
          <p14:tracePt t="100724" x="3041650" y="2247900"/>
          <p14:tracePt t="100735" x="3028950" y="2247900"/>
          <p14:tracePt t="100753" x="2965450" y="2222500"/>
          <p14:tracePt t="100769" x="2895600" y="2209800"/>
          <p14:tracePt t="100787" x="2819400" y="2190750"/>
          <p14:tracePt t="100802" x="2711450" y="2171700"/>
          <p14:tracePt t="100819" x="2641600" y="2159000"/>
          <p14:tracePt t="100836" x="2584450" y="2159000"/>
          <p14:tracePt t="100852" x="2546350" y="2159000"/>
          <p14:tracePt t="100868" x="2533650" y="2159000"/>
          <p14:tracePt t="100886" x="2520950" y="2165350"/>
          <p14:tracePt t="100902" x="2520950" y="2171700"/>
          <p14:tracePt t="100963" x="2520950" y="2178050"/>
          <p14:tracePt t="101033" x="2520950" y="2184400"/>
          <p14:tracePt t="101146" x="2520950" y="2190750"/>
          <p14:tracePt t="101195" x="2527300" y="2190750"/>
          <p14:tracePt t="101315" x="2533650" y="2190750"/>
          <p14:tracePt t="101321" x="2533650" y="2197100"/>
          <p14:tracePt t="101427" x="2540000" y="2203450"/>
          <p14:tracePt t="101434" x="2540000" y="2209800"/>
          <p14:tracePt t="101441" x="2546350" y="2216150"/>
          <p14:tracePt t="101455" x="2552700" y="2222500"/>
          <p14:tracePt t="101466" x="2559050" y="2235200"/>
          <p14:tracePt t="101486" x="2565400" y="2247900"/>
          <p14:tracePt t="101499" x="2571750" y="2273300"/>
          <p14:tracePt t="101516" x="2616200" y="2343150"/>
          <p14:tracePt t="101533" x="2654300" y="2457450"/>
          <p14:tracePt t="101549" x="2679700" y="2501900"/>
          <p14:tracePt t="101566" x="2698750" y="2565400"/>
          <p14:tracePt t="101583" x="2743200" y="2705100"/>
          <p14:tracePt t="101599" x="2762250" y="2749550"/>
          <p14:tracePt t="101616" x="2768600" y="2781300"/>
          <p14:tracePt t="101619" x="2768600" y="2806700"/>
          <p14:tracePt t="101632" x="2774950" y="2838450"/>
          <p14:tracePt t="101649" x="2787650" y="2876550"/>
          <p14:tracePt t="101667" x="2787650" y="2895600"/>
          <p14:tracePt t="101682" x="2794000" y="2908300"/>
          <p14:tracePt t="101699" x="2794000" y="2921000"/>
          <p14:tracePt t="101737" x="2800350" y="2921000"/>
          <p14:tracePt t="101806" x="2806700" y="2921000"/>
          <p14:tracePt t="101849" x="2813050" y="2927350"/>
          <p14:tracePt t="101856" x="2813050" y="2933700"/>
          <p14:tracePt t="101865" x="2813050" y="2940050"/>
          <p14:tracePt t="101882" x="2813050" y="2952750"/>
          <p14:tracePt t="101899" x="2825750" y="2971800"/>
          <p14:tracePt t="101915" x="2832100" y="2984500"/>
          <p14:tracePt t="101931" x="2844800" y="3022600"/>
          <p14:tracePt t="101949" x="2870200" y="3067050"/>
          <p14:tracePt t="101965" x="2876550" y="3092450"/>
          <p14:tracePt t="101981" x="2889250" y="3136900"/>
          <p14:tracePt t="101997" x="2901950" y="3168650"/>
          <p14:tracePt t="102014" x="2908300" y="3175000"/>
          <p14:tracePt t="102032" x="2914650" y="3187700"/>
          <p14:tracePt t="102048" x="2921000" y="3194050"/>
          <p14:tracePt t="102081" x="2927350" y="3200400"/>
          <p14:tracePt t="102116" x="2933700" y="3200400"/>
          <p14:tracePt t="102165" x="2933700" y="3194050"/>
          <p14:tracePt t="102187" x="2940050" y="3181350"/>
          <p14:tracePt t="102208" x="2946400" y="3175000"/>
          <p14:tracePt t="102215" x="2952750" y="3162300"/>
          <p14:tracePt t="102229" x="2959100" y="3143250"/>
          <p14:tracePt t="102236" x="2978150" y="3111500"/>
          <p14:tracePt t="102250" x="2984500" y="3073400"/>
          <p14:tracePt t="102264" x="3003550" y="3003550"/>
          <p14:tracePt t="102280" x="3041650" y="2813050"/>
          <p14:tracePt t="102297" x="3054350" y="2711450"/>
          <p14:tracePt t="102314" x="3067050" y="2495550"/>
          <p14:tracePt t="102330" x="3067050" y="2381250"/>
          <p14:tracePt t="102347" x="3060700" y="2279650"/>
          <p14:tracePt t="102364" x="3009900" y="2019300"/>
          <p14:tracePt t="102380" x="3003550" y="1962150"/>
          <p14:tracePt t="102397" x="2984500" y="1898650"/>
          <p14:tracePt t="102413" x="2971800" y="1866900"/>
          <p14:tracePt t="102430" x="2971800" y="1854200"/>
          <p14:tracePt t="102447" x="2965450" y="1854200"/>
          <p14:tracePt t="102560" x="2965450" y="1860550"/>
          <p14:tracePt t="102602" x="2965450" y="1873250"/>
          <p14:tracePt t="102624" x="2965450" y="1879600"/>
          <p14:tracePt t="102630" x="2971800" y="1885950"/>
          <p14:tracePt t="102651" x="2978150" y="1892300"/>
          <p14:tracePt t="102658" x="2984500" y="1905000"/>
          <p14:tracePt t="102672" x="2990850" y="1917700"/>
          <p14:tracePt t="102681" x="3003550" y="1943100"/>
          <p14:tracePt t="102695" x="3028950" y="1968500"/>
          <p14:tracePt t="102712" x="3105150" y="2076450"/>
          <p14:tracePt t="102729" x="3213100" y="2203450"/>
          <p14:tracePt t="102745" x="3270250" y="2273300"/>
          <p14:tracePt t="102762" x="3346450" y="2349500"/>
          <p14:tracePt t="102779" x="3511550" y="2533650"/>
          <p14:tracePt t="102795" x="3562350" y="2584450"/>
          <p14:tracePt t="102812" x="3606800" y="2628900"/>
          <p14:tracePt t="102828" x="3670300" y="2711450"/>
          <p14:tracePt t="102845" x="3727450" y="2774950"/>
          <p14:tracePt t="102862" x="3752850" y="2819400"/>
          <p14:tracePt t="102878" x="3771900" y="2832100"/>
          <p14:tracePt t="102895" x="3784600" y="2851150"/>
          <p14:tracePt t="102912" x="3784600" y="2863850"/>
          <p14:tracePt t="102928" x="3790950" y="2863850"/>
          <p14:tracePt t="102945" x="3790950" y="2870200"/>
          <p14:tracePt t="103122" x="3784600" y="2870200"/>
          <p14:tracePt t="103129" x="3778250" y="2870200"/>
          <p14:tracePt t="103144" x="3765550" y="2863850"/>
          <p14:tracePt t="103150" x="3759200" y="2851150"/>
          <p14:tracePt t="103165" x="3740150" y="2832100"/>
          <p14:tracePt t="103177" x="3702050" y="2800350"/>
          <p14:tracePt t="103194" x="3613150" y="2717800"/>
          <p14:tracePt t="103210" x="3543300" y="2660650"/>
          <p14:tracePt t="103228" x="3422650" y="2552700"/>
          <p14:tracePt t="103243" x="3308350" y="2444750"/>
          <p14:tracePt t="103260" x="3257550" y="2393950"/>
          <p14:tracePt t="103277" x="3194050" y="2336800"/>
          <p14:tracePt t="103294" x="3155950" y="2298700"/>
          <p14:tracePt t="103310" x="3149600" y="2298700"/>
          <p14:tracePt t="103327" x="3136900" y="2292350"/>
          <p14:tracePt t="103343" x="3130550" y="2286000"/>
          <p14:tracePt t="103432" x="3143250" y="2286000"/>
          <p14:tracePt t="103446" x="3149600" y="2292350"/>
          <p14:tracePt t="103452" x="3155950" y="2292350"/>
          <p14:tracePt t="103466" x="3162300" y="2298700"/>
          <p14:tracePt t="103476" x="3168650" y="2305050"/>
          <p14:tracePt t="103493" x="3181350" y="2317750"/>
          <p14:tracePt t="103510" x="3232150" y="2355850"/>
          <p14:tracePt t="103525" x="3321050" y="2425700"/>
          <p14:tracePt t="103543" x="3365500" y="2463800"/>
          <p14:tracePt t="103559" x="3486150" y="2565400"/>
          <p14:tracePt t="103576" x="3600450" y="2667000"/>
          <p14:tracePt t="103593" x="3657600" y="2717800"/>
          <p14:tracePt t="103608" x="3740150" y="2787650"/>
          <p14:tracePt t="103625" x="3803650" y="2851150"/>
          <p14:tracePt t="103643" x="3841750" y="2876550"/>
          <p14:tracePt t="103659" x="3848100" y="2889250"/>
          <p14:tracePt t="103675" x="3854450" y="2895600"/>
          <p14:tracePt t="103692" x="3860800" y="2908300"/>
          <p14:tracePt t="103762" x="3854450" y="2908300"/>
          <p14:tracePt t="103805" x="3854450" y="2901950"/>
          <p14:tracePt t="103847" x="3848100" y="2901950"/>
          <p14:tracePt t="103903" x="3848100" y="2895600"/>
          <p14:tracePt t="103938" x="3841750" y="2889250"/>
          <p14:tracePt t="103966" x="3835400" y="2882900"/>
          <p14:tracePt t="103994" x="3829050" y="2876550"/>
          <p14:tracePt t="104009" x="3822700" y="2870200"/>
          <p14:tracePt t="104015" x="3810000" y="2857500"/>
          <p14:tracePt t="104030" x="3790950" y="2844800"/>
          <p14:tracePt t="104041" x="3765550" y="2825750"/>
          <p14:tracePt t="104058" x="3676650" y="2755900"/>
          <p14:tracePt t="104074" x="3619500" y="2717800"/>
          <p14:tracePt t="104091" x="3479800" y="2622550"/>
          <p14:tracePt t="104108" x="3340100" y="2533650"/>
          <p14:tracePt t="104124" x="3270250" y="2482850"/>
          <p14:tracePt t="104140" x="3149600" y="2400300"/>
          <p14:tracePt t="104157" x="3060700" y="2349500"/>
          <p14:tracePt t="104174" x="3022600" y="2324100"/>
          <p14:tracePt t="104177" x="2990850" y="2311400"/>
          <p14:tracePt t="104190" x="2971800" y="2292350"/>
          <p14:tracePt t="104207" x="2952750" y="2286000"/>
          <p14:tracePt t="104290" x="2946400" y="2286000"/>
          <p14:tracePt t="104409" x="2946400" y="2292350"/>
          <p14:tracePt t="104452" x="2946400" y="2298700"/>
          <p14:tracePt t="104459" x="2946400" y="2305050"/>
          <p14:tracePt t="104486" x="2952750" y="2311400"/>
          <p14:tracePt t="104507" x="2965450" y="2317750"/>
          <p14:tracePt t="104522" x="2965450" y="2324100"/>
          <p14:tracePt t="104529" x="2971800" y="2324100"/>
          <p14:tracePt t="104539" x="2978150" y="2324100"/>
          <p14:tracePt t="104556" x="2984500" y="2330450"/>
          <p14:tracePt t="104572" x="2997200" y="2349500"/>
          <p14:tracePt t="104589" x="3022600" y="2368550"/>
          <p14:tracePt t="104606" x="3136900" y="2476500"/>
          <p14:tracePt t="104622" x="3181350" y="2527300"/>
          <p14:tracePt t="104639" x="3232150" y="2571750"/>
          <p14:tracePt t="104656" x="3308350" y="2654300"/>
          <p14:tracePt t="104673" x="3371850" y="2730500"/>
          <p14:tracePt t="104676" x="3397250" y="2755900"/>
          <p14:tracePt t="104705" x="3422650" y="2787650"/>
          <p14:tracePt t="104722" x="3435350" y="2813050"/>
          <p14:tracePt t="104738" x="3441700" y="2819400"/>
          <p14:tracePt t="104755" x="3454400" y="2838450"/>
          <p14:tracePt t="104772" x="3460750" y="2844800"/>
          <p14:tracePt t="105113" x="3460750" y="2851150"/>
          <p14:tracePt t="105239" x="3467100" y="2851150"/>
          <p14:tracePt t="105366" x="3467100" y="2857500"/>
          <p14:tracePt t="105373" x="3467100" y="2863850"/>
          <p14:tracePt t="105387" x="3473450" y="2870200"/>
          <p14:tracePt t="105403" x="3479800" y="2889250"/>
          <p14:tracePt t="105419" x="3486150" y="2889250"/>
          <p14:tracePt t="105437" x="3505200" y="2927350"/>
          <p14:tracePt t="105453" x="3543300" y="2990850"/>
          <p14:tracePt t="105469" x="3575050" y="3035300"/>
          <p14:tracePt t="105486" x="3625850" y="3124200"/>
          <p14:tracePt t="105502" x="3663950" y="3181350"/>
          <p14:tracePt t="105519" x="3740150" y="3282950"/>
          <p14:tracePt t="105536" x="3810000" y="3371850"/>
          <p14:tracePt t="105552" x="3848100" y="3429000"/>
          <p14:tracePt t="105570" x="3930650" y="3524250"/>
          <p14:tracePt t="105585" x="4006850" y="3625850"/>
          <p14:tracePt t="105602" x="4044950" y="3683000"/>
          <p14:tracePt t="105620" x="4114800" y="3822700"/>
          <p14:tracePt t="105636" x="4184650" y="3949700"/>
          <p14:tracePt t="105652" x="4222750" y="4006850"/>
          <p14:tracePt t="105669" x="4267200" y="4102100"/>
          <p14:tracePt t="105685" x="4330700" y="4203700"/>
          <p14:tracePt t="105702" x="4356100" y="4241800"/>
          <p14:tracePt t="105718" x="4400550" y="4318000"/>
          <p14:tracePt t="105735" x="4432300" y="4375150"/>
          <p14:tracePt t="105752" x="4438650" y="4400550"/>
          <p14:tracePt t="105768" x="4451350" y="4451350"/>
          <p14:tracePt t="105785" x="4457700" y="4470400"/>
          <p14:tracePt t="105802" x="4470400" y="4514850"/>
          <p14:tracePt t="105818" x="4470400" y="4533900"/>
          <p14:tracePt t="105835" x="4476750" y="4559300"/>
          <p14:tracePt t="105852" x="4489450" y="4597400"/>
          <p14:tracePt t="105868" x="4508500" y="4641850"/>
          <p14:tracePt t="105884" x="4514850" y="4654550"/>
          <p14:tracePt t="105901" x="4527550" y="4692650"/>
          <p14:tracePt t="105918" x="4540250" y="4730750"/>
          <p14:tracePt t="105934" x="4546600" y="4749800"/>
          <p14:tracePt t="105951" x="4546600" y="4762500"/>
          <p14:tracePt t="106379" x="4552950" y="4762500"/>
          <p14:tracePt t="106385" x="4565650" y="4762500"/>
          <p14:tracePt t="106402" x="4578350" y="4762500"/>
          <p14:tracePt t="106416" x="4597400" y="4768850"/>
          <p14:tracePt t="106433" x="4635500" y="4775200"/>
          <p14:tracePt t="106450" x="4679950" y="4781550"/>
          <p14:tracePt t="106466" x="4705350" y="4781550"/>
          <p14:tracePt t="106482" x="4749800" y="4787900"/>
          <p14:tracePt t="106499" x="4787900" y="4800600"/>
          <p14:tracePt t="106516" x="4800600" y="4800600"/>
          <p14:tracePt t="106533" x="4832350" y="4800600"/>
          <p14:tracePt t="106549" x="4857750" y="4800600"/>
          <p14:tracePt t="106566" x="4870450" y="4806950"/>
          <p14:tracePt t="106583" x="4889500" y="4806950"/>
          <p14:tracePt t="106598" x="4902200" y="4806950"/>
          <p14:tracePt t="106615" x="4908550" y="4806950"/>
          <p14:tracePt t="106632" x="4914900" y="4806950"/>
          <p14:tracePt t="106648" x="4921250" y="4800600"/>
          <p14:tracePt t="106801" x="4921250" y="4806950"/>
          <p14:tracePt t="106899" x="4927600" y="4806950"/>
          <p14:tracePt t="106920" x="4933950" y="4806950"/>
          <p14:tracePt t="106941" x="4940300" y="4806950"/>
          <p14:tracePt t="106949" x="4946650" y="4806950"/>
          <p14:tracePt t="106970" x="4953000" y="4806950"/>
          <p14:tracePt t="106984" x="4965700" y="4806950"/>
          <p14:tracePt t="106991" x="4978400" y="4806950"/>
          <p14:tracePt t="107000" x="4997450" y="4806950"/>
          <p14:tracePt t="107013" x="5016500" y="4806950"/>
          <p14:tracePt t="107031" x="5048250" y="4806950"/>
          <p14:tracePt t="107047" x="5105400" y="4800600"/>
          <p14:tracePt t="107064" x="5162550" y="4800600"/>
          <p14:tracePt t="107081" x="5181600" y="4800600"/>
          <p14:tracePt t="107097" x="5226050" y="4800600"/>
          <p14:tracePt t="107113" x="5251450" y="4794250"/>
          <p14:tracePt t="107147" x="5257800" y="4794250"/>
          <p14:tracePt t="107181" x="5264150" y="4794250"/>
          <p14:tracePt t="107300" x="5257800" y="4794250"/>
          <p14:tracePt t="107399" x="5251450" y="4794250"/>
          <p14:tracePt t="107420" x="5245100" y="4794250"/>
          <p14:tracePt t="107774" x="5251450" y="4794250"/>
          <p14:tracePt t="107803" x="5257800" y="4800600"/>
          <p14:tracePt t="107816" x="5264150" y="4800600"/>
          <p14:tracePt t="107823" x="5283200" y="4800600"/>
          <p14:tracePt t="107837" x="5314950" y="4800600"/>
          <p14:tracePt t="107847" x="5340350" y="4800600"/>
          <p14:tracePt t="107861" x="5372100" y="4800600"/>
          <p14:tracePt t="107878" x="5441950" y="4787900"/>
          <p14:tracePt t="107895" x="5505450" y="4787900"/>
          <p14:tracePt t="107911" x="5549900" y="4775200"/>
          <p14:tracePt t="107927" x="5607050" y="4775200"/>
          <p14:tracePt t="107944" x="5651500" y="4775200"/>
          <p14:tracePt t="107961" x="5676900" y="4775200"/>
          <p14:tracePt t="107978" x="5702300" y="4775200"/>
          <p14:tracePt t="107993" x="5746750" y="4775200"/>
          <p14:tracePt t="108011" x="5759450" y="4775200"/>
          <p14:tracePt t="108028" x="5778500" y="4775200"/>
          <p14:tracePt t="108045" x="5784850" y="4775200"/>
          <p14:tracePt t="108060" x="5791200" y="4768850"/>
          <p14:tracePt t="108098" x="5797550" y="4768850"/>
          <p14:tracePt t="108147" x="5803900" y="4768850"/>
          <p14:tracePt t="108196" x="5810250" y="4768850"/>
          <p14:tracePt t="108224" x="5816600" y="4768850"/>
          <p14:tracePt t="108239" x="5822950" y="4768850"/>
          <p14:tracePt t="108246" x="5829300" y="4768850"/>
          <p14:tracePt t="108267" x="5835650" y="4768850"/>
          <p14:tracePt t="108276" x="5848350" y="4775200"/>
          <p14:tracePt t="108292" x="5867400" y="4775200"/>
          <p14:tracePt t="108309" x="5905500" y="4775200"/>
          <p14:tracePt t="108326" x="5924550" y="4781550"/>
          <p14:tracePt t="108343" x="5962650" y="4781550"/>
          <p14:tracePt t="108359" x="5988050" y="4787900"/>
          <p14:tracePt t="108376" x="6000750" y="4787900"/>
          <p14:tracePt t="108393" x="6019800" y="4787900"/>
          <p14:tracePt t="108409" x="6026150" y="4787900"/>
          <p14:tracePt t="108425" x="6032500" y="4787900"/>
          <p14:tracePt t="108597" x="6019800" y="4787900"/>
          <p14:tracePt t="108604" x="6013450" y="4787900"/>
          <p14:tracePt t="108618" x="6000750" y="4781550"/>
          <p14:tracePt t="108628" x="5981700" y="4762500"/>
          <p14:tracePt t="108642" x="5943600" y="4756150"/>
          <p14:tracePt t="108658" x="5899150" y="4749800"/>
          <p14:tracePt t="108675" x="5791200" y="4724400"/>
          <p14:tracePt t="108691" x="5670550" y="4692650"/>
          <p14:tracePt t="108708" x="5619750" y="4686300"/>
          <p14:tracePt t="108725" x="5537200" y="4667250"/>
          <p14:tracePt t="108741" x="5480050" y="4667250"/>
          <p14:tracePt t="108758" x="5454650" y="4667250"/>
          <p14:tracePt t="108774" x="5441950" y="4667250"/>
          <p14:tracePt t="108791" x="5435600" y="4667250"/>
          <p14:tracePt t="108809" x="5435600" y="4673600"/>
          <p14:tracePt t="108824" x="5448300" y="4679950"/>
          <p14:tracePt t="108841" x="5486400" y="4699000"/>
          <p14:tracePt t="108859" x="5575300" y="4730750"/>
          <p14:tracePt t="108874" x="5638800" y="4749800"/>
          <p14:tracePt t="108891" x="5708650" y="4768850"/>
          <p14:tracePt t="108907" x="5930900" y="4819650"/>
          <p14:tracePt t="108924" x="6007100" y="4832350"/>
          <p14:tracePt t="108941" x="6051550" y="4838700"/>
          <p14:tracePt t="108957" x="6127750" y="4838700"/>
          <p14:tracePt t="108974" x="6159500" y="4838700"/>
          <p14:tracePt t="108991" x="6172200" y="4838700"/>
          <p14:tracePt t="109007" x="6172200" y="4832350"/>
          <p14:tracePt t="109023" x="6178550" y="4826000"/>
          <p14:tracePt t="109104" x="6172200" y="4826000"/>
          <p14:tracePt t="109159" x="6165850" y="4826000"/>
          <p14:tracePt t="109202" x="6165850" y="4832350"/>
          <p14:tracePt t="109224" x="6165850" y="4838700"/>
          <p14:tracePt t="109230" x="6159500" y="4838700"/>
          <p14:tracePt t="109239" x="6153150" y="4838700"/>
          <p14:tracePt t="109607" x="6165850" y="4838700"/>
          <p14:tracePt t="109614" x="6191250" y="4838700"/>
          <p14:tracePt t="109624" x="6229350" y="4838700"/>
          <p14:tracePt t="109638" x="6280150" y="4838700"/>
          <p14:tracePt t="109655" x="6343650" y="4838700"/>
          <p14:tracePt t="109672" x="6527800" y="4838700"/>
          <p14:tracePt t="109688" x="6591300" y="4838700"/>
          <p14:tracePt t="109706" x="6654800" y="4838700"/>
          <p14:tracePt t="109721" x="6743700" y="4838700"/>
          <p14:tracePt t="109738" x="6826250" y="4838700"/>
          <p14:tracePt t="109755" x="6864350" y="4826000"/>
          <p14:tracePt t="109770" x="6889750" y="4819650"/>
          <p14:tracePt t="109788" x="6921500" y="4813300"/>
          <p14:tracePt t="109805" x="6940550" y="4806950"/>
          <p14:tracePt t="109821" x="6946900" y="4806950"/>
          <p14:tracePt t="109837" x="6953250" y="4806950"/>
          <p14:tracePt t="109854" x="6959600" y="4806950"/>
          <p14:tracePt t="109887" x="6965950" y="4806950"/>
          <p14:tracePt t="110148" x="6959600" y="4806950"/>
          <p14:tracePt t="110374" x="6972300" y="4806950"/>
          <p14:tracePt t="110388" x="6991350" y="4806950"/>
          <p14:tracePt t="110395" x="7023100" y="4806950"/>
          <p14:tracePt t="110409" x="7061200" y="4806950"/>
          <p14:tracePt t="110418" x="7112000" y="4806950"/>
          <p14:tracePt t="110436" x="7175500" y="4806950"/>
          <p14:tracePt t="110452" x="7315200" y="4806950"/>
          <p14:tracePt t="110469" x="7480300" y="4806950"/>
          <p14:tracePt t="110486" x="7556500" y="4794250"/>
          <p14:tracePt t="110501" x="7702550" y="4787900"/>
          <p14:tracePt t="110518" x="7804150" y="4775200"/>
          <p14:tracePt t="110536" x="7899400" y="4768850"/>
          <p14:tracePt t="110552" x="7931150" y="4762500"/>
          <p14:tracePt t="110568" x="7956550" y="4762500"/>
          <p14:tracePt t="110585" x="8001000" y="4756150"/>
          <p14:tracePt t="110601" x="8013700" y="4756150"/>
          <p14:tracePt t="110618" x="8020050" y="4756150"/>
          <p14:tracePt t="110635" x="8032750" y="4756150"/>
          <p14:tracePt t="110651" x="8039100" y="4756150"/>
          <p14:tracePt t="110670" x="8045450" y="4756150"/>
          <p14:tracePt t="110711" x="8051800" y="4756150"/>
          <p14:tracePt t="110818" x="8058150" y="4756150"/>
          <p14:tracePt t="110866" x="8064500" y="4756150"/>
          <p14:tracePt t="110929" x="8070850" y="4756150"/>
          <p14:tracePt t="111007" x="8070850" y="4762500"/>
          <p14:tracePt t="111098" x="8064500" y="4762500"/>
          <p14:tracePt t="111133" x="8058150" y="4762500"/>
          <p14:tracePt t="111183" x="8051800" y="4756150"/>
          <p14:tracePt t="111218" x="8045450" y="4756150"/>
          <p14:tracePt t="111253" x="8032750" y="4756150"/>
          <p14:tracePt t="111260" x="8026400" y="4756150"/>
          <p14:tracePt t="111274" x="8007350" y="4756150"/>
          <p14:tracePt t="111282" x="7975600" y="4762500"/>
          <p14:tracePt t="111299" x="7937500" y="4768850"/>
          <p14:tracePt t="111316" x="7791450" y="4781550"/>
          <p14:tracePt t="111332" x="7575550" y="4800600"/>
          <p14:tracePt t="111349" x="7435850" y="4819650"/>
          <p14:tracePt t="111366" x="7099300" y="4857750"/>
          <p14:tracePt t="111382" x="6680200" y="4870450"/>
          <p14:tracePt t="111399" x="6438900" y="4883150"/>
          <p14:tracePt t="111415" x="6007100" y="4914900"/>
          <p14:tracePt t="111432" x="5607050" y="4940300"/>
          <p14:tracePt t="111449" x="5416550" y="4953000"/>
          <p14:tracePt t="111465" x="5118100" y="4972050"/>
          <p14:tracePt t="111482" x="4978400" y="4984750"/>
          <p14:tracePt t="111499" x="4660900" y="4997450"/>
          <p14:tracePt t="111515" x="4584700" y="5003800"/>
          <p14:tracePt t="111532" x="4508500" y="5003800"/>
          <p14:tracePt t="111549" x="4381500" y="5016500"/>
          <p14:tracePt t="111565" x="4273550" y="5003800"/>
          <p14:tracePt t="111581" x="4222750" y="5003800"/>
          <p14:tracePt t="111598" x="4127500" y="5003800"/>
          <p14:tracePt t="111615" x="4146550" y="5003800"/>
          <p14:tracePt t="112032" x="4146550" y="5010150"/>
          <p14:tracePt t="112046" x="4146550" y="5016500"/>
          <p14:tracePt t="112052" x="4140200" y="5022850"/>
          <p14:tracePt t="112088" x="4133850" y="5029200"/>
          <p14:tracePt t="112095" x="4127500" y="5035550"/>
          <p14:tracePt t="112102" x="4127500" y="5041900"/>
          <p14:tracePt t="112116" x="4121150" y="5048250"/>
          <p14:tracePt t="112137" x="4114800" y="5054600"/>
          <p14:tracePt t="112146" x="4114800" y="5060950"/>
          <p14:tracePt t="112166" x="4108450" y="5067300"/>
          <p14:tracePt t="112180" x="4108450" y="5080000"/>
          <p14:tracePt t="112196" x="4102100" y="5086350"/>
          <p14:tracePt t="112212" x="4095750" y="5092700"/>
          <p14:tracePt t="112278" x="4089400" y="5099050"/>
          <p14:tracePt t="112313" x="4083050" y="5105400"/>
          <p14:tracePt t="112418" x="4089400" y="5105400"/>
          <p14:tracePt t="112439" x="4095750" y="5111750"/>
          <p14:tracePt t="112447" x="4102100" y="5111750"/>
          <p14:tracePt t="112453" x="4114800" y="5118100"/>
          <p14:tracePt t="112475" x="4127500" y="5118100"/>
          <p14:tracePt t="112489" x="4152900" y="5124450"/>
          <p14:tracePt t="112498" x="4197350" y="5137150"/>
          <p14:tracePt t="112511" x="4260850" y="5143500"/>
          <p14:tracePt t="112528" x="4464050" y="5175250"/>
          <p14:tracePt t="112546" x="4699000" y="5207000"/>
          <p14:tracePt t="112561" x="4813300" y="5219700"/>
          <p14:tracePt t="112578" x="4914900" y="5226050"/>
          <p14:tracePt t="112595" x="5156200" y="5226050"/>
          <p14:tracePt t="112611" x="5194300" y="5226050"/>
          <p14:tracePt t="112628" x="5232400" y="5226050"/>
          <p14:tracePt t="112645" x="5264150" y="5226050"/>
          <p14:tracePt t="112661" x="5276850" y="5226050"/>
          <p14:tracePt t="112678" x="5283200" y="5226050"/>
          <p14:tracePt t="112770" x="5289550" y="5226050"/>
          <p14:tracePt t="112778" x="5295900" y="5226050"/>
          <p14:tracePt t="112819" x="5302250" y="5226050"/>
          <p14:tracePt t="112840" x="5308600" y="5232400"/>
          <p14:tracePt t="112847" x="5314950" y="5232400"/>
          <p14:tracePt t="112863" x="5321300" y="5232400"/>
          <p14:tracePt t="112877" x="5334000" y="5232400"/>
          <p14:tracePt t="112894" x="5340350" y="5232400"/>
          <p14:tracePt t="112912" x="5365750" y="5232400"/>
          <p14:tracePt t="112927" x="5378450" y="5226050"/>
          <p14:tracePt t="112943" x="5422900" y="5219700"/>
          <p14:tracePt t="112961" x="5467350" y="5213350"/>
          <p14:tracePt t="112977" x="5492750" y="5207000"/>
          <p14:tracePt t="112993" x="5530850" y="5200650"/>
          <p14:tracePt t="113010" x="5568950" y="5181600"/>
          <p14:tracePt t="113027" x="5588000" y="5181600"/>
          <p14:tracePt t="113043" x="5607050" y="5175250"/>
          <p14:tracePt t="113060" x="5619750" y="5175250"/>
          <p14:tracePt t="113093" x="5632450" y="5175250"/>
          <p14:tracePt t="113126" x="5638800" y="5175250"/>
          <p14:tracePt t="113157" x="5645150" y="5175250"/>
          <p14:tracePt t="113199" x="5651500" y="5175250"/>
          <p14:tracePt t="113227" x="5657850" y="5175250"/>
          <p14:tracePt t="113248" x="5664200" y="5175250"/>
          <p14:tracePt t="113262" x="5670550" y="5175250"/>
          <p14:tracePt t="113269" x="5683250" y="5175250"/>
          <p14:tracePt t="113283" x="5689600" y="5175250"/>
          <p14:tracePt t="113292" x="5702300" y="5175250"/>
          <p14:tracePt t="113309" x="5721350" y="5175250"/>
          <p14:tracePt t="113326" x="5772150" y="5181600"/>
          <p14:tracePt t="113342" x="5835650" y="5194300"/>
          <p14:tracePt t="113358" x="5886450" y="5194300"/>
          <p14:tracePt t="113375" x="5969000" y="5200650"/>
          <p14:tracePt t="113392" x="6038850" y="5200650"/>
          <p14:tracePt t="113409" x="6057900" y="5200650"/>
          <p14:tracePt t="113425" x="6089650" y="5200650"/>
          <p14:tracePt t="113442" x="6108700" y="5200650"/>
          <p14:tracePt t="113475" x="6115050" y="5200650"/>
          <p14:tracePt t="113755" x="6108700" y="5194300"/>
          <p14:tracePt t="113783" x="6102350" y="5194300"/>
          <p14:tracePt t="113791" x="6102350" y="5200650"/>
          <p14:tracePt t="113806" x="6115050" y="5200650"/>
          <p14:tracePt t="114061" x="6070600" y="5143500"/>
          <p14:tracePt t="114068" x="5988050" y="5016500"/>
          <p14:tracePt t="114076" x="5873750" y="4883150"/>
          <p14:tracePt t="114091" x="5727700" y="4673600"/>
          <p14:tracePt t="114106" x="5384800" y="4222750"/>
          <p14:tracePt t="114123" x="5213350" y="4006850"/>
          <p14:tracePt t="114139" x="4933950" y="3651250"/>
          <p14:tracePt t="114156" x="4749800" y="3448050"/>
          <p14:tracePt t="114173" x="4673600" y="3371850"/>
          <p14:tracePt t="114189" x="4546600" y="3244850"/>
          <p14:tracePt t="114206" x="4425950" y="3124200"/>
          <p14:tracePt t="114223" x="4311650" y="3016250"/>
          <p14:tracePt t="114238" x="4260850" y="2959100"/>
          <p14:tracePt t="114256" x="4216400" y="2908300"/>
          <p14:tracePt t="114273" x="4083050" y="2762250"/>
          <p14:tracePt t="114288" x="4044950" y="2724150"/>
          <p14:tracePt t="114306" x="4032250" y="2705100"/>
          <p14:tracePt t="114322" x="4013200" y="2692400"/>
          <p14:tracePt t="114338" x="4013200" y="2686050"/>
          <p14:tracePt t="114455" x="4013200" y="2692400"/>
          <p14:tracePt t="114469" x="4019550" y="2698750"/>
          <p14:tracePt t="114484" x="4019550" y="2705100"/>
          <p14:tracePt t="114505" x="4019550" y="2711450"/>
          <p14:tracePt t="114526" x="4019550" y="2717800"/>
          <p14:tracePt t="114539" x="4019550" y="2724150"/>
          <p14:tracePt t="114546" x="4019550" y="2730500"/>
          <p14:tracePt t="114555" x="4013200" y="2736850"/>
          <p14:tracePt t="114571" x="4013200" y="2743200"/>
          <p14:tracePt t="114588" x="4006850" y="2749550"/>
          <p14:tracePt t="114604" x="4000500" y="2787650"/>
          <p14:tracePt t="114621" x="3987800" y="2819400"/>
          <p14:tracePt t="114638" x="3968750" y="2863850"/>
          <p14:tracePt t="114655" x="3962400" y="2889250"/>
          <p14:tracePt t="114671" x="3930650" y="2946400"/>
          <p14:tracePt t="114688" x="3924300" y="2971800"/>
          <p14:tracePt t="114703" x="3911600" y="2997200"/>
          <p14:tracePt t="114721" x="3911600" y="3016250"/>
          <p14:tracePt t="114737" x="3911600" y="3028950"/>
          <p14:tracePt t="114754" x="3911600" y="3035300"/>
          <p14:tracePt t="114771" x="3930650" y="3041650"/>
          <p14:tracePt t="114787" x="3956050" y="3041650"/>
          <p14:tracePt t="114804" x="3968750" y="3041650"/>
          <p14:tracePt t="114821" x="4013200" y="3041650"/>
          <p14:tracePt t="114837" x="4114800" y="3035300"/>
          <p14:tracePt t="114853" x="4197350" y="3028950"/>
          <p14:tracePt t="114857" x="4273550" y="3028950"/>
          <p14:tracePt t="114873" x="4362450" y="3016250"/>
          <p14:tracePt t="114887" x="4464050" y="3009900"/>
          <p14:tracePt t="114903" x="4622800" y="2978150"/>
          <p14:tracePt t="114920" x="4749800" y="2959100"/>
          <p14:tracePt t="114937" x="4806950" y="2952750"/>
          <p14:tracePt t="114953" x="4864100" y="2933700"/>
          <p14:tracePt t="114970" x="4895850" y="2927350"/>
          <p14:tracePt t="114986" x="4908550" y="2921000"/>
          <p14:tracePt t="115003" x="4914900" y="2921000"/>
          <p14:tracePt t="115046" x="4914900" y="2914650"/>
          <p14:tracePt t="115067" x="4908550" y="2914650"/>
          <p14:tracePt t="115109" x="4895850" y="2914650"/>
          <p14:tracePt t="115131" x="4883150" y="2914650"/>
          <p14:tracePt t="115137" x="4870450" y="2914650"/>
          <p14:tracePt t="115153" x="4857750" y="2908300"/>
          <p14:tracePt t="115158" x="4826000" y="2908300"/>
          <p14:tracePt t="115173" x="4800600" y="2908300"/>
          <p14:tracePt t="115185" x="4749800" y="2908300"/>
          <p14:tracePt t="115202" x="4635500" y="2914650"/>
          <p14:tracePt t="115219" x="4565650" y="2921000"/>
          <p14:tracePt t="115236" x="4438650" y="2933700"/>
          <p14:tracePt t="115252" x="4337050" y="2933700"/>
          <p14:tracePt t="115269" x="4292600" y="2946400"/>
          <p14:tracePt t="115286" x="4235450" y="2965450"/>
          <p14:tracePt t="115302" x="4210050" y="2971800"/>
          <p14:tracePt t="115318" x="4197350" y="2971800"/>
          <p14:tracePt t="115335" x="4184650" y="2971800"/>
          <p14:tracePt t="115352" x="4178300" y="2978150"/>
          <p14:tracePt t="115385" x="4184650" y="2984500"/>
          <p14:tracePt t="115402" x="4210050" y="2990850"/>
          <p14:tracePt t="115419" x="4254500" y="2990850"/>
          <p14:tracePt t="115435" x="4286250" y="2990850"/>
          <p14:tracePt t="115451" x="4337050" y="2990850"/>
          <p14:tracePt t="115468" x="4552950" y="3009900"/>
          <p14:tracePt t="115485" x="4629150" y="3009900"/>
          <p14:tracePt t="115501" x="4699000" y="3016250"/>
          <p14:tracePt t="115518" x="4813300" y="3016250"/>
          <p14:tracePt t="115534" x="4883150" y="3016250"/>
          <p14:tracePt t="115551" x="4902200" y="3016250"/>
          <p14:tracePt t="115568" x="4921250" y="3016250"/>
          <p14:tracePt t="115601" x="4921250" y="3009900"/>
          <p14:tracePt t="115644" x="4914900" y="3009900"/>
          <p14:tracePt t="115652" x="4908550" y="3016250"/>
          <p14:tracePt t="115672" x="4902200" y="3016250"/>
          <p14:tracePt t="118387" x="4883150" y="3016250"/>
          <p14:tracePt t="118402" x="4845050" y="3022600"/>
          <p14:tracePt t="118410" x="4800600" y="3035300"/>
          <p14:tracePt t="118424" x="4756150" y="3048000"/>
          <p14:tracePt t="118441" x="4718050" y="3060700"/>
          <p14:tracePt t="118459" x="4572000" y="3073400"/>
          <p14:tracePt t="118474" x="4527550" y="3086100"/>
          <p14:tracePt t="118491" x="4489450" y="3086100"/>
          <p14:tracePt t="118507" x="4419600" y="3086100"/>
          <p14:tracePt t="118524" x="4356100" y="3073400"/>
          <p14:tracePt t="118541" x="4324350" y="3067050"/>
          <p14:tracePt t="118557" x="4279900" y="3060700"/>
          <p14:tracePt t="118574" x="4260850" y="3060700"/>
          <p14:tracePt t="118592" x="4248150" y="3060700"/>
          <p14:tracePt t="118607" x="4241800" y="3060700"/>
          <p14:tracePt t="118624" x="4235450" y="3060700"/>
          <p14:tracePt t="118641" x="4222750" y="3067050"/>
          <p14:tracePt t="118673" x="4222750" y="3073400"/>
          <p14:tracePt t="118781" x="4216400" y="3073400"/>
          <p14:tracePt t="118802" x="4203700" y="3073400"/>
          <p14:tracePt t="118809" x="4197350" y="3073400"/>
          <p14:tracePt t="118825" x="4191000" y="3073400"/>
          <p14:tracePt t="118844" x="4184650" y="3073400"/>
          <p14:tracePt t="118874" x="4178300" y="3073400"/>
          <p14:tracePt t="118880" x="4178300" y="3079750"/>
          <p14:tracePt t="118901" x="4171950" y="3079750"/>
          <p14:tracePt t="118970" x="4178300" y="3079750"/>
          <p14:tracePt t="118991" x="4184650" y="3086100"/>
          <p14:tracePt t="119007" x="4197350" y="3086100"/>
          <p14:tracePt t="119013" x="4210050" y="3092450"/>
          <p14:tracePt t="119027" x="4229100" y="3092450"/>
          <p14:tracePt t="119039" x="4260850" y="3111500"/>
          <p14:tracePt t="119056" x="4343400" y="3124200"/>
          <p14:tracePt t="119072" x="4387850" y="3136900"/>
          <p14:tracePt t="119089" x="4495800" y="3168650"/>
          <p14:tracePt t="119106" x="4591050" y="3206750"/>
          <p14:tracePt t="119122" x="4635500" y="3225800"/>
          <p14:tracePt t="119139" x="4711700" y="3257550"/>
          <p14:tracePt t="119155" x="4743450" y="3276600"/>
          <p14:tracePt t="119172" x="4756150" y="3282950"/>
          <p14:tracePt t="119189" x="4768850" y="3289300"/>
          <p14:tracePt t="119252" x="4762500" y="3282950"/>
          <p14:tracePt t="119302" x="4756150" y="3276600"/>
          <p14:tracePt t="119322" x="4749800" y="3276600"/>
          <p14:tracePt t="119336" x="4743450" y="3276600"/>
          <p14:tracePt t="119344" x="4730750" y="3276600"/>
          <p14:tracePt t="119354" x="4724400" y="3276600"/>
          <p14:tracePt t="119372" x="4692650" y="3282950"/>
          <p14:tracePt t="119388" x="4667250" y="3282950"/>
          <p14:tracePt t="119404" x="4635500" y="3289300"/>
          <p14:tracePt t="119421" x="4578350" y="3295650"/>
          <p14:tracePt t="119438" x="4527550" y="3308350"/>
          <p14:tracePt t="119454" x="4495800" y="3314700"/>
          <p14:tracePt t="119471" x="4445000" y="3340100"/>
          <p14:tracePt t="119487" x="4425950" y="3352800"/>
          <p14:tracePt t="119504" x="4387850" y="3378200"/>
          <p14:tracePt t="119520" x="4362450" y="3429000"/>
          <p14:tracePt t="119537" x="4330700" y="3486150"/>
          <p14:tracePt t="119555" x="4305300" y="3568700"/>
          <p14:tracePt t="119570" x="4298950" y="3619500"/>
          <p14:tracePt t="119587" x="4298950" y="3746500"/>
          <p14:tracePt t="119604" x="4298950" y="3867150"/>
          <p14:tracePt t="119620" x="4305300" y="3905250"/>
          <p14:tracePt t="119637" x="4337050" y="3949700"/>
          <p14:tracePt t="120018" x="4356100" y="3930650"/>
          <p14:tracePt t="120033" x="4381500" y="3917950"/>
          <p14:tracePt t="120047" x="4400550" y="3898900"/>
          <p14:tracePt t="120055" x="4432300" y="3873500"/>
          <p14:tracePt t="120069" x="4470400" y="3848100"/>
          <p14:tracePt t="120085" x="4502150" y="3822700"/>
          <p14:tracePt t="120102" x="4565650" y="3765550"/>
          <p14:tracePt t="120118" x="4616450" y="3708400"/>
          <p14:tracePt t="120135" x="4629150" y="3695700"/>
          <p14:tracePt t="120152" x="4667250" y="3651250"/>
          <p14:tracePt t="120168" x="4699000" y="3606800"/>
          <p14:tracePt t="120185" x="4718050" y="3575050"/>
          <p14:tracePt t="120202" x="4737100" y="3536950"/>
          <p14:tracePt t="120218" x="4756150" y="3492500"/>
          <p14:tracePt t="120235" x="4762500" y="3479800"/>
          <p14:tracePt t="120252" x="4775200" y="3467100"/>
          <p14:tracePt t="120268" x="4775200" y="3460750"/>
          <p14:tracePt t="120356" x="4775200" y="3473450"/>
          <p14:tracePt t="120370" x="4775200" y="3486150"/>
          <p14:tracePt t="120385" x="4775200" y="3498850"/>
          <p14:tracePt t="120391" x="4794250" y="3536950"/>
          <p14:tracePt t="120401" x="4800600" y="3594100"/>
          <p14:tracePt t="120417" x="4845050" y="3683000"/>
          <p14:tracePt t="120434" x="4933950" y="3949700"/>
          <p14:tracePt t="120451" x="5041900" y="4248150"/>
          <p14:tracePt t="120467" x="5105400" y="4413250"/>
          <p14:tracePt t="120471" x="5162550" y="4578350"/>
          <p14:tracePt t="120484" x="5213350" y="4711700"/>
          <p14:tracePt t="120501" x="5270500" y="4908550"/>
          <p14:tracePt t="120519" x="5321300" y="5035550"/>
          <p14:tracePt t="120534" x="5327650" y="5060950"/>
          <p14:tracePt t="120550" x="5334000" y="5080000"/>
          <p14:tracePt t="120568" x="5340350" y="5105400"/>
          <p14:tracePt t="120600" x="5340350" y="5111750"/>
          <p14:tracePt t="120680" x="5346700" y="5118100"/>
          <p14:tracePt t="120701" x="5353050" y="5118100"/>
          <p14:tracePt t="120729" x="5359400" y="5118100"/>
          <p14:tracePt t="120751" x="5365750" y="5118100"/>
          <p14:tracePt t="120764" x="5372100" y="5124450"/>
          <p14:tracePt t="120771" x="5378450" y="5130800"/>
          <p14:tracePt t="120783" x="5384800" y="5137150"/>
          <p14:tracePt t="120800" x="5416550" y="5143500"/>
          <p14:tracePt t="120816" x="5448300" y="5149850"/>
          <p14:tracePt t="120833" x="5467350" y="5156200"/>
          <p14:tracePt t="120849" x="5575300" y="5181600"/>
          <p14:tracePt t="120866" x="5619750" y="5187950"/>
          <p14:tracePt t="120883" x="5657850" y="5187950"/>
          <p14:tracePt t="120899" x="5727700" y="5194300"/>
          <p14:tracePt t="120916" x="5803900" y="5194300"/>
          <p14:tracePt t="120934" x="5880100" y="5194300"/>
          <p14:tracePt t="120949" x="5924550" y="5194300"/>
          <p14:tracePt t="120966" x="5981700" y="5194300"/>
          <p14:tracePt t="120983" x="6038850" y="5194300"/>
          <p14:tracePt t="120999" x="6057900" y="5194300"/>
          <p14:tracePt t="121016" x="6096000" y="5194300"/>
          <p14:tracePt t="121032" x="6121400" y="5194300"/>
          <p14:tracePt t="121049" x="6127750" y="5194300"/>
          <p14:tracePt t="121066" x="6140450" y="5194300"/>
          <p14:tracePt t="121117" x="6134100" y="5194300"/>
          <p14:tracePt t="121130" x="6127750" y="5194300"/>
          <p14:tracePt t="121144" x="6121400" y="5194300"/>
          <p14:tracePt t="121172" x="6115050" y="5194300"/>
          <p14:tracePt t="121221" x="6108700" y="5194300"/>
          <p14:tracePt t="121235" x="6102350" y="5194300"/>
          <p14:tracePt t="121257" x="6096000" y="5187950"/>
          <p14:tracePt t="121264" x="6089650" y="5187950"/>
          <p14:tracePt t="121271" x="6076950" y="5187950"/>
          <p14:tracePt t="121285" x="6064250" y="5181600"/>
          <p14:tracePt t="121298" x="6051550" y="5181600"/>
          <p14:tracePt t="121314" x="6007100" y="5175250"/>
          <p14:tracePt t="121331" x="5981700" y="5168900"/>
          <p14:tracePt t="121348" x="5937250" y="5162550"/>
          <p14:tracePt t="121364" x="5892800" y="5156200"/>
          <p14:tracePt t="121381" x="5873750" y="5156200"/>
          <p14:tracePt t="121398" x="5848350" y="5156200"/>
          <p14:tracePt t="121414" x="5829300" y="5156200"/>
          <p14:tracePt t="121467" x="5835650" y="5156200"/>
          <p14:tracePt t="121475" x="5842000" y="5156200"/>
          <p14:tracePt t="121483" x="5848350" y="5156200"/>
          <p14:tracePt t="121503" x="5861050" y="5156200"/>
          <p14:tracePt t="121517" x="5867400" y="5156200"/>
          <p14:tracePt t="121531" x="5880100" y="5156200"/>
          <p14:tracePt t="121547" x="5911850" y="5156200"/>
          <p14:tracePt t="121563" x="5930900" y="5156200"/>
          <p14:tracePt t="121581" x="5975350" y="5162550"/>
          <p14:tracePt t="121597" x="6000750" y="5162550"/>
          <p14:tracePt t="121613" x="6013450" y="5162550"/>
          <p14:tracePt t="121630" x="6026150" y="5162550"/>
          <p14:tracePt t="121647" x="6026150" y="5156200"/>
          <p14:tracePt t="121714" x="6019800" y="5156200"/>
          <p14:tracePt t="121727" x="6007100" y="5156200"/>
          <p14:tracePt t="121734" x="5994400" y="5149850"/>
          <p14:tracePt t="121750" x="5981700" y="5149850"/>
          <p14:tracePt t="121763" x="5924550" y="5149850"/>
          <p14:tracePt t="121779" x="5886450" y="5143500"/>
          <p14:tracePt t="121796" x="5848350" y="5143500"/>
          <p14:tracePt t="121813" x="5753100" y="5130800"/>
          <p14:tracePt t="121829" x="5676900" y="5130800"/>
          <p14:tracePt t="121846" x="5645150" y="5130800"/>
          <p14:tracePt t="121862" x="5607050" y="5124450"/>
          <p14:tracePt t="121879" x="5581650" y="5124450"/>
          <p14:tracePt t="121897" x="5568950" y="5124450"/>
          <p14:tracePt t="121913" x="5562600" y="5124450"/>
          <p14:tracePt t="121946" x="5549900" y="5130800"/>
          <p14:tracePt t="121962" x="5524500" y="5130800"/>
          <p14:tracePt t="121979" x="5480050" y="5124450"/>
          <p14:tracePt t="121996" x="5372100" y="5105400"/>
          <p14:tracePt t="122012" x="5302250" y="5092700"/>
          <p14:tracePt t="122029" x="5213350" y="5086350"/>
          <p14:tracePt t="122045" x="4933950" y="5067300"/>
          <p14:tracePt t="122062" x="4857750" y="5067300"/>
          <p14:tracePt t="122079" x="4737100" y="5048250"/>
          <p14:tracePt t="122095" x="4699000" y="5048250"/>
          <p14:tracePt t="122112" x="4629150" y="5048250"/>
          <p14:tracePt t="122129" x="4584700" y="5048250"/>
          <p14:tracePt t="122145" x="4572000" y="5048250"/>
          <p14:tracePt t="122161" x="4559300" y="5054600"/>
          <p14:tracePt t="122226" x="4552950" y="5060950"/>
          <p14:tracePt t="122326" x="4565650" y="5060950"/>
          <p14:tracePt t="122340" x="4572000" y="5060950"/>
          <p14:tracePt t="122347" x="4584700" y="5060950"/>
          <p14:tracePt t="122363" x="4603750" y="5060950"/>
          <p14:tracePt t="122378" x="4635500" y="5060950"/>
          <p14:tracePt t="122394" x="4749800" y="5067300"/>
          <p14:tracePt t="122411" x="4914900" y="5080000"/>
          <p14:tracePt t="122427" x="5029200" y="5086350"/>
          <p14:tracePt t="122445" x="5283200" y="5099050"/>
          <p14:tracePt t="122460" x="5549900" y="5099050"/>
          <p14:tracePt t="122477" x="5670550" y="5099050"/>
          <p14:tracePt t="122495" x="5886450" y="5099050"/>
          <p14:tracePt t="122510" x="6000750" y="5099050"/>
          <p14:tracePt t="122527" x="6032500" y="5099050"/>
          <p14:tracePt t="122544" x="6064250" y="5092700"/>
          <p14:tracePt t="122561" x="6083300" y="5086350"/>
          <p14:tracePt t="122628" x="6076950" y="5086350"/>
          <p14:tracePt t="122663" x="6070600" y="5086350"/>
          <p14:tracePt t="122670" x="6057900" y="5086350"/>
          <p14:tracePt t="122679" x="6026150" y="5086350"/>
          <p14:tracePt t="122693" x="5988050" y="5092700"/>
          <p14:tracePt t="122710" x="5937250" y="5092700"/>
          <p14:tracePt t="122727" x="5759450" y="5092700"/>
          <p14:tracePt t="122743" x="5543550" y="5086350"/>
          <p14:tracePt t="122759" x="5429250" y="5080000"/>
          <p14:tracePt t="122776" x="5175250" y="5067300"/>
          <p14:tracePt t="122793" x="4927600" y="5067300"/>
          <p14:tracePt t="122809" x="4826000" y="5060950"/>
          <p14:tracePt t="122826" x="4648200" y="5060950"/>
          <p14:tracePt t="122842" x="4489450" y="5060950"/>
          <p14:tracePt t="122861" x="4381500" y="5080000"/>
          <p14:tracePt t="122876" x="4356100" y="5086350"/>
          <p14:tracePt t="122892" x="4330700" y="5092700"/>
          <p14:tracePt t="122910" x="4318000" y="5099050"/>
          <p14:tracePt t="123001" x="4324350" y="5099050"/>
          <p14:tracePt t="123015" x="4324350" y="5092700"/>
          <p14:tracePt t="123022" x="4337050" y="5092700"/>
          <p14:tracePt t="123029" x="4349750" y="5092700"/>
          <p14:tracePt t="123044" x="4375150" y="5086350"/>
          <p14:tracePt t="123058" x="4400550" y="5086350"/>
          <p14:tracePt t="123075" x="4489450" y="5086350"/>
          <p14:tracePt t="123092" x="4629150" y="5080000"/>
          <p14:tracePt t="123108" x="4724400" y="5080000"/>
          <p14:tracePt t="123125" x="4927600" y="5080000"/>
          <p14:tracePt t="123142" x="5149850" y="5080000"/>
          <p14:tracePt t="123158" x="5257800" y="5067300"/>
          <p14:tracePt t="123175" x="5435600" y="5054600"/>
          <p14:tracePt t="123191" x="5575300" y="5054600"/>
          <p14:tracePt t="123208" x="5626100" y="5048250"/>
          <p14:tracePt t="123225" x="5657850" y="5048250"/>
          <p14:tracePt t="123241" x="5695950" y="5035550"/>
          <p14:tracePt t="123282" x="5689600" y="5035550"/>
          <p14:tracePt t="123303" x="5683250" y="5035550"/>
          <p14:tracePt t="123311" x="5670550" y="5035550"/>
          <p14:tracePt t="123327" x="5657850" y="5029200"/>
          <p14:tracePt t="123341" x="5626100" y="5022850"/>
          <p14:tracePt t="123357" x="5524500" y="5010150"/>
          <p14:tracePt t="123374" x="5353050" y="5003800"/>
          <p14:tracePt t="123391" x="5238750" y="4991100"/>
          <p14:tracePt t="123407" x="4965700" y="4984750"/>
          <p14:tracePt t="123424" x="4667250" y="4972050"/>
          <p14:tracePt t="123440" x="4527550" y="4972050"/>
          <p14:tracePt t="123458" x="4292600" y="4972050"/>
          <p14:tracePt t="123474" x="4146550" y="4972050"/>
          <p14:tracePt t="123491" x="4095750" y="4972050"/>
          <p14:tracePt t="123507" x="4044950" y="4972050"/>
          <p14:tracePt t="123523" x="4013200" y="4972050"/>
          <p14:tracePt t="123540" x="4006850" y="4978400"/>
          <p14:tracePt t="123557" x="4000500" y="4997450"/>
          <p14:tracePt t="123573" x="4000500" y="5010150"/>
          <p14:tracePt t="124155" x="3949700" y="4997450"/>
          <p14:tracePt t="124169" x="3886200" y="4972050"/>
          <p14:tracePt t="124176" x="3816350" y="4940300"/>
          <p14:tracePt t="124191" x="3721100" y="4908550"/>
          <p14:tracePt t="124205" x="3530600" y="4845050"/>
          <p14:tracePt t="124221" x="3422650" y="4813300"/>
          <p14:tracePt t="124238" x="3346450" y="4787900"/>
          <p14:tracePt t="124254" x="3143250" y="4718050"/>
          <p14:tracePt t="124271" x="3111500" y="4705350"/>
          <p14:tracePt t="124288" x="3092450" y="4699000"/>
          <p14:tracePt t="124304" x="3073400" y="4692650"/>
          <p14:tracePt t="124321" x="3060700" y="4692650"/>
          <p14:tracePt t="124387" x="3060700" y="4686300"/>
          <p14:tracePt t="124690" x="3067050" y="4686300"/>
          <p14:tracePt t="124718" x="3073400" y="4686300"/>
          <p14:tracePt t="124732" x="3079750" y="4686300"/>
          <p14:tracePt t="124739" x="3086100" y="4686300"/>
          <p14:tracePt t="124755" x="3098800" y="4686300"/>
          <p14:tracePt t="124769" x="3124200" y="4686300"/>
          <p14:tracePt t="124786" x="3149600" y="4686300"/>
          <p14:tracePt t="124803" x="3168650" y="4686300"/>
          <p14:tracePt t="124819" x="3225800" y="4686300"/>
          <p14:tracePt t="124836" x="3295650" y="4686300"/>
          <p14:tracePt t="124852" x="3346450" y="4686300"/>
          <p14:tracePt t="124869" x="3371850" y="4686300"/>
          <p14:tracePt t="124886" x="3403600" y="4686300"/>
          <p14:tracePt t="124902" x="3422650" y="4692650"/>
          <p14:tracePt t="124919" x="3429000" y="4692650"/>
          <p14:tracePt t="124936" x="3435350" y="4692650"/>
          <p14:tracePt t="124952" x="3435350" y="4699000"/>
          <p14:tracePt t="124986" x="3441700" y="4705350"/>
          <p14:tracePt t="125001" x="3441700" y="4711700"/>
          <p14:tracePt t="125021" x="3448050" y="4724400"/>
          <p14:tracePt t="125037" x="3454400" y="4724400"/>
          <p14:tracePt t="125051" x="3460750" y="4730750"/>
          <p14:tracePt t="125068" x="3467100" y="4737100"/>
          <p14:tracePt t="125084" x="3486150" y="4749800"/>
          <p14:tracePt t="125102" x="3505200" y="4775200"/>
          <p14:tracePt t="125119" x="3600450" y="4889500"/>
          <p14:tracePt t="125135" x="3638550" y="4933950"/>
          <p14:tracePt t="125151" x="3683000" y="4978400"/>
          <p14:tracePt t="125168" x="3746500" y="5073650"/>
          <p14:tracePt t="125184" x="3784600" y="5137150"/>
          <p14:tracePt t="125201" x="3790950" y="5156200"/>
          <p14:tracePt t="125218" x="3810000" y="5175250"/>
          <p14:tracePt t="125234" x="3816350" y="5187950"/>
          <p14:tracePt t="125251" x="3822700" y="5194300"/>
          <p14:tracePt t="125268" x="3829050" y="5194300"/>
          <p14:tracePt t="125284" x="3835400" y="5194300"/>
          <p14:tracePt t="125317" x="3841750" y="5194300"/>
          <p14:tracePt t="125334" x="3848100" y="5194300"/>
          <p14:tracePt t="125353" x="3854450" y="5194300"/>
          <p14:tracePt t="125372" x="3860800" y="5187950"/>
          <p14:tracePt t="125387" x="3867150" y="5187950"/>
          <p14:tracePt t="125401" x="3873500" y="5181600"/>
          <p14:tracePt t="125417" x="3886200" y="5181600"/>
          <p14:tracePt t="125434" x="3892550" y="5175250"/>
          <p14:tracePt t="125450" x="3930650" y="5162550"/>
          <p14:tracePt t="125466" x="4013200" y="5149850"/>
          <p14:tracePt t="125484" x="4064000" y="5130800"/>
          <p14:tracePt t="125500" x="4184650" y="5099050"/>
          <p14:tracePt t="125516" x="4330700" y="5073650"/>
          <p14:tracePt t="125534" x="4464050" y="5035550"/>
          <p14:tracePt t="125550" x="4527550" y="5022850"/>
          <p14:tracePt t="125567" x="4622800" y="5010150"/>
          <p14:tracePt t="125584" x="4673600" y="4991100"/>
          <p14:tracePt t="125600" x="4686300" y="4991100"/>
          <p14:tracePt t="125616" x="4699000" y="4991100"/>
          <p14:tracePt t="125649" x="4692650" y="4991100"/>
          <p14:tracePt t="125666" x="4686300" y="4991100"/>
          <p14:tracePt t="126006" x="4705350" y="4991100"/>
          <p14:tracePt t="126013" x="4743450" y="4997450"/>
          <p14:tracePt t="126027" x="4800600" y="5003800"/>
          <p14:tracePt t="126035" x="4864100" y="5003800"/>
          <p14:tracePt t="126050" x="4927600" y="5016500"/>
          <p14:tracePt t="126065" x="5003800" y="5022850"/>
          <p14:tracePt t="126081" x="5187950" y="5041900"/>
          <p14:tracePt t="126098" x="5391150" y="5073650"/>
          <p14:tracePt t="126114" x="5492750" y="5086350"/>
          <p14:tracePt t="126131" x="5689600" y="5118100"/>
          <p14:tracePt t="126148" x="5854700" y="5143500"/>
          <p14:tracePt t="126164" x="5924550" y="5156200"/>
          <p14:tracePt t="126182" x="6013450" y="5162550"/>
          <p14:tracePt t="126197" x="6076950" y="5168900"/>
          <p14:tracePt t="126214" x="6083300" y="5168900"/>
          <p14:tracePt t="126231" x="6096000" y="5168900"/>
          <p14:tracePt t="126364" x="6089650" y="5168900"/>
          <p14:tracePt t="126407" x="6083300" y="5168900"/>
          <p14:tracePt t="126428" x="6076950" y="5168900"/>
          <p14:tracePt t="126470" x="6070600" y="5168900"/>
          <p14:tracePt t="126477" x="6064250" y="5168900"/>
          <p14:tracePt t="126491" x="6057900" y="5168900"/>
          <p14:tracePt t="126499" x="6045200" y="5168900"/>
          <p14:tracePt t="126513" x="6019800" y="5162550"/>
          <p14:tracePt t="126530" x="5962650" y="5162550"/>
          <p14:tracePt t="126547" x="5918200" y="5162550"/>
          <p14:tracePt t="126563" x="5803900" y="5162550"/>
          <p14:tracePt t="126579" x="5645150" y="5149850"/>
          <p14:tracePt t="126598" x="5492750" y="5149850"/>
          <p14:tracePt t="126613" x="5429250" y="5149850"/>
          <p14:tracePt t="126629" x="5365750" y="5149850"/>
          <p14:tracePt t="126646" x="5226050" y="5149850"/>
          <p14:tracePt t="126663" x="5194300" y="5149850"/>
          <p14:tracePt t="126679" x="5175250" y="5149850"/>
          <p14:tracePt t="126696" x="5143500" y="5149850"/>
          <p14:tracePt t="126712" x="5111750" y="5149850"/>
          <p14:tracePt t="126729" x="5073650" y="5149850"/>
          <p14:tracePt t="126746" x="5060950" y="5149850"/>
          <p14:tracePt t="127354" x="5080000" y="5149850"/>
          <p14:tracePt t="127361" x="5118100" y="5149850"/>
          <p14:tracePt t="127375" x="5156200" y="5149850"/>
          <p14:tracePt t="127383" x="5187950" y="5156200"/>
          <p14:tracePt t="127393" x="5226050" y="5168900"/>
          <p14:tracePt t="127411" x="5295900" y="5175250"/>
          <p14:tracePt t="127427" x="5334000" y="5175250"/>
          <p14:tracePt t="127443" x="5372100" y="5181600"/>
          <p14:tracePt t="127461" x="5480050" y="5181600"/>
          <p14:tracePt t="127476" x="5511800" y="5181600"/>
          <p14:tracePt t="127493" x="5549900" y="5181600"/>
          <p14:tracePt t="127510" x="5594350" y="5181600"/>
          <p14:tracePt t="127526" x="5632450" y="5175250"/>
          <p14:tracePt t="127543" x="5638800" y="5175250"/>
          <p14:tracePt t="127560" x="5664200" y="5175250"/>
          <p14:tracePt t="127576" x="5695950" y="5175250"/>
          <p14:tracePt t="127593" x="5715000" y="5175250"/>
          <p14:tracePt t="127609" x="5721350" y="5175250"/>
          <p14:tracePt t="127626" x="5740400" y="5175250"/>
          <p14:tracePt t="127656" x="5746750" y="5168900"/>
          <p14:tracePt t="127671" x="5753100" y="5168900"/>
          <p14:tracePt t="127693" x="5759450" y="5168900"/>
          <p14:tracePt t="127727" x="5765800" y="5168900"/>
          <p14:tracePt t="127783" x="5772150" y="5168900"/>
          <p14:tracePt t="127804" x="5784850" y="5168900"/>
          <p14:tracePt t="127826" x="5784850" y="5162550"/>
          <p14:tracePt t="127833" x="5791200" y="5162550"/>
          <p14:tracePt t="127847" x="5797550" y="5162550"/>
          <p14:tracePt t="127859" x="5803900" y="5162550"/>
          <p14:tracePt t="127875" x="5816600" y="5162550"/>
          <p14:tracePt t="127892" x="5822950" y="5162550"/>
          <p14:tracePt t="127908" x="5842000" y="5156200"/>
          <p14:tracePt t="127925" x="5873750" y="5156200"/>
          <p14:tracePt t="127941" x="5886450" y="5156200"/>
          <p14:tracePt t="127959" x="5911850" y="5143500"/>
          <p14:tracePt t="127975" x="5937250" y="5130800"/>
          <p14:tracePt t="127991" x="5943600" y="5130800"/>
          <p14:tracePt t="128009" x="5949950" y="5124450"/>
          <p14:tracePt t="128025" x="5949950" y="5111750"/>
          <p14:tracePt t="128058" x="5937250" y="5105400"/>
          <p14:tracePt t="128074" x="5937250" y="5099050"/>
          <p14:tracePt t="128091" x="5911850" y="5086350"/>
          <p14:tracePt t="128108" x="5842000" y="5073650"/>
          <p14:tracePt t="128124" x="5797550" y="5067300"/>
          <p14:tracePt t="128141" x="5670550" y="5054600"/>
          <p14:tracePt t="128157" x="5537200" y="5060950"/>
          <p14:tracePt t="128174" x="5473700" y="5060950"/>
          <p14:tracePt t="128191" x="5378450" y="5073650"/>
          <p14:tracePt t="128207" x="5327650" y="5092700"/>
          <p14:tracePt t="128224" x="5308600" y="5099050"/>
          <p14:tracePt t="128241" x="5289550" y="5105400"/>
          <p14:tracePt t="128257" x="5276850" y="5105400"/>
          <p14:tracePt t="128290" x="5276850" y="5118100"/>
          <p14:tracePt t="128307" x="5276850" y="5124450"/>
          <p14:tracePt t="128340" x="5283200" y="5137150"/>
          <p14:tracePt t="128357" x="5289550" y="5143500"/>
          <p14:tracePt t="128374" x="5327650" y="5162550"/>
          <p14:tracePt t="128390" x="5346700" y="5175250"/>
          <p14:tracePt t="128407" x="5372100" y="5187950"/>
          <p14:tracePt t="128424" x="5422900" y="5219700"/>
          <p14:tracePt t="128440" x="5486400" y="5257800"/>
          <p14:tracePt t="128457" x="5518150" y="5276850"/>
          <p14:tracePt t="128473" x="5588000" y="5295900"/>
          <p14:tracePt t="128490" x="5657850" y="5308600"/>
          <p14:tracePt t="128507" x="5740400" y="5308600"/>
          <p14:tracePt t="128523" x="5765800" y="5302250"/>
          <p14:tracePt t="128540" x="5810250" y="5289550"/>
          <p14:tracePt t="128557" x="5842000" y="5276850"/>
          <p14:tracePt t="128573" x="5854700" y="5270500"/>
          <p14:tracePt t="128589" x="5867400" y="5251450"/>
          <p14:tracePt t="128606" x="5873750" y="5245100"/>
          <p14:tracePt t="128622" x="5873750" y="5238750"/>
          <p14:tracePt t="128639" x="5873750" y="5232400"/>
          <p14:tracePt t="128642" x="5880100" y="5226050"/>
          <p14:tracePt t="128656" x="5880100" y="5213350"/>
          <p14:tracePt t="128672" x="5880100" y="5207000"/>
          <p14:tracePt t="128689" x="5873750" y="5207000"/>
          <p14:tracePt t="128705" x="5873750" y="5200650"/>
          <p14:tracePt t="128722" x="5867400" y="5194300"/>
          <p14:tracePt t="128739" x="5861050" y="5194300"/>
          <p14:tracePt t="128755" x="5854700" y="5194300"/>
          <p14:tracePt t="128772" x="5848350" y="5181600"/>
          <p14:tracePt t="128789" x="5829300" y="5168900"/>
          <p14:tracePt t="128805" x="5810250" y="5162550"/>
          <p14:tracePt t="128822" x="5759450" y="5143500"/>
          <p14:tracePt t="128839" x="5695950" y="5124450"/>
          <p14:tracePt t="128855" x="5670550" y="5118100"/>
          <p14:tracePt t="128872" x="5600700" y="5111750"/>
          <p14:tracePt t="128888" x="5530850" y="5111750"/>
          <p14:tracePt t="128904" x="5492750" y="5118100"/>
          <p14:tracePt t="128922" x="5435600" y="5137150"/>
          <p14:tracePt t="128937" x="5365750" y="5175250"/>
          <p14:tracePt t="128954" x="5353050" y="5194300"/>
          <p14:tracePt t="128972" x="5327650" y="5219700"/>
          <p14:tracePt t="128988" x="5321300" y="5232400"/>
          <p14:tracePt t="129004" x="5314950" y="5245100"/>
          <p14:tracePt t="129021" x="5308600" y="5257800"/>
          <p14:tracePt t="129038" x="5308600" y="5264150"/>
          <p14:tracePt t="129054" x="5314950" y="5270500"/>
          <p14:tracePt t="129071" x="5334000" y="5276850"/>
          <p14:tracePt t="129088" x="5340350" y="5276850"/>
          <p14:tracePt t="129105" x="5353050" y="5283200"/>
          <p14:tracePt t="129120" x="5378450" y="5283200"/>
          <p14:tracePt t="129137" x="5391150" y="5283200"/>
          <p14:tracePt t="129140" x="5403850" y="5283200"/>
          <p14:tracePt t="129155" x="5422900" y="5283200"/>
          <p14:tracePt t="129170" x="5467350" y="5270500"/>
          <p14:tracePt t="129187" x="5492750" y="5264150"/>
          <p14:tracePt t="129205" x="5537200" y="5238750"/>
          <p14:tracePt t="129220" x="5575300" y="5207000"/>
          <p14:tracePt t="129237" x="5581650" y="5187950"/>
          <p14:tracePt t="129254" x="5594350" y="5156200"/>
          <p14:tracePt t="129270" x="5600700" y="5143500"/>
          <p14:tracePt t="129288" x="5607050" y="5105400"/>
          <p14:tracePt t="129303" x="5607050" y="5092700"/>
          <p14:tracePt t="129320" x="5607050" y="5086350"/>
          <p14:tracePt t="129337" x="5607050" y="5067300"/>
          <p14:tracePt t="129353" x="5607050" y="5060950"/>
          <p14:tracePt t="129370" x="5600700" y="5060950"/>
          <p14:tracePt t="129387" x="5600700" y="5054600"/>
          <p14:tracePt t="129403" x="5594350" y="5048250"/>
          <p14:tracePt t="129420" x="5588000" y="5048250"/>
          <p14:tracePt t="129437" x="5575300" y="5048250"/>
          <p14:tracePt t="129453" x="5568950" y="5048250"/>
          <p14:tracePt t="129470" x="5562600" y="5048250"/>
          <p14:tracePt t="129486" x="5556250" y="5048250"/>
          <p14:tracePt t="129502" x="5543550" y="5048250"/>
          <p14:tracePt t="129520" x="5524500" y="5048250"/>
          <p14:tracePt t="129536" x="5511800" y="5048250"/>
          <p14:tracePt t="129553" x="5499100" y="5054600"/>
          <p14:tracePt t="129570" x="5454650" y="5080000"/>
          <p14:tracePt t="129586" x="5448300" y="5086350"/>
          <p14:tracePt t="129602" x="5435600" y="5092700"/>
          <p14:tracePt t="129619" x="5416550" y="5105400"/>
          <p14:tracePt t="129636" x="5403850" y="5118100"/>
          <p14:tracePt t="129652" x="5397500" y="5124450"/>
          <p14:tracePt t="129655" x="5397500" y="5130800"/>
          <p14:tracePt t="129669" x="5397500" y="5137150"/>
          <p14:tracePt t="129686" x="5397500" y="5143500"/>
          <p14:tracePt t="129705" x="5397500" y="5149850"/>
          <p14:tracePt t="129781" x="5397500" y="5156200"/>
          <p14:tracePt t="129816" x="5397500" y="5162550"/>
          <p14:tracePt t="129851" x="5397500" y="5168900"/>
          <p14:tracePt t="129886" x="5403850" y="5175250"/>
          <p14:tracePt t="129914" x="5410200" y="5175250"/>
          <p14:tracePt t="129921" x="5416550" y="5175250"/>
          <p14:tracePt t="129956" x="5422900" y="5175250"/>
          <p14:tracePt t="129963" x="5429250" y="5175250"/>
          <p14:tracePt t="129992" x="5435600" y="5181600"/>
          <p14:tracePt t="130006" x="5441950" y="5181600"/>
          <p14:tracePt t="130013" x="5441950" y="5187950"/>
          <p14:tracePt t="130027" x="5448300" y="5187950"/>
          <p14:tracePt t="130035" x="5461000" y="5187950"/>
          <p14:tracePt t="130051" x="5467350" y="5187950"/>
          <p14:tracePt t="130068" x="5486400" y="5200650"/>
          <p14:tracePt t="130085" x="5524500" y="5213350"/>
          <p14:tracePt t="130101" x="5543550" y="5226050"/>
          <p14:tracePt t="130118" x="5588000" y="5232400"/>
          <p14:tracePt t="130134" x="5645150" y="5232400"/>
          <p14:tracePt t="130150" x="5664200" y="5232400"/>
          <p14:tracePt t="130168" x="5683250" y="5232400"/>
          <p14:tracePt t="130170" x="5702300" y="5232400"/>
          <p14:tracePt t="130183" x="5727700" y="5219700"/>
          <p14:tracePt t="130200" x="5740400" y="5213350"/>
          <p14:tracePt t="130217" x="5753100" y="5200650"/>
          <p14:tracePt t="130234" x="5753100" y="5194300"/>
          <p14:tracePt t="130250" x="5753100" y="5181600"/>
          <p14:tracePt t="130267" x="5753100" y="5175250"/>
          <p14:tracePt t="130300" x="5746750" y="5168900"/>
          <p14:tracePt t="130316" x="5746750" y="5156200"/>
          <p14:tracePt t="130350" x="5734050" y="5149850"/>
          <p14:tracePt t="130367" x="5727700" y="5143500"/>
          <p14:tracePt t="130406" x="5721350" y="5137150"/>
          <p14:tracePt t="130416" x="5715000" y="5137150"/>
          <p14:tracePt t="130456" x="5708650" y="5137150"/>
          <p14:tracePt t="130519" x="5702300" y="5137150"/>
          <p14:tracePt t="130547" x="5695950" y="5137150"/>
          <p14:tracePt t="130554" x="5689600" y="5137150"/>
          <p14:tracePt t="130575" x="5683250" y="5137150"/>
          <p14:tracePt t="130969" x="5670550" y="5124450"/>
          <p14:tracePt t="130976" x="5657850" y="5105400"/>
          <p14:tracePt t="130990" x="5638800" y="5086350"/>
          <p14:tracePt t="131000" x="5600700" y="5035550"/>
          <p14:tracePt t="131014" x="5549900" y="4978400"/>
          <p14:tracePt t="131031" x="5480050" y="4921250"/>
          <p14:tracePt t="131047" x="5194300" y="4572000"/>
          <p14:tracePt t="131065" x="5060950" y="4432300"/>
          <p14:tracePt t="131081" x="4813300" y="4127500"/>
          <p14:tracePt t="131097" x="4699000" y="3987800"/>
          <p14:tracePt t="131114" x="4508500" y="3784600"/>
          <p14:tracePt t="131131" x="4375150" y="3644900"/>
          <p14:tracePt t="131147" x="4330700" y="3587750"/>
          <p14:tracePt t="131164" x="4279900" y="3536950"/>
          <p14:tracePt t="131167" x="4222750" y="3479800"/>
          <p14:tracePt t="131181" x="4165600" y="3441700"/>
          <p14:tracePt t="131197" x="4057650" y="3359150"/>
          <p14:tracePt t="131213" x="4013200" y="3321050"/>
          <p14:tracePt t="131231" x="3873500" y="3200400"/>
          <p14:tracePt t="131247" x="3829050" y="3162300"/>
          <p14:tracePt t="131264" x="3746500" y="3092450"/>
          <p14:tracePt t="131280" x="3670300" y="3009900"/>
          <p14:tracePt t="131297" x="3625850" y="2984500"/>
          <p14:tracePt t="131314" x="3530600" y="2908300"/>
          <p14:tracePt t="131330" x="3441700" y="2844800"/>
          <p14:tracePt t="131347" x="3397250" y="2832100"/>
          <p14:tracePt t="131363" x="3346450" y="2800350"/>
          <p14:tracePt t="131380" x="3314700" y="2781300"/>
          <p14:tracePt t="131396" x="3276600" y="2762250"/>
          <p14:tracePt t="131413" x="3263900" y="2755900"/>
          <p14:tracePt t="131430" x="3257550" y="2749550"/>
          <p14:tracePt t="131447" x="3238500" y="2736850"/>
          <p14:tracePt t="131462" x="3232150" y="2736850"/>
          <p14:tracePt t="131480" x="3225800" y="2736850"/>
          <p14:tracePt t="131496" x="3219450" y="2724150"/>
          <p14:tracePt t="131512" x="3200400" y="2717800"/>
          <p14:tracePt t="131529" x="3187700" y="2711450"/>
          <p14:tracePt t="131546" x="3162300" y="2692400"/>
          <p14:tracePt t="131563" x="3136900" y="2673350"/>
          <p14:tracePt t="131579" x="3117850" y="2660650"/>
          <p14:tracePt t="131596" x="3086100" y="2641600"/>
          <p14:tracePt t="131612" x="3067050" y="2635250"/>
          <p14:tracePt t="131629" x="3060700" y="2628900"/>
          <p14:tracePt t="131645" x="3054350" y="2622550"/>
          <p14:tracePt t="131662" x="3048000" y="2616200"/>
          <p14:tracePt t="131680" x="3035300" y="2616200"/>
          <p14:tracePt t="131700" x="3028950" y="2616200"/>
          <p14:tracePt t="131750" x="3028950" y="2622550"/>
          <p14:tracePt t="131771" x="3028950" y="2628900"/>
          <p14:tracePt t="131813" x="3028950" y="2641600"/>
          <p14:tracePt t="131820" x="3028950" y="2647950"/>
          <p14:tracePt t="131834" x="3028950" y="2654300"/>
          <p14:tracePt t="131844" x="3041650" y="2667000"/>
          <p14:tracePt t="131862" x="3060700" y="2698750"/>
          <p14:tracePt t="131878" x="3079750" y="2724150"/>
          <p14:tracePt t="131895" x="3111500" y="2755900"/>
          <p14:tracePt t="131912" x="3143250" y="2806700"/>
          <p14:tracePt t="131928" x="3162300" y="2832100"/>
          <p14:tracePt t="131945" x="3181350" y="2863850"/>
          <p14:tracePt t="131961" x="3213100" y="2921000"/>
          <p14:tracePt t="131977" x="3232150" y="2940050"/>
          <p14:tracePt t="131994" x="3238500" y="2946400"/>
          <p14:tracePt t="132011" x="3238500" y="2965450"/>
          <p14:tracePt t="132027" x="3244850" y="2971800"/>
          <p14:tracePt t="132043" x="3251200" y="2971800"/>
          <p14:tracePt t="132066" x="3251200" y="2978150"/>
          <p14:tracePt t="132095" x="3257550" y="2978150"/>
          <p14:tracePt t="132122" x="3263900" y="2978150"/>
          <p14:tracePt t="132136" x="3270250" y="2984500"/>
          <p14:tracePt t="132158" x="3276600" y="2984500"/>
          <p14:tracePt t="132186" x="3282950" y="2984500"/>
          <p14:tracePt t="132207" x="3289300" y="2990850"/>
          <p14:tracePt t="132213" x="3295650" y="2990850"/>
          <p14:tracePt t="132235" x="3302000" y="2990850"/>
          <p14:tracePt t="132243" x="3308350" y="2990850"/>
          <p14:tracePt t="132263" x="3314700" y="2990850"/>
          <p14:tracePt t="132305" x="3314700" y="2997200"/>
          <p14:tracePt t="132312" x="3321050" y="2997200"/>
          <p14:tracePt t="132347" x="3327400" y="2997200"/>
          <p14:tracePt t="132383" x="3333750" y="2997200"/>
          <p14:tracePt t="132404" x="3340100" y="2997200"/>
          <p14:tracePt t="132425" x="3346450" y="2997200"/>
          <p14:tracePt t="132446" x="3352800" y="2997200"/>
          <p14:tracePt t="132495" x="3352800" y="3003550"/>
          <p14:tracePt t="132593" x="3359150" y="3003550"/>
          <p14:tracePt t="132854" x="3378200" y="3022600"/>
          <p14:tracePt t="132861" x="3416300" y="3067050"/>
          <p14:tracePt t="132875" x="3486150" y="3136900"/>
          <p14:tracePt t="132891" x="3676650" y="3365500"/>
          <p14:tracePt t="132908" x="3841750" y="3556000"/>
          <p14:tracePt t="132924" x="4191000" y="3962400"/>
          <p14:tracePt t="132941" x="4546600" y="4394200"/>
          <p14:tracePt t="132957" x="4711700" y="4610100"/>
          <p14:tracePt t="132974" x="4953000" y="4889500"/>
          <p14:tracePt t="132991" x="5105400" y="5067300"/>
          <p14:tracePt t="133007" x="5162550" y="5130800"/>
          <p14:tracePt t="133024" x="5257800" y="5219700"/>
          <p14:tracePt t="133040" x="5302250" y="5270500"/>
          <p14:tracePt t="133059" x="5346700" y="5308600"/>
          <p14:tracePt t="133074" x="5359400" y="5314950"/>
          <p14:tracePt t="133090" x="5378450" y="5334000"/>
          <p14:tracePt t="133107" x="5391150" y="5334000"/>
          <p14:tracePt t="133140" x="5397500" y="5334000"/>
          <p14:tracePt t="133158" x="5403850" y="5334000"/>
          <p14:tracePt t="133177" x="5410200" y="5340350"/>
          <p14:tracePt t="133227" x="5416550" y="5340350"/>
          <p14:tracePt t="133241" x="5422900" y="5340350"/>
          <p14:tracePt t="133262" x="5429250" y="5340350"/>
          <p14:tracePt t="133269" x="5435600" y="5334000"/>
          <p14:tracePt t="133283" x="5441950" y="5334000"/>
          <p14:tracePt t="133292" x="5448300" y="5334000"/>
          <p14:tracePt t="133306" x="5454650" y="5327650"/>
          <p14:tracePt t="133323" x="5473700" y="5321300"/>
          <p14:tracePt t="133340" x="5505450" y="5308600"/>
          <p14:tracePt t="133356" x="5530850" y="5302250"/>
          <p14:tracePt t="133373" x="5568950" y="5276850"/>
          <p14:tracePt t="133389" x="5613400" y="5264150"/>
          <p14:tracePt t="133406" x="5632450" y="5257800"/>
          <p14:tracePt t="133423" x="5670550" y="5238750"/>
          <p14:tracePt t="133439" x="5676900" y="5226050"/>
          <p14:tracePt t="133456" x="5683250" y="5226050"/>
          <p14:tracePt t="133473" x="5683250" y="5219700"/>
          <p14:tracePt t="133493" x="5689600" y="5219700"/>
          <p14:tracePt t="133564" x="5689600" y="5213350"/>
          <p14:tracePt t="133662" x="5683250" y="5213350"/>
          <p14:tracePt t="133705" x="5683250" y="5219700"/>
          <p14:tracePt t="133740" x="5683250" y="5226050"/>
          <p14:tracePt t="133782" x="5683250" y="5232400"/>
          <p14:tracePt t="133810" x="5676900" y="5232400"/>
          <p14:tracePt t="133852" x="5670550" y="5238750"/>
          <p14:tracePt t="133915" x="5664200" y="5238750"/>
          <p14:tracePt t="133944" x="5657850" y="5238750"/>
          <p14:tracePt t="133972" x="5657850" y="5245100"/>
          <p14:tracePt t="134654" x="5670550" y="5245100"/>
          <p14:tracePt t="134662" x="5689600" y="5245100"/>
          <p14:tracePt t="134675" x="5708650" y="5245100"/>
          <p14:tracePt t="134685" x="5727700" y="5245100"/>
          <p14:tracePt t="134702" x="5740400" y="5245100"/>
          <p14:tracePt t="134718" x="5784850" y="5245100"/>
          <p14:tracePt t="134735" x="5842000" y="5245100"/>
          <p14:tracePt t="134751" x="5867400" y="5257800"/>
          <p14:tracePt t="134754" x="5899150" y="5257800"/>
          <p14:tracePt t="134768" x="5918200" y="5257800"/>
          <p14:tracePt t="134785" x="5975350" y="5264150"/>
          <p14:tracePt t="134802" x="5994400" y="5264150"/>
          <p14:tracePt t="134817" x="6045200" y="5270500"/>
          <p14:tracePt t="134834" x="6089650" y="5276850"/>
          <p14:tracePt t="134852" x="6121400" y="5283200"/>
          <p14:tracePt t="134868" x="6140450" y="5283200"/>
          <p14:tracePt t="134884" x="6153150" y="5283200"/>
          <p14:tracePt t="134901" x="6172200" y="5289550"/>
          <p14:tracePt t="134917" x="6178550" y="5289550"/>
          <p14:tracePt t="134992" x="6178550" y="5283200"/>
          <p14:tracePt t="135006" x="6178550" y="5276850"/>
          <p14:tracePt t="135034" x="6178550" y="5270500"/>
          <p14:tracePt t="135063" x="6184900" y="5270500"/>
          <p14:tracePt t="135098" x="6184900" y="5264150"/>
          <p14:tracePt t="135175" x="6184900" y="5257800"/>
          <p14:tracePt t="135203" x="6178550" y="5251450"/>
          <p14:tracePt t="135218" x="6172200" y="5251450"/>
          <p14:tracePt t="135224" x="6165850" y="5245100"/>
          <p14:tracePt t="135238" x="6159500" y="5238750"/>
          <p14:tracePt t="135249" x="6153150" y="5238750"/>
          <p14:tracePt t="135267" x="6127750" y="5226050"/>
          <p14:tracePt t="135283" x="6115050" y="5219700"/>
          <p14:tracePt t="135299" x="6083300" y="5213350"/>
          <p14:tracePt t="135316" x="6051550" y="5200650"/>
          <p14:tracePt t="135333" x="6026150" y="5200650"/>
          <p14:tracePt t="135349" x="5994400" y="5194300"/>
          <p14:tracePt t="135366" x="5969000" y="5194300"/>
          <p14:tracePt t="135383" x="5956300" y="5194300"/>
          <p14:tracePt t="135400" x="5943600" y="5194300"/>
          <p14:tracePt t="135416" x="5930900" y="5194300"/>
          <p14:tracePt t="135432" x="5924550" y="5194300"/>
          <p14:tracePt t="135465" x="5918200" y="5194300"/>
          <p14:tracePt t="135485" x="5911850" y="5194300"/>
          <p14:tracePt t="135554" x="5911850" y="5200650"/>
          <p14:tracePt t="135575" x="5918200" y="5200650"/>
          <p14:tracePt t="135590" x="5924550" y="5200650"/>
          <p14:tracePt t="135604" x="5930900" y="5200650"/>
          <p14:tracePt t="135618" x="5937250" y="5200650"/>
          <p14:tracePt t="135625" x="5949950" y="5200650"/>
          <p14:tracePt t="135639" x="5956300" y="5200650"/>
          <p14:tracePt t="135648" x="5981700" y="5200650"/>
          <p14:tracePt t="135665" x="6000750" y="5200650"/>
          <p14:tracePt t="135682" x="6057900" y="5194300"/>
          <p14:tracePt t="135698" x="6127750" y="5194300"/>
          <p14:tracePt t="135715" x="6153150" y="5194300"/>
          <p14:tracePt t="135731" x="6210300" y="5181600"/>
          <p14:tracePt t="135748" x="6254750" y="5181600"/>
          <p14:tracePt t="135765" x="6267450" y="5181600"/>
          <p14:tracePt t="135768" x="6280150" y="5175250"/>
          <p14:tracePt t="135787" x="6286500" y="5175250"/>
          <p14:tracePt t="135906" x="6280150" y="5181600"/>
          <p14:tracePt t="135941" x="6273800" y="5181600"/>
          <p14:tracePt t="135976" x="6267450" y="5187950"/>
          <p14:tracePt t="136061" x="6273800" y="5187950"/>
          <p14:tracePt t="136068" x="6280150" y="5187950"/>
          <p14:tracePt t="136098" x="6280150" y="5181600"/>
          <p14:tracePt t="136132" x="6286500" y="5181600"/>
          <p14:tracePt t="136188" x="6286500" y="5175250"/>
          <p14:tracePt t="137535" x="6280150" y="5175250"/>
          <p14:tracePt t="137549" x="6273800" y="5175250"/>
          <p14:tracePt t="137578" x="6267450" y="5175250"/>
          <p14:tracePt t="137584" x="6261100" y="5175250"/>
          <p14:tracePt t="137606" x="6254750" y="5175250"/>
          <p14:tracePt t="137627" x="6248400" y="5175250"/>
          <p14:tracePt t="137640" x="6242050" y="5175250"/>
          <p14:tracePt t="137647" x="6229350" y="5168900"/>
          <p14:tracePt t="137658" x="6210300" y="5162550"/>
          <p14:tracePt t="137674" x="6197600" y="5162550"/>
          <p14:tracePt t="137691" x="6146800" y="5149850"/>
          <p14:tracePt t="137708" x="6127750" y="5143500"/>
          <p14:tracePt t="137725" x="6045200" y="5130800"/>
          <p14:tracePt t="137741" x="6019800" y="5124450"/>
          <p14:tracePt t="137757" x="6007100" y="5124450"/>
          <p14:tracePt t="137775" x="5981700" y="5124450"/>
          <p14:tracePt t="137791" x="5962650" y="5124450"/>
          <p14:tracePt t="137817" x="5956300" y="5124450"/>
          <p14:tracePt t="137838" x="5949950" y="5124450"/>
          <p14:tracePt t="137922" x="5943600" y="5124450"/>
          <p14:tracePt t="137978" x="5937250" y="5124450"/>
          <p14:tracePt t="138028" x="5943600" y="5124450"/>
          <p14:tracePt t="138049" x="5949950" y="5124450"/>
          <p14:tracePt t="138070" x="5956300" y="5124450"/>
          <p14:tracePt t="138076" x="5962650" y="5118100"/>
          <p14:tracePt t="138098" x="5969000" y="5111750"/>
          <p14:tracePt t="138112" x="5975350" y="5105400"/>
          <p14:tracePt t="138123" x="5981700" y="5099050"/>
          <p14:tracePt t="138141" x="6019800" y="5073650"/>
          <p14:tracePt t="138156" x="6038850" y="5060950"/>
          <p14:tracePt t="138173" x="6083300" y="5022850"/>
          <p14:tracePt t="138190" x="6127750" y="4984750"/>
          <p14:tracePt t="138206" x="6146800" y="4965700"/>
          <p14:tracePt t="138223" x="6172200" y="4940300"/>
          <p14:tracePt t="138239" x="6184900" y="4927600"/>
          <p14:tracePt t="138256" x="6191250" y="4927600"/>
          <p14:tracePt t="138273" x="6197600" y="4927600"/>
          <p14:tracePt t="138393" x="6197600" y="4933950"/>
          <p14:tracePt t="138464" x="6197600" y="4940300"/>
          <p14:tracePt t="138499" x="6197600" y="4946650"/>
          <p14:tracePt t="138569" x="6191250" y="4946650"/>
          <p14:tracePt t="139114" x="6172200" y="4927600"/>
          <p14:tracePt t="139128" x="6134100" y="4902200"/>
          <p14:tracePt t="139136" x="6102350" y="4876800"/>
          <p14:tracePt t="139142" x="6070600" y="4864100"/>
          <p14:tracePt t="139156" x="6051550" y="4845050"/>
          <p14:tracePt t="139170" x="6032500" y="4838700"/>
          <p14:tracePt t="139186" x="5994400" y="4838700"/>
          <p14:tracePt t="139202" x="5975350" y="4838700"/>
          <p14:tracePt t="139220" x="5969000" y="4838700"/>
          <p14:tracePt t="139236" x="5949950" y="4857750"/>
          <p14:tracePt t="139252" x="5943600" y="4870450"/>
          <p14:tracePt t="139269" x="5937250" y="4908550"/>
          <p14:tracePt t="139286" x="5937250" y="4984750"/>
          <p14:tracePt t="139302" x="5937250" y="5041900"/>
          <p14:tracePt t="139319" x="5956300" y="5162550"/>
          <p14:tracePt t="139336" x="5975350" y="5226050"/>
          <p14:tracePt t="139339" x="5994400" y="5270500"/>
          <p14:tracePt t="139353" x="6038850" y="5327650"/>
          <p14:tracePt t="139369" x="6051550" y="5346700"/>
          <p14:tracePt t="139385" x="6076950" y="5359400"/>
          <p14:tracePt t="139402" x="6108700" y="5378450"/>
          <p14:tracePt t="139418" x="6153150" y="5397500"/>
          <p14:tracePt t="139435" x="6172200" y="5397500"/>
          <p14:tracePt t="139452" x="6203950" y="5397500"/>
          <p14:tracePt t="139469" x="6267450" y="5378450"/>
          <p14:tracePt t="139485" x="6286500" y="5359400"/>
          <p14:tracePt t="139502" x="6350000" y="5327650"/>
          <p14:tracePt t="139518" x="6388100" y="5283200"/>
          <p14:tracePt t="139535" x="6400800" y="5257800"/>
          <p14:tracePt t="139551" x="6413500" y="5219700"/>
          <p14:tracePt t="139568" x="6419850" y="5187950"/>
          <p14:tracePt t="139586" x="6413500" y="5124450"/>
          <p14:tracePt t="139601" x="6400800" y="5105400"/>
          <p14:tracePt t="139618" x="6394450" y="5073650"/>
          <p14:tracePt t="139635" x="6330950" y="5010150"/>
          <p14:tracePt t="139651" x="6311900" y="5003800"/>
          <p14:tracePt t="139668" x="6292850" y="4997450"/>
          <p14:tracePt t="139684" x="6242050" y="4984750"/>
          <p14:tracePt t="139701" x="6210300" y="4978400"/>
          <p14:tracePt t="139717" x="6184900" y="4978400"/>
          <p14:tracePt t="139734" x="6146800" y="4978400"/>
          <p14:tracePt t="139750" x="6102350" y="4997450"/>
          <p14:tracePt t="139768" x="6089650" y="5010150"/>
          <p14:tracePt t="139784" x="6057900" y="5048250"/>
          <p14:tracePt t="139801" x="6032500" y="5080000"/>
          <p14:tracePt t="139818" x="6026150" y="5111750"/>
          <p14:tracePt t="139834" x="6019800" y="5137150"/>
          <p14:tracePt t="139850" x="6019800" y="5162550"/>
          <p14:tracePt t="139867" x="6019800" y="5187950"/>
          <p14:tracePt t="139887" x="6026150" y="5200650"/>
          <p14:tracePt t="139909" x="6032500" y="5207000"/>
          <p14:tracePt t="139918" x="6038850" y="5213350"/>
          <p14:tracePt t="139933" x="6045200" y="5213350"/>
          <p14:tracePt t="139950" x="6051550" y="5219700"/>
          <p14:tracePt t="139967" x="6064250" y="5226050"/>
          <p14:tracePt t="139984" x="6076950" y="5226050"/>
          <p14:tracePt t="140000" x="6096000" y="5226050"/>
          <p14:tracePt t="140016" x="6102350" y="5219700"/>
          <p14:tracePt t="140033" x="6127750" y="5200650"/>
          <p14:tracePt t="140050" x="6153150" y="5175250"/>
          <p14:tracePt t="140066" x="6159500" y="5149850"/>
          <p14:tracePt t="140082" x="6178550" y="5118100"/>
          <p14:tracePt t="140100" x="6178550" y="5067300"/>
          <p14:tracePt t="140116" x="6178550" y="5041900"/>
          <p14:tracePt t="140133" x="6153150" y="4978400"/>
          <p14:tracePt t="140149" x="6121400" y="4933950"/>
          <p14:tracePt t="140166" x="6096000" y="4914900"/>
          <p14:tracePt t="140184" x="6064250" y="4883150"/>
          <p14:tracePt t="140199" x="6026150" y="4876800"/>
          <p14:tracePt t="140216" x="6007100" y="4870450"/>
          <p14:tracePt t="140233" x="5975350" y="4870450"/>
          <p14:tracePt t="140249" x="5943600" y="4889500"/>
          <p14:tracePt t="140266" x="5911850" y="4908550"/>
          <p14:tracePt t="140282" x="5880100" y="4933950"/>
          <p14:tracePt t="140299" x="5873750" y="4959350"/>
          <p14:tracePt t="140315" x="5854700" y="4997450"/>
          <p14:tracePt t="140332" x="5854700" y="5067300"/>
          <p14:tracePt t="140349" x="5854700" y="5099050"/>
          <p14:tracePt t="140365" x="5873750" y="5162550"/>
          <p14:tracePt t="140382" x="5905500" y="5226050"/>
          <p14:tracePt t="140399" x="5911850" y="5251450"/>
          <p14:tracePt t="140416" x="5937250" y="5289550"/>
          <p14:tracePt t="140432" x="5975350" y="5314950"/>
          <p14:tracePt t="140448" x="5988050" y="5321300"/>
          <p14:tracePt t="140465" x="6019800" y="5334000"/>
          <p14:tracePt t="140481" x="6057900" y="5334000"/>
          <p14:tracePt t="140498" x="6083300" y="5334000"/>
          <p14:tracePt t="140515" x="6115050" y="5334000"/>
          <p14:tracePt t="140531" x="6134100" y="5327650"/>
          <p14:tracePt t="140549" x="6159500" y="5314950"/>
          <p14:tracePt t="140564" x="6184900" y="5289550"/>
          <p14:tracePt t="140581" x="6191250" y="5276850"/>
          <p14:tracePt t="140598" x="6203950" y="5251450"/>
          <p14:tracePt t="140614" x="6210300" y="5238750"/>
          <p14:tracePt t="140631" x="6210300" y="5226050"/>
          <p14:tracePt t="140648" x="6210300" y="5194300"/>
          <p14:tracePt t="140664" x="6210300" y="5168900"/>
          <p14:tracePt t="140680" x="6210300" y="5156200"/>
          <p14:tracePt t="140697" x="6210300" y="5130800"/>
          <p14:tracePt t="140714" x="6203950" y="5118100"/>
          <p14:tracePt t="140731" x="6203950" y="5111750"/>
          <p14:tracePt t="140774" x="6197600" y="5118100"/>
          <p14:tracePt t="140788" x="6197600" y="5124450"/>
          <p14:tracePt t="141043" x="6159500" y="5067300"/>
          <p14:tracePt t="141057" x="6096000" y="4972050"/>
          <p14:tracePt t="141066" x="6007100" y="4845050"/>
          <p14:tracePt t="141080" x="5899150" y="4692650"/>
          <p14:tracePt t="141096" x="5740400" y="4476750"/>
          <p14:tracePt t="141113" x="5664200" y="4368800"/>
          <p14:tracePt t="141129" x="5473700" y="4140200"/>
          <p14:tracePt t="141146" x="5314950" y="3962400"/>
          <p14:tracePt t="141164" x="5168900" y="3759200"/>
          <p14:tracePt t="141179" x="5092700" y="3663950"/>
          <p14:tracePt t="141196" x="5029200" y="3568700"/>
          <p14:tracePt t="141213" x="4838700" y="3302000"/>
          <p14:tracePt t="141229" x="4800600" y="3232150"/>
          <p14:tracePt t="141246" x="4762500" y="3181350"/>
          <p14:tracePt t="141262" x="4718050" y="3130550"/>
          <p14:tracePt t="141279" x="4705350" y="3105150"/>
          <p14:tracePt t="141296" x="4699000" y="3098800"/>
          <p14:tracePt t="141312" x="4699000" y="3092450"/>
          <p14:tracePt t="141348" x="4699000" y="3086100"/>
          <p14:tracePt t="141374" x="4711700" y="3079750"/>
          <p14:tracePt t="141396" x="4718050" y="3079750"/>
          <p14:tracePt t="141410" x="4724400" y="3079750"/>
          <p14:tracePt t="141423" x="4730750" y="3086100"/>
          <p14:tracePt t="141438" x="4743450" y="3092450"/>
          <p14:tracePt t="141447" x="4756150" y="3092450"/>
          <p14:tracePt t="141461" x="4768850" y="3098800"/>
          <p14:tracePt t="141478" x="4781550" y="3105150"/>
          <p14:tracePt t="141495" x="4864100" y="3117850"/>
          <p14:tracePt t="141511" x="4902200" y="3117850"/>
          <p14:tracePt t="141529" x="4927600" y="3124200"/>
          <p14:tracePt t="141544" x="4978400" y="3124200"/>
          <p14:tracePt t="141561" x="5029200" y="3124200"/>
          <p14:tracePt t="141578" x="5054600" y="3124200"/>
          <p14:tracePt t="141594" x="5067300" y="3124200"/>
          <p14:tracePt t="141611" x="5080000" y="3117850"/>
          <p14:tracePt t="141644" x="5086350" y="3111500"/>
          <p14:tracePt t="141661" x="5092700" y="3105150"/>
          <p14:tracePt t="141677" x="5099050" y="3098800"/>
          <p14:tracePt t="141694" x="5099050" y="3092450"/>
          <p14:tracePt t="141710" x="5099050" y="3079750"/>
          <p14:tracePt t="141743" x="5099050" y="3073400"/>
          <p14:tracePt t="141763" x="5099050" y="3067050"/>
          <p14:tracePt t="141777" x="5099050" y="3060700"/>
          <p14:tracePt t="141793" x="5099050" y="3048000"/>
          <p14:tracePt t="141811" x="5080000" y="3022600"/>
          <p14:tracePt t="141827" x="5041900" y="2978150"/>
          <p14:tracePt t="141844" x="5016500" y="2946400"/>
          <p14:tracePt t="141860" x="4902200" y="2838450"/>
          <p14:tracePt t="141877" x="4857750" y="2813050"/>
          <p14:tracePt t="141893" x="4756150" y="2755900"/>
          <p14:tracePt t="141910" x="4673600" y="2724150"/>
          <p14:tracePt t="141927" x="4641850" y="2711450"/>
          <p14:tracePt t="141944" x="4572000" y="2711450"/>
          <p14:tracePt t="141959" x="4514850" y="2711450"/>
          <p14:tracePt t="141976" x="4495800" y="2711450"/>
          <p14:tracePt t="141993" x="4457700" y="2724150"/>
          <p14:tracePt t="142010" x="4406900" y="2724150"/>
          <p14:tracePt t="142026" x="4375150" y="2724150"/>
          <p14:tracePt t="142043" x="4318000" y="2705100"/>
          <p14:tracePt t="142060" x="4229100" y="2660650"/>
          <p14:tracePt t="142076" x="4171950" y="2622550"/>
          <p14:tracePt t="142093" x="4044950" y="2533650"/>
          <p14:tracePt t="142109" x="3975100" y="2495550"/>
          <p14:tracePt t="142126" x="3848100" y="2393950"/>
          <p14:tracePt t="142142" x="3759200" y="2330450"/>
          <p14:tracePt t="142159" x="3727450" y="2311400"/>
          <p14:tracePt t="142176" x="3689350" y="2279650"/>
          <p14:tracePt t="142192" x="3670300" y="2266950"/>
          <p14:tracePt t="142254" x="3663950" y="2266950"/>
          <p14:tracePt t="142267" x="3663950" y="2273300"/>
          <p14:tracePt t="142282" x="3663950" y="2279650"/>
          <p14:tracePt t="142303" x="3663950" y="2292350"/>
          <p14:tracePt t="142310" x="3663950" y="2298700"/>
          <p14:tracePt t="142323" x="3670300" y="2298700"/>
          <p14:tracePt t="142331" x="3683000" y="2311400"/>
          <p14:tracePt t="142341" x="3689350" y="2324100"/>
          <p14:tracePt t="142359" x="3708400" y="2343150"/>
          <p14:tracePt t="142375" x="3790950" y="2438400"/>
          <p14:tracePt t="142392" x="3873500" y="2514600"/>
          <p14:tracePt t="142409" x="4070350" y="2698750"/>
          <p14:tracePt t="142425" x="4324350" y="2901950"/>
          <p14:tracePt t="142441" x="4438650" y="2990850"/>
          <p14:tracePt t="142458" x="4591050" y="3105150"/>
          <p14:tracePt t="142475" x="4679950" y="3168650"/>
          <p14:tracePt t="142491" x="4699000" y="3181350"/>
          <p14:tracePt t="142508" x="4718050" y="3187700"/>
          <p14:tracePt t="142524" x="4724400" y="3187700"/>
          <p14:tracePt t="142557" x="4718050" y="3181350"/>
          <p14:tracePt t="142574" x="4711700" y="3181350"/>
          <p14:tracePt t="142591" x="4705350" y="3175000"/>
          <p14:tracePt t="142607" x="4699000" y="3155950"/>
          <p14:tracePt t="142624" x="4692650" y="3149600"/>
          <p14:tracePt t="142641" x="4667250" y="3124200"/>
          <p14:tracePt t="142657" x="4641850" y="3111500"/>
          <p14:tracePt t="142674" x="4546600" y="3016250"/>
          <p14:tracePt t="142690" x="4400550" y="2895600"/>
          <p14:tracePt t="142707" x="4222750" y="2762250"/>
          <p14:tracePt t="142725" x="4140200" y="2698750"/>
          <p14:tracePt t="142740" x="3987800" y="2578100"/>
          <p14:tracePt t="142757" x="3886200" y="2501900"/>
          <p14:tracePt t="142775" x="3829050" y="2470150"/>
          <p14:tracePt t="142790" x="3816350" y="2457450"/>
          <p14:tracePt t="142807" x="3810000" y="2457450"/>
          <p14:tracePt t="142840" x="3803650" y="2457450"/>
          <p14:tracePt t="142857" x="3803650" y="2463800"/>
          <p14:tracePt t="142874" x="3803650" y="2470150"/>
          <p14:tracePt t="142894" x="3803650" y="2476500"/>
          <p14:tracePt t="142906" x="3810000" y="2482850"/>
          <p14:tracePt t="142923" x="3822700" y="2489200"/>
          <p14:tracePt t="142940" x="3822700" y="2495550"/>
          <p14:tracePt t="142957" x="3848100" y="2520950"/>
          <p14:tracePt t="142973" x="3879850" y="2565400"/>
          <p14:tracePt t="142989" x="4000500" y="2705100"/>
          <p14:tracePt t="143007" x="4171950" y="2882900"/>
          <p14:tracePt t="143023" x="4267200" y="2971800"/>
          <p14:tracePt t="143039" x="4457700" y="3130550"/>
          <p14:tracePt t="143056" x="4622800" y="3251200"/>
          <p14:tracePt t="143073" x="4705350" y="3295650"/>
          <p14:tracePt t="143089" x="4826000" y="3340100"/>
          <p14:tracePt t="143106" x="4921250" y="3352800"/>
          <p14:tracePt t="143122" x="4959350" y="3346450"/>
          <p14:tracePt t="143140" x="5048250" y="3314700"/>
          <p14:tracePt t="143156" x="5111750" y="3282950"/>
          <p14:tracePt t="143172" x="5130800" y="3257550"/>
          <p14:tracePt t="143189" x="5175250" y="3232150"/>
          <p14:tracePt t="143205" x="5200650" y="3219450"/>
          <p14:tracePt t="143222" x="5219700" y="3194050"/>
          <p14:tracePt t="143239" x="5264150" y="3175000"/>
          <p14:tracePt t="143255" x="5276850" y="3162300"/>
          <p14:tracePt t="143272" x="5295900" y="3162300"/>
          <p14:tracePt t="143289" x="5314950" y="3143250"/>
          <p14:tracePt t="143305" x="5321300" y="3143250"/>
          <p14:tracePt t="143321" x="5327650" y="3136900"/>
          <p14:tracePt t="143338" x="5334000" y="3136900"/>
          <p14:tracePt t="143379" x="5327650" y="3136900"/>
          <p14:tracePt t="143393" x="5321300" y="3136900"/>
          <p14:tracePt t="143415" x="5308600" y="3136900"/>
          <p14:tracePt t="143428" x="5295900" y="3136900"/>
          <p14:tracePt t="143442" x="5276850" y="3136900"/>
          <p14:tracePt t="143458" x="5238750" y="3136900"/>
          <p14:tracePt t="143471" x="5200650" y="3136900"/>
          <p14:tracePt t="143488" x="5124450" y="3143250"/>
          <p14:tracePt t="143504" x="4908550" y="3143250"/>
          <p14:tracePt t="143521" x="4781550" y="3143250"/>
          <p14:tracePt t="143538" x="4641850" y="3130550"/>
          <p14:tracePt t="143556" x="4387850" y="3117850"/>
          <p14:tracePt t="143571" x="4273550" y="3117850"/>
          <p14:tracePt t="143587" x="4171950" y="3111500"/>
          <p14:tracePt t="143605" x="4019550" y="3098800"/>
          <p14:tracePt t="143621" x="3917950" y="3098800"/>
          <p14:tracePt t="143637" x="3860800" y="3105150"/>
          <p14:tracePt t="143654" x="3790950" y="3105150"/>
          <p14:tracePt t="143670" x="3752850" y="3092450"/>
          <p14:tracePt t="143687" x="3733800" y="3086100"/>
          <p14:tracePt t="143704" x="3721100" y="3086100"/>
          <p14:tracePt t="143720" x="3689350" y="3086100"/>
          <p14:tracePt t="143737" x="3651250" y="3073400"/>
          <p14:tracePt t="143753" x="3625850" y="3067050"/>
          <p14:tracePt t="143770" x="3575050" y="3054350"/>
          <p14:tracePt t="143787" x="3511550" y="3028950"/>
          <p14:tracePt t="143803" x="3492500" y="3028950"/>
          <p14:tracePt t="143820" x="3435350" y="3009900"/>
          <p14:tracePt t="143837" x="3390900" y="2997200"/>
          <p14:tracePt t="143853" x="3359150" y="2990850"/>
          <p14:tracePt t="143870" x="3340100" y="2990850"/>
          <p14:tracePt t="143887" x="3270250" y="2984500"/>
          <p14:tracePt t="143903" x="3251200" y="2984500"/>
          <p14:tracePt t="143920" x="3232150" y="2984500"/>
          <p14:tracePt t="143936" x="3187700" y="2984500"/>
          <p14:tracePt t="143952" x="3149600" y="2984500"/>
          <p14:tracePt t="143970" x="3117850" y="2984500"/>
          <p14:tracePt t="143986" x="3098800" y="2984500"/>
          <p14:tracePt t="144003" x="3073400" y="2984500"/>
          <p14:tracePt t="144020" x="3048000" y="2984500"/>
          <p14:tracePt t="144036" x="3041650" y="2978150"/>
          <p14:tracePt t="144053" x="3016250" y="2971800"/>
          <p14:tracePt t="144069" x="2990850" y="2952750"/>
          <p14:tracePt t="144086" x="2990850" y="2940050"/>
          <p14:tracePt t="144102" x="2990850" y="2927350"/>
          <p14:tracePt t="146381" x="2997200" y="2921000"/>
          <p14:tracePt t="146388" x="3003550" y="2914650"/>
          <p14:tracePt t="146402" x="3016250" y="2914650"/>
          <p14:tracePt t="146410" x="3035300" y="2908300"/>
          <p14:tracePt t="146428" x="3048000" y="2908300"/>
          <p14:tracePt t="146445" x="3073400" y="2908300"/>
          <p14:tracePt t="146460" x="3086100" y="2908300"/>
          <p14:tracePt t="146478" x="3092450" y="2908300"/>
          <p14:tracePt t="146494" x="3117850" y="2901950"/>
          <p14:tracePt t="146511" x="3130550" y="2895600"/>
          <p14:tracePt t="146527" x="3155950" y="2889250"/>
          <p14:tracePt t="146544" x="3194050" y="2876550"/>
          <p14:tracePt t="146561" x="3225800" y="2870200"/>
          <p14:tracePt t="146578" x="3295650" y="2851150"/>
          <p14:tracePt t="146594" x="3327400" y="2844800"/>
          <p14:tracePt t="146610" x="3365500" y="2838450"/>
          <p14:tracePt t="146627" x="3429000" y="2825750"/>
          <p14:tracePt t="146643" x="3448050" y="2825750"/>
          <p14:tracePt t="146660" x="3473450" y="2825750"/>
          <p14:tracePt t="146677" x="3530600" y="2825750"/>
          <p14:tracePt t="146693" x="3562350" y="2825750"/>
          <p14:tracePt t="146710" x="3600450" y="2825750"/>
          <p14:tracePt t="146727" x="3663950" y="2825750"/>
          <p14:tracePt t="146743" x="3695700" y="2825750"/>
          <p14:tracePt t="146761" x="3752850" y="2832100"/>
          <p14:tracePt t="146777" x="3784600" y="2832100"/>
          <p14:tracePt t="146793" x="3803650" y="2832100"/>
          <p14:tracePt t="146810" x="3841750" y="2838450"/>
          <p14:tracePt t="146827" x="3860800" y="2838450"/>
          <p14:tracePt t="146843" x="3873500" y="2838450"/>
          <p14:tracePt t="146860" x="3898900" y="2838450"/>
          <p14:tracePt t="146876" x="3905250" y="2838450"/>
          <p14:tracePt t="146893" x="3911600" y="2838450"/>
          <p14:tracePt t="146909" x="3924300" y="2838450"/>
          <p14:tracePt t="146943" x="3930650" y="2838450"/>
          <p14:tracePt t="146959" x="3937000" y="2838450"/>
          <p14:tracePt t="146979" x="3943350" y="2844800"/>
          <p14:tracePt t="146993" x="3949700" y="2844800"/>
          <p14:tracePt t="147021" x="3956050" y="2844800"/>
          <p14:tracePt t="147084" x="3962400" y="2844800"/>
          <p14:tracePt t="147105" x="3962400" y="2851150"/>
          <p14:tracePt t="147154" x="3968750" y="2851150"/>
          <p14:tracePt t="147576" x="3975100" y="2851150"/>
          <p14:tracePt t="147583" x="3987800" y="2857500"/>
          <p14:tracePt t="147597" x="3994150" y="2857500"/>
          <p14:tracePt t="147611" x="4006850" y="2863850"/>
          <p14:tracePt t="147626" x="4025900" y="2876550"/>
          <p14:tracePt t="147640" x="4044950" y="2876550"/>
          <p14:tracePt t="147657" x="4070350" y="2889250"/>
          <p14:tracePt t="147673" x="4114800" y="2895600"/>
          <p14:tracePt t="147690" x="4146550" y="2901950"/>
          <p14:tracePt t="147707" x="4165600" y="2908300"/>
          <p14:tracePt t="147724" x="4216400" y="2921000"/>
          <p14:tracePt t="147740" x="4235450" y="2921000"/>
          <p14:tracePt t="147757" x="4260850" y="2927350"/>
          <p14:tracePt t="147773" x="4273550" y="2927350"/>
          <p14:tracePt t="147789" x="4279900" y="2927350"/>
          <p14:tracePt t="147806" x="4292600" y="2927350"/>
          <p14:tracePt t="147823" x="4298950" y="2927350"/>
          <p14:tracePt t="147839" x="4305300" y="2927350"/>
          <p14:tracePt t="147885" x="4311650" y="2927350"/>
          <p14:tracePt t="147928" x="4318000" y="2927350"/>
          <p14:tracePt t="147970" x="4324350" y="2927350"/>
          <p14:tracePt t="147998" x="4330700" y="2927350"/>
          <p14:tracePt t="148019" x="4337050" y="2927350"/>
          <p14:tracePt t="148048" x="4343400" y="2927350"/>
          <p14:tracePt t="148104" x="4349750" y="2927350"/>
          <p14:tracePt t="148132" x="4356100" y="2927350"/>
          <p14:tracePt t="148167" x="4362450" y="2927350"/>
          <p14:tracePt t="148202" x="4368800" y="2927350"/>
          <p14:tracePt t="148251" x="4375150" y="2927350"/>
          <p14:tracePt t="148779" x="4375150" y="2940050"/>
          <p14:tracePt t="148793" x="4387850" y="2971800"/>
          <p14:tracePt t="148800" x="4406900" y="3028950"/>
          <p14:tracePt t="148814" x="4419600" y="3079750"/>
          <p14:tracePt t="148822" x="4451350" y="3162300"/>
          <p14:tracePt t="148837" x="4483100" y="3251200"/>
          <p14:tracePt t="148852" x="4559300" y="3473450"/>
          <p14:tracePt t="148869" x="4610100" y="3594100"/>
          <p14:tracePt t="148886" x="4705350" y="3816350"/>
          <p14:tracePt t="148902" x="4756150" y="3924300"/>
          <p14:tracePt t="148920" x="4889500" y="4152900"/>
          <p14:tracePt t="148936" x="4927600" y="4222750"/>
          <p14:tracePt t="148952" x="4965700" y="4267200"/>
          <p14:tracePt t="148955" x="4984750" y="4324350"/>
          <p14:tracePt t="148969" x="5022850" y="4368800"/>
          <p14:tracePt t="148986" x="5086350" y="4470400"/>
          <p14:tracePt t="149002" x="5111750" y="4514850"/>
          <p14:tracePt t="149019" x="5175250" y="4603750"/>
          <p14:tracePt t="149035" x="5232400" y="4660900"/>
          <p14:tracePt t="149052" x="5245100" y="4692650"/>
          <p14:tracePt t="149068" x="5283200" y="4724400"/>
          <p14:tracePt t="149085" x="5308600" y="4737100"/>
          <p14:tracePt t="149104" x="5327650" y="4756150"/>
          <p14:tracePt t="149118" x="5334000" y="4756150"/>
          <p14:tracePt t="149135" x="5346700" y="4768850"/>
          <p14:tracePt t="149152" x="5353050" y="4775200"/>
          <p14:tracePt t="149185" x="5359400" y="4775200"/>
          <p14:tracePt t="149202" x="5372100" y="4787900"/>
          <p14:tracePt t="149218" x="5391150" y="4806950"/>
          <p14:tracePt t="149235" x="5397500" y="4819650"/>
          <p14:tracePt t="149251" x="5422900" y="4845050"/>
          <p14:tracePt t="149268" x="5454650" y="4883150"/>
          <p14:tracePt t="149285" x="5467350" y="4895850"/>
          <p14:tracePt t="149301" x="5492750" y="4927600"/>
          <p14:tracePt t="149317" x="5511800" y="4953000"/>
          <p14:tracePt t="149336" x="5524500" y="4965700"/>
          <p14:tracePt t="149351" x="5530850" y="4972050"/>
          <p14:tracePt t="149367" x="5537200" y="4984750"/>
          <p14:tracePt t="149384" x="5537200" y="4991100"/>
          <p14:tracePt t="149417" x="5543550" y="4991100"/>
          <p14:tracePt t="149454" x="5543550" y="4997450"/>
          <p14:tracePt t="150017" x="5543550" y="5003800"/>
          <p14:tracePt t="150032" x="5530850" y="5022850"/>
          <p14:tracePt t="150037" x="5518150" y="5041900"/>
          <p14:tracePt t="150048" x="5518150" y="5060950"/>
          <p14:tracePt t="150065" x="5505450" y="5080000"/>
          <p14:tracePt t="150082" x="5505450" y="5124450"/>
          <p14:tracePt t="150098" x="5511800" y="5137150"/>
          <p14:tracePt t="150116" x="5530850" y="5175250"/>
          <p14:tracePt t="150131" x="5543550" y="5187950"/>
          <p14:tracePt t="150148" x="5549900" y="5200650"/>
          <p14:tracePt t="150165" x="5581650" y="5238750"/>
          <p14:tracePt t="150181" x="5619750" y="5251450"/>
          <p14:tracePt t="150198" x="5632450" y="5251450"/>
          <p14:tracePt t="150214" x="5664200" y="5257800"/>
          <p14:tracePt t="150231" x="5689600" y="5257800"/>
          <p14:tracePt t="150248" x="5702300" y="5257800"/>
          <p14:tracePt t="150264" x="5727700" y="5251450"/>
          <p14:tracePt t="150281" x="5740400" y="5251450"/>
          <p14:tracePt t="150298" x="5765800" y="5245100"/>
          <p14:tracePt t="150314" x="5778500" y="5245100"/>
          <p14:tracePt t="150331" x="5791200" y="5238750"/>
          <p14:tracePt t="150348" x="5816600" y="5232400"/>
          <p14:tracePt t="150363" x="5822950" y="5226050"/>
          <p14:tracePt t="150380" x="5842000" y="5219700"/>
          <p14:tracePt t="150397" x="5848350" y="5213350"/>
          <p14:tracePt t="150414" x="5854700" y="5213350"/>
          <p14:tracePt t="150430" x="5861050" y="5207000"/>
          <p14:tracePt t="150447" x="5867400" y="5207000"/>
          <p14:tracePt t="150481" x="5873750" y="5200650"/>
          <p14:tracePt t="150552" x="5880100" y="5200650"/>
          <p14:tracePt t="150643" x="5886450" y="5194300"/>
          <p14:tracePt t="150678" x="5886450" y="5187950"/>
          <p14:tracePt t="150713" x="5886450" y="5181600"/>
          <p14:tracePt t="150748" x="5886450" y="5175250"/>
          <p14:tracePt t="150812" x="5886450" y="5168900"/>
          <p14:tracePt t="150910" x="5892800" y="5168900"/>
          <p14:tracePt t="150931" x="5899150" y="5168900"/>
          <p14:tracePt t="150981" x="5905500" y="5168900"/>
          <p14:tracePt t="151002" x="5918200" y="5168900"/>
          <p14:tracePt t="151023" x="5924550" y="5168900"/>
          <p14:tracePt t="151051" x="5930900" y="5168900"/>
          <p14:tracePt t="151072" x="5937250" y="5168900"/>
          <p14:tracePt t="151092" x="5943600" y="5162550"/>
          <p14:tracePt t="151099" x="5949950" y="5162550"/>
          <p14:tracePt t="151121" x="5956300" y="5156200"/>
          <p14:tracePt t="151143" x="5962650" y="5156200"/>
          <p14:tracePt t="151171" x="5962650" y="5149850"/>
          <p14:tracePt t="151227" x="5969000" y="5143500"/>
          <p14:tracePt t="151234" x="5969000" y="5137150"/>
          <p14:tracePt t="151283" x="5962650" y="5130800"/>
          <p14:tracePt t="151311" x="5949950" y="5130800"/>
          <p14:tracePt t="151325" x="5943600" y="5130800"/>
          <p14:tracePt t="151332" x="5937250" y="5130800"/>
          <p14:tracePt t="151347" x="5924550" y="5124450"/>
          <p14:tracePt t="151361" x="5911850" y="5124450"/>
          <p14:tracePt t="151377" x="5873750" y="5124450"/>
          <p14:tracePt t="151394" x="5842000" y="5118100"/>
          <p14:tracePt t="151410" x="5791200" y="5118100"/>
          <p14:tracePt t="151427" x="5746750" y="5130800"/>
          <p14:tracePt t="151444" x="5721350" y="5130800"/>
          <p14:tracePt t="151460" x="5683250" y="5143500"/>
          <p14:tracePt t="151477" x="5645150" y="5156200"/>
          <p14:tracePt t="151495" x="5632450" y="5168900"/>
          <p14:tracePt t="151510" x="5626100" y="5175250"/>
          <p14:tracePt t="151527" x="5619750" y="5175250"/>
          <p14:tracePt t="151585" x="5613400" y="5181600"/>
          <p14:tracePt t="151705" x="5613400" y="5187950"/>
          <p14:tracePt t="151712" x="5613400" y="5194300"/>
          <p14:tracePt t="152256" x="5594350" y="5181600"/>
          <p14:tracePt t="152270" x="5562600" y="5149850"/>
          <p14:tracePt t="152278" x="5530850" y="5130800"/>
          <p14:tracePt t="152293" x="5505450" y="5111750"/>
          <p14:tracePt t="152307" x="5448300" y="5086350"/>
          <p14:tracePt t="152324" x="5422900" y="5073650"/>
          <p14:tracePt t="152341" x="5384800" y="5048250"/>
          <p14:tracePt t="152357" x="5353050" y="5041900"/>
          <p14:tracePt t="152374" x="5308600" y="5029200"/>
          <p14:tracePt t="152391" x="5264150" y="5022850"/>
          <p14:tracePt t="152407" x="5232400" y="5016500"/>
          <p14:tracePt t="152423" x="5181600" y="5016500"/>
          <p14:tracePt t="152441" x="5130800" y="5010150"/>
          <p14:tracePt t="152457" x="5105400" y="5010150"/>
          <p14:tracePt t="152474" x="5048250" y="5003800"/>
          <p14:tracePt t="152490" x="4991100" y="5003800"/>
          <p14:tracePt t="152507" x="4959350" y="4991100"/>
          <p14:tracePt t="152524" x="4902200" y="4991100"/>
          <p14:tracePt t="152539" x="4838700" y="4984750"/>
          <p14:tracePt t="152556" x="4813300" y="4984750"/>
          <p14:tracePt t="152574" x="4756150" y="4984750"/>
          <p14:tracePt t="152589" x="4705350" y="4984750"/>
          <p14:tracePt t="152606" x="4686300" y="4984750"/>
          <p14:tracePt t="152623" x="4654550" y="4991100"/>
          <p14:tracePt t="152639" x="4641850" y="4997450"/>
          <p14:tracePt t="152656" x="4622800" y="5003800"/>
          <p14:tracePt t="152673" x="4610100" y="5003800"/>
          <p14:tracePt t="152689" x="4610100" y="5010150"/>
          <p14:tracePt t="152728" x="4610100" y="5016500"/>
          <p14:tracePt t="152953" x="4610100" y="5022850"/>
          <p14:tracePt t="152975" x="4616450" y="5022850"/>
          <p14:tracePt t="152996" x="4622800" y="5022850"/>
          <p14:tracePt t="153003" x="4629150" y="5022850"/>
          <p14:tracePt t="153010" x="4635500" y="5022850"/>
          <p14:tracePt t="153025" x="4641850" y="5022850"/>
          <p14:tracePt t="153038" x="4654550" y="5022850"/>
          <p14:tracePt t="153055" x="4699000" y="5022850"/>
          <p14:tracePt t="153071" x="4737100" y="5022850"/>
          <p14:tracePt t="153088" x="4826000" y="5022850"/>
          <p14:tracePt t="153105" x="4959350" y="5035550"/>
          <p14:tracePt t="153122" x="5010150" y="5041900"/>
          <p14:tracePt t="153138" x="5143500" y="5060950"/>
          <p14:tracePt t="153154" x="5264150" y="5080000"/>
          <p14:tracePt t="153173" x="5359400" y="5105400"/>
          <p14:tracePt t="153188" x="5391150" y="5124450"/>
          <p14:tracePt t="153204" x="5416550" y="5130800"/>
          <p14:tracePt t="153221" x="5480050" y="5149850"/>
          <p14:tracePt t="153237" x="5524500" y="5168900"/>
          <p14:tracePt t="153254" x="5537200" y="5175250"/>
          <p14:tracePt t="153271" x="5556250" y="5181600"/>
          <p14:tracePt t="153287" x="5562600" y="5187950"/>
          <p14:tracePt t="153304" x="5568950" y="5194300"/>
          <p14:tracePt t="153362" x="5575300" y="5194300"/>
          <p14:tracePt t="153544" x="5568950" y="5194300"/>
          <p14:tracePt t="153572" x="5568950" y="5187950"/>
          <p14:tracePt t="153594" x="5562600" y="5187950"/>
          <p14:tracePt t="153615" x="5562600" y="5181600"/>
          <p14:tracePt t="153629" x="5562600" y="5175250"/>
          <p14:tracePt t="153638" x="5549900" y="5168900"/>
          <p14:tracePt t="153652" x="5537200" y="5162550"/>
          <p14:tracePt t="153669" x="5480050" y="5124450"/>
          <p14:tracePt t="153686" x="5365750" y="5060950"/>
          <p14:tracePt t="153702" x="5289550" y="5029200"/>
          <p14:tracePt t="153720" x="5130800" y="4965700"/>
          <p14:tracePt t="153736" x="4978400" y="4908550"/>
          <p14:tracePt t="153752" x="4902200" y="4889500"/>
          <p14:tracePt t="153770" x="4794250" y="4870450"/>
          <p14:tracePt t="153786" x="4699000" y="4864100"/>
          <p14:tracePt t="153802" x="4673600" y="4864100"/>
          <p14:tracePt t="153819" x="4616450" y="4864100"/>
          <p14:tracePt t="153835" x="4603750" y="4864100"/>
          <p14:tracePt t="153852" x="4584700" y="4870450"/>
          <p14:tracePt t="153868" x="4578350" y="4870450"/>
          <p14:tracePt t="153885" x="4572000" y="4876800"/>
          <p14:tracePt t="153901" x="4565650" y="4876800"/>
          <p14:tracePt t="153918" x="4559300" y="4883150"/>
          <p14:tracePt t="153935" x="4552950" y="4883150"/>
          <p14:tracePt t="153952" x="4540250" y="4902200"/>
          <p14:tracePt t="153968" x="4533900" y="4914900"/>
          <p14:tracePt t="153985" x="4527550" y="4927600"/>
          <p14:tracePt t="154002" x="4502150" y="4953000"/>
          <p14:tracePt t="154018" x="4451350" y="4997450"/>
          <p14:tracePt t="154035" x="4413250" y="5035550"/>
          <p14:tracePt t="154038" x="4381500" y="5067300"/>
          <p14:tracePt t="154053" x="4343400" y="5099050"/>
          <p14:tracePt t="154068" x="4279900" y="5149850"/>
          <p14:tracePt t="154086" x="4260850" y="5175250"/>
          <p14:tracePt t="154101" x="4222750" y="5207000"/>
          <p14:tracePt t="154118" x="4203700" y="5226050"/>
          <p14:tracePt t="154134" x="4191000" y="5232400"/>
          <p14:tracePt t="154151" x="4184650" y="5238750"/>
          <p14:tracePt t="154168" x="4184650" y="5245100"/>
          <p14:tracePt t="154185" x="4184650" y="5251450"/>
          <p14:tracePt t="154205" x="4191000" y="5251450"/>
          <p14:tracePt t="154220" x="4197350" y="5251450"/>
          <p14:tracePt t="154234" x="4216400" y="5251450"/>
          <p14:tracePt t="154250" x="4273550" y="5238750"/>
          <p14:tracePt t="154267" x="4324350" y="5238750"/>
          <p14:tracePt t="154284" x="4457700" y="5207000"/>
          <p14:tracePt t="154300" x="4635500" y="5181600"/>
          <p14:tracePt t="154317" x="4730750" y="5156200"/>
          <p14:tracePt t="154333" x="4921250" y="5130800"/>
          <p14:tracePt t="154350" x="5067300" y="5111750"/>
          <p14:tracePt t="154369" x="5207000" y="5111750"/>
          <p14:tracePt t="154383" x="5257800" y="5111750"/>
          <p14:tracePt t="154400" x="5295900" y="5111750"/>
          <p14:tracePt t="154418" x="5384800" y="5111750"/>
          <p14:tracePt t="154433" x="5403850" y="5111750"/>
          <p14:tracePt t="154450" x="5429250" y="5118100"/>
          <p14:tracePt t="154467" x="5454650" y="5124450"/>
          <p14:tracePt t="154483" x="5467350" y="5130800"/>
          <p14:tracePt t="154500" x="5480050" y="5137150"/>
          <p14:tracePt t="154516" x="5492750" y="5137150"/>
          <p14:tracePt t="154533" x="5511800" y="5143500"/>
          <p14:tracePt t="154551" x="5518150" y="5143500"/>
          <p14:tracePt t="154572" x="5524500" y="5143500"/>
          <p14:tracePt t="154582" x="5530850" y="5143500"/>
          <p14:tracePt t="154628" x="5537200" y="5143500"/>
          <p14:tracePt t="154670" x="5543550" y="5143500"/>
          <p14:tracePt t="154698" x="5549900" y="5143500"/>
          <p14:tracePt t="154740" x="5556250" y="5137150"/>
          <p14:tracePt t="154762" x="5556250" y="5130800"/>
          <p14:tracePt t="154783" x="5556250" y="5124450"/>
          <p14:tracePt t="154811" x="5556250" y="5111750"/>
          <p14:tracePt t="154853" x="5556250" y="5099050"/>
          <p14:tracePt t="154860" x="5549900" y="5080000"/>
          <p14:tracePt t="154874" x="5537200" y="5054600"/>
          <p14:tracePt t="154882" x="5524500" y="5016500"/>
          <p14:tracePt t="154898" x="5486400" y="4959350"/>
          <p14:tracePt t="154915" x="5359400" y="4794250"/>
          <p14:tracePt t="154931" x="5200650" y="4603750"/>
          <p14:tracePt t="154948" x="5111750" y="4495800"/>
          <p14:tracePt t="154966" x="4940300" y="4311650"/>
          <p14:tracePt t="154981" x="4800600" y="4171950"/>
          <p14:tracePt t="154998" x="4737100" y="4108450"/>
          <p14:tracePt t="155015" x="4692650" y="4076700"/>
          <p14:tracePt t="155031" x="4635500" y="4019550"/>
          <p14:tracePt t="155048" x="4603750" y="3994150"/>
          <p14:tracePt t="155051" x="4597400" y="3981450"/>
          <p14:tracePt t="155067" x="4591050" y="3981450"/>
          <p14:tracePt t="155081" x="4584700" y="3981450"/>
          <p14:tracePt t="155098" x="4578350" y="3981450"/>
          <p14:tracePt t="155155" x="4572000" y="3987800"/>
          <p14:tracePt t="155205" x="4572000" y="3994150"/>
          <p14:tracePt t="155275" x="4565650" y="3994150"/>
          <p14:tracePt t="155282" x="4559300" y="3994150"/>
          <p14:tracePt t="155296" x="4552950" y="3994150"/>
          <p14:tracePt t="155303" x="4546600" y="3994150"/>
          <p14:tracePt t="155317" x="4533900" y="3994150"/>
          <p14:tracePt t="155330" x="4533900" y="3987800"/>
          <p14:tracePt t="155346" x="4489450" y="3968750"/>
          <p14:tracePt t="155363" x="4457700" y="3949700"/>
          <p14:tracePt t="155380" x="4343400" y="3886200"/>
          <p14:tracePt t="155397" x="4191000" y="3784600"/>
          <p14:tracePt t="155413" x="4108450" y="3721100"/>
          <p14:tracePt t="155431" x="3943350" y="3587750"/>
          <p14:tracePt t="155447" x="3860800" y="3517900"/>
          <p14:tracePt t="155463" x="3695700" y="3378200"/>
          <p14:tracePt t="155480" x="3562350" y="3257550"/>
          <p14:tracePt t="155496" x="3448050" y="3162300"/>
          <p14:tracePt t="155513" x="3416300" y="3130550"/>
          <p14:tracePt t="155530" x="3346450" y="3079750"/>
          <p14:tracePt t="155546" x="3289300" y="3022600"/>
          <p14:tracePt t="155563" x="3232150" y="2971800"/>
          <p14:tracePt t="155579" x="3200400" y="2959100"/>
          <p14:tracePt t="155596" x="3149600" y="2908300"/>
          <p14:tracePt t="155614" x="3105150" y="2895600"/>
          <p14:tracePt t="155981" x="3073400" y="2863850"/>
          <p14:tracePt t="155987" x="3035300" y="2819400"/>
          <p14:tracePt t="155996" x="2978150" y="2768600"/>
          <p14:tracePt t="156011" x="2933700" y="2724150"/>
          <p14:tracePt t="156028" x="2870200" y="2673350"/>
          <p14:tracePt t="156045" x="2781300" y="2590800"/>
          <p14:tracePt t="156061" x="2698750" y="2508250"/>
          <p14:tracePt t="156078" x="2667000" y="2476500"/>
          <p14:tracePt t="156081" x="2628900" y="2451100"/>
          <p14:tracePt t="156094" x="2609850" y="2425700"/>
          <p14:tracePt t="156111" x="2578100" y="2406650"/>
          <p14:tracePt t="156128" x="2565400" y="2393950"/>
          <p14:tracePt t="156144" x="2559050" y="2393950"/>
          <p14:tracePt t="156276" x="2559050" y="2400300"/>
          <p14:tracePt t="156296" x="2559050" y="2406650"/>
          <p14:tracePt t="156311" x="2559050" y="2419350"/>
          <p14:tracePt t="156318" x="2559050" y="2425700"/>
          <p14:tracePt t="156332" x="2565400" y="2432050"/>
          <p14:tracePt t="156343" x="2571750" y="2438400"/>
          <p14:tracePt t="156361" x="2590800" y="2463800"/>
          <p14:tracePt t="156377" x="2603500" y="2476500"/>
          <p14:tracePt t="156393" x="2628900" y="2533650"/>
          <p14:tracePt t="156410" x="2673350" y="2597150"/>
          <p14:tracePt t="156427" x="2686050" y="2635250"/>
          <p14:tracePt t="156443" x="2730500" y="2705100"/>
          <p14:tracePt t="156460" x="2755900" y="2743200"/>
          <p14:tracePt t="156476" x="2781300" y="2768600"/>
          <p14:tracePt t="156494" x="2794000" y="2794000"/>
          <p14:tracePt t="156509" x="2806700" y="2800350"/>
          <p14:tracePt t="156526" x="2806700" y="2806700"/>
          <p14:tracePt t="156599" x="2813050" y="2813050"/>
          <p14:tracePt t="156614" x="2819400" y="2813050"/>
          <p14:tracePt t="156620" x="2825750" y="2813050"/>
          <p14:tracePt t="156649" x="2838450" y="2813050"/>
          <p14:tracePt t="156670" x="2844800" y="2813050"/>
          <p14:tracePt t="156691" x="2844800" y="2806700"/>
          <p14:tracePt t="156698" x="2851150" y="2806700"/>
          <p14:tracePt t="156712" x="2857500" y="2800350"/>
          <p14:tracePt t="156726" x="2857500" y="2794000"/>
          <p14:tracePt t="156742" x="2870200" y="2762250"/>
          <p14:tracePt t="156758" x="2876550" y="2730500"/>
          <p14:tracePt t="156776" x="2895600" y="2673350"/>
          <p14:tracePt t="156791" x="2895600" y="2584450"/>
          <p14:tracePt t="156808" x="2895600" y="2546350"/>
          <p14:tracePt t="156825" x="2895600" y="2476500"/>
          <p14:tracePt t="156842" x="2895600" y="2425700"/>
          <p14:tracePt t="156858" x="2895600" y="2413000"/>
          <p14:tracePt t="156875" x="2895600" y="2393950"/>
          <p14:tracePt t="156891" x="2901950" y="2387600"/>
          <p14:tracePt t="156944" x="2908300" y="2393950"/>
          <p14:tracePt t="156951" x="2908300" y="2400300"/>
          <p14:tracePt t="156965" x="2921000" y="2413000"/>
          <p14:tracePt t="156974" x="2933700" y="2432050"/>
          <p14:tracePt t="156991" x="2971800" y="2476500"/>
          <p14:tracePt t="157008" x="3048000" y="2616200"/>
          <p14:tracePt t="157024" x="3168650" y="2768600"/>
          <p14:tracePt t="157041" x="3232150" y="2851150"/>
          <p14:tracePt t="157057" x="3340100" y="2978150"/>
          <p14:tracePt t="157074" x="3403600" y="3060700"/>
          <p14:tracePt t="157091" x="3441700" y="3105150"/>
          <p14:tracePt t="157107" x="3448050" y="3117850"/>
          <p14:tracePt t="157124" x="3460750" y="3124200"/>
          <p14:tracePt t="157143" x="3467100" y="3124200"/>
          <p14:tracePt t="157176" x="3467100" y="3117850"/>
          <p14:tracePt t="157191" x="3467100" y="3111500"/>
          <p14:tracePt t="157204" x="3467100" y="3105150"/>
          <p14:tracePt t="157211" x="3467100" y="3092450"/>
          <p14:tracePt t="157226" x="3467100" y="3086100"/>
          <p14:tracePt t="157240" x="3460750" y="3073400"/>
          <p14:tracePt t="157257" x="3448050" y="3041650"/>
          <p14:tracePt t="157274" x="3422650" y="3009900"/>
          <p14:tracePt t="157290" x="3378200" y="2908300"/>
          <p14:tracePt t="157307" x="3289300" y="2749550"/>
          <p14:tracePt t="157324" x="3187700" y="2584450"/>
          <p14:tracePt t="157340" x="3136900" y="2514600"/>
          <p14:tracePt t="157356" x="3086100" y="2444750"/>
          <p14:tracePt t="157374" x="3022600" y="2368550"/>
          <p14:tracePt t="157390" x="3003550" y="2343150"/>
          <p14:tracePt t="157406" x="3003550" y="2330450"/>
          <p14:tracePt t="157423" x="2990850" y="2324100"/>
          <p14:tracePt t="157458" x="2990850" y="2330450"/>
          <p14:tracePt t="157473" x="2990850" y="2336800"/>
          <p14:tracePt t="157479" x="2997200" y="2336800"/>
          <p14:tracePt t="157489" x="2997200" y="2343150"/>
          <p14:tracePt t="157507" x="3016250" y="2349500"/>
          <p14:tracePt t="157522" x="3035300" y="2355850"/>
          <p14:tracePt t="157539" x="3073400" y="2381250"/>
          <p14:tracePt t="157556" x="3175000" y="2438400"/>
          <p14:tracePt t="157572" x="3244850" y="2476500"/>
          <p14:tracePt t="157589" x="3422650" y="2578100"/>
          <p14:tracePt t="157606" x="3619500" y="2692400"/>
          <p14:tracePt t="157622" x="3727450" y="2768600"/>
          <p14:tracePt t="157639" x="3943350" y="2882900"/>
          <p14:tracePt t="157655" x="4127500" y="2965450"/>
          <p14:tracePt t="157672" x="4216400" y="3009900"/>
          <p14:tracePt t="157689" x="4381500" y="3079750"/>
          <p14:tracePt t="157705" x="4502150" y="3130550"/>
          <p14:tracePt t="157722" x="4546600" y="3136900"/>
          <p14:tracePt t="157739" x="4603750" y="3136900"/>
          <p14:tracePt t="157755" x="4629150" y="3136900"/>
          <p14:tracePt t="157772" x="4654550" y="3117850"/>
          <p14:tracePt t="157789" x="4699000" y="3105150"/>
          <p14:tracePt t="157805" x="4718050" y="3098800"/>
          <p14:tracePt t="157822" x="4743450" y="3092450"/>
          <p14:tracePt t="157838" x="4768850" y="3086100"/>
          <p14:tracePt t="157855" x="4781550" y="3086100"/>
          <p14:tracePt t="157871" x="4806950" y="3079750"/>
          <p14:tracePt t="157887" x="4826000" y="3073400"/>
          <p14:tracePt t="157905" x="4838700" y="3067050"/>
          <p14:tracePt t="157922" x="4845050" y="3060700"/>
          <p14:tracePt t="157938" x="4851400" y="3060700"/>
          <p14:tracePt t="157971" x="4857750" y="3060700"/>
          <p14:tracePt t="157987" x="4857750" y="3054350"/>
          <p14:tracePt t="158027" x="4857750" y="3048000"/>
          <p14:tracePt t="158048" x="4851400" y="3041650"/>
          <p14:tracePt t="158056" x="4851400" y="3035300"/>
          <p14:tracePt t="158070" x="4838700" y="3035300"/>
          <p14:tracePt t="158076" x="4826000" y="3035300"/>
          <p14:tracePt t="158091" x="4806950" y="3035300"/>
          <p14:tracePt t="158105" x="4724400" y="3022600"/>
          <p14:tracePt t="158120" x="4660900" y="3009900"/>
          <p14:tracePt t="158137" x="4565650" y="2990850"/>
          <p14:tracePt t="158154" x="4387850" y="2978150"/>
          <p14:tracePt t="158170" x="4171950" y="2978150"/>
          <p14:tracePt t="158187" x="4057650" y="2978150"/>
          <p14:tracePt t="158204" x="3841750" y="2997200"/>
          <p14:tracePt t="158220" x="3663950" y="3016250"/>
          <p14:tracePt t="158237" x="3600450" y="3022600"/>
          <p14:tracePt t="158253" x="3517900" y="3035300"/>
          <p14:tracePt t="158270" x="3473450" y="3048000"/>
          <p14:tracePt t="158288" x="3454400" y="3048000"/>
          <p14:tracePt t="158337" x="3460750" y="3048000"/>
          <p14:tracePt t="158351" x="3473450" y="3048000"/>
          <p14:tracePt t="158358" x="3486150" y="3048000"/>
          <p14:tracePt t="158373" x="3498850" y="3048000"/>
          <p14:tracePt t="158387" x="3549650" y="3048000"/>
          <p14:tracePt t="158403" x="3575050" y="3041650"/>
          <p14:tracePt t="158419" x="3632200" y="3041650"/>
          <p14:tracePt t="158436" x="3759200" y="3041650"/>
          <p14:tracePt t="158453" x="3879850" y="3009900"/>
          <p14:tracePt t="158469" x="3924300" y="2984500"/>
          <p14:tracePt t="158486" x="3987800" y="2946400"/>
          <p14:tracePt t="158502" x="4013200" y="2908300"/>
          <p14:tracePt t="158520" x="4013200" y="2876550"/>
          <p14:tracePt t="158536" x="4006850" y="2844800"/>
          <p14:tracePt t="158552" x="3962400" y="2800350"/>
          <p14:tracePt t="158569" x="3848100" y="2622550"/>
          <p14:tracePt t="158586" x="3695700" y="2419350"/>
          <p14:tracePt t="158602" x="3613150" y="2324100"/>
          <p14:tracePt t="158619" x="3473450" y="2159000"/>
          <p14:tracePt t="158635" x="3397250" y="2076450"/>
          <p14:tracePt t="158639" x="3378200" y="2063750"/>
          <p14:tracePt t="158654" x="3378200" y="2057400"/>
          <p14:tracePt t="158668" x="3365500" y="2051050"/>
          <p14:tracePt t="158704" x="3365500" y="2057400"/>
          <p14:tracePt t="158724" x="3365500" y="2063750"/>
          <p14:tracePt t="158734" x="3365500" y="2070100"/>
          <p14:tracePt t="158754" x="3365500" y="2076450"/>
          <p14:tracePt t="158768" x="3371850" y="2082800"/>
          <p14:tracePt t="158785" x="3371850" y="2095500"/>
          <p14:tracePt t="158802" x="3403600" y="2203450"/>
          <p14:tracePt t="158818" x="3435350" y="2292350"/>
          <p14:tracePt t="158835" x="3511550" y="2540000"/>
          <p14:tracePt t="158851" x="3594100" y="2806700"/>
          <p14:tracePt t="158868" x="3625850" y="2908300"/>
          <p14:tracePt t="158885" x="3689350" y="3067050"/>
          <p14:tracePt t="158901" x="3714750" y="3143250"/>
          <p14:tracePt t="158918" x="3721100" y="3155950"/>
          <p14:tracePt t="158935" x="3721100" y="3175000"/>
          <p14:tracePt t="158951" x="3721100" y="3181350"/>
          <p14:tracePt t="158967" x="3727450" y="3181350"/>
          <p14:tracePt t="158991" x="3733800" y="3181350"/>
          <p14:tracePt t="159012" x="3746500" y="3181350"/>
          <p14:tracePt t="159020" x="3752850" y="3181350"/>
          <p14:tracePt t="159035" x="3759200" y="3181350"/>
          <p14:tracePt t="159050" x="3771900" y="3175000"/>
          <p14:tracePt t="159067" x="3803650" y="3162300"/>
          <p14:tracePt t="159083" x="3848100" y="3155950"/>
          <p14:tracePt t="159100" x="3873500" y="3149600"/>
          <p14:tracePt t="159117" x="3968750" y="3136900"/>
          <p14:tracePt t="159134" x="4102100" y="3111500"/>
          <p14:tracePt t="159150" x="4165600" y="3092450"/>
          <p14:tracePt t="159167" x="4298950" y="3073400"/>
          <p14:tracePt t="159183" x="4349750" y="3060700"/>
          <p14:tracePt t="159200" x="4432300" y="3054350"/>
          <p14:tracePt t="159217" x="4483100" y="3048000"/>
          <p14:tracePt t="159234" x="4514850" y="3041650"/>
          <p14:tracePt t="159250" x="4533900" y="3035300"/>
          <p14:tracePt t="161052" x="4495800" y="3035300"/>
          <p14:tracePt t="161059" x="4438650" y="3048000"/>
          <p14:tracePt t="161074" x="4387850" y="3054350"/>
          <p14:tracePt t="161081" x="4318000" y="3060700"/>
          <p14:tracePt t="161096" x="4254500" y="3073400"/>
          <p14:tracePt t="161110" x="4127500" y="3079750"/>
          <p14:tracePt t="161127" x="4076700" y="3079750"/>
          <p14:tracePt t="161144" x="3968750" y="3079750"/>
          <p14:tracePt t="161160" x="3930650" y="3079750"/>
          <p14:tracePt t="161177" x="3879850" y="3079750"/>
          <p14:tracePt t="161194" x="3860800" y="3079750"/>
          <p14:tracePt t="161214" x="3854450" y="3079750"/>
          <p14:tracePt t="161243" x="3860800" y="3079750"/>
          <p14:tracePt t="161249" x="3873500" y="3079750"/>
          <p14:tracePt t="161264" x="3905250" y="3079750"/>
          <p14:tracePt t="161276" x="3943350" y="3092450"/>
          <p14:tracePt t="161293" x="4127500" y="3124200"/>
          <p14:tracePt t="161309" x="4254500" y="3155950"/>
          <p14:tracePt t="161327" x="4527550" y="3219450"/>
          <p14:tracePt t="161342" x="4775200" y="3276600"/>
          <p14:tracePt t="161359" x="4902200" y="3295650"/>
          <p14:tracePt t="161378" x="5118100" y="3314700"/>
          <p14:tracePt t="161393" x="5245100" y="3314700"/>
          <p14:tracePt t="161409" x="5276850" y="3308350"/>
          <p14:tracePt t="161426" x="5321300" y="3295650"/>
          <p14:tracePt t="161481" x="5314950" y="3295650"/>
          <p14:tracePt t="161496" x="5308600" y="3295650"/>
          <p14:tracePt t="161517" x="5302250" y="3295650"/>
          <p14:tracePt t="161524" x="5283200" y="3289300"/>
          <p14:tracePt t="161531" x="5264150" y="3282950"/>
          <p14:tracePt t="161545" x="5213350" y="3270250"/>
          <p14:tracePt t="161559" x="5162550" y="3263900"/>
          <p14:tracePt t="161575" x="5003800" y="3244850"/>
          <p14:tracePt t="161592" x="4914900" y="3232150"/>
          <p14:tracePt t="161609" x="4724400" y="3213100"/>
          <p14:tracePt t="161626" x="4591050" y="3206750"/>
          <p14:tracePt t="161641" x="4540250" y="3194050"/>
          <p14:tracePt t="161658" x="4489450" y="3187700"/>
          <p14:tracePt t="161675" x="4470400" y="3187700"/>
          <p14:tracePt t="161691" x="4470400" y="3181350"/>
          <p14:tracePt t="161708" x="4476750" y="3181350"/>
          <p14:tracePt t="161725" x="4489450" y="3181350"/>
          <p14:tracePt t="161742" x="4552950" y="3168650"/>
          <p14:tracePt t="161758" x="4591050" y="3168650"/>
          <p14:tracePt t="161774" x="4654550" y="3155950"/>
          <p14:tracePt t="161791" x="4749800" y="3143250"/>
          <p14:tracePt t="161808" x="4857750" y="3124200"/>
          <p14:tracePt t="161824" x="4883150" y="3117850"/>
          <p14:tracePt t="161841" x="4921250" y="3098800"/>
          <p14:tracePt t="161857" x="4927600" y="3098800"/>
          <p14:tracePt t="161925" x="4921250" y="3098800"/>
          <p14:tracePt t="161946" x="4908550" y="3098800"/>
          <p14:tracePt t="161967" x="4895850" y="3098800"/>
          <p14:tracePt t="161975" x="4883150" y="3092450"/>
          <p14:tracePt t="161988" x="4864100" y="3086100"/>
          <p14:tracePt t="161995" x="4832350" y="3060700"/>
          <p14:tracePt t="162010" x="4775200" y="3028950"/>
          <p14:tracePt t="162025" x="4610100" y="2940050"/>
          <p14:tracePt t="162040" x="4514850" y="2876550"/>
          <p14:tracePt t="162057" x="4394200" y="2800350"/>
          <p14:tracePt t="162074" x="4191000" y="2622550"/>
          <p14:tracePt t="162090" x="4083050" y="2552700"/>
          <p14:tracePt t="162107" x="3917950" y="2413000"/>
          <p14:tracePt t="162123" x="3822700" y="2330450"/>
          <p14:tracePt t="162140" x="3778250" y="2298700"/>
          <p14:tracePt t="162157" x="3765550" y="2292350"/>
          <p14:tracePt t="162227" x="3771900" y="2292350"/>
          <p14:tracePt t="162242" x="3778250" y="2298700"/>
          <p14:tracePt t="162257" x="3784600" y="2305050"/>
          <p14:tracePt t="162263" x="3790950" y="2311400"/>
          <p14:tracePt t="162276" x="3803650" y="2324100"/>
          <p14:tracePt t="162289" x="3829050" y="2343150"/>
          <p14:tracePt t="162306" x="3930650" y="2451100"/>
          <p14:tracePt t="162322" x="4102100" y="2616200"/>
          <p14:tracePt t="162340" x="4330700" y="2838450"/>
          <p14:tracePt t="162356" x="4476750" y="2971800"/>
          <p14:tracePt t="162372" x="4711700" y="3181350"/>
          <p14:tracePt t="162390" x="4876800" y="3327400"/>
          <p14:tracePt t="162406" x="4933950" y="3378200"/>
          <p14:tracePt t="162422" x="4991100" y="3416300"/>
          <p14:tracePt t="162439" x="5010150" y="3422650"/>
          <p14:tracePt t="162455" x="5016500" y="3422650"/>
          <p14:tracePt t="162490" x="5022850" y="3422650"/>
          <p14:tracePt t="162509" x="5022850" y="3416300"/>
          <p14:tracePt t="162523" x="5029200" y="3416300"/>
          <p14:tracePt t="162538" x="5029200" y="3403600"/>
          <p14:tracePt t="162559" x="5029200" y="3397250"/>
          <p14:tracePt t="162574" x="5029200" y="3390900"/>
          <p14:tracePt t="162607" x="5029200" y="3378200"/>
          <p14:tracePt t="162628" x="5022850" y="3378200"/>
          <p14:tracePt t="162643" x="5022850" y="3371850"/>
          <p14:tracePt t="162649" x="5022850" y="3365500"/>
          <p14:tracePt t="162658" x="5016500" y="3359150"/>
          <p14:tracePt t="162672" x="5010150" y="3346450"/>
          <p14:tracePt t="162688" x="4991100" y="3327400"/>
          <p14:tracePt t="162705" x="4914900" y="3257550"/>
          <p14:tracePt t="162721" x="4775200" y="3143250"/>
          <p14:tracePt t="162738" x="4692650" y="3079750"/>
          <p14:tracePt t="162742" x="4597400" y="3022600"/>
          <p14:tracePt t="162755" x="4489450" y="2959100"/>
          <p14:tracePt t="162771" x="4318000" y="2851150"/>
          <p14:tracePt t="162788" x="4248150" y="2825750"/>
          <p14:tracePt t="162805" x="4133850" y="2774950"/>
          <p14:tracePt t="162821" x="4070350" y="2755900"/>
          <p14:tracePt t="162837" x="4051300" y="2755900"/>
          <p14:tracePt t="162854" x="4032250" y="2755900"/>
          <p14:tracePt t="162871" x="4025900" y="2755900"/>
          <p14:tracePt t="162887" x="4038600" y="2755900"/>
          <p14:tracePt t="162904" x="4089400" y="2755900"/>
          <p14:tracePt t="162921" x="4152900" y="2774950"/>
          <p14:tracePt t="162938" x="4629150" y="2882900"/>
          <p14:tracePt t="162954" x="4883150" y="2946400"/>
          <p14:tracePt t="162970" x="5137150" y="3003550"/>
          <p14:tracePt t="162987" x="5632450" y="3079750"/>
          <p14:tracePt t="163003" x="6000750" y="3130550"/>
          <p14:tracePt t="163020" x="6115050" y="3130550"/>
          <p14:tracePt t="163037" x="6229350" y="3124200"/>
          <p14:tracePt t="163053" x="6267450" y="3105150"/>
          <p14:tracePt t="163070" x="6273800" y="3105150"/>
          <p14:tracePt t="163087" x="6273800" y="3092450"/>
          <p14:tracePt t="163122" x="6267450" y="3092450"/>
          <p14:tracePt t="163149" x="6254750" y="3092450"/>
          <p14:tracePt t="163163" x="6248400" y="3092450"/>
          <p14:tracePt t="163173" x="6242050" y="3092450"/>
          <p14:tracePt t="163186" x="6242050" y="3086100"/>
          <p14:tracePt t="165494" x="6191250" y="3092450"/>
          <p14:tracePt t="165501" x="6096000" y="3111500"/>
          <p14:tracePt t="165515" x="5994400" y="3136900"/>
          <p14:tracePt t="165529" x="5880100" y="3155950"/>
          <p14:tracePt t="165545" x="5651500" y="3206750"/>
          <p14:tracePt t="165562" x="5543550" y="3225800"/>
          <p14:tracePt t="165578" x="5276850" y="3270250"/>
          <p14:tracePt t="165595" x="4991100" y="3340100"/>
          <p14:tracePt t="165612" x="4845050" y="3384550"/>
          <p14:tracePt t="165628" x="4597400" y="3473450"/>
          <p14:tracePt t="165644" x="4279900" y="3625850"/>
          <p14:tracePt t="165661" x="4171950" y="3695700"/>
          <p14:tracePt t="165678" x="3968750" y="3835400"/>
          <p14:tracePt t="165694" x="3803650" y="3994150"/>
          <p14:tracePt t="165711" x="3721100" y="4076700"/>
          <p14:tracePt t="165727" x="3562350" y="4241800"/>
          <p14:tracePt t="165744" x="3511550" y="4305300"/>
          <p14:tracePt t="165762" x="3397250" y="4521200"/>
          <p14:tracePt t="165778" x="3397250" y="4552950"/>
          <p14:tracePt t="165794" x="3397250" y="4540250"/>
          <p14:tracePt t="166155" x="3340100" y="4578350"/>
          <p14:tracePt t="166162" x="3270250" y="4622800"/>
          <p14:tracePt t="166178" x="3200400" y="4673600"/>
          <p14:tracePt t="166192" x="3143250" y="4737100"/>
          <p14:tracePt t="166209" x="3009900" y="4851400"/>
          <p14:tracePt t="166227" x="2889250" y="4984750"/>
          <p14:tracePt t="166242" x="2832100" y="5041900"/>
          <p14:tracePt t="166259" x="2724150" y="5137150"/>
          <p14:tracePt t="166276" x="2647950" y="5207000"/>
          <p14:tracePt t="166292" x="2609850" y="5245100"/>
          <p14:tracePt t="166309" x="2578100" y="5276850"/>
          <p14:tracePt t="166312" x="2552700" y="5314950"/>
          <p14:tracePt t="166325" x="2495550" y="5359400"/>
          <p14:tracePt t="166342" x="2482850" y="5378450"/>
          <p14:tracePt t="166359" x="2457450" y="5397500"/>
          <p14:tracePt t="166375" x="2444750" y="5403850"/>
          <p14:tracePt t="166392" x="2438400" y="5416550"/>
          <p14:tracePt t="166425" x="2432050" y="5416550"/>
          <p14:tracePt t="166479" x="2425700" y="5422900"/>
          <p14:tracePt t="166486" x="2425700" y="5429250"/>
          <p14:tracePt t="166500" x="2419350" y="5435600"/>
          <p14:tracePt t="166509" x="2413000" y="5448300"/>
          <p14:tracePt t="166525" x="2406650" y="5467350"/>
          <p14:tracePt t="166542" x="2387600" y="5492750"/>
          <p14:tracePt t="166558" x="2374900" y="5537200"/>
          <p14:tracePt t="166574" x="2368550" y="5549900"/>
          <p14:tracePt t="166592" x="2355850" y="5588000"/>
          <p14:tracePt t="166608" x="2330450" y="5632450"/>
          <p14:tracePt t="166624" x="2324100" y="5645150"/>
          <p14:tracePt t="166641" x="2317750" y="5689600"/>
          <p14:tracePt t="166658" x="2317750" y="5708650"/>
          <p14:tracePt t="166674" x="2317750" y="5765800"/>
          <p14:tracePt t="166691" x="2355850" y="5835650"/>
          <p14:tracePt t="166707" x="2368550" y="5867400"/>
          <p14:tracePt t="166724" x="2425700" y="5969000"/>
          <p14:tracePt t="166741" x="2470150" y="6057900"/>
          <p14:tracePt t="166757" x="2495550" y="6115050"/>
          <p14:tracePt t="166775" x="2520950" y="6159500"/>
          <p14:tracePt t="166790" x="2540000" y="6178550"/>
          <p14:tracePt t="166807" x="2546350" y="6178550"/>
          <p14:tracePt t="166824" x="2552700" y="6184900"/>
          <p14:tracePt t="166859" x="2559050" y="6184900"/>
          <p14:tracePt t="166880" x="2559050" y="6178550"/>
          <p14:tracePt t="166887" x="2559050" y="6172200"/>
          <p14:tracePt t="166901" x="2559050" y="6153150"/>
          <p14:tracePt t="166909" x="2559050" y="6140450"/>
          <p14:tracePt t="166924" x="2552700" y="6108700"/>
          <p14:tracePt t="166940" x="2552700" y="6089650"/>
          <p14:tracePt t="166958" x="2540000" y="5981700"/>
          <p14:tracePt t="166973" x="2520950" y="5937250"/>
          <p14:tracePt t="166990" x="2508250" y="5899150"/>
          <p14:tracePt t="167007" x="2482850" y="5803900"/>
          <p14:tracePt t="167023" x="2470150" y="5695950"/>
          <p14:tracePt t="167040" x="2451100" y="5626100"/>
          <p14:tracePt t="167056" x="2413000" y="5518150"/>
          <p14:tracePt t="167073" x="2387600" y="5435600"/>
          <p14:tracePt t="167089" x="2381250" y="5416550"/>
          <p14:tracePt t="167106" x="2368550" y="5378450"/>
          <p14:tracePt t="167122" x="2355850" y="5346700"/>
          <p14:tracePt t="167140" x="2343150" y="5302250"/>
          <p14:tracePt t="167156" x="2330450" y="5276850"/>
          <p14:tracePt t="167172" x="2305050" y="5200650"/>
          <p14:tracePt t="167190" x="2260600" y="5099050"/>
          <p14:tracePt t="167206" x="2241550" y="5048250"/>
          <p14:tracePt t="167223" x="2222500" y="5003800"/>
          <p14:tracePt t="167239" x="2190750" y="4908550"/>
          <p14:tracePt t="167255" x="2171700" y="4851400"/>
          <p14:tracePt t="167272" x="2146300" y="4743450"/>
          <p14:tracePt t="167289" x="2127250" y="4648200"/>
          <p14:tracePt t="167305" x="2114550" y="4578350"/>
          <p14:tracePt t="167323" x="2114550" y="4565650"/>
          <p14:tracePt t="167325" x="2114550" y="4552950"/>
          <p14:tracePt t="167344" x="2114550" y="4546600"/>
          <p14:tracePt t="167365" x="2120900" y="4546600"/>
          <p14:tracePt t="167379" x="2127250" y="4546600"/>
          <p14:tracePt t="167450" x="2127250" y="4552950"/>
          <p14:tracePt t="167464" x="2127250" y="4559300"/>
          <p14:tracePt t="167485" x="2127250" y="4565650"/>
          <p14:tracePt t="167492" x="2127250" y="4572000"/>
          <p14:tracePt t="167507" x="2133600" y="4578350"/>
          <p14:tracePt t="167521" x="2159000" y="4641850"/>
          <p14:tracePt t="167538" x="2184400" y="4686300"/>
          <p14:tracePt t="167556" x="2273300" y="4838700"/>
          <p14:tracePt t="167571" x="2330450" y="4940300"/>
          <p14:tracePt t="167588" x="2457450" y="5168900"/>
          <p14:tracePt t="167605" x="2590800" y="5416550"/>
          <p14:tracePt t="167621" x="2660650" y="5543550"/>
          <p14:tracePt t="167638" x="2762250" y="5715000"/>
          <p14:tracePt t="167654" x="2825750" y="5810250"/>
          <p14:tracePt t="167671" x="2838450" y="5835650"/>
          <p14:tracePt t="167688" x="2863850" y="5861050"/>
          <p14:tracePt t="168423" x="2882900" y="5829300"/>
          <p14:tracePt t="168437" x="2895600" y="5803900"/>
          <p14:tracePt t="168444" x="2901950" y="5791200"/>
          <p14:tracePt t="168458" x="2908300" y="5778500"/>
          <p14:tracePt t="168468" x="2921000" y="5765800"/>
          <p14:tracePt t="168484" x="2927350" y="5753100"/>
          <p14:tracePt t="168501" x="2946400" y="5740400"/>
          <p14:tracePt t="168518" x="2959100" y="5727700"/>
          <p14:tracePt t="168535" x="2965450" y="5721350"/>
          <p14:tracePt t="168551" x="2978150" y="5715000"/>
          <p14:tracePt t="168585" x="2984500" y="5689600"/>
          <p14:tracePt t="168601" x="2990850" y="5683250"/>
          <p14:tracePt t="168618" x="2997200" y="5676900"/>
          <p14:tracePt t="168635" x="3009900" y="5638800"/>
          <p14:tracePt t="168651" x="3016250" y="5638800"/>
          <p14:tracePt t="168667" x="3016250" y="5632450"/>
          <p14:tracePt t="168684" x="3028950" y="5594350"/>
          <p14:tracePt t="168700" x="3035300" y="5543550"/>
          <p14:tracePt t="168718" x="3041650" y="5511800"/>
          <p14:tracePt t="168734" x="3041650" y="5422900"/>
          <p14:tracePt t="168750" x="3041650" y="5321300"/>
          <p14:tracePt t="168768" x="3041650" y="5213350"/>
          <p14:tracePt t="168784" x="3041650" y="5175250"/>
          <p14:tracePt t="168800" x="3041650" y="5124450"/>
          <p14:tracePt t="168817" x="3035300" y="5086350"/>
          <p14:tracePt t="168833" x="3035300" y="5080000"/>
          <p14:tracePt t="168850" x="3035300" y="5067300"/>
          <p14:tracePt t="168867" x="3028950" y="5029200"/>
          <p14:tracePt t="168883" x="3028950" y="5016500"/>
          <p14:tracePt t="168900" x="3028950" y="5010150"/>
          <p14:tracePt t="168917" x="3028950" y="4997450"/>
          <p14:tracePt t="168933" x="3028950" y="4991100"/>
          <p14:tracePt t="168950" x="3028950" y="4984750"/>
          <p14:tracePt t="168967" x="3028950" y="4972050"/>
          <p14:tracePt t="168983" x="3028950" y="4965700"/>
          <p14:tracePt t="169000" x="3028950" y="4959350"/>
          <p14:tracePt t="169042" x="3035300" y="4959350"/>
          <p14:tracePt t="169052" x="3035300" y="4953000"/>
          <p14:tracePt t="169070" x="3041650" y="4953000"/>
          <p14:tracePt t="169141" x="3048000" y="4953000"/>
          <p14:tracePt t="169197" x="3048000" y="4959350"/>
          <p14:tracePt t="169211" x="3048000" y="4965700"/>
          <p14:tracePt t="169233" x="3041650" y="4972050"/>
          <p14:tracePt t="169239" x="3041650" y="4984750"/>
          <p14:tracePt t="169253" x="3035300" y="4997450"/>
          <p14:tracePt t="169265" x="3035300" y="5016500"/>
          <p14:tracePt t="169282" x="3028950" y="5086350"/>
          <p14:tracePt t="169298" x="3022600" y="5137150"/>
          <p14:tracePt t="169315" x="3009900" y="5283200"/>
          <p14:tracePt t="169332" x="3009900" y="5435600"/>
          <p14:tracePt t="169348" x="3009900" y="5511800"/>
          <p14:tracePt t="169351" x="3009900" y="5575300"/>
          <p14:tracePt t="169364" x="3009900" y="5638800"/>
          <p14:tracePt t="169381" x="3009900" y="5715000"/>
          <p14:tracePt t="169398" x="3009900" y="5734050"/>
          <p14:tracePt t="169416" x="3009900" y="5772150"/>
          <p14:tracePt t="169431" x="3009900" y="5784850"/>
          <p14:tracePt t="169465" x="3009900" y="5791200"/>
          <p14:tracePt t="169493" x="3009900" y="5797550"/>
          <p14:tracePt t="169556" x="3016250" y="5797550"/>
          <p14:tracePt t="169654" x="3022600" y="5797550"/>
          <p14:tracePt t="169696" x="3022600" y="5791200"/>
          <p14:tracePt t="169703" x="3028950" y="5791200"/>
          <p14:tracePt t="169745" x="3035300" y="5791200"/>
          <p14:tracePt t="169752" x="3041650" y="5791200"/>
          <p14:tracePt t="169766" x="3048000" y="5784850"/>
          <p14:tracePt t="169781" x="3073400" y="5784850"/>
          <p14:tracePt t="169797" x="3092450" y="5784850"/>
          <p14:tracePt t="169813" x="3117850" y="5784850"/>
          <p14:tracePt t="169830" x="3200400" y="5778500"/>
          <p14:tracePt t="169847" x="3327400" y="5772150"/>
          <p14:tracePt t="169863" x="3397250" y="5759450"/>
          <p14:tracePt t="169866" x="3460750" y="5753100"/>
          <p14:tracePt t="169880" x="3536950" y="5734050"/>
          <p14:tracePt t="169896" x="3683000" y="5702300"/>
          <p14:tracePt t="169914" x="3733800" y="5695950"/>
          <p14:tracePt t="169930" x="3835400" y="5657850"/>
          <p14:tracePt t="169947" x="3886200" y="5645150"/>
          <p14:tracePt t="169964" x="3905250" y="5626100"/>
          <p14:tracePt t="169979" x="3911600" y="5626100"/>
          <p14:tracePt t="169996" x="3917950" y="5626100"/>
          <p14:tracePt t="170034" x="3911600" y="5626100"/>
          <p14:tracePt t="170063" x="3905250" y="5626100"/>
          <p14:tracePt t="170083" x="3898900" y="5626100"/>
          <p14:tracePt t="170097" x="3879850" y="5619750"/>
          <p14:tracePt t="170104" x="3867150" y="5619750"/>
          <p14:tracePt t="170119" x="3854450" y="5619750"/>
          <p14:tracePt t="170129" x="3829050" y="5613400"/>
          <p14:tracePt t="170147" x="3752850" y="5613400"/>
          <p14:tracePt t="170162" x="3695700" y="5600700"/>
          <p14:tracePt t="170179" x="3568700" y="5600700"/>
          <p14:tracePt t="170196" x="3492500" y="5600700"/>
          <p14:tracePt t="170212" x="3340100" y="5600700"/>
          <p14:tracePt t="170229" x="3200400" y="5600700"/>
          <p14:tracePt t="170246" x="3092450" y="5607050"/>
          <p14:tracePt t="170262" x="3054350" y="5607050"/>
          <p14:tracePt t="170278" x="3003550" y="5607050"/>
          <p14:tracePt t="170295" x="2978150" y="5607050"/>
          <p14:tracePt t="170312" x="2971800" y="5607050"/>
          <p14:tracePt t="170329" x="2965450" y="5607050"/>
          <p14:tracePt t="170345" x="2952750" y="5607050"/>
          <p14:tracePt t="170380" x="2946400" y="5607050"/>
          <p14:tracePt t="170484" x="2952750" y="5607050"/>
          <p14:tracePt t="170505" x="2959100" y="5607050"/>
          <p14:tracePt t="170520" x="2965450" y="5607050"/>
          <p14:tracePt t="170533" x="2971800" y="5607050"/>
          <p14:tracePt t="170541" x="2978150" y="5607050"/>
          <p14:tracePt t="170555" x="2990850" y="5600700"/>
          <p14:tracePt t="170568" x="3003550" y="5600700"/>
          <p14:tracePt t="170577" x="3035300" y="5594350"/>
          <p14:tracePt t="170593" x="3086100" y="5594350"/>
          <p14:tracePt t="170611" x="3149600" y="5581650"/>
          <p14:tracePt t="170627" x="3295650" y="5562600"/>
          <p14:tracePt t="170644" x="3384550" y="5562600"/>
          <p14:tracePt t="170661" x="3562350" y="5543550"/>
          <p14:tracePt t="170677" x="3625850" y="5543550"/>
          <p14:tracePt t="170693" x="3683000" y="5537200"/>
          <p14:tracePt t="170710" x="3759200" y="5537200"/>
          <p14:tracePt t="170726" x="3790950" y="5524500"/>
          <p14:tracePt t="170744" x="3803650" y="5524500"/>
          <p14:tracePt t="170760" x="3822700" y="5524500"/>
          <p14:tracePt t="170776" x="3829050" y="5524500"/>
          <p14:tracePt t="170794" x="3835400" y="5524500"/>
          <p14:tracePt t="170810" x="3841750" y="5524500"/>
          <p14:tracePt t="170826" x="3854450" y="5524500"/>
          <p14:tracePt t="170844" x="3886200" y="5524500"/>
          <p14:tracePt t="170860" x="3917950" y="5524500"/>
          <p14:tracePt t="170877" x="3956050" y="5524500"/>
          <p14:tracePt t="170880" x="3994150" y="5530850"/>
          <p14:tracePt t="170894" x="4051300" y="5537200"/>
          <p14:tracePt t="170909" x="4089400" y="5537200"/>
          <p14:tracePt t="170927" x="4152900" y="5537200"/>
          <p14:tracePt t="170943" x="4267200" y="5549900"/>
          <p14:tracePt t="170959" x="4311650" y="5549900"/>
          <p14:tracePt t="170977" x="4349750" y="5549900"/>
          <p14:tracePt t="170992" x="4387850" y="5549900"/>
          <p14:tracePt t="171009" x="4394200" y="5549900"/>
          <p14:tracePt t="171026" x="4406900" y="5549900"/>
          <p14:tracePt t="171096" x="4400550" y="5549900"/>
          <p14:tracePt t="171110" x="4394200" y="5549900"/>
          <p14:tracePt t="171132" x="4387850" y="5549900"/>
          <p14:tracePt t="171160" x="4368800" y="5549900"/>
          <p14:tracePt t="171166" x="4343400" y="5549900"/>
          <p14:tracePt t="171175" x="4318000" y="5549900"/>
          <p14:tracePt t="171191" x="4267200" y="5549900"/>
          <p14:tracePt t="171209" x="4121150" y="5581650"/>
          <p14:tracePt t="171225" x="3917950" y="5619750"/>
          <p14:tracePt t="171242" x="3816350" y="5645150"/>
          <p14:tracePt t="171259" x="3524250" y="5734050"/>
          <p14:tracePt t="171275" x="3448050" y="5765800"/>
          <p14:tracePt t="171292" x="3365500" y="5797550"/>
          <p14:tracePt t="171308" x="3251200" y="5861050"/>
          <p14:tracePt t="171325" x="3187700" y="5899150"/>
          <p14:tracePt t="171341" x="3168650" y="5911850"/>
          <p14:tracePt t="171358" x="3149600" y="5930900"/>
          <p14:tracePt t="171375" x="3136900" y="5930900"/>
          <p14:tracePt t="171610" x="3143250" y="5930900"/>
          <p14:tracePt t="171624" x="3155950" y="5930900"/>
          <p14:tracePt t="171631" x="3175000" y="5930900"/>
          <p14:tracePt t="171645" x="3200400" y="5930900"/>
          <p14:tracePt t="171656" x="3232150" y="5930900"/>
          <p14:tracePt t="171674" x="3308350" y="5930900"/>
          <p14:tracePt t="171690" x="3346450" y="5930900"/>
          <p14:tracePt t="171707" x="3441700" y="5930900"/>
          <p14:tracePt t="171724" x="3511550" y="5930900"/>
          <p14:tracePt t="171740" x="3549650" y="5930900"/>
          <p14:tracePt t="171757" x="3606800" y="5930900"/>
          <p14:tracePt t="171773" x="3644900" y="5930900"/>
          <p14:tracePt t="171790" x="3657600" y="5930900"/>
          <p14:tracePt t="171808" x="3695700" y="5930900"/>
          <p14:tracePt t="171823" x="3740150" y="5930900"/>
          <p14:tracePt t="171840" x="3752850" y="5930900"/>
          <p14:tracePt t="171857" x="3816350" y="5930900"/>
          <p14:tracePt t="171873" x="3848100" y="5930900"/>
          <p14:tracePt t="171889" x="3924300" y="5930900"/>
          <p14:tracePt t="171906" x="4006850" y="5924550"/>
          <p14:tracePt t="171923" x="4057650" y="5924550"/>
          <p14:tracePt t="171940" x="4152900" y="5905500"/>
          <p14:tracePt t="171956" x="4241800" y="5899150"/>
          <p14:tracePt t="171973" x="4286250" y="5892800"/>
          <p14:tracePt t="171991" x="4343400" y="5880100"/>
          <p14:tracePt t="172006" x="4394200" y="5873750"/>
          <p14:tracePt t="172022" x="4413250" y="5867400"/>
          <p14:tracePt t="172039" x="4464050" y="5861050"/>
          <p14:tracePt t="172056" x="4514850" y="5854700"/>
          <p14:tracePt t="172072" x="4540250" y="5854700"/>
          <p14:tracePt t="172089" x="4591050" y="5854700"/>
          <p14:tracePt t="172106" x="4641850" y="5854700"/>
          <p14:tracePt t="172122" x="4660900" y="5854700"/>
          <p14:tracePt t="172138" x="4699000" y="5861050"/>
          <p14:tracePt t="172155" x="4711700" y="5867400"/>
          <p14:tracePt t="172172" x="4730750" y="5867400"/>
          <p14:tracePt t="172229" x="4724400" y="5867400"/>
          <p14:tracePt t="172236" x="4705350" y="5867400"/>
          <p14:tracePt t="172243" x="4686300" y="5873750"/>
          <p14:tracePt t="172258" x="4648200" y="5880100"/>
          <p14:tracePt t="172271" x="4603750" y="5886450"/>
          <p14:tracePt t="172288" x="4464050" y="5918200"/>
          <p14:tracePt t="172305" x="4375150" y="5924550"/>
          <p14:tracePt t="172321" x="4178300" y="5975350"/>
          <p14:tracePt t="172338" x="3981450" y="6007100"/>
          <p14:tracePt t="172356" x="3810000" y="6057900"/>
          <p14:tracePt t="172371" x="3746500" y="6076950"/>
          <p14:tracePt t="172388" x="3651250" y="6102350"/>
          <p14:tracePt t="172405" x="3587750" y="6127750"/>
          <p14:tracePt t="172421" x="3568700" y="6127750"/>
          <p14:tracePt t="172438" x="3556000" y="6134100"/>
          <p14:tracePt t="172455" x="3530600" y="6140450"/>
          <p14:tracePt t="172471" x="3524250" y="6140450"/>
          <p14:tracePt t="172517" x="3517900" y="6140450"/>
          <p14:tracePt t="172616" x="3524250" y="6140450"/>
          <p14:tracePt t="172630" x="3530600" y="6140450"/>
          <p14:tracePt t="172638" x="3536950" y="6140450"/>
          <p14:tracePt t="172650" x="3543300" y="6140450"/>
          <p14:tracePt t="172657" x="3549650" y="6140450"/>
          <p14:tracePt t="172669" x="3568700" y="6140450"/>
          <p14:tracePt t="172687" x="3625850" y="6140450"/>
          <p14:tracePt t="172704" x="3689350" y="6140450"/>
          <p14:tracePt t="172721" x="3752850" y="6140450"/>
          <p14:tracePt t="172736" x="4019550" y="6140450"/>
          <p14:tracePt t="172753" x="4121150" y="6134100"/>
          <p14:tracePt t="172771" x="4298950" y="6134100"/>
          <p14:tracePt t="172787" x="4375150" y="6127750"/>
          <p14:tracePt t="172803" x="4514850" y="6127750"/>
          <p14:tracePt t="172820" x="4622800" y="6127750"/>
          <p14:tracePt t="172836" x="4673600" y="6127750"/>
          <p14:tracePt t="172853" x="4737100" y="6127750"/>
          <p14:tracePt t="172870" x="4787900" y="6127750"/>
          <p14:tracePt t="172886" x="4806950" y="6127750"/>
          <p14:tracePt t="172903" x="4826000" y="6127750"/>
          <p14:tracePt t="172906" x="4838700" y="6127750"/>
          <p14:tracePt t="172919" x="4864100" y="6127750"/>
          <p14:tracePt t="172936" x="4921250" y="6134100"/>
          <p14:tracePt t="172953" x="4978400" y="6140450"/>
          <p14:tracePt t="172969" x="5003800" y="6146800"/>
          <p14:tracePt t="172986" x="5060950" y="6153150"/>
          <p14:tracePt t="173003" x="5118100" y="6153150"/>
          <p14:tracePt t="173019" x="5162550" y="6153150"/>
          <p14:tracePt t="173036" x="5181600" y="6153150"/>
          <p14:tracePt t="173052" x="5207000" y="6153150"/>
          <p14:tracePt t="173069" x="5219700" y="6153150"/>
          <p14:tracePt t="173086" x="5232400" y="6153150"/>
          <p14:tracePt t="173102" x="5251450" y="6153150"/>
          <p14:tracePt t="173119" x="5264150" y="6153150"/>
          <p14:tracePt t="173135" x="5270500" y="6153150"/>
          <p14:tracePt t="179627" x="5257800" y="6146800"/>
          <p14:tracePt t="179634" x="5219700" y="6134100"/>
          <p14:tracePt t="179646" x="5175250" y="6115050"/>
          <p14:tracePt t="179663" x="5029200" y="6051550"/>
          <p14:tracePt t="179679" x="4921250" y="6007100"/>
          <p14:tracePt t="179697" x="4819650" y="5962650"/>
          <p14:tracePt t="179712" x="4629150" y="5854700"/>
          <p14:tracePt t="179729" x="4464050" y="5765800"/>
          <p14:tracePt t="179746" x="4222750" y="5632450"/>
          <p14:tracePt t="179763" x="4083050" y="5549900"/>
          <p14:tracePt t="179779" x="3943350" y="5486400"/>
          <p14:tracePt t="179796" x="3765550" y="5410200"/>
          <p14:tracePt t="179812" x="3676650" y="5365750"/>
          <p14:tracePt t="179829" x="3613150" y="5327650"/>
          <p14:tracePt t="179846" x="3517900" y="5276850"/>
          <p14:tracePt t="179862" x="3467100" y="5238750"/>
          <p14:tracePt t="179879" x="3422650" y="5219700"/>
          <p14:tracePt t="179895" x="3359150" y="5194300"/>
          <p14:tracePt t="179912" x="3333750" y="5175250"/>
          <p14:tracePt t="179929" x="3308350" y="5143500"/>
          <p14:tracePt t="179945" x="3295650" y="5130800"/>
          <p14:tracePt t="179962" x="3282950" y="5118100"/>
          <p14:tracePt t="179979" x="3251200" y="5073650"/>
          <p14:tracePt t="179995" x="3225800" y="5041900"/>
          <p14:tracePt t="180011" x="3194050" y="5016500"/>
          <p14:tracePt t="180028" x="3181350" y="4984750"/>
          <p14:tracePt t="180045" x="3181350" y="4978400"/>
          <p14:tracePt t="180061" x="3175000" y="4972050"/>
          <p14:tracePt t="180078" x="3175000" y="4965700"/>
          <p14:tracePt t="180140" x="3175000" y="4972050"/>
          <p14:tracePt t="180162" x="3175000" y="4978400"/>
          <p14:tracePt t="180225" x="3181350" y="4984750"/>
          <p14:tracePt t="181170" x="3181350" y="4991100"/>
          <p14:tracePt t="181192" x="3175000" y="4997450"/>
          <p14:tracePt t="181198" x="3175000" y="5010150"/>
          <p14:tracePt t="181207" x="3162300" y="5016500"/>
          <p14:tracePt t="181224" x="3155950" y="5041900"/>
          <p14:tracePt t="181241" x="3136900" y="5080000"/>
          <p14:tracePt t="181257" x="3130550" y="5111750"/>
          <p14:tracePt t="181274" x="3111500" y="5143500"/>
          <p14:tracePt t="181291" x="3098800" y="5187950"/>
          <p14:tracePt t="181307" x="3092450" y="5213350"/>
          <p14:tracePt t="181324" x="3086100" y="5232400"/>
          <p14:tracePt t="181340" x="3079750" y="5245100"/>
          <p14:tracePt t="181374" x="3079750" y="5251450"/>
          <p14:tracePt t="181409" x="3079750" y="5257800"/>
          <p14:tracePt t="181487" x="3086100" y="5257800"/>
          <p14:tracePt t="181508" x="3092450" y="5257800"/>
          <p14:tracePt t="181550" x="3098800" y="5264150"/>
          <p14:tracePt t="181557" x="3105150" y="5264150"/>
          <p14:tracePt t="181592" x="3105150" y="5270500"/>
          <p14:tracePt t="181620" x="3111500" y="5270500"/>
          <p14:tracePt t="181635" x="3117850" y="5283200"/>
          <p14:tracePt t="181648" x="3117850" y="5289550"/>
          <p14:tracePt t="182886" x="3124200" y="5283200"/>
          <p14:tracePt t="182893" x="3130550" y="5264150"/>
          <p14:tracePt t="182902" x="3136900" y="5245100"/>
          <p14:tracePt t="182918" x="3149600" y="5226050"/>
          <p14:tracePt t="182936" x="3155950" y="5207000"/>
          <p14:tracePt t="182951" x="3168650" y="5194300"/>
          <p14:tracePt t="182968" x="3168650" y="5187950"/>
          <p14:tracePt t="182985" x="3168650" y="5181600"/>
          <p14:tracePt t="183021" x="3175000" y="5175250"/>
          <p14:tracePt t="183417" x="3143250" y="5162550"/>
          <p14:tracePt t="183424" x="3111500" y="5143500"/>
          <p14:tracePt t="183432" x="3073400" y="5137150"/>
          <p14:tracePt t="183449" x="2997200" y="5111750"/>
          <p14:tracePt t="183467" x="2895600" y="5080000"/>
          <p14:tracePt t="183483" x="2838450" y="5073650"/>
          <p14:tracePt t="183500" x="2800350" y="5067300"/>
          <p14:tracePt t="183516" x="2755900" y="5060950"/>
          <p14:tracePt t="183533" x="2736850" y="5054600"/>
          <p14:tracePt t="183549" x="2730500" y="5054600"/>
          <p14:tracePt t="183566" x="2724150" y="5054600"/>
          <p14:tracePt t="183677" x="2724150" y="5048250"/>
          <p14:tracePt t="183747" x="2724150" y="5041900"/>
          <p14:tracePt t="183755" x="2730500" y="5041900"/>
          <p14:tracePt t="183783" x="2736850" y="5041900"/>
          <p14:tracePt t="183797" x="2743200" y="5041900"/>
          <p14:tracePt t="183804" x="2755900" y="5041900"/>
          <p14:tracePt t="183815" x="2768600" y="5041900"/>
          <p14:tracePt t="183832" x="2813050" y="5041900"/>
          <p14:tracePt t="183848" x="2844800" y="5041900"/>
          <p14:tracePt t="183865" x="2895600" y="5041900"/>
          <p14:tracePt t="183882" x="2965450" y="5041900"/>
          <p14:tracePt t="183898" x="2997200" y="5041900"/>
          <p14:tracePt t="183915" x="3035300" y="5041900"/>
          <p14:tracePt t="183931" x="3073400" y="5041900"/>
          <p14:tracePt t="183948" x="3086100" y="5035550"/>
          <p14:tracePt t="183965" x="3092450" y="5035550"/>
          <p14:tracePt t="183998" x="3098800" y="5029200"/>
          <p14:tracePt t="184085" x="3092450" y="5029200"/>
          <p14:tracePt t="184099" x="3086100" y="5029200"/>
          <p14:tracePt t="184106" x="3079750" y="5029200"/>
          <p14:tracePt t="184116" x="3073400" y="5029200"/>
          <p14:tracePt t="184130" x="3048000" y="5016500"/>
          <p14:tracePt t="184147" x="3009900" y="5016500"/>
          <p14:tracePt t="184150" x="2990850" y="5016500"/>
          <p14:tracePt t="184164" x="2940050" y="5016500"/>
          <p14:tracePt t="184180" x="2857500" y="5022850"/>
          <p14:tracePt t="184198" x="2768600" y="5022850"/>
          <p14:tracePt t="184214" x="2717800" y="5022850"/>
          <p14:tracePt t="184230" x="2673350" y="5022850"/>
          <p14:tracePt t="184247" x="2641600" y="5022850"/>
          <p14:tracePt t="184263" x="2635250" y="5022850"/>
          <p14:tracePt t="184280" x="2628900" y="5022850"/>
          <p14:tracePt t="184297" x="2622550" y="5022850"/>
          <p14:tracePt t="184338" x="2628900" y="5022850"/>
          <p14:tracePt t="184352" x="2635250" y="5022850"/>
          <p14:tracePt t="184359" x="2647950" y="5022850"/>
          <p14:tracePt t="184366" x="2654300" y="5022850"/>
          <p14:tracePt t="184381" x="2673350" y="5022850"/>
          <p14:tracePt t="184396" x="2724150" y="5022850"/>
          <p14:tracePt t="184413" x="2781300" y="5010150"/>
          <p14:tracePt t="184430" x="2901950" y="5003800"/>
          <p14:tracePt t="184446" x="2990850" y="4997450"/>
          <p14:tracePt t="184463" x="3060700" y="4991100"/>
          <p14:tracePt t="184480" x="3162300" y="4978400"/>
          <p14:tracePt t="184496" x="3206750" y="4978400"/>
          <p14:tracePt t="184513" x="3232150" y="4978400"/>
          <p14:tracePt t="184529" x="3276600" y="4978400"/>
          <p14:tracePt t="184546" x="3308350" y="4972050"/>
          <p14:tracePt t="184562" x="3333750" y="4965700"/>
          <p14:tracePt t="184579" x="3371850" y="4959350"/>
          <p14:tracePt t="184596" x="3403600" y="4959350"/>
          <p14:tracePt t="184613" x="3441700" y="4959350"/>
          <p14:tracePt t="184629" x="3467100" y="4959350"/>
          <p14:tracePt t="184646" x="3492500" y="4953000"/>
          <p14:tracePt t="184662" x="3549650" y="4953000"/>
          <p14:tracePt t="184679" x="3594100" y="4953000"/>
          <p14:tracePt t="184696" x="3644900" y="4953000"/>
          <p14:tracePt t="184712" x="3702050" y="4953000"/>
          <p14:tracePt t="184728" x="3752850" y="4953000"/>
          <p14:tracePt t="184745" x="3790950" y="4953000"/>
          <p14:tracePt t="184761" x="3854450" y="4953000"/>
          <p14:tracePt t="184778" x="3886200" y="4959350"/>
          <p14:tracePt t="184796" x="3924300" y="4959350"/>
          <p14:tracePt t="184812" x="3943350" y="4959350"/>
          <p14:tracePt t="184828" x="3962400" y="4959350"/>
          <p14:tracePt t="184846" x="3975100" y="4959350"/>
          <p14:tracePt t="184861" x="3987800" y="4959350"/>
          <p14:tracePt t="184878" x="3994150" y="4959350"/>
          <p14:tracePt t="184895" x="4000500" y="4959350"/>
          <p14:tracePt t="184911" x="4006850" y="4959350"/>
          <p14:tracePt t="184944" x="4013200" y="4959350"/>
          <p14:tracePt t="184985" x="4019550" y="4959350"/>
          <p14:tracePt t="185013" x="4025900" y="4959350"/>
          <p14:tracePt t="185020" x="4032250" y="4959350"/>
          <p14:tracePt t="185034" x="4038600" y="4959350"/>
          <p14:tracePt t="185056" x="4044950" y="4959350"/>
          <p14:tracePt t="185070" x="4051300" y="4959350"/>
          <p14:tracePt t="185079" x="4057650" y="4959350"/>
          <p14:tracePt t="185093" x="4070350" y="4959350"/>
          <p14:tracePt t="185110" x="4076700" y="4959350"/>
          <p14:tracePt t="185127" x="4108450" y="4959350"/>
          <p14:tracePt t="185144" x="4127500" y="4959350"/>
          <p14:tracePt t="185161" x="4146550" y="4959350"/>
          <p14:tracePt t="185176" x="4165600" y="4959350"/>
          <p14:tracePt t="185194" x="4171950" y="4959350"/>
          <p14:tracePt t="185225" x="4171950" y="4953000"/>
          <p14:tracePt t="185267" x="4171950" y="4946650"/>
          <p14:tracePt t="185302" x="4171950" y="4940300"/>
          <p14:tracePt t="185336" x="4171950" y="4933950"/>
          <p14:tracePt t="185372" x="4171950" y="4921250"/>
          <p14:tracePt t="185386" x="4165600" y="4921250"/>
          <p14:tracePt t="185395" x="4159250" y="4914900"/>
          <p14:tracePt t="185409" x="4146550" y="4889500"/>
          <p14:tracePt t="185426" x="4114800" y="4838700"/>
          <p14:tracePt t="185444" x="4013200" y="4641850"/>
          <p14:tracePt t="185459" x="3905250" y="4464050"/>
          <p14:tracePt t="185476" x="3746500" y="4216400"/>
          <p14:tracePt t="185493" x="3467100" y="3759200"/>
          <p14:tracePt t="185509" x="3321050" y="3505200"/>
          <p14:tracePt t="185526" x="3200400" y="3302000"/>
          <p14:tracePt t="185542" x="3073400" y="3086100"/>
          <p14:tracePt t="185559" x="3016250" y="2984500"/>
          <p14:tracePt t="185576" x="2971800" y="2908300"/>
          <p14:tracePt t="185592" x="2952750" y="2882900"/>
          <p14:tracePt t="185608" x="2946400" y="2870200"/>
          <p14:tracePt t="185626" x="2946400" y="2863850"/>
          <p14:tracePt t="185703" x="2952750" y="2870200"/>
          <p14:tracePt t="185738" x="2952750" y="2876550"/>
          <p14:tracePt t="185759" x="2952750" y="2882900"/>
          <p14:tracePt t="185773" x="2952750" y="2889250"/>
          <p14:tracePt t="185780" x="2952750" y="2901950"/>
          <p14:tracePt t="185791" x="2952750" y="2914650"/>
          <p14:tracePt t="185809" x="2965450" y="3035300"/>
          <p14:tracePt t="185825" x="2965450" y="3200400"/>
          <p14:tracePt t="185841" x="2971800" y="3441700"/>
          <p14:tracePt t="185858" x="2984500" y="3879850"/>
          <p14:tracePt t="185874" x="2997200" y="4203700"/>
          <p14:tracePt t="185891" x="3009900" y="4457700"/>
          <p14:tracePt t="185908" x="3016250" y="4864100"/>
          <p14:tracePt t="185924" x="3016250" y="5086350"/>
          <p14:tracePt t="185942" x="2997200" y="5270500"/>
          <p14:tracePt t="185958" x="2984500" y="5346700"/>
          <p14:tracePt t="185974" x="2959100" y="5378450"/>
          <p14:tracePt t="185992" x="2946400" y="5397500"/>
          <p14:tracePt t="186096" x="2952750" y="5391150"/>
          <p14:tracePt t="186104" x="2959100" y="5391150"/>
          <p14:tracePt t="186110" x="2971800" y="5384800"/>
          <p14:tracePt t="186124" x="2984500" y="5384800"/>
          <p14:tracePt t="186140" x="3028950" y="5372100"/>
          <p14:tracePt t="186157" x="3079750" y="5365750"/>
          <p14:tracePt t="186174" x="3143250" y="5340350"/>
          <p14:tracePt t="186176" x="3168650" y="5340350"/>
          <p14:tracePt t="186190" x="3251200" y="5327650"/>
          <p14:tracePt t="186207" x="3346450" y="5302250"/>
          <p14:tracePt t="186224" x="3517900" y="5270500"/>
          <p14:tracePt t="186240" x="3625850" y="5251450"/>
          <p14:tracePt t="186257" x="3746500" y="5219700"/>
          <p14:tracePt t="186273" x="3917950" y="5187950"/>
          <p14:tracePt t="186290" x="4025900" y="5175250"/>
          <p14:tracePt t="186308" x="4165600" y="5149850"/>
          <p14:tracePt t="186323" x="4222750" y="5137150"/>
          <p14:tracePt t="186339" x="4254500" y="5130800"/>
          <p14:tracePt t="186357" x="4267200" y="5130800"/>
          <p14:tracePt t="186547" x="4267200" y="5124450"/>
          <p14:tracePt t="186561" x="4260850" y="5124450"/>
          <p14:tracePt t="186568" x="4254500" y="5124450"/>
          <p14:tracePt t="186934" x="4241800" y="5073650"/>
          <p14:tracePt t="186942" x="4222750" y="5010150"/>
          <p14:tracePt t="186953" x="4191000" y="4914900"/>
          <p14:tracePt t="186971" x="4076700" y="4629150"/>
          <p14:tracePt t="186987" x="3962400" y="4349750"/>
          <p14:tracePt t="187006" x="3784600" y="3860800"/>
          <p14:tracePt t="187020" x="3740150" y="3714750"/>
          <p14:tracePt t="187037" x="3549650" y="3232150"/>
          <p14:tracePt t="187054" x="3460750" y="3016250"/>
          <p14:tracePt t="187070" x="3365500" y="2673350"/>
          <p14:tracePt t="187087" x="3321050" y="2559050"/>
          <p14:tracePt t="187104" x="3238500" y="2362200"/>
          <p14:tracePt t="187120" x="3181350" y="2222500"/>
          <p14:tracePt t="187137" x="3155950" y="2190750"/>
          <p14:tracePt t="187153" x="3124200" y="2108200"/>
          <p14:tracePt t="187170" x="3117850" y="2095500"/>
          <p14:tracePt t="187187" x="3111500" y="2089150"/>
          <p14:tracePt t="187203" x="3111500" y="2070100"/>
          <p14:tracePt t="187251" x="3117850" y="2070100"/>
          <p14:tracePt t="187300" x="3124200" y="2076450"/>
          <p14:tracePt t="187313" x="3130550" y="2082800"/>
          <p14:tracePt t="187322" x="3130550" y="2089150"/>
          <p14:tracePt t="187337" x="3124200" y="2101850"/>
          <p14:tracePt t="187353" x="3098800" y="2114550"/>
          <p14:tracePt t="187369" x="3060700" y="2190750"/>
          <p14:tracePt t="187386" x="3003550" y="2298700"/>
          <p14:tracePt t="187402" x="2984500" y="2381250"/>
          <p14:tracePt t="187420" x="2933700" y="2565400"/>
          <p14:tracePt t="187436" x="2921000" y="2768600"/>
          <p14:tracePt t="187452" x="2927350" y="2857500"/>
          <p14:tracePt t="187469" x="2965450" y="3028950"/>
          <p14:tracePt t="187486" x="3003550" y="3149600"/>
          <p14:tracePt t="187502" x="3028950" y="3181350"/>
          <p14:tracePt t="187519" x="3086100" y="3232150"/>
          <p14:tracePt t="187536" x="3143250" y="3238500"/>
          <p14:tracePt t="187552" x="3175000" y="3238500"/>
          <p14:tracePt t="187568" x="3232150" y="3219450"/>
          <p14:tracePt t="187586" x="3321050" y="3181350"/>
          <p14:tracePt t="187602" x="3352800" y="3143250"/>
          <p14:tracePt t="187619" x="3460750" y="3048000"/>
          <p14:tracePt t="187635" x="3517900" y="2978150"/>
          <p14:tracePt t="187652" x="3600450" y="2800350"/>
          <p14:tracePt t="187668" x="3632200" y="2698750"/>
          <p14:tracePt t="187685" x="3651250" y="2609850"/>
          <p14:tracePt t="187702" x="3663950" y="2425700"/>
          <p14:tracePt t="187718" x="3638550" y="2273300"/>
          <p14:tracePt t="187735" x="3600450" y="2178050"/>
          <p14:tracePt t="187751" x="3492500" y="2006600"/>
          <p14:tracePt t="187768" x="3371850" y="1860550"/>
          <p14:tracePt t="187786" x="3257550" y="1784350"/>
          <p14:tracePt t="187801" x="3206750" y="1758950"/>
          <p14:tracePt t="187818" x="3086100" y="1758950"/>
          <p14:tracePt t="187836" x="2952750" y="1816100"/>
          <p14:tracePt t="187851" x="2882900" y="1860550"/>
          <p14:tracePt t="187867" x="2749550" y="1981200"/>
          <p14:tracePt t="187884" x="2635250" y="2152650"/>
          <p14:tracePt t="187901" x="2603500" y="2247900"/>
          <p14:tracePt t="187917" x="2584450" y="2362200"/>
          <p14:tracePt t="187934" x="2571750" y="2590800"/>
          <p14:tracePt t="187951" x="2647950" y="2876550"/>
          <p14:tracePt t="187968" x="2698750" y="3035300"/>
          <p14:tracePt t="187984" x="2787650" y="3219450"/>
          <p14:tracePt t="188000" x="2921000" y="3352800"/>
          <p14:tracePt t="188018" x="3009900" y="3422650"/>
          <p14:tracePt t="188034" x="3048000" y="3448050"/>
          <p14:tracePt t="188050" x="3098800" y="3460750"/>
          <p14:tracePt t="188068" x="3124200" y="3460750"/>
          <p14:tracePt t="188084" x="3136900" y="3460750"/>
          <p14:tracePt t="188100" x="3149600" y="3448050"/>
          <p14:tracePt t="188117" x="3162300" y="3422650"/>
          <p14:tracePt t="188851" x="3175000" y="3454400"/>
          <p14:tracePt t="188858" x="3200400" y="3511550"/>
          <p14:tracePt t="188872" x="3232150" y="3581400"/>
          <p14:tracePt t="188881" x="3270250" y="3644900"/>
          <p14:tracePt t="188897" x="3308350" y="3708400"/>
          <p14:tracePt t="188915" x="3422650" y="3848100"/>
          <p14:tracePt t="188931" x="3467100" y="3905250"/>
          <p14:tracePt t="188947" x="3524250" y="3956050"/>
          <p14:tracePt t="188964" x="3740150" y="4114800"/>
          <p14:tracePt t="188980" x="3822700" y="4178300"/>
          <p14:tracePt t="188997" x="3968750" y="4254500"/>
          <p14:tracePt t="189014" x="4095750" y="4305300"/>
          <p14:tracePt t="189031" x="4133850" y="4311650"/>
          <p14:tracePt t="189047" x="4222750" y="4343400"/>
          <p14:tracePt t="189063" x="4292600" y="4368800"/>
          <p14:tracePt t="189080" x="4324350" y="4375150"/>
          <p14:tracePt t="189097" x="4356100" y="4381500"/>
          <p14:tracePt t="189113" x="4368800" y="4387850"/>
          <p14:tracePt t="189130" x="4375150" y="4387850"/>
          <p14:tracePt t="189182" x="4375150" y="4394200"/>
          <p14:tracePt t="189210" x="4368800" y="4394200"/>
          <p14:tracePt t="189231" x="4368800" y="4400550"/>
          <p14:tracePt t="189247" x="4368800" y="4413250"/>
          <p14:tracePt t="189252" x="4368800" y="4425950"/>
          <p14:tracePt t="189263" x="4368800" y="4445000"/>
          <p14:tracePt t="189281" x="4387850" y="4527550"/>
          <p14:tracePt t="189296" x="4394200" y="4578350"/>
          <p14:tracePt t="189313" x="4400550" y="4629150"/>
          <p14:tracePt t="189330" x="4451350" y="4832350"/>
          <p14:tracePt t="189346" x="4457700" y="4895850"/>
          <p14:tracePt t="189362" x="4476750" y="4940300"/>
          <p14:tracePt t="189379" x="4495800" y="4984750"/>
          <p14:tracePt t="189396" x="4502150" y="5003800"/>
          <p14:tracePt t="189412" x="4514850" y="5003800"/>
          <p14:tracePt t="189429" x="4540250" y="5016500"/>
          <p14:tracePt t="189446" x="4584700" y="5016500"/>
          <p14:tracePt t="189463" x="4660900" y="5010150"/>
          <p14:tracePt t="189478" x="4699000" y="5003800"/>
          <p14:tracePt t="189495" x="4819650" y="4984750"/>
          <p14:tracePt t="189513" x="4927600" y="4978400"/>
          <p14:tracePt t="189529" x="4978400" y="4965700"/>
          <p14:tracePt t="189545" x="5099050" y="4959350"/>
          <p14:tracePt t="189562" x="5200650" y="4940300"/>
          <p14:tracePt t="189578" x="5257800" y="4933950"/>
          <p14:tracePt t="189595" x="5295900" y="4921250"/>
          <p14:tracePt t="189611" x="5384800" y="4914900"/>
          <p14:tracePt t="189628" x="5416550" y="4908550"/>
          <p14:tracePt t="189645" x="5448300" y="4902200"/>
          <p14:tracePt t="189661" x="5492750" y="4889500"/>
          <p14:tracePt t="189678" x="5530850" y="4889500"/>
          <p14:tracePt t="189695" x="5638800" y="4870450"/>
          <p14:tracePt t="189711" x="5695950" y="4857750"/>
          <p14:tracePt t="189728" x="5835650" y="4857750"/>
          <p14:tracePt t="189745" x="5962650" y="4857750"/>
          <p14:tracePt t="189761" x="6038850" y="4851400"/>
          <p14:tracePt t="189778" x="6172200" y="4851400"/>
          <p14:tracePt t="189794" x="6311900" y="4851400"/>
          <p14:tracePt t="189811" x="6388100" y="4851400"/>
          <p14:tracePt t="189828" x="6496050" y="4838700"/>
          <p14:tracePt t="189844" x="6597650" y="4832350"/>
          <p14:tracePt t="189861" x="6654800" y="4826000"/>
          <p14:tracePt t="189878" x="6692900" y="4813300"/>
          <p14:tracePt t="189894" x="6762750" y="4800600"/>
          <p14:tracePt t="189911" x="6845300" y="4794250"/>
          <p14:tracePt t="189928" x="6896100" y="4775200"/>
          <p14:tracePt t="189944" x="6915150" y="4768850"/>
          <p14:tracePt t="189960" x="6953250" y="4768850"/>
          <p14:tracePt t="189977" x="6997700" y="4762500"/>
          <p14:tracePt t="189994" x="7010400" y="4762500"/>
          <p14:tracePt t="190010" x="7042150" y="4762500"/>
          <p14:tracePt t="190027" x="7073900" y="4762500"/>
          <p14:tracePt t="190043" x="7086600" y="4762500"/>
          <p14:tracePt t="190061" x="7105650" y="4762500"/>
          <p14:tracePt t="190077" x="7118350" y="4762500"/>
          <p14:tracePt t="190174" x="7112000" y="4762500"/>
          <p14:tracePt t="190187" x="7099300" y="4762500"/>
          <p14:tracePt t="190196" x="7086600" y="4768850"/>
          <p14:tracePt t="190210" x="7061200" y="4768850"/>
          <p14:tracePt t="190226" x="7029450" y="4775200"/>
          <p14:tracePt t="190243" x="6896100" y="4787900"/>
          <p14:tracePt t="190259" x="6718300" y="4806950"/>
          <p14:tracePt t="190276" x="6616700" y="4813300"/>
          <p14:tracePt t="190279" x="6515100" y="4838700"/>
          <p14:tracePt t="190293" x="6400800" y="4838700"/>
          <p14:tracePt t="190309" x="6191250" y="4870450"/>
          <p14:tracePt t="190326" x="6102350" y="4876800"/>
          <p14:tracePt t="190343" x="5962650" y="4895850"/>
          <p14:tracePt t="190359" x="5880100" y="4914900"/>
          <p14:tracePt t="190376" x="5848350" y="4921250"/>
          <p14:tracePt t="190392" x="5816600" y="4933950"/>
          <p14:tracePt t="190409" x="5797550" y="4933950"/>
          <p14:tracePt t="190442" x="5791200" y="4940300"/>
          <p14:tracePt t="190459" x="5797550" y="4940300"/>
          <p14:tracePt t="190476" x="5810250" y="4940300"/>
          <p14:tracePt t="190492" x="5829300" y="4940300"/>
          <p14:tracePt t="190508" x="5842000" y="4933950"/>
          <p14:tracePt t="190525" x="5873750" y="4921250"/>
          <p14:tracePt t="190542" x="5937250" y="4889500"/>
          <p14:tracePt t="190559" x="5969000" y="4876800"/>
          <p14:tracePt t="190575" x="6019800" y="4838700"/>
          <p14:tracePt t="190592" x="6045200" y="4826000"/>
          <p14:tracePt t="190608" x="6057900" y="4806950"/>
          <p14:tracePt t="190625" x="6064250" y="4800600"/>
          <p14:tracePt t="190641" x="6064250" y="4794250"/>
          <p14:tracePt t="190658" x="6051550" y="4794250"/>
          <p14:tracePt t="190674" x="6032500" y="4787900"/>
          <p14:tracePt t="190691" x="5943600" y="4787900"/>
          <p14:tracePt t="190708" x="5791200" y="4775200"/>
          <p14:tracePt t="190724" x="5670550" y="4781550"/>
          <p14:tracePt t="190741" x="5429250" y="4813300"/>
          <p14:tracePt t="190758" x="5200650" y="4864100"/>
          <p14:tracePt t="190774" x="5092700" y="4895850"/>
          <p14:tracePt t="190791" x="4991100" y="4927600"/>
          <p14:tracePt t="190794" x="4908550" y="4959350"/>
          <p14:tracePt t="190808" x="4775200" y="5003800"/>
          <p14:tracePt t="190824" x="4724400" y="5016500"/>
          <p14:tracePt t="190842" x="4660900" y="5035550"/>
          <p14:tracePt t="190857" x="4648200" y="5041900"/>
          <p14:tracePt t="190874" x="4629150" y="5048250"/>
          <p14:tracePt t="190892" x="4616450" y="5048250"/>
          <p14:tracePt t="190923" x="4603750" y="5048250"/>
          <p14:tracePt t="190941" x="4584700" y="5048250"/>
          <p14:tracePt t="190957" x="4572000" y="5041900"/>
          <p14:tracePt t="190973" x="4540250" y="5016500"/>
          <p14:tracePt t="190990" x="4489450" y="4997450"/>
          <p14:tracePt t="191006" x="4445000" y="4978400"/>
          <p14:tracePt t="191024" x="4381500" y="4946650"/>
          <p14:tracePt t="191039" x="4330700" y="4933950"/>
          <p14:tracePt t="191057" x="4311650" y="4933950"/>
          <p14:tracePt t="191074" x="4273550" y="4933950"/>
          <p14:tracePt t="191090" x="4254500" y="4940300"/>
          <p14:tracePt t="191107" x="4248150" y="4940300"/>
          <p14:tracePt t="191123" x="4248150" y="4965700"/>
          <p14:tracePt t="191140" x="4248150" y="4978400"/>
          <p14:tracePt t="191156" x="4260850" y="5016500"/>
          <p14:tracePt t="191173" x="4292600" y="5067300"/>
          <p14:tracePt t="191189" x="4305300" y="5099050"/>
          <p14:tracePt t="191207" x="4337050" y="5162550"/>
          <p14:tracePt t="191223" x="4362450" y="5232400"/>
          <p14:tracePt t="191239" x="4368800" y="5264150"/>
          <p14:tracePt t="191257" x="4368800" y="5327650"/>
          <p14:tracePt t="191272" x="4349750" y="5410200"/>
          <p14:tracePt t="191289" x="4337050" y="5454650"/>
          <p14:tracePt t="191292" x="4311650" y="5499100"/>
          <p14:tracePt t="191307" x="4279900" y="5543550"/>
          <p14:tracePt t="191322" x="4222750" y="5613400"/>
          <p14:tracePt t="191339" x="4210050" y="5632450"/>
          <p14:tracePt t="191356" x="4178300" y="5657850"/>
          <p14:tracePt t="191372" x="4171950" y="5676900"/>
          <p14:tracePt t="191389" x="4165600" y="5683250"/>
          <p14:tracePt t="191405" x="4159250" y="5689600"/>
          <p14:tracePt t="191441" x="4152900" y="5689600"/>
          <p14:tracePt t="191474" x="4152900" y="5695950"/>
          <p14:tracePt t="191552" x="4146550" y="5702300"/>
          <p14:tracePt t="191707" x="4152900" y="5702300"/>
          <p14:tracePt t="191713" x="4159250" y="5702300"/>
          <p14:tracePt t="191742" x="4159250" y="5695950"/>
          <p14:tracePt t="191805" x="4159250" y="5689600"/>
          <p14:tracePt t="191812" x="4159250" y="5683250"/>
          <p14:tracePt t="191882" x="4159250" y="5670550"/>
          <p14:tracePt t="191896" x="4159250" y="5664200"/>
          <p14:tracePt t="191904" x="4159250" y="5651500"/>
          <p14:tracePt t="191917" x="4159250" y="5638800"/>
          <p14:tracePt t="191924" x="4140200" y="5607050"/>
          <p14:tracePt t="191936" x="4133850" y="5581650"/>
          <p14:tracePt t="191954" x="4102100" y="5467350"/>
          <p14:tracePt t="191970" x="4076700" y="5391150"/>
          <p14:tracePt t="191987" x="4051300" y="5295900"/>
          <p14:tracePt t="192003" x="3956050" y="5010150"/>
          <p14:tracePt t="192020" x="3924300" y="4908550"/>
          <p14:tracePt t="192037" x="3854450" y="4718050"/>
          <p14:tracePt t="192053" x="3810000" y="4629150"/>
          <p14:tracePt t="192070" x="3740150" y="4464050"/>
          <p14:tracePt t="192087" x="3676650" y="4343400"/>
          <p14:tracePt t="192103" x="3657600" y="4298950"/>
          <p14:tracePt t="192120" x="3606800" y="4235450"/>
          <p14:tracePt t="192136" x="3587750" y="4197350"/>
          <p14:tracePt t="192153" x="3581400" y="4184650"/>
          <p14:tracePt t="192170" x="3568700" y="4171950"/>
          <p14:tracePt t="192186" x="3568700" y="4165600"/>
          <p14:tracePt t="192202" x="3562350" y="4159250"/>
          <p14:tracePt t="192220" x="3562350" y="4152900"/>
          <p14:tracePt t="192283" x="3562350" y="4146550"/>
          <p14:tracePt t="192297" x="3562350" y="4140200"/>
          <p14:tracePt t="192305" x="3562350" y="4127500"/>
          <p14:tracePt t="192319" x="3556000" y="4127500"/>
          <p14:tracePt t="192336" x="3549650" y="4102100"/>
          <p14:tracePt t="192912" x="3562350" y="4102100"/>
          <p14:tracePt t="192919" x="3606800" y="4089400"/>
          <p14:tracePt t="192934" x="3632200" y="4083050"/>
          <p14:tracePt t="192950" x="3708400" y="4083050"/>
          <p14:tracePt t="192967" x="3740150" y="4083050"/>
          <p14:tracePt t="192983" x="3816350" y="4070350"/>
          <p14:tracePt t="193000" x="3911600" y="4051300"/>
          <p14:tracePt t="193017" x="3968750" y="4044950"/>
          <p14:tracePt t="193033" x="4089400" y="4013200"/>
          <p14:tracePt t="193050" x="4140200" y="4006850"/>
          <p14:tracePt t="193067" x="4279900" y="3968750"/>
          <p14:tracePt t="193083" x="4311650" y="3962400"/>
          <p14:tracePt t="193099" x="4337050" y="3962400"/>
          <p14:tracePt t="193117" x="4381500" y="3949700"/>
          <p14:tracePt t="193133" x="4413250" y="3949700"/>
          <p14:tracePt t="193149" x="4432300" y="3949700"/>
          <p14:tracePt t="193167" x="4457700" y="3949700"/>
          <p14:tracePt t="193182" x="4489450" y="3949700"/>
          <p14:tracePt t="193199" x="4502150" y="3943350"/>
          <p14:tracePt t="193216" x="4540250" y="3937000"/>
          <p14:tracePt t="193232" x="4584700" y="3930650"/>
          <p14:tracePt t="193250" x="4635500" y="3924300"/>
          <p14:tracePt t="193266" x="4654550" y="3924300"/>
          <p14:tracePt t="193282" x="4686300" y="3924300"/>
          <p14:tracePt t="193299" x="4705350" y="3911600"/>
          <p14:tracePt t="193315" x="4711700" y="3905250"/>
          <p14:tracePt t="193332" x="4718050" y="3905250"/>
          <p14:tracePt t="193349" x="4737100" y="3892550"/>
          <p14:tracePt t="193369" x="4743450" y="3886200"/>
          <p14:tracePt t="193390" x="4749800" y="3879850"/>
          <p14:tracePt t="193475" x="4749800" y="3873500"/>
          <p14:tracePt t="193510" x="4749800" y="3867150"/>
          <p14:tracePt t="193946" x="4749800" y="3879850"/>
          <p14:tracePt t="193953" x="4756150" y="3911600"/>
          <p14:tracePt t="193967" x="4768850" y="3943350"/>
          <p14:tracePt t="193980" x="4787900" y="3975100"/>
          <p14:tracePt t="193997" x="4813300" y="4038600"/>
          <p14:tracePt t="194013" x="4826000" y="4076700"/>
          <p14:tracePt t="194030" x="4851400" y="4146550"/>
          <p14:tracePt t="194046" x="4870450" y="4229100"/>
          <p14:tracePt t="194063" x="4876800" y="4273550"/>
          <p14:tracePt t="194080" x="4889500" y="4330700"/>
          <p14:tracePt t="194096" x="4914900" y="4381500"/>
          <p14:tracePt t="194113" x="4914900" y="4394200"/>
          <p14:tracePt t="194129" x="4914900" y="4419600"/>
          <p14:tracePt t="194146" x="4914900" y="4438650"/>
          <p14:tracePt t="194162" x="4914900" y="4445000"/>
          <p14:tracePt t="194179" x="4914900" y="4451350"/>
          <p14:tracePt t="194196" x="4914900" y="4457700"/>
          <p14:tracePt t="194256" x="4914900" y="4470400"/>
          <p14:tracePt t="194284" x="4914900" y="4476750"/>
          <p14:tracePt t="194304" x="4914900" y="4483100"/>
          <p14:tracePt t="194332" x="4914900" y="4489450"/>
          <p14:tracePt t="194354" x="4914900" y="4495800"/>
          <p14:tracePt t="194396" x="4921250" y="4508500"/>
          <p14:tracePt t="194417" x="4921250" y="4514850"/>
          <p14:tracePt t="194424" x="4921250" y="4527550"/>
          <p14:tracePt t="194438" x="4927600" y="4533900"/>
          <p14:tracePt t="194447" x="4927600" y="4552950"/>
          <p14:tracePt t="194461" x="4927600" y="4572000"/>
          <p14:tracePt t="194478" x="4940300" y="4616450"/>
          <p14:tracePt t="194495" x="4946650" y="4648200"/>
          <p14:tracePt t="194511" x="4946650" y="4667250"/>
          <p14:tracePt t="194528" x="4946650" y="4679950"/>
          <p14:tracePt t="194545" x="4940300" y="4692650"/>
          <p14:tracePt t="194562" x="4933950" y="4686300"/>
          <p14:tracePt t="194578" x="4921250" y="4673600"/>
          <p14:tracePt t="194594" x="4857750" y="4572000"/>
          <p14:tracePt t="194611" x="4756150" y="4406900"/>
          <p14:tracePt t="194628" x="4705350" y="4305300"/>
          <p14:tracePt t="194644" x="4572000" y="4076700"/>
          <p14:tracePt t="194661" x="4432300" y="3810000"/>
          <p14:tracePt t="194678" x="4273550" y="3511550"/>
          <p14:tracePt t="194694" x="4197350" y="3403600"/>
          <p14:tracePt t="194711" x="4044950" y="3181350"/>
          <p14:tracePt t="194727" x="3898900" y="2990850"/>
          <p14:tracePt t="194744" x="3835400" y="2908300"/>
          <p14:tracePt t="194761" x="3771900" y="2838450"/>
          <p14:tracePt t="194777" x="3663950" y="2724150"/>
          <p14:tracePt t="194794" x="3619500" y="2673350"/>
          <p14:tracePt t="194811" x="3536950" y="2603500"/>
          <p14:tracePt t="194827" x="3473450" y="2565400"/>
          <p14:tracePt t="194843" x="3441700" y="2533650"/>
          <p14:tracePt t="194861" x="3416300" y="2520950"/>
          <p14:tracePt t="194876" x="3409950" y="2514600"/>
          <p14:tracePt t="194893" x="3390900" y="2508250"/>
          <p14:tracePt t="194910" x="3384550" y="2501900"/>
          <p14:tracePt t="194926" x="3378200" y="2501900"/>
          <p14:tracePt t="194960" x="3371850" y="2495550"/>
          <p14:tracePt t="194966" x="3365500" y="2495550"/>
          <p14:tracePt t="194987" x="3365500" y="2489200"/>
          <p14:tracePt t="195050" x="3359150" y="2489200"/>
          <p14:tracePt t="195106" x="3359150" y="2495550"/>
          <p14:tracePt t="195261" x="3359150" y="2501900"/>
          <p14:tracePt t="195268" x="3365500" y="2508250"/>
          <p14:tracePt t="195282" x="3371850" y="2514600"/>
          <p14:tracePt t="195292" x="3378200" y="2527300"/>
          <p14:tracePt t="195309" x="3390900" y="2540000"/>
          <p14:tracePt t="195325" x="3441700" y="2616200"/>
          <p14:tracePt t="195342" x="3543300" y="2781300"/>
          <p14:tracePt t="195358" x="3619500" y="2889250"/>
          <p14:tracePt t="195374" x="3829050" y="3225800"/>
          <p14:tracePt t="195392" x="4070350" y="3613150"/>
          <p14:tracePt t="195409" x="4311650" y="3994150"/>
          <p14:tracePt t="195425" x="4400550" y="4146550"/>
          <p14:tracePt t="195441" x="4483100" y="4279900"/>
          <p14:tracePt t="195458" x="4635500" y="4521200"/>
          <p14:tracePt t="195475" x="4660900" y="4565650"/>
          <p14:tracePt t="195491" x="4679950" y="4591050"/>
          <p14:tracePt t="195507" x="4699000" y="4622800"/>
          <p14:tracePt t="195524" x="4705350" y="4635500"/>
          <p14:tracePt t="195541" x="4705350" y="4641850"/>
          <p14:tracePt t="195557" x="4705350" y="4648200"/>
          <p14:tracePt t="195669" x="4705350" y="4654550"/>
          <p14:tracePt t="195683" x="4705350" y="4660900"/>
          <p14:tracePt t="195691" x="4705350" y="4667250"/>
          <p14:tracePt t="195704" x="4705350" y="4673600"/>
          <p14:tracePt t="195711" x="4705350" y="4679950"/>
          <p14:tracePt t="195732" x="4711700" y="4686300"/>
          <p14:tracePt t="195741" x="4711700" y="4692650"/>
          <p14:tracePt t="195757" x="4718050" y="4705350"/>
          <p14:tracePt t="195775" x="4724400" y="4737100"/>
          <p14:tracePt t="195790" x="4730750" y="4762500"/>
          <p14:tracePt t="195807" x="4756150" y="4813300"/>
          <p14:tracePt t="195824" x="4775200" y="4851400"/>
          <p14:tracePt t="195840" x="4781550" y="4864100"/>
          <p14:tracePt t="195857" x="4800600" y="4895850"/>
          <p14:tracePt t="195874" x="4826000" y="4914900"/>
          <p14:tracePt t="195890" x="4838700" y="4927600"/>
          <p14:tracePt t="195907" x="4914900" y="4940300"/>
          <p14:tracePt t="195923" x="5016500" y="4959350"/>
          <p14:tracePt t="195940" x="5080000" y="4959350"/>
          <p14:tracePt t="195956" x="5264150" y="4953000"/>
          <p14:tracePt t="195972" x="5467350" y="4914900"/>
          <p14:tracePt t="195989" x="5568950" y="4902200"/>
          <p14:tracePt t="196007" x="5740400" y="4864100"/>
          <p14:tracePt t="196023" x="5861050" y="4838700"/>
          <p14:tracePt t="196039" x="5899150" y="4826000"/>
          <p14:tracePt t="196056" x="5937250" y="4819650"/>
          <p14:tracePt t="196126" x="5918200" y="4819650"/>
          <p14:tracePt t="196133" x="5886450" y="4819650"/>
          <p14:tracePt t="196147" x="5861050" y="4819650"/>
          <p14:tracePt t="196156" x="5810250" y="4819650"/>
          <p14:tracePt t="196172" x="5759450" y="4819650"/>
          <p14:tracePt t="196189" x="5600700" y="4851400"/>
          <p14:tracePt t="196205" x="5435600" y="4870450"/>
          <p14:tracePt t="196222" x="5346700" y="4889500"/>
          <p14:tracePt t="196239" x="5187950" y="4908550"/>
          <p14:tracePt t="196255" x="5080000" y="4940300"/>
          <p14:tracePt t="196272" x="5041900" y="4946650"/>
          <p14:tracePt t="196289" x="4991100" y="4953000"/>
          <p14:tracePt t="196305" x="4978400" y="4959350"/>
          <p14:tracePt t="196322" x="4972050" y="4965700"/>
          <p14:tracePt t="196407" x="4972050" y="4959350"/>
          <p14:tracePt t="196428" x="4972050" y="4953000"/>
          <p14:tracePt t="196449" x="4972050" y="4946650"/>
          <p14:tracePt t="197109" x="4972050" y="4902200"/>
          <p14:tracePt t="197116" x="4953000" y="4832350"/>
          <p14:tracePt t="197123" x="4933950" y="4756150"/>
          <p14:tracePt t="197138" x="4914900" y="4673600"/>
          <p14:tracePt t="197152" x="4895850" y="4597400"/>
          <p14:tracePt t="197169" x="4845050" y="4451350"/>
          <p14:tracePt t="197185" x="4826000" y="4368800"/>
          <p14:tracePt t="197202" x="4762500" y="4210050"/>
          <p14:tracePt t="197218" x="4692650" y="4064000"/>
          <p14:tracePt t="197236" x="4629150" y="3924300"/>
          <p14:tracePt t="197252" x="4578350" y="3867150"/>
          <p14:tracePt t="197268" x="4502150" y="3740150"/>
          <p14:tracePt t="197285" x="4413250" y="3613150"/>
          <p14:tracePt t="197301" x="4362450" y="3556000"/>
          <p14:tracePt t="197318" x="4324350" y="3498850"/>
          <p14:tracePt t="197335" x="4260850" y="3416300"/>
          <p14:tracePt t="197351" x="4229100" y="3371850"/>
          <p14:tracePt t="197368" x="4203700" y="3352800"/>
          <p14:tracePt t="197385" x="4102100" y="3257550"/>
          <p14:tracePt t="197401" x="4083050" y="3238500"/>
          <p14:tracePt t="197419" x="3981450" y="3181350"/>
          <p14:tracePt t="197434" x="3956050" y="3162300"/>
          <p14:tracePt t="197451" x="3911600" y="3130550"/>
          <p14:tracePt t="197468" x="3867150" y="3098800"/>
          <p14:tracePt t="197484" x="3848100" y="3086100"/>
          <p14:tracePt t="197501" x="3810000" y="3073400"/>
          <p14:tracePt t="197518" x="3771900" y="3060700"/>
          <p14:tracePt t="197535" x="3759200" y="3060700"/>
          <p14:tracePt t="197551" x="3708400" y="3054350"/>
          <p14:tracePt t="197567" x="3657600" y="3054350"/>
          <p14:tracePt t="197584" x="3638550" y="3054350"/>
          <p14:tracePt t="197601" x="3600450" y="3054350"/>
          <p14:tracePt t="197617" x="3549650" y="3054350"/>
          <p14:tracePt t="197633" x="3517900" y="3054350"/>
          <p14:tracePt t="197651" x="3498850" y="3054350"/>
          <p14:tracePt t="197667" x="3435350" y="3054350"/>
          <p14:tracePt t="197683" x="3378200" y="3054350"/>
          <p14:tracePt t="197700" x="3321050" y="3060700"/>
          <p14:tracePt t="197717" x="3289300" y="3067050"/>
          <p14:tracePt t="197734" x="3251200" y="3067050"/>
          <p14:tracePt t="197750" x="3206750" y="3067050"/>
          <p14:tracePt t="197767" x="3194050" y="3067050"/>
          <p14:tracePt t="197784" x="3168650" y="3067050"/>
          <p14:tracePt t="197800" x="3149600" y="3067050"/>
          <p14:tracePt t="197816" x="3143250" y="3067050"/>
          <p14:tracePt t="197834" x="3130550" y="3067050"/>
          <p14:tracePt t="197850" x="3117850" y="3073400"/>
          <p14:tracePt t="197883" x="3111500" y="3073400"/>
          <p14:tracePt t="197899" x="3111500" y="3079750"/>
          <p14:tracePt t="198023" x="3105150" y="3086100"/>
          <p14:tracePt t="198101" x="3105150" y="3092450"/>
          <p14:tracePt t="198143" x="3111500" y="3092450"/>
          <p14:tracePt t="198150" x="3117850" y="3092450"/>
          <p14:tracePt t="198165" x="3130550" y="3092450"/>
          <p14:tracePt t="198171" x="3136900" y="3092450"/>
          <p14:tracePt t="198182" x="3149600" y="3092450"/>
          <p14:tracePt t="198200" x="3206750" y="3092450"/>
          <p14:tracePt t="198215" x="3244850" y="3098800"/>
          <p14:tracePt t="198232" x="3295650" y="3098800"/>
          <p14:tracePt t="198249" x="3422650" y="3098800"/>
          <p14:tracePt t="198265" x="3562350" y="3098800"/>
          <p14:tracePt t="198281" x="3638550" y="3098800"/>
          <p14:tracePt t="198298" x="3771900" y="3092450"/>
          <p14:tracePt t="198315" x="3873500" y="3079750"/>
          <p14:tracePt t="198331" x="3917950" y="3073400"/>
          <p14:tracePt t="198348" x="3975100" y="3067050"/>
          <p14:tracePt t="198365" x="4025900" y="3060700"/>
          <p14:tracePt t="198382" x="4044950" y="3060700"/>
          <p14:tracePt t="198398" x="4070350" y="3048000"/>
          <p14:tracePt t="198414" x="4095750" y="3041650"/>
          <p14:tracePt t="198432" x="4114800" y="3041650"/>
          <p14:tracePt t="198448" x="4121150" y="3041650"/>
          <p14:tracePt t="198464" x="4127500" y="3041650"/>
          <p14:tracePt t="198481" x="4133850" y="3041650"/>
          <p14:tracePt t="198514" x="4140200" y="3041650"/>
          <p14:tracePt t="198531" x="4152900" y="3041650"/>
          <p14:tracePt t="198656" x="4152900" y="3035300"/>
          <p14:tracePt t="198684" x="4146550" y="3035300"/>
          <p14:tracePt t="198691" x="4140200" y="3035300"/>
          <p14:tracePt t="198705" x="4133850" y="3035300"/>
          <p14:tracePt t="198714" x="4127500" y="3035300"/>
          <p14:tracePt t="198729" x="4121150" y="3035300"/>
          <p14:tracePt t="198747" x="4083050" y="3035300"/>
          <p14:tracePt t="198763" x="4013200" y="3035300"/>
          <p14:tracePt t="198780" x="3962400" y="3035300"/>
          <p14:tracePt t="198797" x="3867150" y="3035300"/>
          <p14:tracePt t="198813" x="3778250" y="3035300"/>
          <p14:tracePt t="198830" x="3727450" y="3035300"/>
          <p14:tracePt t="198847" x="3670300" y="3035300"/>
          <p14:tracePt t="198863" x="3644900" y="3028950"/>
          <p14:tracePt t="198880" x="3613150" y="3028950"/>
          <p14:tracePt t="198896" x="3594100" y="3028950"/>
          <p14:tracePt t="198913" x="3594100" y="3035300"/>
          <p14:tracePt t="198973" x="3587750" y="3028950"/>
          <p14:tracePt t="198980" x="3581400" y="3028950"/>
          <p14:tracePt t="198994" x="3575050" y="3022600"/>
          <p14:tracePt t="199001" x="3568700" y="3022600"/>
          <p14:tracePt t="199016" x="3562350" y="3022600"/>
          <p14:tracePt t="199448" x="3581400" y="3022600"/>
          <p14:tracePt t="199456" x="3625850" y="3022600"/>
          <p14:tracePt t="199470" x="3676650" y="3035300"/>
          <p14:tracePt t="199478" x="3714750" y="3035300"/>
          <p14:tracePt t="199493" x="3752850" y="3035300"/>
          <p14:tracePt t="199511" x="3848100" y="3035300"/>
          <p14:tracePt t="199527" x="3937000" y="3028950"/>
          <p14:tracePt t="199544" x="3981450" y="3022600"/>
          <p14:tracePt t="199562" x="4057650" y="3022600"/>
          <p14:tracePt t="199577" x="4152900" y="3022600"/>
          <p14:tracePt t="199594" x="4191000" y="3022600"/>
          <p14:tracePt t="199611" x="4254500" y="3022600"/>
          <p14:tracePt t="199627" x="4273550" y="3022600"/>
          <p14:tracePt t="199643" x="4324350" y="3022600"/>
          <p14:tracePt t="199660" x="4362450" y="3022600"/>
          <p14:tracePt t="199677" x="4387850" y="3022600"/>
          <p14:tracePt t="199693" x="4425950" y="3022600"/>
          <p14:tracePt t="199710" x="4457700" y="3022600"/>
          <p14:tracePt t="199727" x="4476750" y="3022600"/>
          <p14:tracePt t="199744" x="4521200" y="3022600"/>
          <p14:tracePt t="199760" x="4546600" y="3022600"/>
          <p14:tracePt t="199776" x="4559300" y="3022600"/>
          <p14:tracePt t="199794" x="4584700" y="3022600"/>
          <p14:tracePt t="199810" x="4603750" y="3022600"/>
          <p14:tracePt t="199826" x="4610100" y="3022600"/>
          <p14:tracePt t="199843" x="4622800" y="3022600"/>
          <p14:tracePt t="199860" x="4635500" y="3022600"/>
          <p14:tracePt t="199878" x="4641850" y="3022600"/>
          <p14:tracePt t="199909" x="4648200" y="3022600"/>
          <p14:tracePt t="199928" x="4654550" y="3022600"/>
          <p14:tracePt t="199942" x="4660900" y="3022600"/>
          <p14:tracePt t="199959" x="4667250" y="3022600"/>
          <p14:tracePt t="199976" x="4673600" y="3022600"/>
          <p14:tracePt t="199992" x="4686300" y="3022600"/>
          <p14:tracePt t="200008" x="4699000" y="3022600"/>
          <p14:tracePt t="200027" x="4730750" y="3022600"/>
          <p14:tracePt t="200042" x="4775200" y="3022600"/>
          <p14:tracePt t="200059" x="4800600" y="3022600"/>
          <p14:tracePt t="200076" x="4838700" y="3022600"/>
          <p14:tracePt t="200092" x="4864100" y="3022600"/>
          <p14:tracePt t="200109" x="4870450" y="3016250"/>
          <p14:tracePt t="200125" x="4876800" y="3016250"/>
          <p14:tracePt t="200142" x="4876800" y="3009900"/>
          <p14:tracePt t="200194" x="4870450" y="3009900"/>
          <p14:tracePt t="200201" x="4857750" y="3009900"/>
          <p14:tracePt t="200210" x="4838700" y="3009900"/>
          <p14:tracePt t="200224" x="4819650" y="3009900"/>
          <p14:tracePt t="200241" x="4787900" y="3009900"/>
          <p14:tracePt t="200258" x="4686300" y="3009900"/>
          <p14:tracePt t="200275" x="4572000" y="3003550"/>
          <p14:tracePt t="200291" x="4521200" y="3003550"/>
          <p14:tracePt t="200308" x="4406900" y="3003550"/>
          <p14:tracePt t="200325" x="4324350" y="3003550"/>
          <p14:tracePt t="200342" x="4273550" y="3003550"/>
          <p14:tracePt t="200358" x="4267200" y="3003550"/>
          <p14:tracePt t="200374" x="4254500" y="3003550"/>
          <p14:tracePt t="200392" x="4241800" y="3003550"/>
          <p14:tracePt t="200423" x="4241800" y="2997200"/>
          <p14:tracePt t="200441" x="4248150" y="2990850"/>
          <p14:tracePt t="200457" x="4254500" y="2990850"/>
          <p14:tracePt t="200474" x="4267200" y="2990850"/>
          <p14:tracePt t="200477" x="4279900" y="2990850"/>
          <p14:tracePt t="200491" x="4324350" y="2990850"/>
          <p14:tracePt t="200507" x="4343400" y="2990850"/>
          <p14:tracePt t="200524" x="4368800" y="2990850"/>
          <p14:tracePt t="200540" x="4438650" y="2990850"/>
          <p14:tracePt t="200557" x="4521200" y="2984500"/>
          <p14:tracePt t="200575" x="4584700" y="2978150"/>
          <p14:tracePt t="200590" x="4610100" y="2971800"/>
          <p14:tracePt t="200607" x="4641850" y="2971800"/>
          <p14:tracePt t="200624" x="4654550" y="2965450"/>
          <p14:tracePt t="200666" x="4654550" y="2959100"/>
          <p14:tracePt t="200736" x="4648200" y="2959100"/>
          <p14:tracePt t="200743" x="4635500" y="2959100"/>
          <p14:tracePt t="200759" x="4622800" y="2959100"/>
          <p14:tracePt t="200775" x="4591050" y="2965450"/>
          <p14:tracePt t="200790" x="4559300" y="2965450"/>
          <p14:tracePt t="200808" x="4470400" y="2984500"/>
          <p14:tracePt t="200823" x="4406900" y="2990850"/>
          <p14:tracePt t="200840" x="4273550" y="3022600"/>
          <p14:tracePt t="200856" x="4127500" y="3041650"/>
          <p14:tracePt t="200873" x="4076700" y="3041650"/>
          <p14:tracePt t="200889" x="3987800" y="3041650"/>
          <p14:tracePt t="200906" x="3917950" y="3048000"/>
          <p14:tracePt t="200922" x="3886200" y="3048000"/>
          <p14:tracePt t="200940" x="3854450" y="3048000"/>
          <p14:tracePt t="200956" x="3822700" y="3048000"/>
          <p14:tracePt t="200972" x="3810000" y="3048000"/>
          <p14:tracePt t="200989" x="3778250" y="3041650"/>
          <p14:tracePt t="201529" x="3759200" y="3041650"/>
          <p14:tracePt t="201535" x="3727450" y="3041650"/>
          <p14:tracePt t="201550" x="3702050" y="3041650"/>
          <p14:tracePt t="201557" x="3676650" y="3041650"/>
          <p14:tracePt t="201573" x="3638550" y="3035300"/>
          <p14:tracePt t="201587" x="3581400" y="3035300"/>
          <p14:tracePt t="201603" x="3556000" y="3035300"/>
          <p14:tracePt t="201621" x="3486150" y="3035300"/>
          <p14:tracePt t="201637" x="3460750" y="3035300"/>
          <p14:tracePt t="201653" x="3403600" y="3035300"/>
          <p14:tracePt t="201670" x="3352800" y="3035300"/>
          <p14:tracePt t="201686" x="3333750" y="3035300"/>
          <p14:tracePt t="201703" x="3308350" y="3035300"/>
          <p14:tracePt t="201720" x="3295650" y="3035300"/>
          <p14:tracePt t="201736" x="3289300" y="3035300"/>
          <p14:tracePt t="202344" x="3289300" y="3041650"/>
          <p14:tracePt t="202401" x="3295650" y="3048000"/>
          <p14:tracePt t="202422" x="3302000" y="3048000"/>
          <p14:tracePt t="202428" x="3308350" y="3048000"/>
          <p14:tracePt t="202443" x="3314700" y="3048000"/>
          <p14:tracePt t="202451" x="3321050" y="3048000"/>
          <p14:tracePt t="202467" x="3327400" y="3048000"/>
          <p14:tracePt t="202484" x="3352800" y="3048000"/>
          <p14:tracePt t="202500" x="3454400" y="3054350"/>
          <p14:tracePt t="202517" x="3492500" y="3060700"/>
          <p14:tracePt t="202534" x="3543300" y="3060700"/>
          <p14:tracePt t="202550" x="3638550" y="3067050"/>
          <p14:tracePt t="202567" x="3676650" y="3067050"/>
          <p14:tracePt t="202584" x="3714750" y="3067050"/>
          <p14:tracePt t="202600" x="3784600" y="3067050"/>
          <p14:tracePt t="202616" x="3803650" y="3067050"/>
          <p14:tracePt t="202633" x="3848100" y="3067050"/>
          <p14:tracePt t="202650" x="3860800" y="3067050"/>
          <p14:tracePt t="202683" x="3873500" y="3060700"/>
          <p14:tracePt t="202716" x="3879850" y="3060700"/>
          <p14:tracePt t="202977" x="3886200" y="3060700"/>
          <p14:tracePt t="202984" x="3892550" y="3060700"/>
          <p14:tracePt t="203000" x="3898900" y="3060700"/>
          <p14:tracePt t="203012" x="3905250" y="3060700"/>
          <p14:tracePt t="203019" x="3917950" y="3060700"/>
          <p14:tracePt t="203035" x="3924300" y="3060700"/>
          <p14:tracePt t="203049" x="3943350" y="3060700"/>
          <p14:tracePt t="203065" x="3956050" y="3060700"/>
          <p14:tracePt t="203082" x="3968750" y="3060700"/>
          <p14:tracePt t="203098" x="3994150" y="3060700"/>
          <p14:tracePt t="203115" x="4006850" y="3060700"/>
          <p14:tracePt t="203132" x="4019550" y="3060700"/>
          <p14:tracePt t="203148" x="4025900" y="3060700"/>
          <p14:tracePt t="203184" x="4032250" y="3060700"/>
          <p14:tracePt t="203202" x="4038600" y="3060700"/>
          <p14:tracePt t="203232" x="4044950" y="3060700"/>
          <p14:tracePt t="203252" x="4051300" y="3060700"/>
          <p14:tracePt t="203273" x="4057650" y="3060700"/>
          <p14:tracePt t="203286" x="4064000" y="3060700"/>
          <p14:tracePt t="203301" x="4070350" y="3060700"/>
          <p14:tracePt t="203315" x="4089400" y="3060700"/>
          <p14:tracePt t="203322" x="4108450" y="3060700"/>
          <p14:tracePt t="203336" x="4140200" y="3060700"/>
          <p14:tracePt t="203351" x="4165600" y="3060700"/>
          <p14:tracePt t="203366" x="4197350" y="3060700"/>
          <p14:tracePt t="203381" x="4235450" y="3060700"/>
          <p14:tracePt t="203397" x="4273550" y="3060700"/>
          <p14:tracePt t="203414" x="4330700" y="3060700"/>
          <p14:tracePt t="203430" x="4356100" y="3054350"/>
          <p14:tracePt t="203447" x="4387850" y="3054350"/>
          <p14:tracePt t="203464" x="4425950" y="3048000"/>
          <p14:tracePt t="203480" x="4451350" y="3048000"/>
          <p14:tracePt t="203497" x="4476750" y="3041650"/>
          <p14:tracePt t="203513" x="4489450" y="3041650"/>
          <p14:tracePt t="203530" x="4495800" y="3041650"/>
          <p14:tracePt t="203533" x="4508500" y="3041650"/>
          <p14:tracePt t="203547" x="4514850" y="3035300"/>
          <p14:tracePt t="203563" x="4527550" y="3035300"/>
          <p14:tracePt t="203580" x="4540250" y="3035300"/>
          <p14:tracePt t="203597" x="4546600" y="3035300"/>
          <p14:tracePt t="203630" x="4559300" y="3035300"/>
          <p14:tracePt t="203723" x="4565650" y="3035300"/>
          <p14:tracePt t="204124" x="4572000" y="3035300"/>
          <p14:tracePt t="204138" x="4591050" y="3035300"/>
          <p14:tracePt t="204147" x="4622800" y="3035300"/>
          <p14:tracePt t="204161" x="4641850" y="3035300"/>
          <p14:tracePt t="204178" x="4667250" y="3035300"/>
          <p14:tracePt t="204194" x="4730750" y="3022600"/>
          <p14:tracePt t="204211" x="4749800" y="3022600"/>
          <p14:tracePt t="204228" x="4768850" y="3022600"/>
          <p14:tracePt t="204244" x="4794250" y="3016250"/>
          <p14:tracePt t="204260" x="4806950" y="3016250"/>
          <p14:tracePt t="204279" x="4819650" y="3009900"/>
          <p14:tracePt t="204314" x="4819650" y="3003550"/>
          <p14:tracePt t="204355" x="4819650" y="2997200"/>
          <p14:tracePt t="204363" x="4813300" y="2990850"/>
          <p14:tracePt t="204378" x="4813300" y="2984500"/>
          <p14:tracePt t="204695" x="4768850" y="2984500"/>
          <p14:tracePt t="204702" x="4705350" y="2984500"/>
          <p14:tracePt t="204712" x="4641850" y="2990850"/>
          <p14:tracePt t="204726" x="4565650" y="2990850"/>
          <p14:tracePt t="204743" x="4502150" y="2997200"/>
          <p14:tracePt t="204759" x="4330700" y="3016250"/>
          <p14:tracePt t="204776" x="4203700" y="3028950"/>
          <p14:tracePt t="204792" x="4121150" y="3035300"/>
          <p14:tracePt t="204809" x="3981450" y="3035300"/>
          <p14:tracePt t="204826" x="3854450" y="3035300"/>
          <p14:tracePt t="204843" x="3740150" y="3035300"/>
          <p14:tracePt t="204859" x="3689350" y="3035300"/>
          <p14:tracePt t="204875" x="3606800" y="3035300"/>
          <p14:tracePt t="204893" x="3530600" y="3035300"/>
          <p14:tracePt t="204909" x="3492500" y="3035300"/>
          <p14:tracePt t="204925" x="3435350" y="3035300"/>
          <p14:tracePt t="204942" x="3384550" y="3035300"/>
          <p14:tracePt t="204958" x="3365500" y="3035300"/>
          <p14:tracePt t="204975" x="3346450" y="3035300"/>
          <p14:tracePt t="204992" x="3282950" y="3028950"/>
          <p14:tracePt t="205008" x="3257550" y="3028950"/>
          <p14:tracePt t="205025" x="3232150" y="3028950"/>
          <p14:tracePt t="205041" x="3194050" y="3028950"/>
          <p14:tracePt t="205058" x="3162300" y="3028950"/>
          <p14:tracePt t="205061" x="3136900" y="3028950"/>
          <p14:tracePt t="205077" x="3130550" y="3028950"/>
          <p14:tracePt t="205091" x="3105150" y="3028950"/>
          <p14:tracePt t="205108" x="3086100" y="3035300"/>
          <p14:tracePt t="205125" x="3073400" y="3035300"/>
          <p14:tracePt t="205158" x="3067050" y="3041650"/>
          <p14:tracePt t="205202" x="3060700" y="3048000"/>
          <p14:tracePt t="205237" x="3067050" y="3048000"/>
          <p14:tracePt t="205251" x="3073400" y="3048000"/>
          <p14:tracePt t="205260" x="3079750" y="3048000"/>
          <p14:tracePt t="205274" x="3086100" y="3048000"/>
          <p14:tracePt t="205290" x="3098800" y="3054350"/>
          <p14:tracePt t="205308" x="3155950" y="3060700"/>
          <p14:tracePt t="205324" x="3206750" y="3060700"/>
          <p14:tracePt t="205341" x="3276600" y="3073400"/>
          <p14:tracePt t="205357" x="3429000" y="3073400"/>
          <p14:tracePt t="205373" x="3517900" y="3073400"/>
          <p14:tracePt t="205390" x="3606800" y="3073400"/>
          <p14:tracePt t="205407" x="3784600" y="3067050"/>
          <p14:tracePt t="205424" x="3848100" y="3060700"/>
          <p14:tracePt t="205442" x="3968750" y="3041650"/>
          <p14:tracePt t="205457" x="4000500" y="3028950"/>
          <p14:tracePt t="205473" x="4025900" y="3028950"/>
          <p14:tracePt t="205490" x="4038600" y="3022600"/>
          <p14:tracePt t="205506" x="4057650" y="3016250"/>
          <p14:tracePt t="205526" x="4064000" y="3016250"/>
          <p14:tracePt t="205561" x="4057650" y="3016250"/>
          <p14:tracePt t="205603" x="4051300" y="3016250"/>
          <p14:tracePt t="205638" x="4044950" y="3016250"/>
          <p14:tracePt t="205645" x="4044950" y="3009900"/>
          <p14:tracePt t="205655" x="4038600" y="3009900"/>
          <p14:tracePt t="205673" x="4032250" y="2997200"/>
          <p14:tracePt t="206118" x="4051300" y="2997200"/>
          <p14:tracePt t="206132" x="4083050" y="2997200"/>
          <p14:tracePt t="206146" x="4121150" y="2997200"/>
          <p14:tracePt t="206161" x="4159250" y="2997200"/>
          <p14:tracePt t="206170" x="4197350" y="2997200"/>
          <p14:tracePt t="206188" x="4254500" y="2997200"/>
          <p14:tracePt t="206204" x="4305300" y="2997200"/>
          <p14:tracePt t="206221" x="4419600" y="2997200"/>
          <p14:tracePt t="206238" x="4483100" y="2997200"/>
          <p14:tracePt t="206254" x="4591050" y="2997200"/>
          <p14:tracePt t="206271" x="4641850" y="2997200"/>
          <p14:tracePt t="206287" x="4692650" y="2984500"/>
          <p14:tracePt t="206304" x="4749800" y="2978150"/>
          <p14:tracePt t="206321" x="4768850" y="2978150"/>
          <p14:tracePt t="206337" x="4794250" y="2978150"/>
          <p14:tracePt t="206354" x="4800600" y="2978150"/>
          <p14:tracePt t="206371" x="4806950" y="2978150"/>
          <p14:tracePt t="206421" x="4800600" y="2984500"/>
          <p14:tracePt t="206442" x="4794250" y="2984500"/>
          <p14:tracePt t="206463" x="4787900" y="2984500"/>
          <p14:tracePt t="206471" x="4781550" y="2984500"/>
          <p14:tracePt t="206484" x="4781550" y="2990850"/>
          <p14:tracePt t="206498" x="4781550" y="2997200"/>
          <p14:tracePt t="206512" x="4775200" y="3003550"/>
          <p14:tracePt t="206522" x="4775200" y="3016250"/>
          <p14:tracePt t="206536" x="4768850" y="3028950"/>
          <p14:tracePt t="206553" x="4768850" y="3041650"/>
          <p14:tracePt t="206570" x="4743450" y="3124200"/>
          <p14:tracePt t="206586" x="4737100" y="3175000"/>
          <p14:tracePt t="206589" x="4718050" y="3232150"/>
          <p14:tracePt t="206605" x="4718050" y="3295650"/>
          <p14:tracePt t="206619" x="4711700" y="3359150"/>
          <p14:tracePt t="206636" x="4711700" y="3511550"/>
          <p14:tracePt t="206653" x="4711700" y="3676650"/>
          <p14:tracePt t="206669" x="4724400" y="3759200"/>
          <p14:tracePt t="206686" x="4762500" y="3949700"/>
          <p14:tracePt t="206703" x="4819650" y="4102100"/>
          <p14:tracePt t="206719" x="4851400" y="4152900"/>
          <p14:tracePt t="206735" x="4902200" y="4254500"/>
          <p14:tracePt t="206752" x="4965700" y="4349750"/>
          <p14:tracePt t="206769" x="4991100" y="4368800"/>
          <p14:tracePt t="206786" x="5048250" y="4438650"/>
          <p14:tracePt t="206801" x="5124450" y="4489450"/>
          <p14:tracePt t="206819" x="5175250" y="4533900"/>
          <p14:tracePt t="206836" x="5289550" y="4641850"/>
          <p14:tracePt t="206852" x="5435600" y="4756150"/>
          <p14:tracePt t="206869" x="5505450" y="4800600"/>
          <p14:tracePt t="206886" x="5638800" y="4870450"/>
          <p14:tracePt t="206902" x="5695950" y="4902200"/>
          <p14:tracePt t="206918" x="5803900" y="4914900"/>
          <p14:tracePt t="206935" x="5873750" y="4914900"/>
          <p14:tracePt t="206951" x="5899150" y="4914900"/>
          <p14:tracePt t="206969" x="5956300" y="4914900"/>
          <p14:tracePt t="206985" x="5988050" y="4914900"/>
          <p14:tracePt t="207001" x="6000750" y="4914900"/>
          <p14:tracePt t="207018" x="6019800" y="4921250"/>
          <p14:tracePt t="207035" x="6032500" y="4927600"/>
          <p14:tracePt t="207051" x="6045200" y="4927600"/>
          <p14:tracePt t="207068" x="6057900" y="4933950"/>
          <p14:tracePt t="207084" x="6064250" y="4933950"/>
          <p14:tracePt t="207124" x="6064250" y="4940300"/>
          <p14:tracePt t="207166" x="6064250" y="4946650"/>
          <p14:tracePt t="207195" x="6070600" y="4953000"/>
          <p14:tracePt t="207236" x="6070600" y="4959350"/>
          <p14:tracePt t="207265" x="6076950" y="4959350"/>
          <p14:tracePt t="207286" x="6076950" y="4965700"/>
          <p14:tracePt t="207293" x="6083300" y="4972050"/>
          <p14:tracePt t="207307" x="6083300" y="4978400"/>
          <p14:tracePt t="207316" x="6083300" y="4984750"/>
          <p14:tracePt t="207333" x="6083300" y="4991100"/>
          <p14:tracePt t="207350" x="6089650" y="4997450"/>
          <p14:tracePt t="207367" x="6089650" y="5016500"/>
          <p14:tracePt t="207385" x="6089650" y="5041900"/>
          <p14:tracePt t="207400" x="6089650" y="5054600"/>
          <p14:tracePt t="207417" x="6083300" y="5086350"/>
          <p14:tracePt t="207434" x="6076950" y="5111750"/>
          <p14:tracePt t="207450" x="6070600" y="5118100"/>
          <p14:tracePt t="207467" x="6064250" y="5130800"/>
          <p14:tracePt t="207483" x="6057900" y="5137150"/>
          <p14:tracePt t="207516" x="6051550" y="5137150"/>
          <p14:tracePt t="207533" x="6045200" y="5137150"/>
          <p14:tracePt t="207549" x="6032500" y="5137150"/>
          <p14:tracePt t="207567" x="6026150" y="5130800"/>
          <p14:tracePt t="207583" x="5988050" y="5092700"/>
          <p14:tracePt t="207599" x="5905500" y="5022850"/>
          <p14:tracePt t="207617" x="5797550" y="4902200"/>
          <p14:tracePt t="207633" x="5740400" y="4819650"/>
          <p14:tracePt t="207649" x="5588000" y="4622800"/>
          <p14:tracePt t="207666" x="5435600" y="4387850"/>
          <p14:tracePt t="207683" x="5340350" y="4241800"/>
          <p14:tracePt t="207699" x="5130800" y="3968750"/>
          <p14:tracePt t="207716" x="4927600" y="3683000"/>
          <p14:tracePt t="207732" x="4838700" y="3568700"/>
          <p14:tracePt t="207749" x="4762500" y="3460750"/>
          <p14:tracePt t="207765" x="4610100" y="3225800"/>
          <p14:tracePt t="207782" x="4591050" y="3187700"/>
          <p14:tracePt t="207800" x="4552950" y="3130550"/>
          <p14:tracePt t="207815" x="4546600" y="3111500"/>
          <p14:tracePt t="207832" x="4533900" y="3098800"/>
          <p14:tracePt t="207849" x="4527550" y="3079750"/>
          <p14:tracePt t="207865" x="4527550" y="3073400"/>
          <p14:tracePt t="207882" x="4521200" y="3060700"/>
          <p14:tracePt t="207899" x="4521200" y="3041650"/>
          <p14:tracePt t="207915" x="4514850" y="3035300"/>
          <p14:tracePt t="207932" x="4508500" y="3009900"/>
          <p14:tracePt t="207948" x="4508500" y="3003550"/>
          <p14:tracePt t="207965" x="4508500" y="2997200"/>
          <p14:tracePt t="207982" x="4502150" y="2990850"/>
          <p14:tracePt t="207998" x="4502150" y="2984500"/>
          <p14:tracePt t="208032" x="4502150" y="2978150"/>
          <p14:tracePt t="208066" x="4508500" y="2978150"/>
          <p14:tracePt t="208137" x="4514850" y="2978150"/>
          <p14:tracePt t="208151" x="4521200" y="2978150"/>
          <p14:tracePt t="208158" x="4521200" y="2984500"/>
          <p14:tracePt t="208172" x="4533900" y="2984500"/>
          <p14:tracePt t="208180" x="4540250" y="2984500"/>
          <p14:tracePt t="208197" x="4552950" y="2984500"/>
          <p14:tracePt t="208215" x="4591050" y="2990850"/>
          <p14:tracePt t="208231" x="4660900" y="2997200"/>
          <p14:tracePt t="208247" x="4705350" y="2997200"/>
          <p14:tracePt t="208264" x="4787900" y="2997200"/>
          <p14:tracePt t="208280" x="4876800" y="2997200"/>
          <p14:tracePt t="208297" x="4908550" y="2997200"/>
          <p14:tracePt t="208313" x="4946650" y="2997200"/>
          <p14:tracePt t="208330" x="4972050" y="2997200"/>
          <p14:tracePt t="208348" x="4978400" y="2997200"/>
          <p14:tracePt t="208383" x="4984750" y="2997200"/>
          <p14:tracePt t="208418" x="4978400" y="2997200"/>
          <p14:tracePt t="208432" x="4972050" y="2997200"/>
          <p14:tracePt t="208439" x="4965700" y="2990850"/>
          <p14:tracePt t="208454" x="4959350" y="2990850"/>
          <p14:tracePt t="208463" x="4946650" y="2990850"/>
          <p14:tracePt t="208480" x="4921250" y="2990850"/>
          <p14:tracePt t="208496" x="4845050" y="2990850"/>
          <p14:tracePt t="208513" x="4730750" y="2978150"/>
          <p14:tracePt t="208530" x="4654550" y="2971800"/>
          <p14:tracePt t="208546" x="4489450" y="2971800"/>
          <p14:tracePt t="208563" x="4318000" y="2959100"/>
          <p14:tracePt t="208580" x="4178300" y="2959100"/>
          <p14:tracePt t="208596" x="4140200" y="2965450"/>
          <p14:tracePt t="208613" x="4057650" y="2965450"/>
          <p14:tracePt t="208630" x="4006850" y="2971800"/>
          <p14:tracePt t="208646" x="3994150" y="2971800"/>
          <p14:tracePt t="208662" x="3981450" y="2978150"/>
          <p14:tracePt t="208679" x="3975100" y="2978150"/>
          <p14:tracePt t="208700" x="3968750" y="2978150"/>
          <p14:tracePt t="208729" x="3962400" y="2978150"/>
          <p14:tracePt t="208749" x="3956050" y="2978150"/>
          <p14:tracePt t="208770" x="3949700" y="2978150"/>
          <p14:tracePt t="208784" x="3943350" y="2978150"/>
          <p14:tracePt t="208791" x="3937000" y="2978150"/>
          <p14:tracePt t="208805" x="3930650" y="2978150"/>
          <p14:tracePt t="208814" x="3917950" y="2978150"/>
          <p14:tracePt t="208829" x="3905250" y="2978150"/>
          <p14:tracePt t="208846" x="3873500" y="2978150"/>
          <p14:tracePt t="208862" x="3816350" y="2978150"/>
          <p14:tracePt t="208878" x="3784600" y="2978150"/>
          <p14:tracePt t="208895" x="3727450" y="2984500"/>
          <p14:tracePt t="208911" x="3663950" y="2990850"/>
          <p14:tracePt t="208928" x="3619500" y="2990850"/>
          <p14:tracePt t="208945" x="3594100" y="3003550"/>
          <p14:tracePt t="208961" x="3524250" y="3003550"/>
          <p14:tracePt t="208978" x="3505200" y="3009900"/>
          <p14:tracePt t="208995" x="3486150" y="3016250"/>
          <p14:tracePt t="209011" x="3479800" y="3022600"/>
          <p14:tracePt t="209028" x="3473450" y="3022600"/>
          <p14:tracePt t="209045" x="3460750" y="3022600"/>
          <p14:tracePt t="209094" x="3460750" y="3028950"/>
          <p14:tracePt t="209115" x="3467100" y="3028950"/>
          <p14:tracePt t="209122" x="3473450" y="3035300"/>
          <p14:tracePt t="209136" x="3479800" y="3035300"/>
          <p14:tracePt t="209157" x="3492500" y="3035300"/>
          <p14:tracePt t="209164" x="3505200" y="3035300"/>
          <p14:tracePt t="209178" x="3530600" y="3041650"/>
          <p14:tracePt t="209194" x="3594100" y="3048000"/>
          <p14:tracePt t="209210" x="3663950" y="3067050"/>
          <p14:tracePt t="209227" x="3803650" y="3086100"/>
          <p14:tracePt t="209244" x="3994150" y="3086100"/>
          <p14:tracePt t="209260" x="4095750" y="3086100"/>
          <p14:tracePt t="209277" x="4298950" y="3073400"/>
          <p14:tracePt t="209293" x="4394200" y="3054350"/>
          <p14:tracePt t="209312" x="4616450" y="3016250"/>
          <p14:tracePt t="209327" x="4667250" y="3003550"/>
          <p14:tracePt t="209343" x="4724400" y="2997200"/>
          <p14:tracePt t="209360" x="4794250" y="2984500"/>
          <p14:tracePt t="209377" x="4819650" y="2978150"/>
          <p14:tracePt t="209393" x="4826000" y="2978150"/>
          <p14:tracePt t="209445" x="4826000" y="2971800"/>
          <p14:tracePt t="209494" x="4813300" y="2971800"/>
          <p14:tracePt t="209509" x="4806950" y="2971800"/>
          <p14:tracePt t="209515" x="4800600" y="2971800"/>
          <p14:tracePt t="209526" x="4781550" y="2971800"/>
          <p14:tracePt t="209544" x="4749800" y="2978150"/>
          <p14:tracePt t="209559" x="4718050" y="2984500"/>
          <p14:tracePt t="209576" x="4679950" y="3003550"/>
          <p14:tracePt t="209593" x="4527550" y="3054350"/>
          <p14:tracePt t="209609" x="4457700" y="3086100"/>
          <p14:tracePt t="209626" x="4400550" y="3111500"/>
          <p14:tracePt t="209643" x="4273550" y="3213100"/>
          <p14:tracePt t="209659" x="4248150" y="3257550"/>
          <p14:tracePt t="209676" x="4235450" y="3289300"/>
          <p14:tracePt t="209692" x="4222750" y="3378200"/>
          <p14:tracePt t="209709" x="4279900" y="3530600"/>
          <p14:tracePt t="209726" x="4318000" y="3594100"/>
          <p14:tracePt t="209742" x="4445000" y="3771900"/>
          <p14:tracePt t="209758" x="4603750" y="3956050"/>
          <p14:tracePt t="209777" x="4787900" y="4159250"/>
          <p14:tracePt t="209791" x="4902200" y="4267200"/>
          <p14:tracePt t="209808" x="5099050" y="4451350"/>
          <p14:tracePt t="209825" x="5264150" y="4597400"/>
          <p14:tracePt t="209841" x="5334000" y="4641850"/>
          <p14:tracePt t="209858" x="5403850" y="4705350"/>
          <p14:tracePt t="209875" x="5556250" y="4819650"/>
          <p14:tracePt t="209891" x="5594350" y="4832350"/>
          <p14:tracePt t="209908" x="5638800" y="4851400"/>
          <p14:tracePt t="209925" x="5683250" y="4864100"/>
          <p14:tracePt t="209941" x="5715000" y="4876800"/>
          <p14:tracePt t="209959" x="5740400" y="4883150"/>
          <p14:tracePt t="209974" x="5746750" y="4883150"/>
          <p14:tracePt t="209991" x="5772150" y="4883150"/>
          <p14:tracePt t="210008" x="5797550" y="4876800"/>
          <p14:tracePt t="210024" x="5803900" y="4876800"/>
          <p14:tracePt t="210041" x="5816600" y="4870450"/>
          <p14:tracePt t="210057" x="5835650" y="4870450"/>
          <p14:tracePt t="210074" x="5848350" y="4870450"/>
          <p14:tracePt t="210091" x="5867400" y="4876800"/>
          <p14:tracePt t="210107" x="5880100" y="4889500"/>
          <p14:tracePt t="210124" x="5886450" y="4889500"/>
          <p14:tracePt t="210127" x="5892800" y="4902200"/>
          <p14:tracePt t="210143" x="5905500" y="4908550"/>
          <p14:tracePt t="210157" x="5930900" y="4927600"/>
          <p14:tracePt t="210174" x="5943600" y="4940300"/>
          <p14:tracePt t="210191" x="5956300" y="4959350"/>
          <p14:tracePt t="210207" x="5962650" y="4965700"/>
          <p14:tracePt t="210224" x="5969000" y="4978400"/>
          <p14:tracePt t="210257" x="5969000" y="4984750"/>
          <p14:tracePt t="210274" x="5949950" y="4991100"/>
          <p14:tracePt t="210289" x="5930900" y="4991100"/>
          <p14:tracePt t="210307" x="5905500" y="4997450"/>
          <p14:tracePt t="210324" x="5867400" y="5003800"/>
          <p14:tracePt t="210340" x="5810250" y="5016500"/>
          <p14:tracePt t="210357" x="5791200" y="5016500"/>
          <p14:tracePt t="210374" x="5746750" y="5022850"/>
          <p14:tracePt t="210390" x="5721350" y="5029200"/>
          <p14:tracePt t="210406" x="5715000" y="5029200"/>
          <p14:tracePt t="210423" x="5708650" y="5035550"/>
          <p14:tracePt t="210439" x="5715000" y="5041900"/>
          <p14:tracePt t="210456" x="5727700" y="5048250"/>
          <p14:tracePt t="210473" x="5778500" y="5060950"/>
          <p14:tracePt t="210489" x="5810250" y="5080000"/>
          <p14:tracePt t="210508" x="5975350" y="5124450"/>
          <p14:tracePt t="210522" x="6038850" y="5137150"/>
          <p14:tracePt t="210539" x="6096000" y="5149850"/>
          <p14:tracePt t="210557" x="6203950" y="5168900"/>
          <p14:tracePt t="210572" x="6223000" y="5168900"/>
          <p14:tracePt t="210589" x="6229350" y="5168900"/>
          <p14:tracePt t="210606" x="6242050" y="5168900"/>
          <p14:tracePt t="210627" x="6248400" y="5168900"/>
          <p14:tracePt t="210648" x="6248400" y="5162550"/>
          <p14:tracePt t="210662" x="6242050" y="5162550"/>
          <p14:tracePt t="210671" x="6235700" y="5162550"/>
          <p14:tracePt t="210688" x="6223000" y="5162550"/>
          <p14:tracePt t="210705" x="6210300" y="5162550"/>
          <p14:tracePt t="210722" x="6191250" y="5162550"/>
          <p14:tracePt t="210739" x="6165850" y="5162550"/>
          <p14:tracePt t="210755" x="6159500" y="5168900"/>
          <p14:tracePt t="210771" x="6140450" y="5181600"/>
          <p14:tracePt t="210789" x="6115050" y="5194300"/>
          <p14:tracePt t="210805" x="6102350" y="5194300"/>
          <p14:tracePt t="210821" x="6096000" y="5200650"/>
          <p14:tracePt t="210838" x="6083300" y="5207000"/>
          <p14:tracePt t="210871" x="6076950" y="5207000"/>
          <p14:tracePt t="210929" x="6083300" y="5207000"/>
          <p14:tracePt t="210950" x="6089650" y="5200650"/>
          <p14:tracePt t="210972" x="6089650" y="5194300"/>
          <p14:tracePt t="210978" x="6089650" y="5187950"/>
          <p14:tracePt t="211020" x="6089650" y="5181600"/>
          <p14:tracePt t="211035" x="6083300" y="5181600"/>
          <p14:tracePt t="211042" x="6070600" y="5181600"/>
          <p14:tracePt t="211057" x="6057900" y="5168900"/>
          <p14:tracePt t="211071" x="6026150" y="5156200"/>
          <p14:tracePt t="211087" x="6007100" y="5149850"/>
          <p14:tracePt t="211105" x="5956300" y="5137150"/>
          <p14:tracePt t="211121" x="5937250" y="5137150"/>
          <p14:tracePt t="211137" x="5892800" y="5130800"/>
          <p14:tracePt t="211140" x="5873750" y="5130800"/>
          <p14:tracePt t="211156" x="5861050" y="5130800"/>
          <p14:tracePt t="211171" x="5854700" y="5130800"/>
          <p14:tracePt t="211187" x="5848350" y="5130800"/>
          <p14:tracePt t="211224" x="5861050" y="5130800"/>
          <p14:tracePt t="211231" x="5867400" y="5130800"/>
          <p14:tracePt t="211246" x="5880100" y="5130800"/>
          <p14:tracePt t="211254" x="5886450" y="5130800"/>
          <p14:tracePt t="211269" x="5911850" y="5130800"/>
          <p14:tracePt t="211286" x="5956300" y="5130800"/>
          <p14:tracePt t="211303" x="6013450" y="5130800"/>
          <p14:tracePt t="211320" x="6057900" y="5130800"/>
          <p14:tracePt t="211337" x="6115050" y="5111750"/>
          <p14:tracePt t="211353" x="6146800" y="5111750"/>
          <p14:tracePt t="211370" x="6159500" y="5105400"/>
          <p14:tracePt t="211387" x="6165850" y="5105400"/>
          <p14:tracePt t="211421" x="6165850" y="5099050"/>
          <p14:tracePt t="211492" x="6159500" y="5092700"/>
          <p14:tracePt t="211506" x="6159500" y="5086350"/>
          <p14:tracePt t="211513" x="6153150" y="5086350"/>
          <p14:tracePt t="211522" x="6146800" y="5073650"/>
          <p14:tracePt t="212236" x="6096000" y="5029200"/>
          <p14:tracePt t="212251" x="6038850" y="4978400"/>
          <p14:tracePt t="212257" x="5969000" y="4908550"/>
          <p14:tracePt t="212271" x="5886450" y="4826000"/>
          <p14:tracePt t="212283" x="5784850" y="4743450"/>
          <p14:tracePt t="212300" x="5562600" y="4508500"/>
          <p14:tracePt t="212316" x="5429250" y="4343400"/>
          <p14:tracePt t="212333" x="5124450" y="4025900"/>
          <p14:tracePt t="212350" x="4870450" y="3771900"/>
          <p14:tracePt t="212367" x="4768850" y="3657600"/>
          <p14:tracePt t="212382" x="4610100" y="3498850"/>
          <p14:tracePt t="212399" x="4514850" y="3390900"/>
          <p14:tracePt t="212416" x="4483100" y="3365500"/>
          <p14:tracePt t="212434" x="4445000" y="3333750"/>
          <p14:tracePt t="212449" x="4419600" y="3314700"/>
          <p14:tracePt t="212465" x="4406900" y="3302000"/>
          <p14:tracePt t="212483" x="4381500" y="3276600"/>
          <p14:tracePt t="212499" x="4337050" y="3251200"/>
          <p14:tracePt t="212516" x="4324350" y="3238500"/>
          <p14:tracePt t="212532" x="4305300" y="3219450"/>
          <p14:tracePt t="212549" x="4292600" y="3206750"/>
          <p14:tracePt t="212567" x="4273550" y="3187700"/>
          <p14:tracePt t="212582" x="4267200" y="3175000"/>
          <p14:tracePt t="212599" x="4260850" y="3168650"/>
          <p14:tracePt t="212616" x="4248150" y="3162300"/>
          <p14:tracePt t="212632" x="4229100" y="3149600"/>
          <p14:tracePt t="212649" x="4216400" y="3143250"/>
          <p14:tracePt t="212666" x="4197350" y="3136900"/>
          <p14:tracePt t="212682" x="4178300" y="3130550"/>
          <p14:tracePt t="212698" x="4165600" y="3124200"/>
          <p14:tracePt t="212715" x="4152900" y="3124200"/>
          <p14:tracePt t="212732" x="4140200" y="3124200"/>
          <p14:tracePt t="212748" x="4127500" y="3124200"/>
          <p14:tracePt t="212765" x="4108450" y="3111500"/>
          <p14:tracePt t="212782" x="4064000" y="3098800"/>
          <p14:tracePt t="212799" x="4013200" y="3067050"/>
          <p14:tracePt t="212815" x="3994150" y="3054350"/>
          <p14:tracePt t="212831" x="3981450" y="3048000"/>
          <p14:tracePt t="213245" x="4000500" y="3073400"/>
          <p14:tracePt t="213252" x="4032250" y="3117850"/>
          <p14:tracePt t="213266" x="4057650" y="3149600"/>
          <p14:tracePt t="213281" x="4140200" y="3232150"/>
          <p14:tracePt t="213296" x="4165600" y="3276600"/>
          <p14:tracePt t="213313" x="4197350" y="3321050"/>
          <p14:tracePt t="213330" x="4260850" y="3435350"/>
          <p14:tracePt t="213346" x="4279900" y="3562350"/>
          <p14:tracePt t="213363" x="4279900" y="3625850"/>
          <p14:tracePt t="213379" x="4260850" y="3714750"/>
          <p14:tracePt t="213396" x="4229100" y="3759200"/>
          <p14:tracePt t="213413" x="4210050" y="3771900"/>
          <p14:tracePt t="213429" x="4184650" y="3790950"/>
          <p14:tracePt t="213446" x="4165600" y="3790950"/>
          <p14:tracePt t="213463" x="4152900" y="3797300"/>
          <p14:tracePt t="213479" x="4146550" y="3797300"/>
          <p14:tracePt t="213496" x="4140200" y="3797300"/>
          <p14:tracePt t="213547" x="4140200" y="3803650"/>
          <p14:tracePt t="213604" x="4140200" y="3810000"/>
          <p14:tracePt t="213625" x="4140200" y="3816350"/>
          <p14:tracePt t="213674" x="4140200" y="3822700"/>
          <p14:tracePt t="213696" x="4133850" y="3835400"/>
          <p14:tracePt t="213716" x="4133850" y="3848100"/>
          <p14:tracePt t="213723" x="4133850" y="3854450"/>
          <p14:tracePt t="213737" x="4133850" y="3867150"/>
          <p14:tracePt t="213746" x="4133850" y="3886200"/>
          <p14:tracePt t="213761" x="4127500" y="3917950"/>
          <p14:tracePt t="213778" x="4114800" y="4006850"/>
          <p14:tracePt t="213795" x="4114800" y="4146550"/>
          <p14:tracePt t="213811" x="4114800" y="4222750"/>
          <p14:tracePt t="213829" x="4127500" y="4394200"/>
          <p14:tracePt t="213844" x="4140200" y="4584700"/>
          <p14:tracePt t="213861" x="4146550" y="4686300"/>
          <p14:tracePt t="213878" x="4159250" y="4889500"/>
          <p14:tracePt t="213894" x="4171950" y="5105400"/>
          <p14:tracePt t="213911" x="4178300" y="5194300"/>
          <p14:tracePt t="213928" x="4178300" y="5384800"/>
          <p14:tracePt t="213944" x="4191000" y="5518150"/>
          <p14:tracePt t="213962" x="4203700" y="5556250"/>
          <p14:tracePt t="213977" x="4203700" y="5581650"/>
          <p14:tracePt t="214521" x="4203700" y="5568950"/>
          <p14:tracePt t="214528" x="4191000" y="5549900"/>
          <p14:tracePt t="214545" x="4184650" y="5537200"/>
          <p14:tracePt t="214559" x="4165600" y="5511800"/>
          <p14:tracePt t="214575" x="4159250" y="5499100"/>
          <p14:tracePt t="214592" x="4114800" y="5454650"/>
          <p14:tracePt t="214608" x="4070350" y="5429250"/>
          <p14:tracePt t="214625" x="3994150" y="5365750"/>
          <p14:tracePt t="214642" x="3886200" y="5270500"/>
          <p14:tracePt t="214658" x="3829050" y="5219700"/>
          <p14:tracePt t="214676" x="3721100" y="5124450"/>
          <p14:tracePt t="214692" x="3619500" y="5060950"/>
          <p14:tracePt t="214708" x="3575050" y="5035550"/>
          <p14:tracePt t="214725" x="3511550" y="4997450"/>
          <p14:tracePt t="214741" x="3486150" y="4978400"/>
          <p14:tracePt t="214758" x="3473450" y="4972050"/>
          <p14:tracePt t="214775" x="3460750" y="4972050"/>
          <p14:tracePt t="214873" x="3467100" y="4965700"/>
          <p14:tracePt t="214880" x="3473450" y="4965700"/>
          <p14:tracePt t="214894" x="3479800" y="4959350"/>
          <p14:tracePt t="214908" x="3505200" y="4953000"/>
          <p14:tracePt t="214924" x="3524250" y="4946650"/>
          <p14:tracePt t="214940" x="3543300" y="4940300"/>
          <p14:tracePt t="214957" x="3625850" y="4921250"/>
          <p14:tracePt t="214974" x="3708400" y="4895850"/>
          <p14:tracePt t="214990" x="3746500" y="4895850"/>
          <p14:tracePt t="215007" x="3810000" y="4870450"/>
          <p14:tracePt t="215024" x="3848100" y="4864100"/>
          <p14:tracePt t="215070" x="3848100" y="4857750"/>
          <p14:tracePt t="215091" x="3841750" y="4857750"/>
          <p14:tracePt t="215105" x="3835400" y="4857750"/>
          <p14:tracePt t="215112" x="3822700" y="4857750"/>
          <p14:tracePt t="215123" x="3810000" y="4857750"/>
          <p14:tracePt t="215141" x="3765550" y="4857750"/>
          <p14:tracePt t="215156" x="3727450" y="4857750"/>
          <p14:tracePt t="215173" x="3670300" y="4857750"/>
          <p14:tracePt t="215190" x="3467100" y="4857750"/>
          <p14:tracePt t="215206" x="3390900" y="4870450"/>
          <p14:tracePt t="215223" x="3314700" y="4870450"/>
          <p14:tracePt t="215240" x="3200400" y="4870450"/>
          <p14:tracePt t="215256" x="3105150" y="4870450"/>
          <p14:tracePt t="215274" x="3067050" y="4870450"/>
          <p14:tracePt t="215289" x="3054350" y="4876800"/>
          <p14:tracePt t="215306" x="3041650" y="4876800"/>
          <p14:tracePt t="215323" x="3035300" y="4876800"/>
          <p14:tracePt t="215393" x="3028950" y="4883150"/>
          <p14:tracePt t="215414" x="3028950" y="4889500"/>
          <p14:tracePt t="215422" x="3035300" y="4889500"/>
          <p14:tracePt t="215435" x="3041650" y="4889500"/>
          <p14:tracePt t="215443" x="3048000" y="4889500"/>
          <p14:tracePt t="215458" x="3060700" y="4895850"/>
          <p14:tracePt t="215472" x="3092450" y="4908550"/>
          <p14:tracePt t="215489" x="3143250" y="4927600"/>
          <p14:tracePt t="215507" x="3270250" y="4984750"/>
          <p14:tracePt t="215521" x="3333750" y="5022850"/>
          <p14:tracePt t="215538" x="3498850" y="5105400"/>
          <p14:tracePt t="215556" x="3644900" y="5175250"/>
          <p14:tracePt t="215572" x="3714750" y="5207000"/>
          <p14:tracePt t="215588" x="3803650" y="5238750"/>
          <p14:tracePt t="215605" x="3841750" y="5251450"/>
          <p14:tracePt t="215622" x="3854450" y="5251450"/>
          <p14:tracePt t="215639" x="3867150" y="5257800"/>
          <p14:tracePt t="215655" x="3873500" y="5257800"/>
          <p14:tracePt t="215738" x="3879850" y="5257800"/>
          <p14:tracePt t="215864" x="3873500" y="5251450"/>
          <p14:tracePt t="215949" x="3867150" y="5251450"/>
          <p14:tracePt t="216054" x="3867150" y="5245100"/>
          <p14:tracePt t="216076" x="3873500" y="5245100"/>
          <p14:tracePt t="216097" x="3886200" y="5245100"/>
          <p14:tracePt t="216105" x="3892550" y="5245100"/>
          <p14:tracePt t="216125" x="3905250" y="5245100"/>
          <p14:tracePt t="216139" x="3930650" y="5238750"/>
          <p14:tracePt t="216146" x="3949700" y="5238750"/>
          <p14:tracePt t="216160" x="3987800" y="5238750"/>
          <p14:tracePt t="216169" x="4051300" y="5238750"/>
          <p14:tracePt t="216186" x="4127500" y="5232400"/>
          <p14:tracePt t="216203" x="4305300" y="5232400"/>
          <p14:tracePt t="216220" x="4508500" y="5232400"/>
          <p14:tracePt t="216236" x="4622800" y="5232400"/>
          <p14:tracePt t="216253" x="4864100" y="5213350"/>
          <p14:tracePt t="216269" x="5080000" y="5181600"/>
          <p14:tracePt t="216287" x="5270500" y="5156200"/>
          <p14:tracePt t="216303" x="5353050" y="5149850"/>
          <p14:tracePt t="216319" x="5480050" y="5137150"/>
          <p14:tracePt t="216336" x="5575300" y="5130800"/>
          <p14:tracePt t="216352" x="5600700" y="5124450"/>
          <p14:tracePt t="216369" x="5632450" y="5124450"/>
          <p14:tracePt t="216386" x="5683250" y="5118100"/>
          <p14:tracePt t="216402" x="5695950" y="5118100"/>
          <p14:tracePt t="216419" x="5708650" y="5118100"/>
          <p14:tracePt t="216436" x="5727700" y="5118100"/>
          <p14:tracePt t="216452" x="5740400" y="5118100"/>
          <p14:tracePt t="216470" x="5759450" y="5111750"/>
          <p14:tracePt t="216485" x="5765800" y="5111750"/>
          <p14:tracePt t="216502" x="5778500" y="5111750"/>
          <p14:tracePt t="216520" x="5791200" y="5111750"/>
          <p14:tracePt t="216552" x="5797550" y="5111750"/>
          <p14:tracePt t="216652" x="5797550" y="5105400"/>
          <p14:tracePt t="216681" x="5791200" y="5105400"/>
          <p14:tracePt t="216702" x="5784850" y="5105400"/>
          <p14:tracePt t="216709" x="5778500" y="5105400"/>
          <p14:tracePt t="216722" x="5772150" y="5105400"/>
          <p14:tracePt t="216735" x="5765800" y="5105400"/>
          <p14:tracePt t="216752" x="5753100" y="5111750"/>
          <p14:tracePt t="216768" x="5734050" y="5118100"/>
          <p14:tracePt t="216784" x="5683250" y="5130800"/>
          <p14:tracePt t="216801" x="5613400" y="5162550"/>
          <p14:tracePt t="216817" x="5556250" y="5181600"/>
          <p14:tracePt t="216835" x="5435600" y="5238750"/>
          <p14:tracePt t="216850" x="5295900" y="5302250"/>
          <p14:tracePt t="216867" x="5238750" y="5327650"/>
          <p14:tracePt t="216884" x="5118100" y="5372100"/>
          <p14:tracePt t="216900" x="5016500" y="5410200"/>
          <p14:tracePt t="216917" x="4991100" y="5429250"/>
          <p14:tracePt t="216935" x="4914900" y="5467350"/>
          <p14:tracePt t="216950" x="4838700" y="5511800"/>
          <p14:tracePt t="216967" x="4813300" y="5530850"/>
          <p14:tracePt t="216984" x="4756150" y="5568950"/>
          <p14:tracePt t="217000" x="4737100" y="5600700"/>
          <p14:tracePt t="217017" x="4679950" y="5657850"/>
          <p14:tracePt t="217033" x="4635500" y="5746750"/>
          <p14:tracePt t="217050" x="4610100" y="5791200"/>
          <p14:tracePt t="217067" x="4584700" y="5880100"/>
          <p14:tracePt t="217083" x="4572000" y="5918200"/>
          <p14:tracePt t="217100" x="4572000" y="5930900"/>
          <p14:tracePt t="217117" x="4572000" y="5949950"/>
          <p14:tracePt t="217133" x="4578350" y="5962650"/>
          <p14:tracePt t="217166" x="4584700" y="5962650"/>
          <p14:tracePt t="217215" x="4591050" y="5969000"/>
          <p14:tracePt t="217342" x="4584700" y="5969000"/>
          <p14:tracePt t="217384" x="4578350" y="5969000"/>
          <p14:tracePt t="217602" x="4578350" y="5962650"/>
          <p14:tracePt t="217616" x="4584700" y="5956300"/>
          <p14:tracePt t="217623" x="4591050" y="5956300"/>
          <p14:tracePt t="217637" x="4591050" y="5949950"/>
          <p14:tracePt t="217647" x="4603750" y="5943600"/>
          <p14:tracePt t="217665" x="4616450" y="5930900"/>
          <p14:tracePt t="217681" x="4629150" y="5911850"/>
          <p14:tracePt t="217698" x="4667250" y="5880100"/>
          <p14:tracePt t="217715" x="4749800" y="5810250"/>
          <p14:tracePt t="217731" x="4781550" y="5772150"/>
          <p14:tracePt t="217748" x="4876800" y="5689600"/>
          <p14:tracePt t="217765" x="4965700" y="5613400"/>
          <p14:tracePt t="217780" x="5003800" y="5594350"/>
          <p14:tracePt t="217798" x="5092700" y="5518150"/>
          <p14:tracePt t="217814" x="5149850" y="5480050"/>
          <p14:tracePt t="217831" x="5168900" y="5454650"/>
          <p14:tracePt t="217848" x="5194300" y="5441950"/>
          <p14:tracePt t="217863" x="5207000" y="5435600"/>
          <p14:tracePt t="217898" x="5213350" y="5429250"/>
          <p14:tracePt t="217913" x="5219700" y="5422900"/>
          <p14:tracePt t="217930" x="5219700" y="5416550"/>
          <p14:tracePt t="217947" x="5232400" y="5403850"/>
          <p14:tracePt t="217964" x="5238750" y="5403850"/>
          <p14:tracePt t="217980" x="5257800" y="5397500"/>
          <p14:tracePt t="217997" x="5264150" y="5384800"/>
          <p14:tracePt t="218013" x="5276850" y="5378450"/>
          <p14:tracePt t="218030" x="5302250" y="5359400"/>
          <p14:tracePt t="218047" x="5340350" y="5340350"/>
          <p14:tracePt t="218063" x="5353050" y="5321300"/>
          <p14:tracePt t="218080" x="5397500" y="5302250"/>
          <p14:tracePt t="218096" x="5441950" y="5276850"/>
          <p14:tracePt t="218113" x="5454650" y="5270500"/>
          <p14:tracePt t="218130" x="5473700" y="5257800"/>
          <p14:tracePt t="218146" x="5480050" y="5251450"/>
          <p14:tracePt t="218163" x="5486400" y="5251450"/>
          <p14:tracePt t="218180" x="5499100" y="5245100"/>
          <p14:tracePt t="218212" x="5505450" y="5245100"/>
          <p14:tracePt t="218249" x="5511800" y="5245100"/>
          <p14:tracePt t="218277" x="5518150" y="5245100"/>
          <p14:tracePt t="218326" x="5530850" y="5245100"/>
          <p14:tracePt t="218354" x="5537200" y="5245100"/>
          <p14:tracePt t="218375" x="5543550" y="5245100"/>
          <p14:tracePt t="218396" x="5549900" y="5245100"/>
          <p14:tracePt t="218425" x="5556250" y="5238750"/>
          <p14:tracePt t="218447" x="5562600" y="5238750"/>
          <p14:tracePt t="218481" x="5562600" y="5232400"/>
          <p14:tracePt t="218516" x="5568950" y="5226050"/>
          <p14:tracePt t="218552" x="5575300" y="5226050"/>
          <p14:tracePt t="218622" x="5575300" y="5219700"/>
          <p14:tracePt t="218657" x="5568950" y="5219700"/>
          <p14:tracePt t="218692" x="5556250" y="5213350"/>
          <p14:tracePt t="218699" x="5549900" y="5213350"/>
          <p14:tracePt t="218711" x="5543550" y="5213350"/>
          <p14:tracePt t="218728" x="5518150" y="5213350"/>
          <p14:tracePt t="218744" x="5499100" y="5213350"/>
          <p14:tracePt t="218761" x="5480050" y="5207000"/>
          <p14:tracePt t="218777" x="5410200" y="5200650"/>
          <p14:tracePt t="218794" x="5391150" y="5200650"/>
          <p14:tracePt t="218811" x="5359400" y="5194300"/>
          <p14:tracePt t="218827" x="5321300" y="5194300"/>
          <p14:tracePt t="218844" x="5283200" y="5194300"/>
          <p14:tracePt t="218861" x="5270500" y="5194300"/>
          <p14:tracePt t="218877" x="5257800" y="5194300"/>
          <p14:tracePt t="218894" x="5245100" y="5194300"/>
          <p14:tracePt t="218911" x="5232400" y="5194300"/>
          <p14:tracePt t="218927" x="5226050" y="5194300"/>
          <p14:tracePt t="218943" x="5200650" y="5194300"/>
          <p14:tracePt t="218960" x="5181600" y="5194300"/>
          <p14:tracePt t="218977" x="5149850" y="5187950"/>
          <p14:tracePt t="218993" x="5092700" y="5181600"/>
          <p14:tracePt t="219010" x="5010150" y="5168900"/>
          <p14:tracePt t="219026" x="4959350" y="5168900"/>
          <p14:tracePt t="219044" x="4851400" y="5162550"/>
          <p14:tracePt t="219060" x="4749800" y="5162550"/>
          <p14:tracePt t="219076" x="4699000" y="5162550"/>
          <p14:tracePt t="219095" x="4616450" y="5175250"/>
          <p14:tracePt t="219109" x="4597400" y="5175250"/>
          <p14:tracePt t="219126" x="4565650" y="5181600"/>
          <p14:tracePt t="219143" x="4546600" y="5187950"/>
          <p14:tracePt t="219159" x="4540250" y="5187950"/>
          <p14:tracePt t="219176" x="4533900" y="5187950"/>
          <p14:tracePt t="219213" x="4527550" y="5194300"/>
          <p14:tracePt t="219262" x="4521200" y="5200650"/>
          <p14:tracePt t="219269" x="4521200" y="5207000"/>
          <p14:tracePt t="219283" x="4521200" y="5213350"/>
          <p14:tracePt t="219292" x="4514850" y="5232400"/>
          <p14:tracePt t="219309" x="4495800" y="5264150"/>
          <p14:tracePt t="219326" x="4464050" y="5372100"/>
          <p14:tracePt t="219342" x="4413250" y="5543550"/>
          <p14:tracePt t="219359" x="4387850" y="5657850"/>
          <p14:tracePt t="219376" x="4349750" y="5829300"/>
          <p14:tracePt t="219392" x="4330700" y="5905500"/>
          <p14:tracePt t="219410" x="4318000" y="6013450"/>
          <p14:tracePt t="219425" x="4305300" y="6076950"/>
          <p14:tracePt t="219442" x="4305300" y="6089650"/>
          <p14:tracePt t="219459" x="4305300" y="6102350"/>
          <p14:tracePt t="219475" x="4305300" y="6108700"/>
          <p14:tracePt t="219491" x="4305300" y="6115050"/>
          <p14:tracePt t="219508" x="4305300" y="6121400"/>
          <p14:tracePt t="219550" x="4305300" y="6127750"/>
          <p14:tracePt t="219571" x="4305300" y="6134100"/>
          <p14:tracePt t="219586" x="4305300" y="6140450"/>
          <p14:tracePt t="219606" x="4305300" y="6146800"/>
          <p14:tracePt t="219614" x="4305300" y="6153150"/>
          <p14:tracePt t="219624" x="4305300" y="6159500"/>
          <p14:tracePt t="219644" x="4298950" y="6165850"/>
          <p14:tracePt t="219684" x="4298950" y="6172200"/>
          <p14:tracePt t="219712" x="4298950" y="6178550"/>
          <p14:tracePt t="219726" x="4305300" y="6178550"/>
          <p14:tracePt t="219733" x="4311650" y="6184900"/>
          <p14:tracePt t="219747" x="4311650" y="6191250"/>
          <p14:tracePt t="219757" x="4330700" y="6197600"/>
          <p14:tracePt t="219775" x="4349750" y="6203950"/>
          <p14:tracePt t="219791" x="4432300" y="6223000"/>
          <p14:tracePt t="219807" x="4552950" y="6248400"/>
          <p14:tracePt t="219823" x="4616450" y="6254750"/>
          <p14:tracePt t="219840" x="4762500" y="6273800"/>
          <p14:tracePt t="219857" x="4876800" y="6286500"/>
          <p14:tracePt t="219875" x="4965700" y="6286500"/>
          <p14:tracePt t="219890" x="4997450" y="6292850"/>
          <p14:tracePt t="219907" x="5029200" y="6292850"/>
          <p14:tracePt t="219924" x="5048250" y="6292850"/>
          <p14:tracePt t="219940" x="5054600" y="6292850"/>
          <p14:tracePt t="219957" x="5054600" y="6286500"/>
          <p14:tracePt t="220043" x="5048250" y="6280150"/>
          <p14:tracePt t="220169" x="5048250" y="6273800"/>
          <p14:tracePt t="220176" x="5048250" y="6267450"/>
          <p14:tracePt t="220190" x="5041900" y="6261100"/>
          <p14:tracePt t="220206" x="5041900" y="6242050"/>
          <p14:tracePt t="220222" x="5035550" y="6216650"/>
          <p14:tracePt t="220240" x="5016500" y="6121400"/>
          <p14:tracePt t="220256" x="4965700" y="5924550"/>
          <p14:tracePt t="220272" x="4927600" y="5810250"/>
          <p14:tracePt t="220290" x="4813300" y="5473700"/>
          <p14:tracePt t="220306" x="4724400" y="5257800"/>
          <p14:tracePt t="220322" x="4546600" y="4756150"/>
          <p14:tracePt t="220339" x="4349750" y="4273550"/>
          <p14:tracePt t="220355" x="4241800" y="4051300"/>
          <p14:tracePt t="220372" x="4165600" y="3879850"/>
          <p14:tracePt t="220388" x="3917950" y="3365500"/>
          <p14:tracePt t="220405" x="3860800" y="3251200"/>
          <p14:tracePt t="220422" x="3759200" y="3028950"/>
          <p14:tracePt t="220438" x="3663950" y="2863850"/>
          <p14:tracePt t="220455" x="3625850" y="2794000"/>
          <p14:tracePt t="220472" x="3575050" y="2705100"/>
          <p14:tracePt t="220488" x="3524250" y="2647950"/>
          <p14:tracePt t="220505" x="3511550" y="2616200"/>
          <p14:tracePt t="220522" x="3479800" y="2578100"/>
          <p14:tracePt t="220538" x="3454400" y="2546350"/>
          <p14:tracePt t="220555" x="3448050" y="2533650"/>
          <p14:tracePt t="220571" x="3429000" y="2514600"/>
          <p14:tracePt t="220588" x="3422650" y="2508250"/>
          <p14:tracePt t="220604" x="3409950" y="2508250"/>
          <p14:tracePt t="220648" x="3403600" y="2508250"/>
          <p14:tracePt t="220711" x="3403600" y="2514600"/>
          <p14:tracePt t="220739" x="3403600" y="2520950"/>
          <p14:tracePt t="220746" x="3403600" y="2527300"/>
          <p14:tracePt t="220760" x="3403600" y="2533650"/>
          <p14:tracePt t="220770" x="3403600" y="2540000"/>
          <p14:tracePt t="220787" x="3403600" y="2546350"/>
          <p14:tracePt t="220803" x="3409950" y="2584450"/>
          <p14:tracePt t="220820" x="3416300" y="2647950"/>
          <p14:tracePt t="220838" x="3422650" y="2717800"/>
          <p14:tracePt t="220853" x="3422650" y="2755900"/>
          <p14:tracePt t="220870" x="3429000" y="2787650"/>
          <p14:tracePt t="220888" x="3435350" y="2851150"/>
          <p14:tracePt t="220903" x="3435350" y="2863850"/>
          <p14:tracePt t="220920" x="3435350" y="2876550"/>
          <p14:tracePt t="220936" x="3441700" y="2882900"/>
          <p14:tracePt t="220953" x="3441700" y="2889250"/>
          <p14:tracePt t="220999" x="3448050" y="2895600"/>
          <p14:tracePt t="221098" x="3448050" y="2901950"/>
          <p14:tracePt t="221365" x="3448050" y="2908300"/>
          <p14:tracePt t="221379" x="3454400" y="2908300"/>
          <p14:tracePt t="221402" x="3460750" y="2914650"/>
          <p14:tracePt t="221415" x="3467100" y="2914650"/>
          <p14:tracePt t="221436" x="3479800" y="2914650"/>
          <p14:tracePt t="221443" x="3492500" y="2914650"/>
          <p14:tracePt t="221451" x="3505200" y="2914650"/>
          <p14:tracePt t="221468" x="3536950" y="2914650"/>
          <p14:tracePt t="221486" x="3606800" y="2933700"/>
          <p14:tracePt t="221501" x="3657600" y="2933700"/>
          <p14:tracePt t="221517" x="3759200" y="2940050"/>
          <p14:tracePt t="221535" x="3854450" y="2952750"/>
          <p14:tracePt t="221551" x="3892550" y="2952750"/>
          <p14:tracePt t="221568" x="3956050" y="2959100"/>
          <p14:tracePt t="221584" x="3987800" y="2959100"/>
          <p14:tracePt t="221601" x="3994150" y="2959100"/>
          <p14:tracePt t="221618" x="4006850" y="2959100"/>
          <p14:tracePt t="221956" x="4000500" y="2959100"/>
          <p14:tracePt t="221963" x="3994150" y="2959100"/>
          <p14:tracePt t="221984" x="3987800" y="2959100"/>
          <p14:tracePt t="221998" x="3981450" y="2959100"/>
          <p14:tracePt t="222012" x="3975100" y="2959100"/>
          <p14:tracePt t="222026" x="3956050" y="2959100"/>
          <p14:tracePt t="222035" x="3943350" y="2959100"/>
          <p14:tracePt t="222049" x="3911600" y="2965450"/>
          <p14:tracePt t="222066" x="3873500" y="2971800"/>
          <p14:tracePt t="222083" x="3721100" y="3009900"/>
          <p14:tracePt t="222099" x="3657600" y="3016250"/>
          <p14:tracePt t="222116" x="3600450" y="3028950"/>
          <p14:tracePt t="222132" x="3524250" y="3035300"/>
          <p14:tracePt t="222149" x="3467100" y="3041650"/>
          <p14:tracePt t="222166" x="3454400" y="3041650"/>
          <p14:tracePt t="222182" x="3429000" y="3048000"/>
          <p14:tracePt t="222199" x="3422650" y="3048000"/>
          <p14:tracePt t="222216" x="3416300" y="3048000"/>
          <p14:tracePt t="222248" x="3422650" y="3048000"/>
          <p14:tracePt t="222266" x="3435350" y="3048000"/>
          <p14:tracePt t="222282" x="3448050" y="3048000"/>
          <p14:tracePt t="222298" x="3492500" y="3048000"/>
          <p14:tracePt t="222315" x="3549650" y="3054350"/>
          <p14:tracePt t="222331" x="3594100" y="3054350"/>
          <p14:tracePt t="222349" x="3663950" y="3054350"/>
          <p14:tracePt t="222365" x="3803650" y="3054350"/>
          <p14:tracePt t="222382" x="3943350" y="3054350"/>
          <p14:tracePt t="222398" x="4006850" y="3041650"/>
          <p14:tracePt t="222415" x="4114800" y="3035300"/>
          <p14:tracePt t="222431" x="4184650" y="3022600"/>
          <p14:tracePt t="222449" x="4216400" y="3009900"/>
          <p14:tracePt t="222465" x="4229100" y="3003550"/>
          <p14:tracePt t="222481" x="4241800" y="3003550"/>
          <p14:tracePt t="222498" x="4248150" y="3003550"/>
          <p14:tracePt t="222568" x="4241800" y="3003550"/>
          <p14:tracePt t="222596" x="4235450" y="2997200"/>
          <p14:tracePt t="222617" x="4229100" y="2997200"/>
          <p14:tracePt t="222638" x="4216400" y="2997200"/>
          <p14:tracePt t="222645" x="4210050" y="2997200"/>
          <p14:tracePt t="222659" x="4191000" y="2997200"/>
          <p14:tracePt t="222667" x="4171950" y="2997200"/>
          <p14:tracePt t="222683" x="4140200" y="2990850"/>
          <p14:tracePt t="222697" x="4102100" y="2990850"/>
          <p14:tracePt t="222713" x="4000500" y="2990850"/>
          <p14:tracePt t="222730" x="3867150" y="2978150"/>
          <p14:tracePt t="222747" x="3803650" y="2978150"/>
          <p14:tracePt t="222764" x="3689350" y="2978150"/>
          <p14:tracePt t="222780" x="3594100" y="2990850"/>
          <p14:tracePt t="222797" x="3568700" y="2990850"/>
          <p14:tracePt t="222814" x="3505200" y="2997200"/>
          <p14:tracePt t="222830" x="3479800" y="3003550"/>
          <p14:tracePt t="222863" x="3473450" y="3003550"/>
          <p14:tracePt t="222880" x="3467100" y="3003550"/>
          <p14:tracePt t="223110" x="3454400" y="3003550"/>
          <p14:tracePt t="223130" x="3441700" y="3003550"/>
          <p14:tracePt t="223138" x="3435350" y="2997200"/>
          <p14:tracePt t="223152" x="3422650" y="2997200"/>
          <p14:tracePt t="223162" x="3403600" y="2997200"/>
          <p14:tracePt t="223180" x="3352800" y="2990850"/>
          <p14:tracePt t="223195" x="3327400" y="2990850"/>
          <p14:tracePt t="223212" x="3225800" y="2990850"/>
          <p14:tracePt t="223230" x="3136900" y="2984500"/>
          <p14:tracePt t="223245" x="3092450" y="2984500"/>
          <p14:tracePt t="223262" x="3041650" y="2984500"/>
          <p14:tracePt t="223279" x="2933700" y="2984500"/>
          <p14:tracePt t="223295" x="2914650" y="2984500"/>
          <p14:tracePt t="223312" x="2882900" y="2984500"/>
          <p14:tracePt t="223328" x="2863850" y="2984500"/>
          <p14:tracePt t="223345" x="2851150" y="2984500"/>
          <p14:tracePt t="223362" x="2844800" y="2990850"/>
          <p14:tracePt t="223378" x="2838450" y="2990850"/>
          <p14:tracePt t="223395" x="2838450" y="2997200"/>
          <p14:tracePt t="223414" x="2832100" y="2997200"/>
          <p14:tracePt t="223461" x="2832100" y="3003550"/>
          <p14:tracePt t="223551" x="2832100" y="3009900"/>
          <p14:tracePt t="223580" x="2844800" y="3009900"/>
          <p14:tracePt t="223595" x="2851150" y="3009900"/>
          <p14:tracePt t="223601" x="2857500" y="3009900"/>
          <p14:tracePt t="223623" x="2870200" y="3009900"/>
          <p14:tracePt t="223630" x="2901950" y="3016250"/>
          <p14:tracePt t="223646" x="2933700" y="3022600"/>
          <p14:tracePt t="223660" x="2959100" y="3022600"/>
          <p14:tracePt t="223677" x="3048000" y="3041650"/>
          <p14:tracePt t="223694" x="3155950" y="3054350"/>
          <p14:tracePt t="223710" x="3194050" y="3054350"/>
          <p14:tracePt t="223728" x="3276600" y="3054350"/>
          <p14:tracePt t="223743" x="3333750" y="3054350"/>
          <p14:tracePt t="223761" x="3352800" y="3054350"/>
          <p14:tracePt t="223777" x="3378200" y="3048000"/>
          <p14:tracePt t="223794" x="3384550" y="3041650"/>
          <p14:tracePt t="223833" x="3384550" y="3048000"/>
          <p14:tracePt t="223854" x="3384550" y="3054350"/>
          <p14:tracePt t="223877" x="3378200" y="3054350"/>
          <p14:tracePt t="223904" x="3378200" y="3060700"/>
          <p14:tracePt t="223960" x="3378200" y="3067050"/>
          <p14:tracePt t="223974" x="3384550" y="3067050"/>
          <p14:tracePt t="223995" x="3390900" y="3067050"/>
          <p14:tracePt t="224023" x="3403600" y="3067050"/>
          <p14:tracePt t="224030" x="3409950" y="3067050"/>
          <p14:tracePt t="224045" x="3422650" y="3067050"/>
          <p14:tracePt t="224060" x="3441700" y="3067050"/>
          <p14:tracePt t="224076" x="3492500" y="3067050"/>
          <p14:tracePt t="224092" x="3511550" y="3067050"/>
          <p14:tracePt t="224109" x="3556000" y="3060700"/>
          <p14:tracePt t="224126" x="3587750" y="3060700"/>
          <p14:tracePt t="224143" x="3600450" y="3054350"/>
          <p14:tracePt t="224159" x="3606800" y="3054350"/>
          <p14:tracePt t="224178" x="3613150" y="3054350"/>
          <p14:tracePt t="224194" x="3619500" y="3054350"/>
          <p14:tracePt t="224212" x="3625850" y="3054350"/>
          <p14:tracePt t="224234" x="3632200" y="3054350"/>
          <p14:tracePt t="224262" x="3638550" y="3054350"/>
          <p14:tracePt t="224284" x="3644900" y="3048000"/>
          <p14:tracePt t="224304" x="3651250" y="3048000"/>
          <p14:tracePt t="224319" x="3657600" y="3048000"/>
          <p14:tracePt t="224327" x="3670300" y="3048000"/>
          <p14:tracePt t="224342" x="3683000" y="3048000"/>
          <p14:tracePt t="224358" x="3733800" y="3048000"/>
          <p14:tracePt t="224375" x="3778250" y="3048000"/>
          <p14:tracePt t="224391" x="3810000" y="3048000"/>
          <p14:tracePt t="224408" x="3886200" y="3048000"/>
          <p14:tracePt t="224425" x="3943350" y="3041650"/>
          <p14:tracePt t="224441" x="3975100" y="3028950"/>
          <p14:tracePt t="224458" x="4000500" y="3028950"/>
          <p14:tracePt t="224474" x="4076700" y="3028950"/>
          <p14:tracePt t="224491" x="4095750" y="3028950"/>
          <p14:tracePt t="224508" x="4140200" y="3028950"/>
          <p14:tracePt t="224525" x="4159250" y="3028950"/>
          <p14:tracePt t="224541" x="4210050" y="3028950"/>
          <p14:tracePt t="224558" x="4241800" y="3028950"/>
          <p14:tracePt t="224574" x="4267200" y="3028950"/>
          <p14:tracePt t="224591" x="4311650" y="3035300"/>
          <p14:tracePt t="224607" x="4337050" y="3035300"/>
          <p14:tracePt t="224624" x="4356100" y="3041650"/>
          <p14:tracePt t="224640" x="4375150" y="3041650"/>
          <p14:tracePt t="224657" x="4387850" y="3041650"/>
          <p14:tracePt t="224674" x="4394200" y="3041650"/>
          <p14:tracePt t="224691" x="4406900" y="3041650"/>
          <p14:tracePt t="224754" x="4406900" y="3035300"/>
          <p14:tracePt t="224811" x="4406900" y="3028950"/>
          <p14:tracePt t="224818" x="4400550" y="3028950"/>
          <p14:tracePt t="224826" x="4394200" y="3022600"/>
          <p14:tracePt t="224846" x="4375150" y="3022600"/>
          <p14:tracePt t="224860" x="4343400" y="3009900"/>
          <p14:tracePt t="224873" x="4292600" y="2997200"/>
          <p14:tracePt t="224889" x="4133850" y="2971800"/>
          <p14:tracePt t="224906" x="4019550" y="2946400"/>
          <p14:tracePt t="224923" x="3733800" y="2914650"/>
          <p14:tracePt t="224939" x="3441700" y="2895600"/>
          <p14:tracePt t="224956" x="3302000" y="2882900"/>
          <p14:tracePt t="224973" x="3060700" y="2863850"/>
          <p14:tracePt t="224989" x="2895600" y="2863850"/>
          <p14:tracePt t="225006" x="2832100" y="2863850"/>
          <p14:tracePt t="225023" x="2768600" y="2863850"/>
          <p14:tracePt t="225039" x="2743200" y="2863850"/>
          <p14:tracePt t="225056" x="2730500" y="2870200"/>
          <p14:tracePt t="225072" x="2724150" y="2870200"/>
          <p14:tracePt t="225106" x="2717800" y="2876550"/>
          <p14:tracePt t="225148" x="2724150" y="2876550"/>
          <p14:tracePt t="225169" x="2730500" y="2876550"/>
          <p14:tracePt t="225197" x="2730500" y="2882900"/>
          <p14:tracePt t="225212" x="2736850" y="2882900"/>
          <p14:tracePt t="225233" x="2743200" y="2882900"/>
          <p14:tracePt t="225239" x="2749550" y="2882900"/>
          <p14:tracePt t="225261" x="2755900" y="2882900"/>
          <p14:tracePt t="225268" x="2768600" y="2882900"/>
          <p14:tracePt t="225281" x="2774950" y="2889250"/>
          <p14:tracePt t="225291" x="2800350" y="2895600"/>
          <p14:tracePt t="225304" x="2819400" y="2901950"/>
          <p14:tracePt t="225321" x="2933700" y="2921000"/>
          <p14:tracePt t="225339" x="3092450" y="2952750"/>
          <p14:tracePt t="225354" x="3181350" y="2971800"/>
          <p14:tracePt t="225371" x="3270250" y="2978150"/>
          <p14:tracePt t="225388" x="3441700" y="3009900"/>
          <p14:tracePt t="225405" x="3530600" y="3022600"/>
          <p14:tracePt t="225421" x="3594100" y="3028950"/>
          <p14:tracePt t="225437" x="3702050" y="3041650"/>
          <p14:tracePt t="225455" x="3727450" y="3041650"/>
          <p14:tracePt t="225472" x="3771900" y="3041650"/>
          <p14:tracePt t="225487" x="3778250" y="3041650"/>
          <p14:tracePt t="225563" x="3778250" y="3035300"/>
          <p14:tracePt t="225605" x="3778250" y="3028950"/>
          <p14:tracePt t="225620" x="3771900" y="3022600"/>
          <p14:tracePt t="225639" x="3771900" y="3016250"/>
          <p14:tracePt t="226123" x="3759200" y="3016250"/>
          <p14:tracePt t="226130" x="3746500" y="3016250"/>
          <p14:tracePt t="226145" x="3733800" y="3016250"/>
          <p14:tracePt t="226154" x="3714750" y="3016250"/>
          <p14:tracePt t="226169" x="3695700" y="3016250"/>
          <p14:tracePt t="226185" x="3663950" y="3016250"/>
          <p14:tracePt t="226201" x="3594100" y="3003550"/>
          <p14:tracePt t="226218" x="3575050" y="2997200"/>
          <p14:tracePt t="226236" x="3530600" y="2990850"/>
          <p14:tracePt t="226251" x="3511550" y="2990850"/>
          <p14:tracePt t="226268" x="3473450" y="2984500"/>
          <p14:tracePt t="226286" x="3435350" y="2984500"/>
          <p14:tracePt t="226301" x="3416300" y="2984500"/>
          <p14:tracePt t="226318" x="3384550" y="2978150"/>
          <p14:tracePt t="226335" x="3359150" y="2971800"/>
          <p14:tracePt t="226351" x="3346450" y="2965450"/>
          <p14:tracePt t="226368" x="3327400" y="2965450"/>
          <p14:tracePt t="226385" x="3308350" y="2959100"/>
          <p14:tracePt t="226401" x="3302000" y="2952750"/>
          <p14:tracePt t="226419" x="3289300" y="2952750"/>
          <p14:tracePt t="226434" x="3276600" y="2946400"/>
          <p14:tracePt t="226451" x="3270250" y="2946400"/>
          <p14:tracePt t="226468" x="3263900" y="2933700"/>
          <p14:tracePt t="226484" x="3251200" y="2921000"/>
          <p14:tracePt t="226501" x="3232150" y="2901950"/>
          <p14:tracePt t="226517" x="3200400" y="2857500"/>
          <p14:tracePt t="226534" x="3175000" y="2819400"/>
          <p14:tracePt t="226550" x="3124200" y="2711450"/>
          <p14:tracePt t="226567" x="3067050" y="2584450"/>
          <p14:tracePt t="226584" x="3041650" y="2520950"/>
          <p14:tracePt t="226601" x="2984500" y="2406650"/>
          <p14:tracePt t="226617" x="2959100" y="2362200"/>
          <p14:tracePt t="226634" x="2914650" y="2298700"/>
          <p14:tracePt t="226651" x="2895600" y="2241550"/>
          <p14:tracePt t="226667" x="2876550" y="2216150"/>
          <p14:tracePt t="226684" x="2863850" y="2203450"/>
          <p14:tracePt t="226700" x="2832100" y="2178050"/>
          <p14:tracePt t="226717" x="2819400" y="2159000"/>
          <p14:tracePt t="226733" x="2806700" y="2146300"/>
          <p14:tracePt t="226750" x="2800350" y="2127250"/>
          <p14:tracePt t="226766" x="2781300" y="2114550"/>
          <p14:tracePt t="226783" x="2774950" y="2108200"/>
          <p14:tracePt t="226816" x="2762250" y="2101850"/>
          <p14:tracePt t="226835" x="2755900" y="2101850"/>
          <p14:tracePt t="226904" x="2755900" y="2108200"/>
          <p14:tracePt t="226918" x="2755900" y="2114550"/>
          <p14:tracePt t="226939" x="2755900" y="2120900"/>
          <p14:tracePt t="226953" x="2755900" y="2127250"/>
          <p14:tracePt t="226960" x="2755900" y="2133600"/>
          <p14:tracePt t="226974" x="2755900" y="2139950"/>
          <p14:tracePt t="226988" x="2762250" y="2159000"/>
          <p14:tracePt t="226998" x="2768600" y="2184400"/>
          <p14:tracePt t="227017" x="2794000" y="2273300"/>
          <p14:tracePt t="227032" x="2825750" y="2343150"/>
          <p14:tracePt t="227049" x="2882900" y="2501900"/>
          <p14:tracePt t="227066" x="2952750" y="2667000"/>
          <p14:tracePt t="227082" x="2997200" y="2730500"/>
          <p14:tracePt t="227098" x="3022600" y="2800350"/>
          <p14:tracePt t="227115" x="3079750" y="2901950"/>
          <p14:tracePt t="227132" x="3092450" y="2921000"/>
          <p14:tracePt t="227148" x="3098800" y="2933700"/>
          <p14:tracePt t="227165" x="3111500" y="2940050"/>
          <p14:tracePt t="227201" x="3111500" y="2946400"/>
          <p14:tracePt t="227269" x="3117850" y="2946400"/>
          <p14:tracePt t="227297" x="3130550" y="2946400"/>
          <p14:tracePt t="227318" x="3136900" y="2946400"/>
          <p14:tracePt t="227340" x="3143250" y="2946400"/>
          <p14:tracePt t="227346" x="3149600" y="2946400"/>
          <p14:tracePt t="227361" x="3162300" y="2946400"/>
          <p14:tracePt t="227368" x="3175000" y="2952750"/>
          <p14:tracePt t="227383" x="3200400" y="2952750"/>
          <p14:tracePt t="227397" x="3270250" y="2959100"/>
          <p14:tracePt t="227414" x="3321050" y="2959100"/>
          <p14:tracePt t="227431" x="3441700" y="2965450"/>
          <p14:tracePt t="227447" x="3492500" y="2978150"/>
          <p14:tracePt t="227464" x="3594100" y="2978150"/>
          <p14:tracePt t="227481" x="3651250" y="2978150"/>
          <p14:tracePt t="227497" x="3676650" y="2978150"/>
          <p14:tracePt t="227514" x="3689350" y="2978150"/>
          <p14:tracePt t="227530" x="3695700" y="2978150"/>
          <p14:tracePt t="227564" x="3695700" y="2984500"/>
          <p14:tracePt t="227607" x="3689350" y="2984500"/>
          <p14:tracePt t="227642" x="3683000" y="2984500"/>
          <p14:tracePt t="227670" x="3676650" y="2984500"/>
          <p14:tracePt t="227677" x="3670300" y="2990850"/>
          <p14:tracePt t="227698" x="3663950" y="2990850"/>
          <p14:tracePt t="227733" x="3657600" y="2990850"/>
          <p14:tracePt t="227762" x="3657600" y="2997200"/>
          <p14:tracePt t="227768" x="3657600" y="3003550"/>
          <p14:tracePt t="227790" x="3657600" y="3009900"/>
          <p14:tracePt t="227811" x="3663950" y="3016250"/>
          <p14:tracePt t="227818" x="3670300" y="3016250"/>
          <p14:tracePt t="227833" x="3676650" y="3016250"/>
          <p14:tracePt t="227860" x="3689350" y="3022600"/>
          <p14:tracePt t="227874" x="3695700" y="3022600"/>
          <p14:tracePt t="227888" x="3708400" y="3022600"/>
          <p14:tracePt t="227902" x="3714750" y="3022600"/>
          <p14:tracePt t="227912" x="3727450" y="3022600"/>
          <p14:tracePt t="227929" x="3740150" y="3022600"/>
          <p14:tracePt t="227946" x="3759200" y="3016250"/>
          <p14:tracePt t="227962" x="3765550" y="3016250"/>
          <p14:tracePt t="227995" x="3765550" y="3009900"/>
          <p14:tracePt t="228071" x="3765550" y="3003550"/>
          <p14:tracePt t="228092" x="3759200" y="3003550"/>
          <p14:tracePt t="228099" x="3746500" y="3003550"/>
          <p14:tracePt t="228114" x="3740150" y="3003550"/>
          <p14:tracePt t="228128" x="3727450" y="3003550"/>
          <p14:tracePt t="228145" x="3702050" y="3003550"/>
          <p14:tracePt t="228162" x="3663950" y="3016250"/>
          <p14:tracePt t="228178" x="3638550" y="3022600"/>
          <p14:tracePt t="228195" x="3606800" y="3048000"/>
          <p14:tracePt t="228212" x="3581400" y="3060700"/>
          <p14:tracePt t="228228" x="3581400" y="3073400"/>
          <p14:tracePt t="228245" x="3581400" y="3079750"/>
          <p14:tracePt t="228261" x="3594100" y="3092450"/>
          <p14:tracePt t="228278" x="3606800" y="3092450"/>
          <p14:tracePt t="228294" x="3625850" y="3098800"/>
          <p14:tracePt t="228311" x="3695700" y="3105150"/>
          <p14:tracePt t="228328" x="3721100" y="3105150"/>
          <p14:tracePt t="228346" x="3797300" y="3079750"/>
          <p14:tracePt t="228361" x="3829050" y="3067050"/>
          <p14:tracePt t="228377" x="3873500" y="3028950"/>
          <p14:tracePt t="228380" x="3886200" y="3016250"/>
          <p14:tracePt t="228397" x="3892550" y="2997200"/>
          <p14:tracePt t="228411" x="3892550" y="2984500"/>
          <p14:tracePt t="228427" x="3892550" y="2940050"/>
          <p14:tracePt t="228444" x="3892550" y="2921000"/>
          <p14:tracePt t="228460" x="3886200" y="2901950"/>
          <p14:tracePt t="228477" x="3867150" y="2889250"/>
          <p14:tracePt t="228494" x="3848100" y="2876550"/>
          <p14:tracePt t="228510" x="3841750" y="2870200"/>
          <p14:tracePt t="228527" x="3829050" y="2870200"/>
          <p14:tracePt t="228543" x="3810000" y="2870200"/>
          <p14:tracePt t="228560" x="3803650" y="2870200"/>
          <p14:tracePt t="228578" x="3790950" y="2870200"/>
          <p14:tracePt t="228593" x="3771900" y="2882900"/>
          <p14:tracePt t="228610" x="3765550" y="2889250"/>
          <p14:tracePt t="228627" x="3759200" y="2889250"/>
          <p14:tracePt t="228643" x="3752850" y="2895600"/>
          <p14:tracePt t="228660" x="3746500" y="2908300"/>
          <p14:tracePt t="228677" x="3746500" y="2914650"/>
          <p14:tracePt t="228711" x="3746500" y="2921000"/>
          <p14:tracePt t="228732" x="3740150" y="2921000"/>
          <p14:tracePt t="228767" x="3740150" y="2927350"/>
          <p14:tracePt t="228795" x="3740150" y="2933700"/>
          <p14:tracePt t="228837" x="3733800" y="2940050"/>
          <p14:tracePt t="228872" x="3733800" y="2946400"/>
          <p14:tracePt t="228907" x="3733800" y="2952750"/>
          <p14:tracePt t="228929" x="3733800" y="2965450"/>
          <p14:tracePt t="228943" x="3733800" y="2978150"/>
          <p14:tracePt t="228956" x="3733800" y="2997200"/>
          <p14:tracePt t="228964" x="3740150" y="3028950"/>
          <p14:tracePt t="228979" x="3746500" y="3086100"/>
          <p14:tracePt t="228992" x="3765550" y="3162300"/>
          <p14:tracePt t="229009" x="3810000" y="3359150"/>
          <p14:tracePt t="229025" x="3841750" y="3473450"/>
          <p14:tracePt t="229042" x="3892550" y="3727450"/>
          <p14:tracePt t="229059" x="3975100" y="4038600"/>
          <p14:tracePt t="229076" x="4025900" y="4197350"/>
          <p14:tracePt t="229091" x="4095750" y="4476750"/>
          <p14:tracePt t="229108" x="4165600" y="4711700"/>
          <p14:tracePt t="229127" x="4216400" y="4870450"/>
          <p14:tracePt t="229142" x="4241800" y="4927600"/>
          <p14:tracePt t="229158" x="4279900" y="4997450"/>
          <p14:tracePt t="229175" x="4298950" y="5035550"/>
          <p14:tracePt t="229191" x="4298950" y="5048250"/>
          <p14:tracePt t="229208" x="4318000" y="5054600"/>
          <p14:tracePt t="229225" x="4330700" y="5060950"/>
          <p14:tracePt t="229241" x="4343400" y="5060950"/>
          <p14:tracePt t="229258" x="4349750" y="5060950"/>
          <p14:tracePt t="229657" x="4375150" y="5060950"/>
          <p14:tracePt t="229671" x="4413250" y="5060950"/>
          <p14:tracePt t="229678" x="4470400" y="5054600"/>
          <p14:tracePt t="229693" x="4521200" y="5054600"/>
          <p14:tracePt t="229706" x="4635500" y="5041900"/>
          <p14:tracePt t="229723" x="4711700" y="5041900"/>
          <p14:tracePt t="229740" x="4800600" y="5035550"/>
          <p14:tracePt t="229756" x="5029200" y="5010150"/>
          <p14:tracePt t="229773" x="5327650" y="4991100"/>
          <p14:tracePt t="229790" x="5499100" y="4965700"/>
          <p14:tracePt t="229806" x="5803900" y="4946650"/>
          <p14:tracePt t="229823" x="6019800" y="4933950"/>
          <p14:tracePt t="229840" x="6223000" y="4902200"/>
          <p14:tracePt t="229855" x="6318250" y="4870450"/>
          <p14:tracePt t="229872" x="6470650" y="4832350"/>
          <p14:tracePt t="229889" x="6591300" y="4800600"/>
          <p14:tracePt t="229906" x="6623050" y="4794250"/>
          <p14:tracePt t="229922" x="6661150" y="4794250"/>
          <p14:tracePt t="229939" x="6705600" y="4787900"/>
          <p14:tracePt t="229955" x="6731000" y="4787900"/>
          <p14:tracePt t="229988" x="6737350" y="4787900"/>
          <p14:tracePt t="230093" x="6724650" y="4781550"/>
          <p14:tracePt t="230100" x="6699250" y="4781550"/>
          <p14:tracePt t="230114" x="6673850" y="4781550"/>
          <p14:tracePt t="230122" x="6623050" y="4794250"/>
          <p14:tracePt t="230138" x="6546850" y="4813300"/>
          <p14:tracePt t="230155" x="6337300" y="4864100"/>
          <p14:tracePt t="230171" x="5988050" y="4940300"/>
          <p14:tracePt t="230188" x="5816600" y="4959350"/>
          <p14:tracePt t="230205" x="5467350" y="5035550"/>
          <p14:tracePt t="230221" x="5207000" y="5080000"/>
          <p14:tracePt t="230238" x="5086350" y="5099050"/>
          <p14:tracePt t="230255" x="4908550" y="5149850"/>
          <p14:tracePt t="230270" x="4800600" y="5168900"/>
          <p14:tracePt t="230287" x="4768850" y="5175250"/>
          <p14:tracePt t="230304" x="4730750" y="5181600"/>
          <p14:tracePt t="230321" x="4718050" y="5181600"/>
          <p14:tracePt t="230338" x="4692650" y="5187950"/>
          <p14:tracePt t="230354" x="4654550" y="5207000"/>
          <p14:tracePt t="230371" x="4641850" y="5207000"/>
          <p14:tracePt t="231654" x="4629150" y="5162550"/>
          <p14:tracePt t="231668" x="4597400" y="5099050"/>
          <p14:tracePt t="231675" x="4546600" y="5016500"/>
          <p14:tracePt t="231690" x="4495800" y="4908550"/>
          <p14:tracePt t="231699" x="4425950" y="4787900"/>
          <p14:tracePt t="231716" x="4337050" y="4610100"/>
          <p14:tracePt t="231732" x="4102100" y="4210050"/>
          <p14:tracePt t="231749" x="3987800" y="3981450"/>
          <p14:tracePt t="231766" x="3759200" y="3600450"/>
          <p14:tracePt t="231782" x="3619500" y="3333750"/>
          <p14:tracePt t="231799" x="3568700" y="3225800"/>
          <p14:tracePt t="231816" x="3486150" y="3092450"/>
          <p14:tracePt t="231832" x="3429000" y="2990850"/>
          <p14:tracePt t="231849" x="3403600" y="2946400"/>
          <p14:tracePt t="231866" x="3295650" y="2794000"/>
          <p14:tracePt t="231882" x="3257550" y="2749550"/>
          <p14:tracePt t="231899" x="3219450" y="2705100"/>
          <p14:tracePt t="231916" x="3162300" y="2635250"/>
          <p14:tracePt t="231932" x="3124200" y="2603500"/>
          <p14:tracePt t="231949" x="3105150" y="2578100"/>
          <p14:tracePt t="231965" x="3086100" y="2559050"/>
          <p14:tracePt t="231982" x="3067050" y="2533650"/>
          <p14:tracePt t="231999" x="3060700" y="2520950"/>
          <p14:tracePt t="232015" x="3054350" y="2514600"/>
          <p14:tracePt t="232031" x="3054350" y="2508250"/>
          <p14:tracePt t="232097" x="3054350" y="2514600"/>
          <p14:tracePt t="232118" x="3054350" y="2520950"/>
          <p14:tracePt t="232140" x="3060700" y="2527300"/>
          <p14:tracePt t="232148" x="3060700" y="2533650"/>
          <p14:tracePt t="232168" x="3054350" y="2540000"/>
          <p14:tracePt t="232175" x="3048000" y="2540000"/>
          <p14:tracePt t="232196" x="3041650" y="2546350"/>
          <p14:tracePt t="240685" x="3048000" y="2546350"/>
          <p14:tracePt t="240692" x="3060700" y="2533650"/>
          <p14:tracePt t="240701" x="3092450" y="2514600"/>
          <p14:tracePt t="240718" x="3143250" y="2444750"/>
          <p14:tracePt t="240735" x="3213100" y="2311400"/>
          <p14:tracePt t="240751" x="3238500" y="2228850"/>
          <p14:tracePt t="240768" x="3263900" y="2146300"/>
          <p14:tracePt t="240784" x="3276600" y="2082800"/>
          <p14:tracePt t="240801" x="3276600" y="2063750"/>
          <p14:tracePt t="240819" x="3276600" y="2044700"/>
          <p14:tracePt t="240834" x="3276600" y="2032000"/>
          <p14:tracePt t="240851" x="3270250" y="2019300"/>
          <p14:tracePt t="240868" x="3263900" y="2006600"/>
          <p14:tracePt t="240884" x="3251200" y="2000250"/>
          <p14:tracePt t="240901" x="3232150" y="1987550"/>
          <p14:tracePt t="240918" x="3200400" y="1962150"/>
          <p14:tracePt t="240934" x="3168650" y="1936750"/>
          <p14:tracePt t="240951" x="3130550" y="1911350"/>
          <p14:tracePt t="240968" x="3060700" y="1866900"/>
          <p14:tracePt t="240984" x="3016250" y="1835150"/>
          <p14:tracePt t="241001" x="2952750" y="1803400"/>
          <p14:tracePt t="241017" x="2857500" y="1746250"/>
          <p14:tracePt t="241034" x="2813050" y="1727200"/>
          <p14:tracePt t="241051" x="2768600" y="1701800"/>
          <p14:tracePt t="241067" x="2755900" y="1701800"/>
          <p14:tracePt t="241084" x="2749550" y="1695450"/>
          <p14:tracePt t="241121" x="2743200" y="1695450"/>
          <p14:tracePt t="241409" x="2743200" y="1714500"/>
          <p14:tracePt t="241417" x="2743200" y="1746250"/>
          <p14:tracePt t="241423" x="2743200" y="1771650"/>
          <p14:tracePt t="241432" x="2749550" y="1816100"/>
          <p14:tracePt t="241449" x="2762250" y="1879600"/>
          <p14:tracePt t="241466" x="2774950" y="1987550"/>
          <p14:tracePt t="241482" x="2800350" y="2076450"/>
          <p14:tracePt t="241499" x="2825750" y="2159000"/>
          <p14:tracePt t="241516" x="2870200" y="2311400"/>
          <p14:tracePt t="241532" x="2889250" y="2381250"/>
          <p14:tracePt t="241549" x="2914650" y="2463800"/>
          <p14:tracePt t="241565" x="2927350" y="2527300"/>
          <p14:tracePt t="241582" x="2933700" y="2559050"/>
          <p14:tracePt t="241599" x="2933700" y="2584450"/>
          <p14:tracePt t="241615" x="2946400" y="2584450"/>
          <p14:tracePt t="241632" x="2952750" y="2584450"/>
          <p14:tracePt t="244704" x="2959100" y="2597150"/>
          <p14:tracePt t="244711" x="2965450" y="2635250"/>
          <p14:tracePt t="244721" x="2971800" y="2698750"/>
          <p14:tracePt t="244740" x="3009900" y="2908300"/>
          <p14:tracePt t="244754" x="3028950" y="3041650"/>
          <p14:tracePt t="244771" x="3073400" y="3225800"/>
          <p14:tracePt t="244788" x="3130550" y="3448050"/>
          <p14:tracePt t="244804" x="3194050" y="3644900"/>
          <p14:tracePt t="244821" x="3232150" y="3790950"/>
          <p14:tracePt t="244837" x="3321050" y="4032250"/>
          <p14:tracePt t="244854" x="3346450" y="4178300"/>
          <p14:tracePt t="244870" x="3378200" y="4286250"/>
          <p14:tracePt t="244887" x="3409950" y="4400550"/>
          <p14:tracePt t="244904" x="3429000" y="4470400"/>
          <p14:tracePt t="244921" x="3454400" y="4514850"/>
          <p14:tracePt t="244937" x="3473450" y="4559300"/>
          <p14:tracePt t="244954" x="3479800" y="4565650"/>
          <p14:tracePt t="244971" x="3486150" y="4565650"/>
          <p14:tracePt t="245003" x="3498850" y="4572000"/>
          <p14:tracePt t="245020" x="3505200" y="4622800"/>
          <p14:tracePt t="245036" x="3505200" y="4667250"/>
          <p14:tracePt t="245053" x="3511550" y="4705350"/>
          <p14:tracePt t="245070" x="3511550" y="4775200"/>
          <p14:tracePt t="245086" x="3511550" y="4819650"/>
          <p14:tracePt t="245103" x="3511550" y="4851400"/>
          <p14:tracePt t="245119" x="3524250" y="4876800"/>
          <p14:tracePt t="245136" x="3524250" y="4895850"/>
          <p14:tracePt t="245154" x="3524250" y="4921250"/>
          <p14:tracePt t="245169" x="3524250" y="4940300"/>
          <p14:tracePt t="245186" x="3530600" y="4959350"/>
          <p14:tracePt t="245189" x="3530600" y="4972050"/>
          <p14:tracePt t="245203" x="3536950" y="4984750"/>
          <p14:tracePt t="245220" x="3536950" y="4997450"/>
          <p14:tracePt t="245236" x="3543300" y="5010150"/>
          <p14:tracePt t="245253" x="3556000" y="5035550"/>
          <p14:tracePt t="245269" x="3562350" y="5041900"/>
          <p14:tracePt t="245835" x="3575050" y="5041900"/>
          <p14:tracePt t="245842" x="3587750" y="5041900"/>
          <p14:tracePt t="245851" x="3606800" y="5041900"/>
          <p14:tracePt t="245867" x="3644900" y="5041900"/>
          <p14:tracePt t="245885" x="3733800" y="5041900"/>
          <p14:tracePt t="245900" x="3803650" y="5035550"/>
          <p14:tracePt t="245917" x="3867150" y="5035550"/>
          <p14:tracePt t="245934" x="3968750" y="5016500"/>
          <p14:tracePt t="245949" x="4032250" y="5016500"/>
          <p14:tracePt t="245967" x="4083050" y="5010150"/>
          <p14:tracePt t="245984" x="4133850" y="5010150"/>
          <p14:tracePt t="246000" x="4152900" y="5003800"/>
          <p14:tracePt t="246017" x="4171950" y="4991100"/>
          <p14:tracePt t="246033" x="4197350" y="4984750"/>
          <p14:tracePt t="246201" x="4191000" y="4984750"/>
          <p14:tracePt t="246249" x="4184650" y="4984750"/>
          <p14:tracePt t="246327" x="4178300" y="4984750"/>
          <p14:tracePt t="246370" x="4171950" y="4984750"/>
          <p14:tracePt t="246791" x="4159250" y="4991100"/>
          <p14:tracePt t="246798" x="4140200" y="5010150"/>
          <p14:tracePt t="246805" x="4121150" y="5022850"/>
          <p14:tracePt t="246814" x="4095750" y="5035550"/>
          <p14:tracePt t="246831" x="4038600" y="5092700"/>
          <p14:tracePt t="246848" x="3949700" y="5181600"/>
          <p14:tracePt t="246863" x="3886200" y="5251450"/>
          <p14:tracePt t="246880" x="3816350" y="5340350"/>
          <p14:tracePt t="246897" x="3689350" y="5473700"/>
          <p14:tracePt t="246913" x="3613150" y="5556250"/>
          <p14:tracePt t="246930" x="3556000" y="5619750"/>
          <p14:tracePt t="246946" x="3498850" y="5689600"/>
          <p14:tracePt t="246963" x="3479800" y="5708650"/>
          <p14:tracePt t="246980" x="3467100" y="5715000"/>
          <p14:tracePt t="247013" x="3460750" y="5721350"/>
          <p14:tracePt t="247072" x="3467100" y="5721350"/>
          <p14:tracePt t="247094" x="3473450" y="5721350"/>
          <p14:tracePt t="247115" x="3479800" y="5721350"/>
          <p14:tracePt t="247121" x="3492500" y="5721350"/>
          <p14:tracePt t="247130" x="3505200" y="5721350"/>
          <p14:tracePt t="247146" x="3530600" y="5708650"/>
          <p14:tracePt t="247163" x="3587750" y="5702300"/>
          <p14:tracePt t="247179" x="3727450" y="5664200"/>
          <p14:tracePt t="247196" x="3860800" y="5626100"/>
          <p14:tracePt t="247214" x="4076700" y="5549900"/>
          <p14:tracePt t="247229" x="4210050" y="5480050"/>
          <p14:tracePt t="247246" x="4318000" y="5403850"/>
          <p14:tracePt t="247263" x="4419600" y="5308600"/>
          <p14:tracePt t="247279" x="4457700" y="5257800"/>
          <p14:tracePt t="247296" x="4470400" y="5219700"/>
          <p14:tracePt t="247312" x="4464050" y="5143500"/>
          <p14:tracePt t="247329" x="4419600" y="5067300"/>
          <p14:tracePt t="247345" x="4356100" y="4978400"/>
          <p14:tracePt t="247361" x="4222750" y="4889500"/>
          <p14:tracePt t="247378" x="4140200" y="4864100"/>
          <p14:tracePt t="247396" x="3968750" y="4857750"/>
          <p14:tracePt t="247411" x="3841750" y="4895850"/>
          <p14:tracePt t="247428" x="3733800" y="4953000"/>
          <p14:tracePt t="247445" x="3581400" y="5092700"/>
          <p14:tracePt t="247461" x="3524250" y="5232400"/>
          <p14:tracePt t="247478" x="3511550" y="5334000"/>
          <p14:tracePt t="247495" x="3543300" y="5524500"/>
          <p14:tracePt t="247511" x="3606800" y="5626100"/>
          <p14:tracePt t="247528" x="3714750" y="5727700"/>
          <p14:tracePt t="247545" x="3911600" y="5854700"/>
          <p14:tracePt t="247561" x="4057650" y="5924550"/>
          <p14:tracePt t="247579" x="4330700" y="5988050"/>
          <p14:tracePt t="247594" x="4483100" y="5988050"/>
          <p14:tracePt t="247611" x="4622800" y="5943600"/>
          <p14:tracePt t="247629" x="4806950" y="5797550"/>
          <p14:tracePt t="247644" x="4889500" y="5657850"/>
          <p14:tracePt t="247661" x="4953000" y="5549900"/>
          <p14:tracePt t="247677" x="4991100" y="5359400"/>
          <p14:tracePt t="247694" x="4965700" y="5226050"/>
          <p14:tracePt t="247711" x="4895850" y="5067300"/>
          <p14:tracePt t="247727" x="4749800" y="4857750"/>
          <p14:tracePt t="247744" x="4629150" y="4737100"/>
          <p14:tracePt t="247762" x="4445000" y="4622800"/>
          <p14:tracePt t="247777" x="4311650" y="4572000"/>
          <p14:tracePt t="247794" x="4178300" y="4552950"/>
          <p14:tracePt t="247811" x="3968750" y="4565650"/>
          <p14:tracePt t="247827" x="3867150" y="4610100"/>
          <p14:tracePt t="247844" x="3778250" y="4705350"/>
          <p14:tracePt t="247860" x="3651250" y="4870450"/>
          <p14:tracePt t="247877" x="3625850" y="4978400"/>
          <p14:tracePt t="247893" x="3625850" y="5080000"/>
          <p14:tracePt t="247910" x="3657600" y="5194300"/>
          <p14:tracePt t="247926" x="3695700" y="5238750"/>
          <p14:tracePt t="247943" x="3746500" y="5295900"/>
          <p14:tracePt t="247959" x="3841750" y="5359400"/>
          <p14:tracePt t="247976" x="3956050" y="5422900"/>
          <p14:tracePt t="247994" x="4171950" y="5505450"/>
          <p14:tracePt t="248009" x="4343400" y="5543550"/>
          <p14:tracePt t="248026" x="4508500" y="5543550"/>
          <p14:tracePt t="248043" x="4699000" y="5486400"/>
          <p14:tracePt t="248059" x="4775200" y="5435600"/>
          <p14:tracePt t="248076" x="4819650" y="5365750"/>
          <p14:tracePt t="248093" x="4864100" y="5283200"/>
          <p14:tracePt t="248109" x="4857750" y="5213350"/>
          <p14:tracePt t="248127" x="4813300" y="5118100"/>
          <p14:tracePt t="248142" x="4686300" y="4895850"/>
          <p14:tracePt t="248159" x="4552950" y="4787900"/>
          <p14:tracePt t="248177" x="4324350" y="4673600"/>
          <p14:tracePt t="248192" x="4140200" y="4635500"/>
          <p14:tracePt t="248209" x="3937000" y="4648200"/>
          <p14:tracePt t="248226" x="3651250" y="4711700"/>
          <p14:tracePt t="248242" x="3492500" y="4794250"/>
          <p14:tracePt t="248259" x="3371850" y="4902200"/>
          <p14:tracePt t="248275" x="3257550" y="5073650"/>
          <p14:tracePt t="248292" x="3238500" y="5200650"/>
          <p14:tracePt t="248309" x="3244850" y="5321300"/>
          <p14:tracePt t="248325" x="3340100" y="5537200"/>
          <p14:tracePt t="248342" x="3435350" y="5689600"/>
          <p14:tracePt t="248359" x="3600450" y="5873750"/>
          <p14:tracePt t="248375" x="3714750" y="5949950"/>
          <p14:tracePt t="248391" x="3867150" y="6045200"/>
          <p14:tracePt t="248409" x="4076700" y="6070600"/>
          <p14:tracePt t="248425" x="4210050" y="6019800"/>
          <p14:tracePt t="248441" x="4260850" y="5969000"/>
          <p14:tracePt t="248458" x="4343400" y="5873750"/>
          <p14:tracePt t="249454" x="4343400" y="5778500"/>
          <p14:tracePt t="249461" x="4318000" y="5676900"/>
          <p14:tracePt t="249471" x="4298950" y="5575300"/>
          <p14:tracePt t="249487" x="4216400" y="5270500"/>
          <p14:tracePt t="249504" x="4044950" y="4718050"/>
          <p14:tracePt t="249521" x="3905250" y="4381500"/>
          <p14:tracePt t="249538" x="3771900" y="4095750"/>
          <p14:tracePt t="249554" x="3556000" y="3721100"/>
          <p14:tracePt t="249570" x="3429000" y="3454400"/>
          <p14:tracePt t="249588" x="3276600" y="3200400"/>
          <p14:tracePt t="249604" x="3200400" y="3086100"/>
          <p14:tracePt t="249621" x="3143250" y="3016250"/>
          <p14:tracePt t="249638" x="3092450" y="2959100"/>
          <p14:tracePt t="249654" x="3079750" y="2946400"/>
          <p14:tracePt t="249670" x="3073400" y="2940050"/>
          <p14:tracePt t="249687" x="3067050" y="2940050"/>
          <p14:tracePt t="249704" x="3067050" y="2946400"/>
          <p14:tracePt t="249721" x="3067050" y="2952750"/>
          <p14:tracePt t="249736" x="3067050" y="2959100"/>
          <p14:tracePt t="249754" x="3060700" y="2959100"/>
          <p14:tracePt t="249771" x="3028950" y="2946400"/>
          <p14:tracePt t="249787" x="3009900" y="2914650"/>
          <p14:tracePt t="249803" x="2978150" y="2889250"/>
          <p14:tracePt t="249820" x="2876550" y="2819400"/>
          <p14:tracePt t="249837" x="2806700" y="2736850"/>
          <p14:tracePt t="249853" x="2705100" y="2641600"/>
          <p14:tracePt t="249870" x="2527300" y="2501900"/>
          <p14:tracePt t="249886" x="2438400" y="2432050"/>
          <p14:tracePt t="249903" x="2349500" y="2368550"/>
          <p14:tracePt t="249920" x="2209800" y="2279650"/>
          <p14:tracePt t="249937" x="2108200" y="2222500"/>
          <p14:tracePt t="249954" x="2000250" y="2146300"/>
          <p14:tracePt t="249970" x="1936750" y="2095500"/>
          <p14:tracePt t="249986" x="1879600" y="2070100"/>
          <p14:tracePt t="250003" x="1822450" y="2019300"/>
          <p14:tracePt t="250019" x="1797050" y="1974850"/>
          <p14:tracePt t="250036" x="1758950" y="1949450"/>
          <p14:tracePt t="250052" x="1733550" y="1898650"/>
          <p14:tracePt t="250069" x="1727200" y="1873250"/>
          <p14:tracePt t="250087" x="1720850" y="1866900"/>
          <p14:tracePt t="250129" x="1727200" y="1860550"/>
          <p14:tracePt t="250143" x="1727200" y="1854200"/>
          <p14:tracePt t="250152" x="1733550" y="1854200"/>
          <p14:tracePt t="250172" x="1739900" y="1841500"/>
          <p14:tracePt t="250193" x="1739900" y="1835150"/>
          <p14:tracePt t="250201" x="1739900" y="1828800"/>
          <p14:tracePt t="250218" x="1746250" y="1828800"/>
          <p14:tracePt t="250236" x="1746250" y="1822450"/>
          <p14:tracePt t="250402" x="1752600" y="1822450"/>
          <p14:tracePt t="250410" x="1758950" y="1822450"/>
          <p14:tracePt t="250424" x="1765300" y="1822450"/>
          <p14:tracePt t="250434" x="1771650" y="1828800"/>
          <p14:tracePt t="250451" x="1778000" y="1828800"/>
          <p14:tracePt t="250468" x="1809750" y="1835150"/>
          <p14:tracePt t="250484" x="1841500" y="1835150"/>
          <p14:tracePt t="250501" x="1892300" y="1835150"/>
          <p14:tracePt t="250518" x="1962150" y="1835150"/>
          <p14:tracePt t="250534" x="2006600" y="1835150"/>
          <p14:tracePt t="250552" x="2089150" y="1841500"/>
          <p14:tracePt t="250567" x="2146300" y="1847850"/>
          <p14:tracePt t="250584" x="2184400" y="1854200"/>
          <p14:tracePt t="250601" x="2254250" y="1860550"/>
          <p14:tracePt t="250617" x="2305050" y="1860550"/>
          <p14:tracePt t="250634" x="2336800" y="1873250"/>
          <p14:tracePt t="250651" x="2381250" y="1879600"/>
          <p14:tracePt t="250667" x="2406650" y="1885950"/>
          <p14:tracePt t="250685" x="2451100" y="1892300"/>
          <p14:tracePt t="250700" x="2476500" y="1898650"/>
          <p14:tracePt t="250717" x="2501900" y="1905000"/>
          <p14:tracePt t="250734" x="2546350" y="1911350"/>
          <p14:tracePt t="250750" x="2571750" y="1911350"/>
          <p14:tracePt t="250767" x="2590800" y="1911350"/>
          <p14:tracePt t="250770" x="2597150" y="1911350"/>
          <p14:tracePt t="250783" x="2622550" y="1911350"/>
          <p14:tracePt t="250800" x="2628900" y="1911350"/>
          <p14:tracePt t="250817" x="2635250" y="1911350"/>
          <p14:tracePt t="250833" x="2647950" y="1911350"/>
          <p14:tracePt t="250850" x="2654300" y="1911350"/>
          <p14:tracePt t="250867" x="2660650" y="1911350"/>
          <p14:tracePt t="250938" x="2660650" y="1905000"/>
          <p14:tracePt t="250966" x="2660650" y="1898650"/>
          <p14:tracePt t="250973" x="2660650" y="1892300"/>
          <p14:tracePt t="252971" x="2660650" y="1885950"/>
          <p14:tracePt t="252978" x="2660650" y="1879600"/>
          <p14:tracePt t="252985" x="2667000" y="1866900"/>
          <p14:tracePt t="252995" x="2673350" y="1866900"/>
          <p14:tracePt t="253009" x="2692400" y="1847850"/>
          <p14:tracePt t="253025" x="2711450" y="1828800"/>
          <p14:tracePt t="253042" x="2749550" y="1797050"/>
          <p14:tracePt t="253059" x="2781300" y="1771650"/>
          <p14:tracePt t="253076" x="2819400" y="1739900"/>
          <p14:tracePt t="253092" x="2863850" y="1701800"/>
          <p14:tracePt t="253109" x="2901950" y="1676400"/>
          <p14:tracePt t="253126" x="2946400" y="1644650"/>
          <p14:tracePt t="253142" x="2965450" y="1631950"/>
          <p14:tracePt t="253158" x="2984500" y="1625600"/>
          <p14:tracePt t="253175" x="2997200" y="1619250"/>
          <p14:tracePt t="253238" x="2990850" y="1619250"/>
          <p14:tracePt t="253252" x="2984500" y="1619250"/>
          <p14:tracePt t="253266" x="2978150" y="1619250"/>
          <p14:tracePt t="253275" x="2971800" y="1619250"/>
          <p14:tracePt t="253309" x="2965450" y="1619250"/>
          <p14:tracePt t="253315" x="2959100" y="1619250"/>
          <p14:tracePt t="253324" x="2952750" y="1619250"/>
          <p14:tracePt t="253340" x="2940050" y="1619250"/>
          <p14:tracePt t="253358" x="2914650" y="1619250"/>
          <p14:tracePt t="253374" x="2889250" y="1619250"/>
          <p14:tracePt t="253391" x="2832100" y="1612900"/>
          <p14:tracePt t="253408" x="2800350" y="1606550"/>
          <p14:tracePt t="253424" x="2692400" y="1600200"/>
          <p14:tracePt t="253441" x="2641600" y="1587500"/>
          <p14:tracePt t="253457" x="2457450" y="1568450"/>
          <p14:tracePt t="253474" x="2406650" y="1562100"/>
          <p14:tracePt t="253491" x="2286000" y="1536700"/>
          <p14:tracePt t="253507" x="2178050" y="1517650"/>
          <p14:tracePt t="253524" x="2133600" y="1504950"/>
          <p14:tracePt t="253541" x="2057400" y="1498600"/>
          <p14:tracePt t="253557" x="1993900" y="1485900"/>
          <p14:tracePt t="253574" x="1955800" y="1473200"/>
          <p14:tracePt t="253590" x="1905000" y="1460500"/>
          <p14:tracePt t="253607" x="1847850" y="1447800"/>
          <p14:tracePt t="253624" x="1816100" y="1441450"/>
          <p14:tracePt t="253640" x="1758950" y="1435100"/>
          <p14:tracePt t="253657" x="1733550" y="1422400"/>
          <p14:tracePt t="253674" x="1651000" y="1422400"/>
          <p14:tracePt t="253690" x="1625600" y="1416050"/>
          <p14:tracePt t="253707" x="1606550" y="1416050"/>
          <p14:tracePt t="253723" x="1568450" y="1409700"/>
          <p14:tracePt t="253740" x="1555750" y="1409700"/>
          <p14:tracePt t="253756" x="1549400" y="1409700"/>
          <p14:tracePt t="253773" x="1536700" y="1409700"/>
          <p14:tracePt t="253789" x="1530350" y="1409700"/>
          <p14:tracePt t="253823" x="1530350" y="1416050"/>
          <p14:tracePt t="253857" x="1517650" y="1416050"/>
          <p14:tracePt t="253885" x="1511300" y="1416050"/>
          <p14:tracePt t="253899" x="1504950" y="1422400"/>
          <p14:tracePt t="253908" x="1498600" y="1422400"/>
          <p14:tracePt t="253922" x="1492250" y="1428750"/>
          <p14:tracePt t="253939" x="1485900" y="1428750"/>
          <p14:tracePt t="253956" x="1460500" y="1435100"/>
          <p14:tracePt t="253972" x="1447800" y="1441450"/>
          <p14:tracePt t="253989" x="1435100" y="1447800"/>
          <p14:tracePt t="254005" x="1409700" y="1460500"/>
          <p14:tracePt t="254022" x="1397000" y="1466850"/>
          <p14:tracePt t="254039" x="1384300" y="1479550"/>
          <p14:tracePt t="254055" x="1377950" y="1479550"/>
          <p14:tracePt t="254072" x="1365250" y="1485900"/>
          <p14:tracePt t="254090" x="1352550" y="1498600"/>
          <p14:tracePt t="254105" x="1346200" y="1498600"/>
          <p14:tracePt t="254121" x="1333500" y="1504950"/>
          <p14:tracePt t="254139" x="1327150" y="1511300"/>
          <p14:tracePt t="254155" x="1320800" y="1511300"/>
          <p14:tracePt t="254172" x="1314450" y="1511300"/>
          <p14:tracePt t="254188" x="1308100" y="1511300"/>
          <p14:tracePt t="254229" x="1308100" y="1517650"/>
          <p14:tracePt t="254257" x="1301750" y="1517650"/>
          <p14:tracePt t="254293" x="1295400" y="1524000"/>
          <p14:tracePt t="254588" x="1301750" y="1530350"/>
          <p14:tracePt t="254601" x="1314450" y="1543050"/>
          <p14:tracePt t="254609" x="1320800" y="1562100"/>
          <p14:tracePt t="254623" x="1352550" y="1606550"/>
          <p14:tracePt t="254637" x="1390650" y="1689100"/>
          <p14:tracePt t="254653" x="1524000" y="1930400"/>
          <p14:tracePt t="254670" x="1638300" y="2133600"/>
          <p14:tracePt t="254686" x="1911350" y="2654300"/>
          <p14:tracePt t="254703" x="2222500" y="3238500"/>
          <p14:tracePt t="254720" x="2374900" y="3536950"/>
          <p14:tracePt t="254736" x="2628900" y="4057650"/>
          <p14:tracePt t="254753" x="2832100" y="4476750"/>
          <p14:tracePt t="254770" x="2895600" y="4641850"/>
          <p14:tracePt t="254786" x="2990850" y="4838700"/>
          <p14:tracePt t="254803" x="3035300" y="4946650"/>
          <p14:tracePt t="254820" x="3054350" y="5003800"/>
          <p14:tracePt t="254836" x="3060700" y="5016500"/>
          <p14:tracePt t="254853" x="3067050" y="5029200"/>
          <p14:tracePt t="254870" x="3073400" y="5041900"/>
          <p14:tracePt t="254886" x="3079750" y="5054600"/>
          <p14:tracePt t="254902" x="3086100" y="5073650"/>
          <p14:tracePt t="254919" x="3105150" y="5194300"/>
          <p14:tracePt t="254936" x="3111500" y="5264150"/>
          <p14:tracePt t="254953" x="3117850" y="5302250"/>
          <p14:tracePt t="254969" x="3168650" y="5480050"/>
          <p14:tracePt t="254986" x="3187700" y="5530850"/>
          <p14:tracePt t="255003" x="3225800" y="5619750"/>
          <p14:tracePt t="255019" x="3263900" y="5695950"/>
          <p14:tracePt t="255038" x="3282950" y="5721350"/>
          <p14:tracePt t="255052" x="3289300" y="5727700"/>
          <p14:tracePt t="255068" x="3289300" y="5734050"/>
          <p14:tracePt t="255085" x="3289300" y="5740400"/>
          <p14:tracePt t="255102" x="3289300" y="5734050"/>
          <p14:tracePt t="255118" x="3289300" y="5727700"/>
          <p14:tracePt t="255136" x="3289300" y="5708650"/>
          <p14:tracePt t="255151" x="3289300" y="5670550"/>
          <p14:tracePt t="255168" x="3276600" y="5632450"/>
          <p14:tracePt t="255185" x="3232150" y="5530850"/>
          <p14:tracePt t="255201" x="3181350" y="5422900"/>
          <p14:tracePt t="255218" x="3162300" y="5365750"/>
          <p14:tracePt t="255235" x="3130550" y="5283200"/>
          <p14:tracePt t="255251" x="3111500" y="5251450"/>
          <p14:tracePt t="255268" x="3098800" y="5213350"/>
          <p14:tracePt t="255285" x="3086100" y="5194300"/>
          <p14:tracePt t="255375" x="3086100" y="5207000"/>
          <p14:tracePt t="255382" x="3086100" y="5213350"/>
          <p14:tracePt t="255396" x="3086100" y="5232400"/>
          <p14:tracePt t="255404" x="3098800" y="5251450"/>
          <p14:tracePt t="255418" x="3105150" y="5283200"/>
          <p14:tracePt t="255434" x="3162300" y="5397500"/>
          <p14:tracePt t="255450" x="3187700" y="5441950"/>
          <p14:tracePt t="255467" x="3276600" y="5556250"/>
          <p14:tracePt t="255484" x="3371850" y="5657850"/>
          <p14:tracePt t="255500" x="3416300" y="5708650"/>
          <p14:tracePt t="255517" x="3486150" y="5778500"/>
          <p14:tracePt t="255534" x="3536950" y="5797550"/>
          <p14:tracePt t="255551" x="3581400" y="5810250"/>
          <p14:tracePt t="255583" x="3594100" y="5810250"/>
          <p14:tracePt t="255601" x="3606800" y="5810250"/>
          <p14:tracePt t="255616" x="3606800" y="5803900"/>
          <p14:tracePt t="255633" x="3606800" y="5791200"/>
          <p14:tracePt t="255650" x="3606800" y="5746750"/>
          <p14:tracePt t="255666" x="3587750" y="5670550"/>
          <p14:tracePt t="255683" x="3568700" y="5613400"/>
          <p14:tracePt t="255699" x="3543300" y="5480050"/>
          <p14:tracePt t="255716" x="3505200" y="5334000"/>
          <p14:tracePt t="255733" x="3492500" y="5270500"/>
          <p14:tracePt t="255750" x="3467100" y="5162550"/>
          <p14:tracePt t="255766" x="3448050" y="5080000"/>
          <p14:tracePt t="255784" x="3448050" y="5048250"/>
          <p14:tracePt t="255799" x="3448050" y="5041900"/>
          <p14:tracePt t="255835" x="3448050" y="5048250"/>
          <p14:tracePt t="255849" x="3448050" y="5054600"/>
          <p14:tracePt t="255866" x="3448050" y="5060950"/>
          <p14:tracePt t="255882" x="3448050" y="5099050"/>
          <p14:tracePt t="255899" x="3479800" y="5156200"/>
          <p14:tracePt t="255916" x="3556000" y="5270500"/>
          <p14:tracePt t="255932" x="3600450" y="5340350"/>
          <p14:tracePt t="255949" x="3759200" y="5486400"/>
          <p14:tracePt t="255966" x="3975100" y="5626100"/>
          <p14:tracePt t="255982" x="4070350" y="5676900"/>
          <p14:tracePt t="255999" x="4267200" y="5765800"/>
          <p14:tracePt t="256015" x="4432300" y="5784850"/>
          <p14:tracePt t="256031" x="4495800" y="5784850"/>
          <p14:tracePt t="256049" x="4616450" y="5759450"/>
          <p14:tracePt t="256065" x="4718050" y="5695950"/>
          <p14:tracePt t="256082" x="4756150" y="5664200"/>
          <p14:tracePt t="256099" x="4781550" y="5543550"/>
          <p14:tracePt t="256115" x="4794250" y="5384800"/>
          <p14:tracePt t="256131" x="4775200" y="5295900"/>
          <p14:tracePt t="256149" x="4711700" y="5060950"/>
          <p14:tracePt t="256165" x="4660900" y="4965700"/>
          <p14:tracePt t="256181" x="4527550" y="4787900"/>
          <p14:tracePt t="256198" x="4362450" y="4686300"/>
          <p14:tracePt t="256215" x="4279900" y="4667250"/>
          <p14:tracePt t="256231" x="4114800" y="4660900"/>
          <p14:tracePt t="256248" x="3981450" y="4711700"/>
          <p14:tracePt t="256264" x="3937000" y="4749800"/>
          <p14:tracePt t="256281" x="3848100" y="4851400"/>
          <p14:tracePt t="256298" x="3810000" y="4997450"/>
          <p14:tracePt t="256314" x="3810000" y="5086350"/>
          <p14:tracePt t="256331" x="3816350" y="5264150"/>
          <p14:tracePt t="256347" x="3810000" y="5308600"/>
          <p14:tracePt t="259408" x="3829050" y="5308600"/>
          <p14:tracePt t="259422" x="3848100" y="5308600"/>
          <p14:tracePt t="259429" x="3867150" y="5308600"/>
          <p14:tracePt t="259443" x="3886200" y="5295900"/>
          <p14:tracePt t="259453" x="3911600" y="5295900"/>
          <p14:tracePt t="259470" x="3937000" y="5295900"/>
          <p14:tracePt t="259486" x="3994150" y="5302250"/>
          <p14:tracePt t="259503" x="4038600" y="5295900"/>
          <p14:tracePt t="259520" x="4102100" y="5289550"/>
          <p14:tracePt t="259537" x="4191000" y="5264150"/>
          <p14:tracePt t="259553" x="4216400" y="5257800"/>
          <p14:tracePt t="259571" x="4292600" y="5232400"/>
          <p14:tracePt t="259586" x="4343400" y="5200650"/>
          <p14:tracePt t="259603" x="4356100" y="5194300"/>
          <p14:tracePt t="259620" x="4381500" y="5175250"/>
          <p14:tracePt t="259636" x="4400550" y="5156200"/>
          <p14:tracePt t="259653" x="4400550" y="5149850"/>
          <p14:tracePt t="259669" x="4413250" y="5149850"/>
          <p14:tracePt t="259703" x="4419600" y="5143500"/>
          <p14:tracePt t="259781" x="4419600" y="5137150"/>
          <p14:tracePt t="259851" x="4419600" y="5130800"/>
          <p14:tracePt t="259893" x="4425950" y="5124450"/>
          <p14:tracePt t="259921" x="4432300" y="5124450"/>
          <p14:tracePt t="259949" x="4438650" y="5124450"/>
          <p14:tracePt t="259984" x="4445000" y="5118100"/>
          <p14:tracePt t="260748" x="4445000" y="5130800"/>
          <p14:tracePt t="260756" x="4438650" y="5156200"/>
          <p14:tracePt t="260765" x="4425950" y="5175250"/>
          <p14:tracePt t="260782" x="4413250" y="5194300"/>
          <p14:tracePt t="260798" x="4394200" y="5245100"/>
          <p14:tracePt t="260815" x="4375150" y="5289550"/>
          <p14:tracePt t="260833" x="4349750" y="5334000"/>
          <p14:tracePt t="260848" x="4343400" y="5346700"/>
          <p14:tracePt t="260865" x="4337050" y="5359400"/>
          <p14:tracePt t="260883" x="4330700" y="5372100"/>
          <p14:tracePt t="260915" x="4324350" y="5378450"/>
          <p14:tracePt t="260945" x="4324350" y="5384800"/>
          <p14:tracePt t="260973" x="4330700" y="5384800"/>
          <p14:tracePt t="260994" x="4337050" y="5378450"/>
          <p14:tracePt t="261008" x="4343400" y="5378450"/>
          <p14:tracePt t="261017" x="4343400" y="5372100"/>
          <p14:tracePt t="261031" x="4343400" y="5365750"/>
          <p14:tracePt t="261058" x="4343400" y="5359400"/>
          <p14:tracePt t="261079" x="4343400" y="5353050"/>
          <p14:tracePt t="261085" x="4343400" y="5346700"/>
          <p14:tracePt t="261097" x="4343400" y="5340350"/>
          <p14:tracePt t="261114" x="4324350" y="5314950"/>
          <p14:tracePt t="261131" x="4305300" y="5302250"/>
          <p14:tracePt t="261148" x="4273550" y="5289550"/>
          <p14:tracePt t="261164" x="4083050" y="5200650"/>
          <p14:tracePt t="261181" x="4000500" y="5181600"/>
          <p14:tracePt t="261198" x="3911600" y="5175250"/>
          <p14:tracePt t="261214" x="3708400" y="5187950"/>
          <p14:tracePt t="261230" x="3511550" y="5283200"/>
          <p14:tracePt t="261248" x="3352800" y="5435600"/>
          <p14:tracePt t="261264" x="3302000" y="5505450"/>
          <p14:tracePt t="261280" x="3244850" y="5676900"/>
          <p14:tracePt t="261297" x="3238500" y="5822950"/>
          <p14:tracePt t="261313" x="3244850" y="5873750"/>
          <p14:tracePt t="261330" x="3333750" y="5994400"/>
          <p14:tracePt t="261347" x="3473450" y="6083300"/>
          <p14:tracePt t="261363" x="3543300" y="6121400"/>
          <p14:tracePt t="261380" x="3708400" y="6172200"/>
          <p14:tracePt t="261396" x="3892550" y="6178550"/>
          <p14:tracePt t="261413" x="3981450" y="6178550"/>
          <p14:tracePt t="261431" x="4146550" y="6146800"/>
          <p14:tracePt t="261446" x="4324350" y="6064250"/>
          <p14:tracePt t="261463" x="4406900" y="6000750"/>
          <p14:tracePt t="261480" x="4514850" y="5873750"/>
          <p14:tracePt t="261496" x="4552950" y="5803900"/>
          <p14:tracePt t="261513" x="4591050" y="5657850"/>
          <p14:tracePt t="261530" x="4591050" y="5429250"/>
          <p14:tracePt t="261546" x="4559300" y="5302250"/>
          <p14:tracePt t="261564" x="4502150" y="5054600"/>
          <p14:tracePt t="261579" x="4464050" y="4972050"/>
          <p14:tracePt t="261596" x="4419600" y="4902200"/>
          <p14:tracePt t="261613" x="4292600" y="4806950"/>
          <p14:tracePt t="261629" x="4203700" y="4775200"/>
          <p14:tracePt t="261646" x="4114800" y="4762500"/>
          <p14:tracePt t="261663" x="3797300" y="4864100"/>
          <p14:tracePt t="261678" x="3714750" y="4946650"/>
          <p14:tracePt t="261696" x="3594100" y="5099050"/>
          <p14:tracePt t="261712" x="3530600" y="5283200"/>
          <p14:tracePt t="261729" x="3517900" y="5461000"/>
          <p14:tracePt t="261746" x="3536950" y="5632450"/>
          <p14:tracePt t="261762" x="3556000" y="5721350"/>
          <p14:tracePt t="261779" x="3587750" y="5810250"/>
          <p14:tracePt t="261796" x="3740150" y="6045200"/>
          <p14:tracePt t="261812" x="3810000" y="6108700"/>
          <p14:tracePt t="261828" x="3905250" y="6172200"/>
          <p14:tracePt t="261845" x="4140200" y="6267450"/>
          <p14:tracePt t="261862" x="4419600" y="6343650"/>
          <p14:tracePt t="261878" x="4559300" y="6356350"/>
          <p14:tracePt t="261895" x="4826000" y="6343650"/>
          <p14:tracePt t="261911" x="4940300" y="6299200"/>
          <p14:tracePt t="261929" x="5124450" y="6216650"/>
          <p14:tracePt t="261944" x="5232400" y="6121400"/>
          <p14:tracePt t="261961" x="5302250" y="5969000"/>
          <p14:tracePt t="261979" x="5308600" y="5740400"/>
          <p14:tracePt t="261995" x="5276850" y="5575300"/>
          <p14:tracePt t="262011" x="5219700" y="5397500"/>
          <p14:tracePt t="262028" x="5067300" y="5035550"/>
          <p14:tracePt t="262044" x="5010150" y="4965700"/>
          <p14:tracePt t="262061" x="4946650" y="4914900"/>
          <p14:tracePt t="262077" x="4787900" y="4838700"/>
          <p14:tracePt t="262094" x="4686300" y="4813300"/>
          <p14:tracePt t="262111" x="4572000" y="4813300"/>
          <p14:tracePt t="262127" x="4337050" y="4883150"/>
          <p14:tracePt t="262145" x="4102100" y="5041900"/>
          <p14:tracePt t="262161" x="3937000" y="5232400"/>
          <p14:tracePt t="262177" x="3848100" y="5327650"/>
          <p14:tracePt t="262194" x="3765550" y="5499100"/>
          <p14:tracePt t="262211" x="3727450" y="5683250"/>
          <p14:tracePt t="262227" x="3727450" y="5784850"/>
          <p14:tracePt t="262244" x="3740150" y="5918200"/>
          <p14:tracePt t="262260" x="3784600" y="6026150"/>
          <p14:tracePt t="262277" x="3797300" y="6045200"/>
          <p14:tracePt t="262294" x="3841750" y="6051550"/>
          <p14:tracePt t="277408" x="3835400" y="6051550"/>
          <p14:tracePt t="277415" x="3810000" y="6051550"/>
          <p14:tracePt t="277429" x="3778250" y="6051550"/>
          <p14:tracePt t="277441" x="3740150" y="6051550"/>
          <p14:tracePt t="277458" x="3657600" y="6051550"/>
          <p14:tracePt t="277474" x="3606800" y="6045200"/>
          <p14:tracePt t="277491" x="3479800" y="6032500"/>
          <p14:tracePt t="277508" x="3346450" y="6013450"/>
          <p14:tracePt t="277524" x="3282950" y="6007100"/>
          <p14:tracePt t="277541" x="3136900" y="5994400"/>
          <p14:tracePt t="277557" x="3048000" y="5988050"/>
          <p14:tracePt t="277574" x="3009900" y="5988050"/>
          <p14:tracePt t="277591" x="2940050" y="5988050"/>
          <p14:tracePt t="277607" x="2876550" y="6013450"/>
          <p14:tracePt t="277624" x="2857500" y="6026150"/>
          <p14:tracePt t="277641" x="2832100" y="6038850"/>
          <p14:tracePt t="277657" x="2768600" y="6076950"/>
          <p14:tracePt t="277674" x="2749550" y="6096000"/>
          <p14:tracePt t="277691" x="2705100" y="6134100"/>
          <p14:tracePt t="277707" x="2686050" y="6146800"/>
          <p14:tracePt t="277724" x="2647950" y="6184900"/>
          <p14:tracePt t="277741" x="2622550" y="6203950"/>
          <p14:tracePt t="277757" x="2609850" y="6210300"/>
          <p14:tracePt t="277774" x="2590800" y="6223000"/>
          <p14:tracePt t="277790" x="2571750" y="6229350"/>
          <p14:tracePt t="277807" x="2565400" y="6229350"/>
          <p14:tracePt t="277823" x="2552700" y="6229350"/>
          <p14:tracePt t="277840" x="2520950" y="6216650"/>
          <p14:tracePt t="277857" x="2508250" y="6203950"/>
          <p14:tracePt t="277873" x="2438400" y="6140450"/>
          <p14:tracePt t="277890" x="2355850" y="6051550"/>
          <p14:tracePt t="277907" x="2266950" y="5924550"/>
          <p14:tracePt t="277923" x="2216150" y="5842000"/>
          <p14:tracePt t="277939" x="2178050" y="5759450"/>
          <p14:tracePt t="277957" x="2057400" y="5530850"/>
          <p14:tracePt t="277973" x="2019300" y="5486400"/>
          <p14:tracePt t="277989" x="1993900" y="5429250"/>
          <p14:tracePt t="278007" x="1917700" y="5295900"/>
          <p14:tracePt t="278023" x="1905000" y="5251450"/>
          <p14:tracePt t="278041" x="1866900" y="5181600"/>
          <p14:tracePt t="278056" x="1854200" y="5149850"/>
          <p14:tracePt t="278072" x="1835150" y="5073650"/>
          <p14:tracePt t="278089" x="1828800" y="5048250"/>
          <p14:tracePt t="278106" x="1822450" y="4991100"/>
          <p14:tracePt t="278122" x="1822450" y="4933950"/>
          <p14:tracePt t="278140" x="1822450" y="4857750"/>
          <p14:tracePt t="278155" x="1822450" y="4826000"/>
          <p14:tracePt t="278172" x="1822450" y="4749800"/>
          <p14:tracePt t="278189" x="1828800" y="4679950"/>
          <p14:tracePt t="278205" x="1841500" y="4648200"/>
          <p14:tracePt t="278222" x="1860550" y="4610100"/>
          <p14:tracePt t="278238" x="1879600" y="4572000"/>
          <p14:tracePt t="278255" x="1885950" y="4572000"/>
          <p14:tracePt t="278272" x="1898650" y="4559300"/>
          <p14:tracePt t="278288" x="1924050" y="4540250"/>
          <p14:tracePt t="278305" x="1924050" y="4533900"/>
          <p14:tracePt t="278308" x="1930400" y="4533900"/>
          <p14:tracePt t="278324" x="1936750" y="4533900"/>
          <p14:tracePt t="278338" x="1943100" y="4533900"/>
          <p14:tracePt t="278355" x="1949450" y="4533900"/>
          <p14:tracePt t="278374" x="1955800" y="4540250"/>
          <p14:tracePt t="278413" x="1962150" y="4546600"/>
          <p14:tracePt t="278469" x="1962150" y="4552950"/>
          <p14:tracePt t="278490" x="1962150" y="4559300"/>
          <p14:tracePt t="278497" x="1962150" y="4565650"/>
          <p14:tracePt t="278518" x="1962150" y="4572000"/>
          <p14:tracePt t="278539" x="1968500" y="4578350"/>
          <p14:tracePt t="278555" x="1968500" y="4584700"/>
          <p14:tracePt t="278567" x="1974850" y="4584700"/>
          <p14:tracePt t="278581" x="1974850" y="4597400"/>
          <p14:tracePt t="278590" x="1981200" y="4603750"/>
          <p14:tracePt t="278604" x="1987550" y="4622800"/>
          <p14:tracePt t="278620" x="1993900" y="4654550"/>
          <p14:tracePt t="278638" x="2038350" y="4737100"/>
          <p14:tracePt t="278654" x="2082800" y="4851400"/>
          <p14:tracePt t="278670" x="2120900" y="4921250"/>
          <p14:tracePt t="278688" x="2178050" y="5022850"/>
          <p14:tracePt t="278704" x="2222500" y="5105400"/>
          <p14:tracePt t="278720" x="2235200" y="5137150"/>
          <p14:tracePt t="278737" x="2266950" y="5175250"/>
          <p14:tracePt t="278753" x="2286000" y="5187950"/>
          <p14:tracePt t="278770" x="2298700" y="5187950"/>
          <p14:tracePt t="278787" x="2311400" y="5187950"/>
          <p14:tracePt t="278803" x="2330450" y="5175250"/>
          <p14:tracePt t="278821" x="2349500" y="5162550"/>
          <p14:tracePt t="278837" x="2362200" y="5156200"/>
          <p14:tracePt t="278853" x="2393950" y="5143500"/>
          <p14:tracePt t="278871" x="2425700" y="5124450"/>
          <p14:tracePt t="278886" x="2444750" y="5118100"/>
          <p14:tracePt t="278903" x="2463800" y="5111750"/>
          <p14:tracePt t="278919" x="2527300" y="5080000"/>
          <p14:tracePt t="278936" x="2546350" y="5073650"/>
          <p14:tracePt t="278953" x="2559050" y="5067300"/>
          <p14:tracePt t="278969" x="2597150" y="5054600"/>
          <p14:tracePt t="278986" x="2628900" y="5048250"/>
          <p14:tracePt t="279003" x="2647950" y="5041900"/>
          <p14:tracePt t="279020" x="2692400" y="5035550"/>
          <p14:tracePt t="279036" x="2711450" y="5035550"/>
          <p14:tracePt t="279053" x="2730500" y="5029200"/>
          <p14:tracePt t="279069" x="2794000" y="5016500"/>
          <p14:tracePt t="279086" x="2806700" y="5016500"/>
          <p14:tracePt t="279102" x="2838450" y="5016500"/>
          <p14:tracePt t="279119" x="2857500" y="5016500"/>
          <p14:tracePt t="279135" x="2863850" y="5016500"/>
          <p14:tracePt t="279152" x="2870200" y="5016500"/>
          <p14:tracePt t="279168" x="2876550" y="5016500"/>
          <p14:tracePt t="279276" x="2870200" y="5016500"/>
          <p14:tracePt t="279326" x="2863850" y="5016500"/>
          <p14:tracePt t="279333" x="2857500" y="5016500"/>
          <p14:tracePt t="279375" x="2851150" y="5016500"/>
          <p14:tracePt t="279410" x="2844800" y="5016500"/>
          <p14:tracePt t="279424" x="2838450" y="5022850"/>
          <p14:tracePt t="279431" x="2838450" y="5029200"/>
          <p14:tracePt t="279452" x="2832100" y="5035550"/>
          <p14:tracePt t="279466" x="2825750" y="5041900"/>
          <p14:tracePt t="279473" x="2813050" y="5054600"/>
          <p14:tracePt t="279484" x="2800350" y="5067300"/>
          <p14:tracePt t="279501" x="2787650" y="5086350"/>
          <p14:tracePt t="279517" x="2736850" y="5143500"/>
          <p14:tracePt t="279534" x="2711450" y="5175250"/>
          <p14:tracePt t="279552" x="2622550" y="5295900"/>
          <p14:tracePt t="279567" x="2590800" y="5334000"/>
          <p14:tracePt t="279584" x="2565400" y="5391150"/>
          <p14:tracePt t="279601" x="2533650" y="5454650"/>
          <p14:tracePt t="279617" x="2508250" y="5492750"/>
          <p14:tracePt t="279634" x="2501900" y="5518150"/>
          <p14:tracePt t="279650" x="2489200" y="5543550"/>
          <p14:tracePt t="279667" x="2489200" y="5568950"/>
          <p14:tracePt t="279684" x="2489200" y="5588000"/>
          <p14:tracePt t="279700" x="2489200" y="5600700"/>
          <p14:tracePt t="279717" x="2489200" y="5632450"/>
          <p14:tracePt t="279734" x="2489200" y="5651500"/>
          <p14:tracePt t="279750" x="2489200" y="5664200"/>
          <p14:tracePt t="279766" x="2489200" y="5676900"/>
          <p14:tracePt t="279784" x="2495550" y="5683250"/>
          <p14:tracePt t="279816" x="2495550" y="5689600"/>
          <p14:tracePt t="279833" x="2495550" y="5695950"/>
          <p14:tracePt t="279867" x="2495550" y="5702300"/>
          <p14:tracePt t="279902" x="2495550" y="5708650"/>
          <p14:tracePt t="279937" x="2501900" y="5708650"/>
          <p14:tracePt t="279986" x="2501900" y="5715000"/>
          <p14:tracePt t="280084" x="2501900" y="5721350"/>
          <p14:tracePt t="280112" x="2489200" y="5721350"/>
          <p14:tracePt t="280127" x="2489200" y="5727700"/>
          <p14:tracePt t="280135" x="2489200" y="5734050"/>
          <p14:tracePt t="280152" x="2482850" y="5740400"/>
          <p14:tracePt t="280165" x="2482850" y="5746750"/>
          <p14:tracePt t="280184" x="2470150" y="5759450"/>
          <p14:tracePt t="280199" x="2470150" y="5772150"/>
          <p14:tracePt t="280215" x="2470150" y="5791200"/>
          <p14:tracePt t="280232" x="2463800" y="5829300"/>
          <p14:tracePt t="280249" x="2457450" y="5861050"/>
          <p14:tracePt t="280265" x="2451100" y="5892800"/>
          <p14:tracePt t="280282" x="2444750" y="5937250"/>
          <p14:tracePt t="280298" x="2432050" y="6000750"/>
          <p14:tracePt t="280315" x="2425700" y="6019800"/>
          <p14:tracePt t="280331" x="2406650" y="6076950"/>
          <p14:tracePt t="280348" x="2387600" y="6121400"/>
          <p14:tracePt t="280365" x="2374900" y="6140450"/>
          <p14:tracePt t="280381" x="2362200" y="6165850"/>
          <p14:tracePt t="280398" x="2349500" y="6178550"/>
          <p14:tracePt t="280416" x="2336800" y="6203950"/>
          <p14:tracePt t="280432" x="2330450" y="6210300"/>
          <p14:tracePt t="280448" x="2324100" y="6229350"/>
          <p14:tracePt t="280465" x="2298700" y="6273800"/>
          <p14:tracePt t="280480" x="2286000" y="6299200"/>
          <p14:tracePt t="280497" x="2266950" y="6318250"/>
          <p14:tracePt t="280514" x="2241550" y="6362700"/>
          <p14:tracePt t="280530" x="2222500" y="6400800"/>
          <p14:tracePt t="280548" x="2216150" y="6413500"/>
          <p14:tracePt t="280564" x="2209800" y="6432550"/>
          <p14:tracePt t="280580" x="2197100" y="6438900"/>
          <p14:tracePt t="280613" x="2197100" y="6445250"/>
          <p14:tracePt t="280648" x="2190750" y="6451600"/>
          <p14:tracePt t="280970" x="2190750" y="6457950"/>
          <p14:tracePt t="281026" x="2197100" y="6457950"/>
          <p14:tracePt t="281068" x="2203450" y="6457950"/>
          <p14:tracePt t="281138" x="2209800" y="6457950"/>
          <p14:tracePt t="281152" x="2216150" y="6457950"/>
          <p14:tracePt t="281159" x="2222500" y="6457950"/>
          <p14:tracePt t="281166" x="2228850" y="6457950"/>
          <p14:tracePt t="281181" x="2235200" y="6457950"/>
          <p14:tracePt t="281208" x="2247900" y="6457950"/>
          <p14:tracePt t="281230" x="2254250" y="6457950"/>
          <p14:tracePt t="281237" x="2260600" y="6457950"/>
          <p14:tracePt t="281251" x="2273300" y="6457950"/>
          <p14:tracePt t="281262" x="2292350" y="6457950"/>
          <p14:tracePt t="281279" x="2317750" y="6457950"/>
          <p14:tracePt t="281295" x="2381250" y="6457950"/>
          <p14:tracePt t="281311" x="2451100" y="6457950"/>
          <p14:tracePt t="281328" x="2489200" y="6457950"/>
          <p14:tracePt t="281330" x="2527300" y="6457950"/>
          <p14:tracePt t="281344" x="2559050" y="6457950"/>
          <p14:tracePt t="281361" x="2584450" y="6457950"/>
          <p14:tracePt t="281379" x="2667000" y="6457950"/>
          <p14:tracePt t="281394" x="2692400" y="6457950"/>
          <p14:tracePt t="281411" x="2705100" y="6457950"/>
          <p14:tracePt t="281427" x="2736850" y="6457950"/>
          <p14:tracePt t="281444" x="2762250" y="6457950"/>
          <p14:tracePt t="281462" x="2781300" y="6457950"/>
          <p14:tracePt t="281477" x="2787650" y="6457950"/>
          <p14:tracePt t="281494" x="2800350" y="6457950"/>
          <p14:tracePt t="281511" x="2819400" y="6457950"/>
          <p14:tracePt t="281527" x="2832100" y="6457950"/>
          <p14:tracePt t="281544" x="2851150" y="6457950"/>
          <p14:tracePt t="281561" x="2857500" y="6457950"/>
          <p14:tracePt t="281577" x="2895600" y="6457950"/>
          <p14:tracePt t="281594" x="2927350" y="6457950"/>
          <p14:tracePt t="281610" x="2959100" y="6451600"/>
          <p14:tracePt t="281627" x="2978150" y="6451600"/>
          <p14:tracePt t="281643" x="2990850" y="6451600"/>
          <p14:tracePt t="281660" x="3035300" y="6445250"/>
          <p14:tracePt t="281677" x="3048000" y="6445250"/>
          <p14:tracePt t="281694" x="3073400" y="6445250"/>
          <p14:tracePt t="281710" x="3086100" y="6445250"/>
          <p14:tracePt t="281726" x="3117850" y="6438900"/>
          <p14:tracePt t="281744" x="3162300" y="6438900"/>
          <p14:tracePt t="281760" x="3181350" y="6432550"/>
          <p14:tracePt t="281776" x="3232150" y="6432550"/>
          <p14:tracePt t="281793" x="3270250" y="6432550"/>
          <p14:tracePt t="281809" x="3289300" y="6432550"/>
          <p14:tracePt t="281826" x="3333750" y="6432550"/>
          <p14:tracePt t="281843" x="3352800" y="6432550"/>
          <p14:tracePt t="281859" x="3359150" y="6426200"/>
          <p14:tracePt t="281877" x="3365500" y="6426200"/>
          <p14:tracePt t="281939" x="3359150" y="6426200"/>
          <p14:tracePt t="281960" x="3352800" y="6426200"/>
          <p14:tracePt t="281974" x="3340100" y="6426200"/>
          <p14:tracePt t="281981" x="3327400" y="6426200"/>
          <p14:tracePt t="281995" x="3308350" y="6426200"/>
          <p14:tracePt t="282009" x="3276600" y="6426200"/>
          <p14:tracePt t="282025" x="3181350" y="6432550"/>
          <p14:tracePt t="282042" x="3130550" y="6445250"/>
          <p14:tracePt t="282059" x="2978150" y="6445250"/>
          <p14:tracePt t="282075" x="2813050" y="6451600"/>
          <p14:tracePt t="282092" x="2743200" y="6464300"/>
          <p14:tracePt t="282109" x="2641600" y="6470650"/>
          <p14:tracePt t="282125" x="2590800" y="6470650"/>
          <p14:tracePt t="282142" x="2571750" y="6470650"/>
          <p14:tracePt t="282158" x="2546350" y="6477000"/>
          <p14:tracePt t="282175" x="2540000" y="6477000"/>
          <p14:tracePt t="282192" x="2533650" y="6477000"/>
          <p14:tracePt t="282208" x="2527300" y="6477000"/>
          <p14:tracePt t="282403" x="2520950" y="6477000"/>
          <p14:tracePt t="282431" x="2514600" y="6477000"/>
          <p14:tracePt t="282452" x="2508250" y="6477000"/>
          <p14:tracePt t="282494" x="2501900" y="6477000"/>
          <p14:tracePt t="282501" x="2495550" y="6477000"/>
          <p14:tracePt t="282557" x="2489200" y="6477000"/>
          <p14:tracePt t="282592" x="2482850" y="6477000"/>
          <p14:tracePt t="282608" x="2476500" y="6477000"/>
          <p14:tracePt t="282627" x="2470150" y="6477000"/>
          <p14:tracePt t="282635" x="2463800" y="6477000"/>
          <p14:tracePt t="282643" x="2457450" y="6477000"/>
          <p14:tracePt t="282684" x="2451100" y="6483350"/>
          <p14:tracePt t="282698" x="2444750" y="6483350"/>
          <p14:tracePt t="282726" x="2438400" y="6483350"/>
          <p14:tracePt t="282733" x="2432050" y="6483350"/>
          <p14:tracePt t="282776" x="2419350" y="6483350"/>
          <p14:tracePt t="282817" x="2413000" y="6489700"/>
          <p14:tracePt t="282874" x="2419350" y="6489700"/>
          <p14:tracePt t="282889" x="2425700" y="6489700"/>
          <p14:tracePt t="282895" x="2438400" y="6489700"/>
          <p14:tracePt t="282909" x="2457450" y="6489700"/>
          <p14:tracePt t="282922" x="2476500" y="6489700"/>
          <p14:tracePt t="282938" x="2559050" y="6483350"/>
          <p14:tracePt t="282955" x="2609850" y="6470650"/>
          <p14:tracePt t="282973" x="2755900" y="6464300"/>
          <p14:tracePt t="282988" x="2895600" y="6445250"/>
          <p14:tracePt t="283005" x="2971800" y="6432550"/>
          <p14:tracePt t="283022" x="3079750" y="6426200"/>
          <p14:tracePt t="283038" x="3162300" y="6426200"/>
          <p14:tracePt t="283055" x="3181350" y="6419850"/>
          <p14:tracePt t="283072" x="3206750" y="6419850"/>
          <p14:tracePt t="283088" x="3213100" y="6419850"/>
          <p14:tracePt t="283289" x="3232150" y="6419850"/>
          <p14:tracePt t="283296" x="3251200" y="6419850"/>
          <p14:tracePt t="283310" x="3289300" y="6419850"/>
          <p14:tracePt t="283321" x="3346450" y="6419850"/>
          <p14:tracePt t="283338" x="3460750" y="6419850"/>
          <p14:tracePt t="283354" x="3511550" y="6419850"/>
          <p14:tracePt t="283371" x="3676650" y="6419850"/>
          <p14:tracePt t="283387" x="3829050" y="6419850"/>
          <p14:tracePt t="283404" x="3892550" y="6419850"/>
          <p14:tracePt t="283420" x="4000500" y="6432550"/>
          <p14:tracePt t="283437" x="4076700" y="6432550"/>
          <p14:tracePt t="283453" x="4102100" y="6432550"/>
          <p14:tracePt t="283471" x="4133850" y="6432550"/>
          <p14:tracePt t="283487" x="4140200" y="6432550"/>
          <p14:tracePt t="283520" x="4146550" y="6432550"/>
          <p14:tracePt t="283668" x="4152900" y="6438900"/>
          <p14:tracePt t="283717" x="4159250" y="6438900"/>
          <p14:tracePt t="283731" x="4165600" y="6438900"/>
          <p14:tracePt t="283739" x="4171950" y="6438900"/>
          <p14:tracePt t="283759" x="4178300" y="6438900"/>
          <p14:tracePt t="283769" x="4191000" y="6438900"/>
          <p14:tracePt t="283786" x="4210050" y="6438900"/>
          <p14:tracePt t="283803" x="4260850" y="6438900"/>
          <p14:tracePt t="283819" x="4298950" y="6438900"/>
          <p14:tracePt t="283837" x="4457700" y="6457950"/>
          <p14:tracePt t="283852" x="4521200" y="6470650"/>
          <p14:tracePt t="283869" x="4591050" y="6489700"/>
          <p14:tracePt t="283887" x="4730750" y="6508750"/>
          <p14:tracePt t="283902" x="4813300" y="6515100"/>
          <p14:tracePt t="283919" x="4978400" y="6527800"/>
          <p14:tracePt t="283936" x="5105400" y="6527800"/>
          <p14:tracePt t="283951" x="5226050" y="6534150"/>
          <p14:tracePt t="283969" x="5264150" y="6534150"/>
          <p14:tracePt t="283985" x="5334000" y="6546850"/>
          <p14:tracePt t="284002" x="5397500" y="6546850"/>
          <p14:tracePt t="284020" x="5448300" y="6546850"/>
          <p14:tracePt t="284035" x="5473700" y="6546850"/>
          <p14:tracePt t="284051" x="5486400" y="6546850"/>
          <p14:tracePt t="284069" x="5575300" y="6546850"/>
          <p14:tracePt t="284085" x="5600700" y="6546850"/>
          <p14:tracePt t="284102" x="5632450" y="6546850"/>
          <p14:tracePt t="284118" x="5708650" y="6546850"/>
          <p14:tracePt t="284135" x="5734050" y="6546850"/>
          <p14:tracePt t="284151" x="5765800" y="6553200"/>
          <p14:tracePt t="284168" x="5822950" y="6559550"/>
          <p14:tracePt t="284184" x="5880100" y="6565900"/>
          <p14:tracePt t="284202" x="5924550" y="6565900"/>
          <p14:tracePt t="284218" x="5937250" y="6565900"/>
          <p14:tracePt t="284234" x="5962650" y="6565900"/>
          <p14:tracePt t="284251" x="5975350" y="6565900"/>
          <p14:tracePt t="284284" x="5981700" y="6565900"/>
          <p14:tracePt t="284335" x="5981700" y="6559550"/>
          <p14:tracePt t="284350" x="5975350" y="6559550"/>
          <p14:tracePt t="284384" x="5969000" y="6553200"/>
          <p14:tracePt t="284392" x="5962650" y="6553200"/>
          <p14:tracePt t="284400" x="5956300" y="6553200"/>
          <p14:tracePt t="284417" x="5943600" y="6553200"/>
          <p14:tracePt t="284434" x="5899150" y="6553200"/>
          <p14:tracePt t="284450" x="5861050" y="6553200"/>
          <p14:tracePt t="284467" x="5715000" y="6553200"/>
          <p14:tracePt t="284484" x="5530850" y="6553200"/>
          <p14:tracePt t="284500" x="5403850" y="6559550"/>
          <p14:tracePt t="284517" x="5149850" y="6572250"/>
          <p14:tracePt t="284533" x="4895850" y="6578600"/>
          <p14:tracePt t="284550" x="4768850" y="6591300"/>
          <p14:tracePt t="284567" x="4578350" y="6604000"/>
          <p14:tracePt t="284583" x="4425950" y="6604000"/>
          <p14:tracePt t="284600" x="4356100" y="6610350"/>
          <p14:tracePt t="284617" x="4254500" y="6616700"/>
          <p14:tracePt t="284633" x="4184650" y="6616700"/>
          <p14:tracePt t="284650" x="4159250" y="6616700"/>
          <p14:tracePt t="284666" x="4108450" y="6616700"/>
          <p14:tracePt t="284683" x="4083050" y="6616700"/>
          <p14:tracePt t="284699" x="4070350" y="6616700"/>
          <p14:tracePt t="284716" x="4057650" y="6610350"/>
          <p14:tracePt t="284733" x="4051300" y="6610350"/>
          <p14:tracePt t="284750" x="4025900" y="6610350"/>
          <p14:tracePt t="284766" x="4019550" y="6610350"/>
          <p14:tracePt t="284782" x="4013200" y="6604000"/>
          <p14:tracePt t="284799" x="4006850" y="6604000"/>
          <p14:tracePt t="284816" x="3994150" y="6597650"/>
          <p14:tracePt t="284832" x="3981450" y="6591300"/>
          <p14:tracePt t="284849" x="3968750" y="6591300"/>
          <p14:tracePt t="285845" x="3968750" y="6546850"/>
          <p14:tracePt t="285859" x="3981450" y="6496050"/>
          <p14:tracePt t="285865" x="3994150" y="6419850"/>
          <p14:tracePt t="285881" x="4013200" y="6337300"/>
          <p14:tracePt t="285895" x="4032250" y="6248400"/>
          <p14:tracePt t="285911" x="4070350" y="6051550"/>
          <p14:tracePt t="285930" x="4127500" y="5854700"/>
          <p14:tracePt t="285945" x="4152900" y="5753100"/>
          <p14:tracePt t="285962" x="4197350" y="5568950"/>
          <p14:tracePt t="285979" x="4254500" y="5422900"/>
          <p14:tracePt t="285995" x="4273550" y="5365750"/>
          <p14:tracePt t="286012" x="4292600" y="5327650"/>
          <p14:tracePt t="286028" x="4337050" y="5226050"/>
          <p14:tracePt t="286044" x="4362450" y="5156200"/>
          <p14:tracePt t="286063" x="4413250" y="5010150"/>
          <p14:tracePt t="286078" x="4451350" y="4889500"/>
          <p14:tracePt t="286095" x="4470400" y="4819650"/>
          <p14:tracePt t="286112" x="4521200" y="4673600"/>
          <p14:tracePt t="286127" x="4546600" y="4603750"/>
          <p14:tracePt t="286144" x="4578350" y="4527550"/>
          <p14:tracePt t="286161" x="4648200" y="4368800"/>
          <p14:tracePt t="286177" x="4692650" y="4286250"/>
          <p14:tracePt t="286194" x="4781550" y="4146550"/>
          <p14:tracePt t="286211" x="4889500" y="4006850"/>
          <p14:tracePt t="286227" x="4940300" y="3937000"/>
          <p14:tracePt t="286245" x="5048250" y="3790950"/>
          <p14:tracePt t="286261" x="5149850" y="3676650"/>
          <p14:tracePt t="286277" x="5194300" y="3619500"/>
          <p14:tracePt t="286294" x="5257800" y="3562350"/>
          <p14:tracePt t="286310" x="5372100" y="3441700"/>
          <p14:tracePt t="286327" x="5486400" y="3302000"/>
          <p14:tracePt t="286344" x="5581650" y="3175000"/>
          <p14:tracePt t="286361" x="5619750" y="3117850"/>
          <p14:tracePt t="286379" x="5651500" y="3060700"/>
          <p14:tracePt t="286393" x="5670550" y="3028950"/>
          <p14:tracePt t="286410" x="5676900" y="3016250"/>
          <p14:tracePt t="286413" x="5683250" y="3009900"/>
          <p14:tracePt t="286427" x="5702300" y="2990850"/>
          <p14:tracePt t="286443" x="5708650" y="2990850"/>
          <p14:tracePt t="286460" x="5715000" y="2990850"/>
          <p14:tracePt t="286478" x="5721350" y="2990850"/>
          <p14:tracePt t="286513" x="5721350" y="2978150"/>
          <p14:tracePt t="286527" x="5702300" y="2946400"/>
          <p14:tracePt t="286543" x="5689600" y="2933700"/>
          <p14:tracePt t="287002" x="5715000" y="2933700"/>
          <p14:tracePt t="287009" x="5746750" y="2914650"/>
          <p14:tracePt t="287025" x="5797550" y="2908300"/>
          <p14:tracePt t="287030" x="5848350" y="2901950"/>
          <p14:tracePt t="287041" x="5905500" y="2882900"/>
          <p14:tracePt t="287059" x="6000750" y="2857500"/>
          <p14:tracePt t="287074" x="6045200" y="2844800"/>
          <p14:tracePt t="287091" x="6070600" y="2838450"/>
          <p14:tracePt t="287108" x="6121400" y="2832100"/>
          <p14:tracePt t="287124" x="6140450" y="2832100"/>
          <p14:tracePt t="287141" x="6153150" y="2832100"/>
          <p14:tracePt t="287158" x="6178550" y="2825750"/>
          <p14:tracePt t="287174" x="6184900" y="2825750"/>
          <p14:tracePt t="287191" x="6191250" y="2819400"/>
          <p14:tracePt t="287290" x="6184900" y="2819400"/>
          <p14:tracePt t="287318" x="6178550" y="2825750"/>
          <p14:tracePt t="287325" x="6178550" y="2832100"/>
          <p14:tracePt t="287332" x="6165850" y="2832100"/>
          <p14:tracePt t="287346" x="6153150" y="2844800"/>
          <p14:tracePt t="287357" x="6127750" y="2857500"/>
          <p14:tracePt t="287374" x="6096000" y="2882900"/>
          <p14:tracePt t="287390" x="5899150" y="3009900"/>
          <p14:tracePt t="287407" x="5803900" y="3086100"/>
          <p14:tracePt t="287424" x="5581650" y="3276600"/>
          <p14:tracePt t="287440" x="5448300" y="3422650"/>
          <p14:tracePt t="287456" x="5156200" y="3714750"/>
          <p14:tracePt t="287473" x="4895850" y="4038600"/>
          <p14:tracePt t="287490" x="4813300" y="4171950"/>
          <p14:tracePt t="287506" x="4667250" y="4419600"/>
          <p14:tracePt t="287522" x="4572000" y="4635500"/>
          <p14:tracePt t="287539" x="4546600" y="4724400"/>
          <p14:tracePt t="287557" x="4521200" y="4883150"/>
          <p14:tracePt t="287573" x="4502150" y="5060950"/>
          <p14:tracePt t="287590" x="4502150" y="5149850"/>
          <p14:tracePt t="287606" x="4502150" y="5276850"/>
          <p14:tracePt t="287623" x="4502150" y="5391150"/>
          <p14:tracePt t="287639" x="4502150" y="5441950"/>
          <p14:tracePt t="287656" x="4489450" y="5562600"/>
          <p14:tracePt t="287673" x="4489450" y="5702300"/>
          <p14:tracePt t="287689" x="4483100" y="5765800"/>
          <p14:tracePt t="287706" x="4464050" y="5873750"/>
          <p14:tracePt t="287722" x="4445000" y="5918200"/>
          <p14:tracePt t="287741" x="4400550" y="6026150"/>
          <p14:tracePt t="287755" x="4375150" y="6045200"/>
          <p14:tracePt t="287772" x="4356100" y="6064250"/>
          <p14:tracePt t="287789" x="4349750" y="6076950"/>
          <p14:tracePt t="288084" x="4318000" y="6102350"/>
          <p14:tracePt t="288091" x="4279900" y="6146800"/>
          <p14:tracePt t="288107" x="4235450" y="6184900"/>
          <p14:tracePt t="288120" x="4191000" y="6229350"/>
          <p14:tracePt t="288137" x="4095750" y="6324600"/>
          <p14:tracePt t="288155" x="4032250" y="6375400"/>
          <p14:tracePt t="288171" x="3994150" y="6407150"/>
          <p14:tracePt t="288187" x="3949700" y="6451600"/>
          <p14:tracePt t="288204" x="3917950" y="6496050"/>
          <p14:tracePt t="288220" x="3892550" y="6515100"/>
          <p14:tracePt t="288237" x="3860800" y="6553200"/>
          <p14:tracePt t="288253" x="3829050" y="6572250"/>
          <p14:tracePt t="288270" x="3822700" y="6578600"/>
          <p14:tracePt t="288287" x="3822700" y="6584950"/>
          <p14:tracePt t="288303" x="3816350" y="6591300"/>
          <p14:tracePt t="288386" x="3822700" y="6591300"/>
          <p14:tracePt t="288393" x="3829050" y="6584950"/>
          <p14:tracePt t="288407" x="3835400" y="6584950"/>
          <p14:tracePt t="288419" x="3841750" y="6584950"/>
          <p14:tracePt t="288437" x="3860800" y="6572250"/>
          <p14:tracePt t="288453" x="3873500" y="6572250"/>
          <p14:tracePt t="288470" x="3911600" y="6559550"/>
          <p14:tracePt t="288486" x="3968750" y="6546850"/>
          <p14:tracePt t="288503" x="4025900" y="6527800"/>
          <p14:tracePt t="288520" x="4146550" y="6496050"/>
          <p14:tracePt t="288536" x="4292600" y="6470650"/>
          <p14:tracePt t="288553" x="4356100" y="6451600"/>
          <p14:tracePt t="288569" x="4527550" y="6432550"/>
          <p14:tracePt t="288586" x="4616450" y="6419850"/>
          <p14:tracePt t="288603" x="4692650" y="6413500"/>
          <p14:tracePt t="288619" x="4959350" y="6388100"/>
          <p14:tracePt t="288636" x="5041900" y="6381750"/>
          <p14:tracePt t="288653" x="5181600" y="6369050"/>
          <p14:tracePt t="288669" x="5289550" y="6362700"/>
          <p14:tracePt t="288686" x="5314950" y="6356350"/>
          <p14:tracePt t="288702" x="5365750" y="6350000"/>
          <p14:tracePt t="288719" x="5397500" y="6350000"/>
          <p14:tracePt t="288735" x="5416550" y="6337300"/>
          <p14:tracePt t="288752" x="5461000" y="6337300"/>
          <p14:tracePt t="288769" x="5499100" y="6337300"/>
          <p14:tracePt t="288787" x="5549900" y="6337300"/>
          <p14:tracePt t="288802" x="5568950" y="6337300"/>
          <p14:tracePt t="288818" x="5619750" y="6337300"/>
          <p14:tracePt t="288836" x="5670550" y="6337300"/>
          <p14:tracePt t="288852" x="5689600" y="6337300"/>
          <p14:tracePt t="288868" x="5715000" y="6337300"/>
          <p14:tracePt t="288901" x="5721350" y="6337300"/>
          <p14:tracePt t="288948" x="5721350" y="6330950"/>
          <p14:tracePt t="288969" x="5715000" y="6330950"/>
          <p14:tracePt t="288976" x="5708650" y="6330950"/>
          <p14:tracePt t="288990" x="5689600" y="6330950"/>
          <p14:tracePt t="289001" x="5657850" y="6337300"/>
          <p14:tracePt t="289019" x="5562600" y="6362700"/>
          <p14:tracePt t="289034" x="5499100" y="6381750"/>
          <p14:tracePt t="289051" x="5302250" y="6432550"/>
          <p14:tracePt t="289068" x="5187950" y="6451600"/>
          <p14:tracePt t="289084" x="4940300" y="6508750"/>
          <p14:tracePt t="289101" x="4711700" y="6546850"/>
          <p14:tracePt t="289117" x="4514850" y="6591300"/>
          <p14:tracePt t="289134" x="4425950" y="6610350"/>
          <p14:tracePt t="289151" x="4292600" y="6642100"/>
          <p14:tracePt t="289167" x="4184650" y="6667500"/>
          <p14:tracePt t="289184" x="4165600" y="6667500"/>
          <p14:tracePt t="289201" x="4114800" y="6673850"/>
          <p14:tracePt t="289217" x="4083050" y="6673850"/>
          <p14:tracePt t="289234" x="4070350" y="6673850"/>
          <p14:tracePt t="289250" x="4044950" y="6673850"/>
          <p14:tracePt t="289267" x="4038600" y="6667500"/>
          <p14:tracePt t="289283" x="4013200" y="6661150"/>
          <p14:tracePt t="289300" x="3987800" y="6661150"/>
          <p14:tracePt t="289317" x="3968750" y="6654800"/>
          <p14:tracePt t="289334" x="3917950" y="6648450"/>
          <p14:tracePt t="289350" x="3854450" y="6642100"/>
          <p14:tracePt t="289367" x="3810000" y="6629400"/>
          <p14:tracePt t="289384" x="3714750" y="6616700"/>
          <p14:tracePt t="289400" x="3632200" y="6597650"/>
          <p14:tracePt t="289417" x="3581400" y="6591300"/>
          <p14:tracePt t="289433" x="3460750" y="6559550"/>
          <p14:tracePt t="289450" x="3314700" y="6515100"/>
          <p14:tracePt t="289466" x="3244850" y="6483350"/>
          <p14:tracePt t="289483" x="3086100" y="6426200"/>
          <p14:tracePt t="289499" x="2946400" y="6362700"/>
          <p14:tracePt t="289517" x="2851150" y="6318250"/>
          <p14:tracePt t="289532" x="2806700" y="6305550"/>
          <p14:tracePt t="289549" x="2774950" y="6286500"/>
          <p14:tracePt t="289567" x="2673350" y="6261100"/>
          <p14:tracePt t="289582" x="2654300" y="6261100"/>
          <p14:tracePt t="289599" x="2622550" y="6261100"/>
          <p14:tracePt t="289616" x="2584450" y="6261100"/>
          <p14:tracePt t="289632" x="2540000" y="6267450"/>
          <p14:tracePt t="289649" x="2520950" y="6267450"/>
          <p14:tracePt t="289666" x="2495550" y="6267450"/>
          <p14:tracePt t="289682" x="2482850" y="6273800"/>
          <p14:tracePt t="289700" x="2463800" y="6273800"/>
          <p14:tracePt t="289715" x="2457450" y="6273800"/>
          <p14:tracePt t="289732" x="2444750" y="6273800"/>
          <p14:tracePt t="289749" x="2438400" y="6280150"/>
          <p14:tracePt t="289765" x="2438400" y="6286500"/>
          <p14:tracePt t="289782" x="2425700" y="6292850"/>
          <p14:tracePt t="289799" x="2413000" y="6305550"/>
          <p14:tracePt t="289815" x="2400300" y="6311900"/>
          <p14:tracePt t="289832" x="2393950" y="6318250"/>
          <p14:tracePt t="289848" x="2362200" y="6337300"/>
          <p14:tracePt t="289865" x="2349500" y="6356350"/>
          <p14:tracePt t="289883" x="2324100" y="6381750"/>
          <p14:tracePt t="289898" x="2311400" y="6394450"/>
          <p14:tracePt t="289915" x="2292350" y="6407150"/>
          <p14:tracePt t="289932" x="2286000" y="6413500"/>
          <p14:tracePt t="289948" x="2273300" y="6419850"/>
          <p14:tracePt t="289965" x="2266950" y="6419850"/>
          <p14:tracePt t="289984" x="2266950" y="6426200"/>
          <p14:tracePt t="290030" x="2260600" y="6432550"/>
          <p14:tracePt t="290142" x="2260600" y="6438900"/>
          <p14:tracePt t="290683" x="2273300" y="6438900"/>
          <p14:tracePt t="290711" x="2286000" y="6438900"/>
          <p14:tracePt t="290725" x="2292350" y="6438900"/>
          <p14:tracePt t="290732" x="2305050" y="6438900"/>
          <p14:tracePt t="290748" x="2324100" y="6432550"/>
          <p14:tracePt t="290762" x="2393950" y="6432550"/>
          <p14:tracePt t="290778" x="2432050" y="6426200"/>
          <p14:tracePt t="290795" x="2482850" y="6426200"/>
          <p14:tracePt t="290811" x="2603500" y="6413500"/>
          <p14:tracePt t="290828" x="2705100" y="6407150"/>
          <p14:tracePt t="290846" x="2787650" y="6407150"/>
          <p14:tracePt t="290861" x="2806700" y="6407150"/>
          <p14:tracePt t="290878" x="2838450" y="6407150"/>
          <p14:tracePt t="290895" x="2851150" y="6407150"/>
          <p14:tracePt t="290911" x="2857500" y="6407150"/>
          <p14:tracePt t="290929" x="2857500" y="6400800"/>
          <p14:tracePt t="290964" x="2863850" y="6400800"/>
          <p14:tracePt t="290992" x="2870200" y="6400800"/>
          <p14:tracePt t="291006" x="2876550" y="6400800"/>
          <p14:tracePt t="291014" x="2889250" y="6394450"/>
          <p14:tracePt t="291030" x="2895600" y="6394450"/>
          <p14:tracePt t="291044" x="2927350" y="6394450"/>
          <p14:tracePt t="291061" x="2952750" y="6394450"/>
          <p14:tracePt t="291077" x="3060700" y="6388100"/>
          <p14:tracePt t="291094" x="3136900" y="6388100"/>
          <p14:tracePt t="291111" x="3365500" y="6362700"/>
          <p14:tracePt t="291127" x="3714750" y="6337300"/>
          <p14:tracePt t="291144" x="3962400" y="6292850"/>
          <p14:tracePt t="291161" x="4508500" y="6216650"/>
          <p14:tracePt t="291177" x="4965700" y="6191250"/>
          <p14:tracePt t="291193" x="5124450" y="6178550"/>
          <p14:tracePt t="291211" x="5340350" y="6184900"/>
          <p14:tracePt t="291227" x="5416550" y="6184900"/>
          <p14:tracePt t="291243" x="5511800" y="6191250"/>
          <p14:tracePt t="291260" x="5530850" y="6191250"/>
          <p14:tracePt t="291276" x="5543550" y="6191250"/>
          <p14:tracePt t="291293" x="5549900" y="6191250"/>
          <p14:tracePt t="291358" x="5543550" y="6191250"/>
          <p14:tracePt t="291435" x="5537200" y="6191250"/>
          <p14:tracePt t="291477" x="5537200" y="6184900"/>
          <p14:tracePt t="291505" x="5524500" y="6184900"/>
          <p14:tracePt t="291519" x="5518150" y="6184900"/>
          <p14:tracePt t="291533" x="5505450" y="6184900"/>
          <p14:tracePt t="291546" x="5499100" y="6184900"/>
          <p14:tracePt t="291558" x="5480050" y="6184900"/>
          <p14:tracePt t="291576" x="5422900" y="6197600"/>
          <p14:tracePt t="291592" x="5372100" y="6197600"/>
          <p14:tracePt t="291609" x="5213350" y="6216650"/>
          <p14:tracePt t="291626" x="5010150" y="6216650"/>
          <p14:tracePt t="291642" x="4908550" y="6216650"/>
          <p14:tracePt t="291660" x="4768850" y="6203950"/>
          <p14:tracePt t="291675" x="4318000" y="6108700"/>
          <p14:tracePt t="291692" x="4152900" y="6045200"/>
          <p14:tracePt t="291709" x="3810000" y="5886450"/>
          <p14:tracePt t="291725" x="3670300" y="5829300"/>
          <p14:tracePt t="291742" x="3441700" y="5695950"/>
          <p14:tracePt t="291760" x="3251200" y="5568950"/>
          <p14:tracePt t="291775" x="3168650" y="5505450"/>
          <p14:tracePt t="291791" x="3016250" y="5384800"/>
          <p14:tracePt t="291808" x="2851150" y="5283200"/>
          <p14:tracePt t="291825" x="2768600" y="5232400"/>
          <p14:tracePt t="291842" x="2578100" y="5124450"/>
          <p14:tracePt t="291858" x="2552700" y="5111750"/>
          <p14:tracePt t="293576" x="2540000" y="5067300"/>
          <p14:tracePt t="293583" x="2520950" y="5016500"/>
          <p14:tracePt t="293597" x="2501900" y="4946650"/>
          <p14:tracePt t="293605" x="2476500" y="4889500"/>
          <p14:tracePt t="293619" x="2444750" y="4800600"/>
          <p14:tracePt t="293635" x="2349500" y="4591050"/>
          <p14:tracePt t="293651" x="2279650" y="4470400"/>
          <p14:tracePt t="293668" x="2222500" y="4330700"/>
          <p14:tracePt t="293685" x="2063750" y="3968750"/>
          <p14:tracePt t="293702" x="2006600" y="3822700"/>
          <p14:tracePt t="293718" x="1873250" y="3556000"/>
          <p14:tracePt t="293735" x="1841500" y="3498850"/>
          <p14:tracePt t="293752" x="1797050" y="3403600"/>
          <p14:tracePt t="293768" x="1765300" y="3302000"/>
          <p14:tracePt t="293785" x="1752600" y="3263900"/>
          <p14:tracePt t="293802" x="1720850" y="3187700"/>
          <p14:tracePt t="293818" x="1708150" y="3130550"/>
          <p14:tracePt t="293835" x="1701800" y="3105150"/>
          <p14:tracePt t="293851" x="1701800" y="3086100"/>
          <p14:tracePt t="293868" x="1701800" y="3079750"/>
          <p14:tracePt t="293884" x="1701800" y="3073400"/>
          <p14:tracePt t="293956" x="1701800" y="3079750"/>
          <p14:tracePt t="293977" x="1701800" y="3086100"/>
          <p14:tracePt t="293985" x="1701800" y="3092450"/>
          <p14:tracePt t="293998" x="1701800" y="3098800"/>
          <p14:tracePt t="294019" x="1701800" y="3105150"/>
          <p14:tracePt t="294026" x="1701800" y="3111500"/>
          <p14:tracePt t="294034" x="1701800" y="3117850"/>
          <p14:tracePt t="294054" x="1701800" y="3124200"/>
          <p14:tracePt t="294070" x="1701800" y="3130550"/>
          <p14:tracePt t="294083" x="1701800" y="3136900"/>
          <p14:tracePt t="294100" x="1695450" y="3168650"/>
          <p14:tracePt t="294117" x="1695450" y="3187700"/>
          <p14:tracePt t="294133" x="1695450" y="3270250"/>
          <p14:tracePt t="294150" x="1695450" y="3397250"/>
          <p14:tracePt t="294168" x="1714500" y="3536950"/>
          <p14:tracePt t="294183" x="1727200" y="3606800"/>
          <p14:tracePt t="294200" x="1733550" y="3644900"/>
          <p14:tracePt t="294216" x="1739900" y="3708400"/>
          <p14:tracePt t="294233" x="1746250" y="3727450"/>
          <p14:tracePt t="294251" x="1746250" y="3740150"/>
          <p14:tracePt t="294266" x="1758950" y="3752850"/>
          <p14:tracePt t="294283" x="1758950" y="3759200"/>
          <p14:tracePt t="294300" x="1765300" y="3759200"/>
          <p14:tracePt t="294321" x="1771650" y="3759200"/>
          <p14:tracePt t="294357" x="1771650" y="3752850"/>
          <p14:tracePt t="294384" x="1771650" y="3746500"/>
          <p14:tracePt t="294406" x="1771650" y="3740150"/>
          <p14:tracePt t="294448" x="1778000" y="3733800"/>
          <p14:tracePt t="294455" x="1778000" y="3727450"/>
          <p14:tracePt t="294476" x="1784350" y="3721100"/>
          <p14:tracePt t="294497" x="1784350" y="3714750"/>
          <p14:tracePt t="294511" x="1790700" y="3708400"/>
          <p14:tracePt t="294518" x="1797050" y="3695700"/>
          <p14:tracePt t="294532" x="1803400" y="3683000"/>
          <p14:tracePt t="294549" x="1816100" y="3657600"/>
          <p14:tracePt t="294565" x="1822450" y="3638550"/>
          <p14:tracePt t="294582" x="1841500" y="3606800"/>
          <p14:tracePt t="294598" x="1860550" y="3575050"/>
          <p14:tracePt t="294616" x="1873250" y="3562350"/>
          <p14:tracePt t="294631" x="1879600" y="3556000"/>
          <p14:tracePt t="294757" x="1885950" y="3562350"/>
          <p14:tracePt t="294777" x="1892300" y="3562350"/>
          <p14:tracePt t="294792" x="1898650" y="3562350"/>
          <p14:tracePt t="294800" x="1911350" y="3562350"/>
          <p14:tracePt t="294814" x="1924050" y="3562350"/>
          <p14:tracePt t="294831" x="1987550" y="3562350"/>
          <p14:tracePt t="294848" x="2051050" y="3562350"/>
          <p14:tracePt t="294864" x="2247900" y="3549650"/>
          <p14:tracePt t="294881" x="2374900" y="3536950"/>
          <p14:tracePt t="294898" x="2781300" y="3486150"/>
          <p14:tracePt t="294914" x="3321050" y="3409950"/>
          <p14:tracePt t="294930" x="3619500" y="3378200"/>
          <p14:tracePt t="294947" x="4184650" y="3321050"/>
          <p14:tracePt t="294964" x="4743450" y="3276600"/>
          <p14:tracePt t="294980" x="5041900" y="3244850"/>
          <p14:tracePt t="294997" x="5537200" y="3168650"/>
          <p14:tracePt t="295014" x="5975350" y="3111500"/>
          <p14:tracePt t="295031" x="6292850" y="3067050"/>
          <p14:tracePt t="295046" x="6419850" y="3048000"/>
          <p14:tracePt t="295063" x="6521450" y="3016250"/>
          <p14:tracePt t="295082" x="6718300" y="2984500"/>
          <p14:tracePt t="295097" x="6794500" y="2965450"/>
          <p14:tracePt t="295114" x="6927850" y="2933700"/>
          <p14:tracePt t="295131" x="7010400" y="2921000"/>
          <p14:tracePt t="295146" x="7042150" y="2921000"/>
          <p14:tracePt t="295163" x="7080250" y="2908300"/>
          <p14:tracePt t="295180" x="7092950" y="2908300"/>
          <p14:tracePt t="295196" x="7099300" y="2908300"/>
          <p14:tracePt t="295270" x="7092950" y="2908300"/>
          <p14:tracePt t="295298" x="7086600" y="2908300"/>
          <p14:tracePt t="295319" x="7080250" y="2908300"/>
          <p14:tracePt t="295340" x="7073900" y="2908300"/>
          <p14:tracePt t="295354" x="7067550" y="2901950"/>
          <p14:tracePt t="295362" x="7054850" y="2901950"/>
          <p14:tracePt t="295375" x="7029450" y="2895600"/>
          <p14:tracePt t="295389" x="7010400" y="2895600"/>
          <p14:tracePt t="295399" x="6972300" y="2882900"/>
          <p14:tracePt t="295413" x="6934200" y="2882900"/>
          <p14:tracePt t="295429" x="6819900" y="2882900"/>
          <p14:tracePt t="295446" x="6673850" y="2882900"/>
          <p14:tracePt t="295462" x="6546850" y="2882900"/>
          <p14:tracePt t="295479" x="6483350" y="2882900"/>
          <p14:tracePt t="295496" x="6381750" y="2882900"/>
          <p14:tracePt t="295512" x="6305550" y="2882900"/>
          <p14:tracePt t="295529" x="6273800" y="2882900"/>
          <p14:tracePt t="295545" x="6242050" y="2876550"/>
          <p14:tracePt t="295562" x="6229350" y="2876550"/>
          <p14:tracePt t="295579" x="6216650" y="2876550"/>
          <p14:tracePt t="295649" x="6210300" y="2876550"/>
          <p14:tracePt t="295663" x="6210300" y="2870200"/>
          <p14:tracePt t="295671" x="6203950" y="2870200"/>
          <p14:tracePt t="295684" x="6191250" y="2870200"/>
          <p14:tracePt t="295695" x="6178550" y="2851150"/>
          <p14:tracePt t="295712" x="6172200" y="2851150"/>
          <p14:tracePt t="295727" x="6134100" y="2832100"/>
          <p14:tracePt t="295745" x="6083300" y="2813050"/>
          <p14:tracePt t="295762" x="6019800" y="2787650"/>
          <p14:tracePt t="295778" x="6000750" y="2787650"/>
          <p14:tracePt t="295794" x="5956300" y="2781300"/>
          <p14:tracePt t="295811" x="5924550" y="2781300"/>
          <p14:tracePt t="295827" x="5918200" y="2781300"/>
          <p14:tracePt t="295844" x="5911850" y="2787650"/>
          <p14:tracePt t="295861" x="5911850" y="2794000"/>
          <p14:tracePt t="295878" x="5911850" y="2800350"/>
          <p14:tracePt t="295916" x="5918200" y="2800350"/>
          <p14:tracePt t="295927" x="5924550" y="2800350"/>
          <p14:tracePt t="295945" x="5937250" y="2800350"/>
          <p14:tracePt t="295976" x="5943600" y="2800350"/>
          <p14:tracePt t="295994" x="5949950" y="2800350"/>
          <p14:tracePt t="296010" x="5962650" y="2800350"/>
          <p14:tracePt t="296027" x="5988050" y="2800350"/>
          <p14:tracePt t="296044" x="6026150" y="2800350"/>
          <p14:tracePt t="296060" x="6057900" y="2800350"/>
          <p14:tracePt t="296077" x="6115050" y="2806700"/>
          <p14:tracePt t="296093" x="6191250" y="2806700"/>
          <p14:tracePt t="296110" x="6216650" y="2806700"/>
          <p14:tracePt t="296127" x="6267450" y="2806700"/>
          <p14:tracePt t="296143" x="6299200" y="2806700"/>
          <p14:tracePt t="296160" x="6305550" y="2806700"/>
          <p14:tracePt t="296177" x="6318250" y="2806700"/>
          <p14:tracePt t="296193" x="6324600" y="2806700"/>
          <p14:tracePt t="296275" x="6324600" y="2813050"/>
          <p14:tracePt t="296303" x="6330950" y="2813050"/>
          <p14:tracePt t="296324" x="6337300" y="2813050"/>
          <p14:tracePt t="296338" x="6343650" y="2819400"/>
          <p14:tracePt t="296345" x="6356350" y="2819400"/>
          <p14:tracePt t="296359" x="6356350" y="2825750"/>
          <p14:tracePt t="296375" x="6381750" y="2832100"/>
          <p14:tracePt t="296392" x="6394450" y="2832100"/>
          <p14:tracePt t="296409" x="6438900" y="2844800"/>
          <p14:tracePt t="296426" x="6470650" y="2851150"/>
          <p14:tracePt t="296442" x="6502400" y="2857500"/>
          <p14:tracePt t="296459" x="6572250" y="2876550"/>
          <p14:tracePt t="296475" x="6680200" y="2901950"/>
          <p14:tracePt t="296493" x="6775450" y="2921000"/>
          <p14:tracePt t="296508" x="6858000" y="2946400"/>
          <p14:tracePt t="296525" x="6896100" y="2946400"/>
          <p14:tracePt t="296542" x="6978650" y="2952750"/>
          <p14:tracePt t="296558" x="7029450" y="2959100"/>
          <p14:tracePt t="296575" x="7048500" y="2959100"/>
          <p14:tracePt t="296592" x="7073900" y="2965450"/>
          <p14:tracePt t="296608" x="7092950" y="2965450"/>
          <p14:tracePt t="296625" x="7099300" y="2965450"/>
          <p14:tracePt t="296641" x="7105650" y="2965450"/>
          <p14:tracePt t="296658" x="7118350" y="2971800"/>
          <p14:tracePt t="296676" x="7137400" y="2971800"/>
          <p14:tracePt t="296691" x="7143750" y="2978150"/>
          <p14:tracePt t="296708" x="7150100" y="2978150"/>
          <p14:tracePt t="296725" x="7181850" y="2984500"/>
          <p14:tracePt t="296741" x="7200900" y="2984500"/>
          <p14:tracePt t="296758" x="7213600" y="2984500"/>
          <p14:tracePt t="296775" x="7270750" y="2990850"/>
          <p14:tracePt t="296791" x="7296150" y="2997200"/>
          <p14:tracePt t="296808" x="7315200" y="2997200"/>
          <p14:tracePt t="296824" x="7366000" y="2997200"/>
          <p14:tracePt t="296842" x="7410450" y="2997200"/>
          <p14:tracePt t="296858" x="7467600" y="2997200"/>
          <p14:tracePt t="296874" x="7486650" y="2997200"/>
          <p14:tracePt t="296890" x="7537450" y="2990850"/>
          <p14:tracePt t="296908" x="7569200" y="2990850"/>
          <p14:tracePt t="296924" x="7581900" y="2990850"/>
          <p14:tracePt t="296940" x="7607300" y="2990850"/>
          <p14:tracePt t="296957" x="7620000" y="2990850"/>
          <p14:tracePt t="296973" x="7626350" y="2990850"/>
          <p14:tracePt t="296990" x="7639050" y="2990850"/>
          <p14:tracePt t="297007" x="7645400" y="2990850"/>
          <p14:tracePt t="297048" x="7651750" y="2984500"/>
          <p14:tracePt t="297111" x="7658100" y="2984500"/>
          <p14:tracePt t="298109" x="7651750" y="2990850"/>
          <p14:tracePt t="298130" x="7645400" y="2990850"/>
          <p14:tracePt t="298144" x="7639050" y="2990850"/>
          <p14:tracePt t="298165" x="7626350" y="2990850"/>
          <p14:tracePt t="298172" x="7613650" y="2990850"/>
          <p14:tracePt t="298187" x="7594600" y="2990850"/>
          <p14:tracePt t="298203" x="7524750" y="2978150"/>
          <p14:tracePt t="298219" x="7461250" y="2971800"/>
          <p14:tracePt t="298236" x="7258050" y="2959100"/>
          <p14:tracePt t="298252" x="7131050" y="2952750"/>
          <p14:tracePt t="298269" x="6781800" y="2927350"/>
          <p14:tracePt t="298286" x="6261100" y="2933700"/>
          <p14:tracePt t="298302" x="6000750" y="2933700"/>
          <p14:tracePt t="298319" x="5410200" y="2997200"/>
          <p14:tracePt t="298335" x="4921250" y="3054350"/>
          <p14:tracePt t="298352" x="4699000" y="3079750"/>
          <p14:tracePt t="298369" x="4381500" y="3130550"/>
          <p14:tracePt t="298385" x="4152900" y="3162300"/>
          <p14:tracePt t="298402" x="4064000" y="3181350"/>
          <p14:tracePt t="298419" x="3867150" y="3232150"/>
          <p14:tracePt t="298435" x="3708400" y="3270250"/>
          <p14:tracePt t="298452" x="3625850" y="3302000"/>
          <p14:tracePt t="298469" x="3492500" y="3352800"/>
          <p14:tracePt t="298486" x="3371850" y="3378200"/>
          <p14:tracePt t="298502" x="3327400" y="3397250"/>
          <p14:tracePt t="298518" x="3232150" y="3429000"/>
          <p14:tracePt t="298535" x="3124200" y="3448050"/>
          <p14:tracePt t="298552" x="3016250" y="3473450"/>
          <p14:tracePt t="298568" x="2965450" y="3473450"/>
          <p14:tracePt t="298585" x="2914650" y="3486150"/>
          <p14:tracePt t="298602" x="2667000" y="3511550"/>
          <p14:tracePt t="298618" x="2590800" y="3524250"/>
          <p14:tracePt t="298634" x="2527300" y="3524250"/>
          <p14:tracePt t="298651" x="2406650" y="3524250"/>
          <p14:tracePt t="298668" x="2324100" y="3536950"/>
          <p14:tracePt t="298685" x="2298700" y="3549650"/>
          <p14:tracePt t="298701" x="2254250" y="3556000"/>
          <p14:tracePt t="298717" x="2216150" y="3556000"/>
          <p14:tracePt t="298735" x="2197100" y="3556000"/>
          <p14:tracePt t="298751" x="2171700" y="3549650"/>
          <p14:tracePt t="298767" x="2165350" y="3543300"/>
          <p14:tracePt t="299105" x="2165350" y="3638550"/>
          <p14:tracePt t="299112" x="2190750" y="3784600"/>
          <p14:tracePt t="299127" x="2228850" y="3987800"/>
          <p14:tracePt t="299136" x="2254250" y="4133850"/>
          <p14:tracePt t="299150" x="2279650" y="4298950"/>
          <p14:tracePt t="299166" x="2324100" y="4457700"/>
          <p14:tracePt t="299183" x="2413000" y="4768850"/>
          <p14:tracePt t="299199" x="2514600" y="5137150"/>
          <p14:tracePt t="299216" x="2578100" y="5321300"/>
          <p14:tracePt t="299233" x="2660650" y="5600700"/>
          <p14:tracePt t="299249" x="2724150" y="5880100"/>
          <p14:tracePt t="299266" x="2755900" y="6000750"/>
          <p14:tracePt t="299282" x="2787650" y="6216650"/>
          <p14:tracePt t="299299" x="2806700" y="6350000"/>
          <p14:tracePt t="299315" x="2819400" y="6400800"/>
          <p14:tracePt t="299332" x="2832100" y="6470650"/>
          <p14:tracePt t="299349" x="2838450" y="6502400"/>
          <p14:tracePt t="299367" x="2838450" y="6521450"/>
          <p14:tracePt t="299382" x="2844800" y="6521450"/>
          <p14:tracePt t="299436" x="2844800" y="6527800"/>
          <p14:tracePt t="299500" x="2851150" y="6534150"/>
          <p14:tracePt t="299548" x="2857500" y="6534150"/>
          <p14:tracePt t="299570" x="2863850" y="6534150"/>
          <p14:tracePt t="299597" x="2870200" y="6527800"/>
          <p14:tracePt t="299605" x="2876550" y="6515100"/>
          <p14:tracePt t="299619" x="2895600" y="6496050"/>
          <p14:tracePt t="299631" x="2901950" y="6464300"/>
          <p14:tracePt t="299648" x="2946400" y="6375400"/>
          <p14:tracePt t="299664" x="2952750" y="6337300"/>
          <p14:tracePt t="299681" x="2984500" y="6248400"/>
          <p14:tracePt t="299697" x="2997200" y="6178550"/>
          <p14:tracePt t="299714" x="2997200" y="6153150"/>
          <p14:tracePt t="299732" x="2997200" y="6096000"/>
          <p14:tracePt t="299747" x="2965450" y="6000750"/>
          <p14:tracePt t="299764" x="2952750" y="5943600"/>
          <p14:tracePt t="299781" x="2940050" y="5899150"/>
          <p14:tracePt t="299797" x="2914650" y="5829300"/>
          <p14:tracePt t="299814" x="2908300" y="5803900"/>
          <p14:tracePt t="299830" x="2908300" y="5797550"/>
          <p14:tracePt t="299858" x="2901950" y="5797550"/>
          <p14:tracePt t="299872" x="2901950" y="5803900"/>
          <p14:tracePt t="299880" x="2901950" y="5810250"/>
          <p14:tracePt t="299897" x="2901950" y="5816600"/>
          <p14:tracePt t="299914" x="2908300" y="5835650"/>
          <p14:tracePt t="299930" x="2927350" y="5880100"/>
          <p14:tracePt t="299947" x="2940050" y="5918200"/>
          <p14:tracePt t="299964" x="3009900" y="6026150"/>
          <p14:tracePt t="299980" x="3079750" y="6102350"/>
          <p14:tracePt t="299996" x="3124200" y="6153150"/>
          <p14:tracePt t="300014" x="3194050" y="6210300"/>
          <p14:tracePt t="300029" x="3270250" y="6242050"/>
          <p14:tracePt t="300046" x="3308350" y="6242050"/>
          <p14:tracePt t="300063" x="3352800" y="6242050"/>
          <p14:tracePt t="300079" x="3378200" y="6242050"/>
          <p14:tracePt t="300097" x="3409950" y="6235700"/>
          <p14:tracePt t="300113" x="3429000" y="6223000"/>
          <p14:tracePt t="300129" x="3435350" y="6216650"/>
          <p14:tracePt t="300133" x="3435350" y="6210300"/>
          <p14:tracePt t="300146" x="3435350" y="6203950"/>
          <p14:tracePt t="300162" x="3435350" y="6197600"/>
          <p14:tracePt t="300179" x="3435350" y="6191250"/>
          <p14:tracePt t="300196" x="3435350" y="6184900"/>
          <p14:tracePt t="300212" x="3435350" y="6172200"/>
          <p14:tracePt t="300245" x="3429000" y="6172200"/>
          <p14:tracePt t="300262" x="3422650" y="6165850"/>
          <p14:tracePt t="300301" x="3416300" y="6165850"/>
          <p14:tracePt t="300328" x="3409950" y="6165850"/>
          <p14:tracePt t="300343" x="3403600" y="6159500"/>
          <p14:tracePt t="300350" x="3403600" y="6153150"/>
          <p14:tracePt t="300365" x="3397250" y="6146800"/>
          <p14:tracePt t="300379" x="3371850" y="6115050"/>
          <p14:tracePt t="300395" x="3346450" y="6089650"/>
          <p14:tracePt t="300412" x="3308350" y="6045200"/>
          <p14:tracePt t="300428" x="3213100" y="5943600"/>
          <p14:tracePt t="300445" x="3105150" y="5810250"/>
          <p14:tracePt t="300463" x="2984500" y="5670550"/>
          <p14:tracePt t="300479" x="2921000" y="5588000"/>
          <p14:tracePt t="300495" x="2800350" y="5454650"/>
          <p14:tracePt t="300512" x="2705100" y="5353050"/>
          <p14:tracePt t="300528" x="2673350" y="5308600"/>
          <p14:tracePt t="300545" x="2635250" y="5270500"/>
          <p14:tracePt t="300561" x="2590800" y="5226050"/>
          <p14:tracePt t="300577" x="2571750" y="5207000"/>
          <p14:tracePt t="300594" x="2559050" y="5194300"/>
          <p14:tracePt t="300611" x="2540000" y="5181600"/>
          <p14:tracePt t="300627" x="2533650" y="5175250"/>
          <p14:tracePt t="300630" x="2527300" y="5175250"/>
          <p14:tracePt t="300645" x="2514600" y="5168900"/>
          <p14:tracePt t="300661" x="2495550" y="5156200"/>
          <p14:tracePt t="300677" x="2482850" y="5137150"/>
          <p14:tracePt t="300694" x="2482850" y="5124450"/>
          <p14:tracePt t="305263" x="2476500" y="5124450"/>
          <p14:tracePt t="305270" x="2451100" y="5118100"/>
          <p14:tracePt t="305284" x="2432050" y="5118100"/>
          <p14:tracePt t="305295" x="2413000" y="5118100"/>
          <p14:tracePt t="305312" x="2362200" y="5111750"/>
          <p14:tracePt t="305328" x="2343150" y="5111750"/>
          <p14:tracePt t="305345" x="2298700" y="5105400"/>
          <p14:tracePt t="305362" x="2273300" y="5099050"/>
          <p14:tracePt t="305378" x="2260600" y="5099050"/>
          <p14:tracePt t="305395" x="2235200" y="5099050"/>
          <p14:tracePt t="305411" x="2222500" y="5099050"/>
          <p14:tracePt t="305428" x="2216150" y="5099050"/>
          <p14:tracePt t="305444" x="2209800" y="5099050"/>
          <p14:tracePt t="305461" x="2203450" y="5099050"/>
          <p14:tracePt t="305501" x="2197100" y="5099050"/>
          <p14:tracePt t="305614" x="2203450" y="5092700"/>
          <p14:tracePt t="305621" x="2209800" y="5092700"/>
          <p14:tracePt t="305635" x="2216150" y="5092700"/>
          <p14:tracePt t="305644" x="2222500" y="5086350"/>
          <p14:tracePt t="305660" x="2228850" y="5086350"/>
          <p14:tracePt t="305677" x="2260600" y="5080000"/>
          <p14:tracePt t="305693" x="2317750" y="5073650"/>
          <p14:tracePt t="305710" x="2368550" y="5073650"/>
          <p14:tracePt t="305713" x="2406650" y="5073650"/>
          <p14:tracePt t="305727" x="2470150" y="5060950"/>
          <p14:tracePt t="305743" x="2590800" y="5041900"/>
          <p14:tracePt t="305760" x="2654300" y="5041900"/>
          <p14:tracePt t="305777" x="2762250" y="5022850"/>
          <p14:tracePt t="305793" x="2832100" y="5016500"/>
          <p14:tracePt t="305810" x="2857500" y="5016500"/>
          <p14:tracePt t="305827" x="2889250" y="5010150"/>
          <p14:tracePt t="305843" x="2895600" y="5010150"/>
          <p14:tracePt t="305860" x="2901950" y="5003800"/>
          <p14:tracePt t="306141" x="2895600" y="5003800"/>
          <p14:tracePt t="306156" x="2889250" y="5003800"/>
          <p14:tracePt t="306163" x="2882900" y="5003800"/>
          <p14:tracePt t="306178" x="2870200" y="5003800"/>
          <p14:tracePt t="306192" x="2851150" y="5010150"/>
          <p14:tracePt t="306208" x="2794000" y="5016500"/>
          <p14:tracePt t="306225" x="2749550" y="5029200"/>
          <p14:tracePt t="306228" x="2711450" y="5035550"/>
          <p14:tracePt t="306241" x="2654300" y="5041900"/>
          <p14:tracePt t="306258" x="2584450" y="5060950"/>
          <p14:tracePt t="306276" x="2514600" y="5073650"/>
          <p14:tracePt t="306291" x="2495550" y="5073650"/>
          <p14:tracePt t="306308" x="2457450" y="5080000"/>
          <p14:tracePt t="306325" x="2444750" y="5086350"/>
          <p14:tracePt t="306341" x="2438400" y="5086350"/>
          <p14:tracePt t="306358" x="2432050" y="5086350"/>
          <p14:tracePt t="306395" x="2425700" y="5086350"/>
          <p14:tracePt t="306514" x="2432050" y="5086350"/>
          <p14:tracePt t="313348" x="2432050" y="5099050"/>
          <p14:tracePt t="313355" x="2438400" y="5130800"/>
          <p14:tracePt t="313367" x="2444750" y="5162550"/>
          <p14:tracePt t="313384" x="2482850" y="5295900"/>
          <p14:tracePt t="313400" x="2520950" y="5429250"/>
          <p14:tracePt t="313417" x="2533650" y="5492750"/>
          <p14:tracePt t="313433" x="2565400" y="5568950"/>
          <p14:tracePt t="313450" x="2597150" y="5632450"/>
          <p14:tracePt t="313467" x="2616200" y="5664200"/>
          <p14:tracePt t="313483" x="2616200" y="5676900"/>
          <p14:tracePt t="313499" x="2628900" y="5695950"/>
          <p14:tracePt t="313518" x="2635250" y="5702300"/>
          <p14:tracePt t="313550" x="2641600" y="5708650"/>
          <p14:tracePt t="313568" x="2654300" y="5721350"/>
          <p14:tracePt t="313582" x="2660650" y="5721350"/>
          <p14:tracePt t="313599" x="2667000" y="5727700"/>
          <p14:tracePt t="313616" x="2692400" y="5746750"/>
          <p14:tracePt t="313632" x="2698750" y="5753100"/>
          <p14:tracePt t="313650" x="2705100" y="5759450"/>
          <p14:tracePt t="313666" x="2711450" y="5765800"/>
          <p14:tracePt t="313682" x="2724150" y="5778500"/>
          <p14:tracePt t="313699" x="2730500" y="5778500"/>
          <p14:tracePt t="313716" x="2743200" y="5791200"/>
          <p14:tracePt t="313732" x="2749550" y="5791200"/>
          <p14:tracePt t="313765" x="2749550" y="5797550"/>
          <p14:tracePt t="313826" x="2749550" y="5791200"/>
          <p14:tracePt t="313847" x="2749550" y="5784850"/>
          <p14:tracePt t="313861" x="2749550" y="5778500"/>
          <p14:tracePt t="313869" x="2749550" y="5772150"/>
          <p14:tracePt t="313890" x="2749550" y="5765800"/>
          <p14:tracePt t="313898" x="2749550" y="5753100"/>
          <p14:tracePt t="313914" x="2749550" y="5740400"/>
          <p14:tracePt t="313932" x="2743200" y="5708650"/>
          <p14:tracePt t="313948" x="2736850" y="5695950"/>
          <p14:tracePt t="313966" x="2736850" y="5676900"/>
          <p14:tracePt t="313982" x="2736850" y="5664200"/>
          <p14:tracePt t="314009" x="2736850" y="5670550"/>
          <p14:tracePt t="314023" x="2736850" y="5683250"/>
          <p14:tracePt t="314032" x="2755900" y="5702300"/>
          <p14:tracePt t="314048" x="2774950" y="5746750"/>
          <p14:tracePt t="314065" x="2832100" y="5822950"/>
          <p14:tracePt t="314080" x="2895600" y="5924550"/>
          <p14:tracePt t="314098" x="2933700" y="5969000"/>
          <p14:tracePt t="314115" x="2978150" y="6032500"/>
          <p14:tracePt t="314131" x="3009900" y="6070600"/>
          <p14:tracePt t="314148" x="3022600" y="6076950"/>
          <p14:tracePt t="314165" x="3035300" y="6083300"/>
          <p14:tracePt t="314181" x="3041650" y="6083300"/>
          <p14:tracePt t="314215" x="3041650" y="6076950"/>
          <p14:tracePt t="314230" x="3041650" y="6070600"/>
          <p14:tracePt t="314248" x="3041650" y="6057900"/>
          <p14:tracePt t="314264" x="3041650" y="6038850"/>
          <p14:tracePt t="314280" x="3041650" y="6019800"/>
          <p14:tracePt t="314297" x="3028950" y="5969000"/>
          <p14:tracePt t="314313" x="2990850" y="5867400"/>
          <p14:tracePt t="314330" x="2978150" y="5816600"/>
          <p14:tracePt t="314347" x="2940050" y="5715000"/>
          <p14:tracePt t="314363" x="2914650" y="5651500"/>
          <p14:tracePt t="314380" x="2914650" y="5632450"/>
          <p14:tracePt t="314383" x="2908300" y="5619750"/>
          <p14:tracePt t="314431" x="2908300" y="5632450"/>
          <p14:tracePt t="314445" x="2908300" y="5638800"/>
          <p14:tracePt t="314452" x="2908300" y="5651500"/>
          <p14:tracePt t="314463" x="2914650" y="5689600"/>
          <p14:tracePt t="314480" x="2971800" y="5822950"/>
          <p14:tracePt t="314496" x="3003550" y="5918200"/>
          <p14:tracePt t="314513" x="3041650" y="5994400"/>
          <p14:tracePt t="314530" x="3162300" y="6254750"/>
          <p14:tracePt t="314546" x="3194050" y="6299200"/>
          <p14:tracePt t="314563" x="3225800" y="6343650"/>
          <p14:tracePt t="314579" x="3257550" y="6381750"/>
          <p14:tracePt t="314596" x="3270250" y="6400800"/>
          <p14:tracePt t="314629" x="3276600" y="6394450"/>
          <p14:tracePt t="314646" x="3282950" y="6362700"/>
          <p14:tracePt t="314663" x="3282950" y="6305550"/>
          <p14:tracePt t="314679" x="3276600" y="6254750"/>
          <p14:tracePt t="314696" x="3251200" y="6108700"/>
          <p14:tracePt t="314713" x="3219450" y="5943600"/>
          <p14:tracePt t="314729" x="3213100" y="5861050"/>
          <p14:tracePt t="314745" x="3162300" y="5727700"/>
          <p14:tracePt t="314762" x="3130550" y="5657850"/>
          <p14:tracePt t="314779" x="3124200" y="5645150"/>
          <p14:tracePt t="314795" x="3117850" y="5638800"/>
          <p14:tracePt t="314812" x="3117850" y="5632450"/>
          <p14:tracePt t="314828" x="3117850" y="5638800"/>
          <p14:tracePt t="314848" x="3117850" y="5645150"/>
          <p14:tracePt t="314862" x="3117850" y="5657850"/>
          <p14:tracePt t="314878" x="3117850" y="5695950"/>
          <p14:tracePt t="314881" x="3117850" y="5727700"/>
          <p14:tracePt t="314897" x="3117850" y="5778500"/>
          <p14:tracePt t="314911" x="3136900" y="5842000"/>
          <p14:tracePt t="314928" x="3194050" y="5969000"/>
          <p14:tracePt t="314945" x="3270250" y="6070600"/>
          <p14:tracePt t="314961" x="3308350" y="6115050"/>
          <p14:tracePt t="314978" x="3397250" y="6178550"/>
          <p14:tracePt t="314995" x="3479800" y="6203950"/>
          <p14:tracePt t="315011" x="3511550" y="6203950"/>
          <p14:tracePt t="315027" x="3549650" y="6197600"/>
          <p14:tracePt t="315044" x="3587750" y="6146800"/>
          <p14:tracePt t="315061" x="3594100" y="6115050"/>
          <p14:tracePt t="315078" x="3594100" y="5975350"/>
          <p14:tracePt t="315094" x="3517900" y="5791200"/>
          <p14:tracePt t="315111" x="3454400" y="5683250"/>
          <p14:tracePt t="315128" x="3295650" y="5480050"/>
          <p14:tracePt t="315144" x="3213100" y="5403850"/>
          <p14:tracePt t="315161" x="3048000" y="5314950"/>
          <p14:tracePt t="315177" x="2921000" y="5302250"/>
          <p14:tracePt t="315194" x="2870200" y="5302250"/>
          <p14:tracePt t="315211" x="2781300" y="5340350"/>
          <p14:tracePt t="315226" x="2698750" y="5435600"/>
          <p14:tracePt t="315244" x="2673350" y="5480050"/>
          <p14:tracePt t="315261" x="2654300" y="5575300"/>
          <p14:tracePt t="315277" x="2654300" y="5657850"/>
          <p14:tracePt t="315294" x="2673350" y="5702300"/>
          <p14:tracePt t="315311" x="2717800" y="5797550"/>
          <p14:tracePt t="315327" x="2774950" y="5854700"/>
          <p14:tracePt t="315343" x="2806700" y="5880100"/>
          <p14:tracePt t="315360" x="2882900" y="5924550"/>
          <p14:tracePt t="315377" x="2940050" y="5930900"/>
          <p14:tracePt t="315394" x="2984500" y="5930900"/>
          <p14:tracePt t="315396" x="3009900" y="5930900"/>
          <p14:tracePt t="315410" x="3041650" y="5924550"/>
          <p14:tracePt t="315426" x="3060700" y="5918200"/>
          <p14:tracePt t="315444" x="3111500" y="5880100"/>
          <p14:tracePt t="315460" x="3117850" y="5867400"/>
          <p14:tracePt t="315477" x="3124200" y="5854700"/>
          <p14:tracePt t="315493" x="3130550" y="5816600"/>
          <p14:tracePt t="315509" x="3111500" y="5753100"/>
          <p14:tracePt t="315526" x="3098800" y="5708650"/>
          <p14:tracePt t="315543" x="3054350" y="5657850"/>
          <p14:tracePt t="315559" x="3022600" y="5619750"/>
          <p14:tracePt t="315576" x="2990850" y="5607050"/>
          <p14:tracePt t="315592" x="2946400" y="5581650"/>
          <p14:tracePt t="316104" x="2946400" y="5562600"/>
          <p14:tracePt t="316118" x="2952750" y="5543550"/>
          <p14:tracePt t="316126" x="2952750" y="5511800"/>
          <p14:tracePt t="316141" x="2952750" y="5473700"/>
          <p14:tracePt t="316157" x="2952750" y="5359400"/>
          <p14:tracePt t="316174" x="2940050" y="5295900"/>
          <p14:tracePt t="316190" x="2927350" y="5175250"/>
          <p14:tracePt t="316207" x="2889250" y="5086350"/>
          <p14:tracePt t="316225" x="2876550" y="5035550"/>
          <p14:tracePt t="316240" x="2870200" y="5022850"/>
          <p14:tracePt t="316257" x="2863850" y="5010150"/>
          <p14:tracePt t="316274" x="2857500" y="5003800"/>
          <p14:tracePt t="316386" x="2863850" y="5003800"/>
          <p14:tracePt t="316414" x="2857500" y="5003800"/>
          <p14:tracePt t="316427" x="2857500" y="5010150"/>
          <p14:tracePt t="316434" x="2851150" y="5016500"/>
          <p14:tracePt t="316449" x="2844800" y="5022850"/>
          <p14:tracePt t="316458" x="2838450" y="5022850"/>
          <p14:tracePt t="316472" x="2832100" y="5035550"/>
          <p14:tracePt t="316489" x="2806700" y="5067300"/>
          <p14:tracePt t="316506" x="2774950" y="5143500"/>
          <p14:tracePt t="316523" x="2755900" y="5194300"/>
          <p14:tracePt t="316539" x="2736850" y="5251450"/>
          <p14:tracePt t="316556" x="2711450" y="5473700"/>
          <p14:tracePt t="316572" x="2711450" y="5537200"/>
          <p14:tracePt t="316590" x="2724150" y="5664200"/>
          <p14:tracePt t="316606" x="2743200" y="5721350"/>
          <p14:tracePt t="316622" x="2755900" y="5803900"/>
          <p14:tracePt t="316639" x="2774950" y="5842000"/>
          <p14:tracePt t="316655" x="2781300" y="5842000"/>
          <p14:tracePt t="316672" x="2800350" y="5854700"/>
          <p14:tracePt t="316689" x="2825750" y="5854700"/>
          <p14:tracePt t="316705" x="2844800" y="5854700"/>
          <p14:tracePt t="316722" x="2889250" y="5854700"/>
          <p14:tracePt t="316739" x="2940050" y="5835650"/>
          <p14:tracePt t="316755" x="2965450" y="5816600"/>
          <p14:tracePt t="316772" x="3035300" y="5772150"/>
          <p14:tracePt t="316789" x="3079750" y="5715000"/>
          <p14:tracePt t="316805" x="3098800" y="5683250"/>
          <p14:tracePt t="316822" x="3111500" y="5600700"/>
          <p14:tracePt t="316838" x="3111500" y="5461000"/>
          <p14:tracePt t="316855" x="3079750" y="5378450"/>
          <p14:tracePt t="316872" x="3022600" y="5245100"/>
          <p14:tracePt t="316888" x="2984500" y="5187950"/>
          <p14:tracePt t="316905" x="2901950" y="5092700"/>
          <p14:tracePt t="316921" x="2838450" y="5054600"/>
          <p14:tracePt t="316937" x="2794000" y="5048250"/>
          <p14:tracePt t="316955" x="2730500" y="5048250"/>
          <p14:tracePt t="316971" x="2667000" y="5060950"/>
          <p14:tracePt t="316987" x="2622550" y="5086350"/>
          <p14:tracePt t="317005" x="2565400" y="5156200"/>
          <p14:tracePt t="317021" x="2508250" y="5270500"/>
          <p14:tracePt t="317037" x="2489200" y="5346700"/>
          <p14:tracePt t="317054" x="2476500" y="5511800"/>
          <p14:tracePt t="317071" x="2489200" y="5657850"/>
          <p14:tracePt t="317087" x="2508250" y="5721350"/>
          <p14:tracePt t="317104" x="2578100" y="5861050"/>
          <p14:tracePt t="317120" x="2628900" y="5937250"/>
          <p14:tracePt t="317137" x="2667000" y="5975350"/>
          <p14:tracePt t="317154" x="2755900" y="6026150"/>
          <p14:tracePt t="317170" x="2806700" y="6045200"/>
          <p14:tracePt t="317188" x="2990850" y="6083300"/>
          <p14:tracePt t="317203" x="3048000" y="6083300"/>
          <p14:tracePt t="317220" x="3111500" y="6083300"/>
          <p14:tracePt t="317237" x="3244850" y="6032500"/>
          <p14:tracePt t="317254" x="3346450" y="5956300"/>
          <p14:tracePt t="317270" x="3378200" y="5911850"/>
          <p14:tracePt t="317287" x="3416300" y="5835650"/>
          <p14:tracePt t="317303" x="3416300" y="5753100"/>
          <p14:tracePt t="317319" x="3403600" y="5715000"/>
          <p14:tracePt t="317336" x="3352800" y="5613400"/>
          <p14:tracePt t="317353" x="3302000" y="5524500"/>
          <p14:tracePt t="317370" x="3270250" y="5480050"/>
          <p14:tracePt t="317386" x="3263900" y="5473700"/>
          <p14:tracePt t="317403" x="3251200" y="5467350"/>
          <p14:tracePt t="317420" x="3244850" y="5467350"/>
          <p14:tracePt t="317436" x="3238500" y="5467350"/>
          <p14:tracePt t="317461" x="3238500" y="5473700"/>
          <p14:tracePt t="317504" x="3238500" y="5480050"/>
          <p14:tracePt t="317532" x="3238500" y="5486400"/>
          <p14:tracePt t="317581" x="3238500" y="5492750"/>
          <p14:tracePt t="317610" x="3232150" y="5492750"/>
          <p14:tracePt t="317624" x="3232150" y="5499100"/>
          <p14:tracePt t="317631" x="3225800" y="5505450"/>
          <p14:tracePt t="317644" x="3219450" y="5511800"/>
          <p14:tracePt t="317654" x="3213100" y="5524500"/>
          <p14:tracePt t="317668" x="3206750" y="5543550"/>
          <p14:tracePt t="317685" x="3187700" y="5594350"/>
          <p14:tracePt t="317702" x="3155950" y="5657850"/>
          <p14:tracePt t="317718" x="3136900" y="5702300"/>
          <p14:tracePt t="317737" x="3124200" y="5746750"/>
          <p14:tracePt t="317752" x="3092450" y="5861050"/>
          <p14:tracePt t="317769" x="3079750" y="5892800"/>
          <p14:tracePt t="317786" x="3073400" y="5924550"/>
          <p14:tracePt t="317801" x="3073400" y="5937250"/>
          <p14:tracePt t="317818" x="3067050" y="5962650"/>
          <p14:tracePt t="317835" x="3067050" y="5975350"/>
          <p14:tracePt t="317868" x="3079750" y="5988050"/>
          <p14:tracePt t="317885" x="3105150" y="6013450"/>
          <p14:tracePt t="317901" x="3124200" y="6026150"/>
          <p14:tracePt t="317918" x="3213100" y="6070600"/>
          <p14:tracePt t="317935" x="3314700" y="6134100"/>
          <p14:tracePt t="317950" x="3359150" y="6165850"/>
          <p14:tracePt t="317968" x="3454400" y="6210300"/>
          <p14:tracePt t="317984" x="3543300" y="6254750"/>
          <p14:tracePt t="318001" x="3562350" y="6261100"/>
          <p14:tracePt t="318018" x="3606800" y="6273800"/>
          <p14:tracePt t="318034" x="3625850" y="6280150"/>
          <p14:tracePt t="318051" x="3638550" y="6286500"/>
          <p14:tracePt t="318067" x="3651250" y="6286500"/>
          <p14:tracePt t="318084" x="3657600" y="6286500"/>
          <p14:tracePt t="318100" x="3670300" y="6280150"/>
          <p14:tracePt t="318457" x="3708400" y="6280150"/>
          <p14:tracePt t="318464" x="3752850" y="6280150"/>
          <p14:tracePt t="318478" x="3790950" y="6292850"/>
          <p14:tracePt t="318485" x="3848100" y="6299200"/>
          <p14:tracePt t="318500" x="3898900" y="6305550"/>
          <p14:tracePt t="318516" x="3949700" y="6318250"/>
          <p14:tracePt t="318532" x="4044950" y="6324600"/>
          <p14:tracePt t="318549" x="4152900" y="6337300"/>
          <p14:tracePt t="318566" x="4216400" y="6343650"/>
          <p14:tracePt t="318582" x="4318000" y="6350000"/>
          <p14:tracePt t="318599" x="4381500" y="6362700"/>
          <p14:tracePt t="318615" x="4400550" y="6362700"/>
          <p14:tracePt t="318632" x="4419600" y="6369050"/>
          <p14:tracePt t="318648" x="4425950" y="6369050"/>
          <p14:tracePt t="318689" x="4419600" y="6369050"/>
          <p14:tracePt t="318710" x="4413250" y="6369050"/>
          <p14:tracePt t="318718" x="4406900" y="6369050"/>
          <p14:tracePt t="318733" x="4394200" y="6369050"/>
          <p14:tracePt t="318748" x="4343400" y="6369050"/>
          <p14:tracePt t="318765" x="4305300" y="6375400"/>
          <p14:tracePt t="318781" x="4184650" y="6394450"/>
          <p14:tracePt t="318798" x="4108450" y="6394450"/>
          <p14:tracePt t="318815" x="3949700" y="6413500"/>
          <p14:tracePt t="318831" x="3810000" y="6432550"/>
          <p14:tracePt t="318848" x="3746500" y="6432550"/>
          <p14:tracePt t="318865" x="3638550" y="6438900"/>
          <p14:tracePt t="318881" x="3606800" y="6438900"/>
          <p14:tracePt t="318898" x="3587750" y="6438900"/>
          <p14:tracePt t="318915" x="3575050" y="6438900"/>
          <p14:tracePt t="318931" x="3568700" y="6445250"/>
          <p14:tracePt t="318998" x="3575050" y="6451600"/>
          <p14:tracePt t="319012" x="3587750" y="6451600"/>
          <p14:tracePt t="319020" x="3606800" y="6451600"/>
          <p14:tracePt t="319030" x="3625850" y="6451600"/>
          <p14:tracePt t="319048" x="3708400" y="6457950"/>
          <p14:tracePt t="319064" x="3771900" y="6457950"/>
          <p14:tracePt t="319080" x="3860800" y="6457950"/>
          <p14:tracePt t="319097" x="4152900" y="6464300"/>
          <p14:tracePt t="319114" x="4254500" y="6464300"/>
          <p14:tracePt t="319130" x="4343400" y="6464300"/>
          <p14:tracePt t="319147" x="4508500" y="6464300"/>
          <p14:tracePt t="319163" x="4641850" y="6451600"/>
          <p14:tracePt t="319180" x="4679950" y="6451600"/>
          <p14:tracePt t="319197" x="4737100" y="6451600"/>
          <p14:tracePt t="319213" x="4749800" y="6451600"/>
          <p14:tracePt t="319231" x="4756150" y="6451600"/>
          <p14:tracePt t="319246" x="4762500" y="6451600"/>
          <p14:tracePt t="319280" x="4756150" y="6451600"/>
          <p14:tracePt t="319301" x="4743450" y="6451600"/>
          <p14:tracePt t="319322" x="4724400" y="6451600"/>
          <p14:tracePt t="319331" x="4692650" y="6451600"/>
          <p14:tracePt t="319346" x="4660900" y="6457950"/>
          <p14:tracePt t="319363" x="4622800" y="6457950"/>
          <p14:tracePt t="319379" x="4432300" y="6477000"/>
          <p14:tracePt t="319396" x="4362450" y="6483350"/>
          <p14:tracePt t="319413" x="4235450" y="6496050"/>
          <p14:tracePt t="319429" x="4178300" y="6502400"/>
          <p14:tracePt t="319446" x="4095750" y="6521450"/>
          <p14:tracePt t="319463" x="4057650" y="6527800"/>
          <p14:tracePt t="319479" x="4044950" y="6527800"/>
          <p14:tracePt t="319496" x="4032250" y="6534150"/>
          <p14:tracePt t="319512" x="4025900" y="6534150"/>
          <p14:tracePt t="319546" x="4032250" y="6534150"/>
          <p14:tracePt t="319562" x="4064000" y="6540500"/>
          <p14:tracePt t="319579" x="4102100" y="6540500"/>
          <p14:tracePt t="319596" x="4222750" y="6559550"/>
          <p14:tracePt t="319612" x="4387850" y="6572250"/>
          <p14:tracePt t="319628" x="4476750" y="6572250"/>
          <p14:tracePt t="319646" x="4654550" y="6572250"/>
          <p14:tracePt t="319662" x="4768850" y="6572250"/>
          <p14:tracePt t="319678" x="4813300" y="6572250"/>
          <p14:tracePt t="319695" x="4851400" y="6559550"/>
          <p14:tracePt t="319711" x="4864100" y="6553200"/>
          <p14:tracePt t="319745" x="4870450" y="6553200"/>
          <p14:tracePt t="319786" x="4864100" y="6553200"/>
          <p14:tracePt t="319793" x="4845050" y="6546850"/>
          <p14:tracePt t="319800" x="4832350" y="6540500"/>
          <p14:tracePt t="319815" x="4806950" y="6540500"/>
          <p14:tracePt t="319828" x="4775200" y="6527800"/>
          <p14:tracePt t="319844" x="4686300" y="6527800"/>
          <p14:tracePt t="319861" x="4635500" y="6527800"/>
          <p14:tracePt t="319878" x="4514850" y="6521450"/>
          <p14:tracePt t="319894" x="4375150" y="6521450"/>
          <p14:tracePt t="319911" x="4311650" y="6521450"/>
          <p14:tracePt t="319928" x="4203700" y="6521450"/>
          <p14:tracePt t="319944" x="4114800" y="6521450"/>
          <p14:tracePt t="320428" x="4133850" y="6515100"/>
          <p14:tracePt t="320435" x="4165600" y="6508750"/>
          <p14:tracePt t="320449" x="4210050" y="6489700"/>
          <p14:tracePt t="320459" x="4241800" y="6477000"/>
          <p14:tracePt t="320476" x="4298950" y="6426200"/>
          <p14:tracePt t="320493" x="4330700" y="6400800"/>
          <p14:tracePt t="320509" x="4362450" y="6337300"/>
          <p14:tracePt t="320526" x="4375150" y="6286500"/>
          <p14:tracePt t="320542" x="4375150" y="6261100"/>
          <p14:tracePt t="320559" x="4349750" y="6191250"/>
          <p14:tracePt t="320576" x="4318000" y="6140450"/>
          <p14:tracePt t="320592" x="4305300" y="6115050"/>
          <p14:tracePt t="320609" x="4260850" y="6076950"/>
          <p14:tracePt t="320626" x="4210050" y="6032500"/>
          <p14:tracePt t="320642" x="4165600" y="6007100"/>
          <p14:tracePt t="320658" x="4133850" y="5981700"/>
          <p14:tracePt t="320676" x="3962400" y="5886450"/>
          <p14:tracePt t="320691" x="3892550" y="5848350"/>
          <p14:tracePt t="320708" x="3810000" y="5810250"/>
          <p14:tracePt t="320725" x="3663950" y="5753100"/>
          <p14:tracePt t="320741" x="3524250" y="5683250"/>
          <p14:tracePt t="320759" x="3390900" y="5645150"/>
          <p14:tracePt t="320775" x="3333750" y="5613400"/>
          <p14:tracePt t="320791" x="3238500" y="5588000"/>
          <p14:tracePt t="320809" x="3155950" y="5568950"/>
          <p14:tracePt t="320824" x="3130550" y="5562600"/>
          <p14:tracePt t="320841" x="3079750" y="5562600"/>
          <p14:tracePt t="320858" x="3035300" y="5581650"/>
          <p14:tracePt t="320874" x="3022600" y="5594350"/>
          <p14:tracePt t="320892" x="2997200" y="5626100"/>
          <p14:tracePt t="320907" x="2990850" y="5664200"/>
          <p14:tracePt t="320924" x="2990850" y="5670550"/>
          <p14:tracePt t="320941" x="3003550" y="5695950"/>
          <p14:tracePt t="320957" x="3041650" y="5727700"/>
          <p14:tracePt t="320974" x="3086100" y="5753100"/>
          <p14:tracePt t="320991" x="3200400" y="5810250"/>
          <p14:tracePt t="321007" x="3270250" y="5842000"/>
          <p14:tracePt t="321024" x="3403600" y="5867400"/>
          <p14:tracePt t="321040" x="3505200" y="5880100"/>
          <p14:tracePt t="321057" x="3575050" y="5867400"/>
          <p14:tracePt t="321074" x="3651250" y="5822950"/>
          <p14:tracePt t="321090" x="3689350" y="5778500"/>
          <p14:tracePt t="321107" x="3695700" y="5759450"/>
          <p14:tracePt t="321124" x="3695700" y="5702300"/>
          <p14:tracePt t="321140" x="3676650" y="5632450"/>
          <p14:tracePt t="321156" x="3651250" y="5588000"/>
          <p14:tracePt t="321174" x="3587750" y="5518150"/>
          <p14:tracePt t="321189" x="3511550" y="5480050"/>
          <p14:tracePt t="321206" x="3467100" y="5448300"/>
          <p14:tracePt t="321223" x="3403600" y="5441950"/>
          <p14:tracePt t="321240" x="3321050" y="5448300"/>
          <p14:tracePt t="321256" x="3263900" y="5473700"/>
          <p14:tracePt t="321273" x="3175000" y="5518150"/>
          <p14:tracePt t="321289" x="3136900" y="5562600"/>
          <p14:tracePt t="321307" x="3073400" y="5670550"/>
          <p14:tracePt t="321323" x="3060700" y="5702300"/>
          <p14:tracePt t="321339" x="3060700" y="5721350"/>
          <p14:tracePt t="321357" x="3086100" y="5765800"/>
          <p14:tracePt t="321372" x="3143250" y="5822950"/>
          <p14:tracePt t="321389" x="3187700" y="5854700"/>
          <p14:tracePt t="321406" x="3314700" y="5943600"/>
          <p14:tracePt t="321422" x="3505200" y="6038850"/>
          <p14:tracePt t="321439" x="3594100" y="6083300"/>
          <p14:tracePt t="321455" x="3790950" y="6134100"/>
          <p14:tracePt t="321472" x="3943350" y="6140450"/>
          <p14:tracePt t="321490" x="4051300" y="6121400"/>
          <p14:tracePt t="321505" x="4095750" y="6096000"/>
          <p14:tracePt t="321522" x="4146550" y="6013450"/>
          <p14:tracePt t="321539" x="4171950" y="5930900"/>
          <p14:tracePt t="321556" x="4171950" y="5880100"/>
          <p14:tracePt t="321572" x="4171950" y="5829300"/>
          <p14:tracePt t="321589" x="4152900" y="5746750"/>
          <p14:tracePt t="321605" x="4140200" y="5734050"/>
          <p14:tracePt t="321622" x="4127500" y="5727700"/>
          <p14:tracePt t="321638" x="4102100" y="5715000"/>
          <p14:tracePt t="321655" x="4083050" y="5708650"/>
          <p14:tracePt t="321672" x="4070350" y="5708650"/>
          <p14:tracePt t="321688" x="4044950" y="5715000"/>
          <p14:tracePt t="321705" x="4019550" y="5727700"/>
          <p14:tracePt t="321722" x="4000500" y="5753100"/>
          <p14:tracePt t="321738" x="3994150" y="5772150"/>
          <p14:tracePt t="321755" x="3981450" y="5810250"/>
          <p14:tracePt t="321772" x="3968750" y="5886450"/>
          <p14:tracePt t="321788" x="3975100" y="5943600"/>
          <p14:tracePt t="321804" x="4000500" y="6089650"/>
          <p14:tracePt t="321821" x="4051300" y="6223000"/>
          <p14:tracePt t="321837" x="4070350" y="6280150"/>
          <p14:tracePt t="321854" x="4095750" y="6330950"/>
          <p14:tracePt t="321871" x="4171950" y="6515100"/>
          <p14:tracePt t="321887" x="4191000" y="6565900"/>
          <p14:tracePt t="321905" x="4229100" y="6635750"/>
          <p14:tracePt t="321921" x="4235450" y="6654800"/>
          <p14:tracePt t="321937" x="4248150" y="6673850"/>
          <p14:tracePt t="321954" x="4248150" y="6680200"/>
          <p14:tracePt t="322136" x="4248150" y="6673850"/>
          <p14:tracePt t="322186" x="4254500" y="6673850"/>
          <p14:tracePt t="322193" x="4260850" y="6667500"/>
          <p14:tracePt t="322221" x="4267200" y="6661150"/>
          <p14:tracePt t="322235" x="4273550" y="6661150"/>
          <p14:tracePt t="322242" x="4279900" y="6661150"/>
          <p14:tracePt t="322256" x="4292600" y="6661150"/>
          <p14:tracePt t="322270" x="4318000" y="6654800"/>
          <p14:tracePt t="322286" x="4394200" y="6654800"/>
          <p14:tracePt t="322303" x="4445000" y="6654800"/>
          <p14:tracePt t="322320" x="4610100" y="6654800"/>
          <p14:tracePt t="322336" x="4826000" y="6654800"/>
          <p14:tracePt t="322352" x="4940300" y="6654800"/>
          <p14:tracePt t="322369" x="5149850" y="6654800"/>
          <p14:tracePt t="322386" x="5238750" y="6654800"/>
          <p14:tracePt t="322402" x="5327650" y="6654800"/>
          <p14:tracePt t="322419" x="5480050" y="6654800"/>
          <p14:tracePt t="322436" x="5524500" y="6654800"/>
          <p14:tracePt t="322453" x="5568950" y="6654800"/>
          <p14:tracePt t="322469" x="5581650" y="6654800"/>
          <p14:tracePt t="322486" x="5588000" y="6654800"/>
          <p14:tracePt t="322552" x="5581650" y="6654800"/>
          <p14:tracePt t="322559" x="5562600" y="6648450"/>
          <p14:tracePt t="322568" x="5537200" y="6642100"/>
          <p14:tracePt t="322584" x="5492750" y="6635750"/>
          <p14:tracePt t="322602" x="5327650" y="6616700"/>
          <p14:tracePt t="322618" x="5099050" y="6572250"/>
          <p14:tracePt t="322636" x="4953000" y="6546850"/>
          <p14:tracePt t="322652" x="4660900" y="6502400"/>
          <p14:tracePt t="322668" x="4419600" y="6470650"/>
          <p14:tracePt t="322686" x="4241800" y="6451600"/>
          <p14:tracePt t="322701" x="4184650" y="6445250"/>
          <p14:tracePt t="322718" x="4133850" y="6438900"/>
          <p14:tracePt t="322735" x="4121150" y="6438900"/>
          <p14:tracePt t="322751" x="4108450" y="6438900"/>
          <p14:tracePt t="322784" x="4102100" y="6438900"/>
          <p14:tracePt t="322847" x="4108450" y="6438900"/>
          <p14:tracePt t="322854" x="4114800" y="6438900"/>
          <p14:tracePt t="322889" x="4121150" y="6438900"/>
          <p14:tracePt t="322895" x="4127500" y="6438900"/>
          <p14:tracePt t="322910" x="4133850" y="6432550"/>
          <p14:tracePt t="322920" x="4140200" y="6432550"/>
          <p14:tracePt t="322938" x="4146550" y="6426200"/>
          <p14:tracePt t="322950" x="4152900" y="6426200"/>
          <p14:tracePt t="322967" x="4159250" y="6426200"/>
          <p14:tracePt t="322987" x="4165600" y="6419850"/>
          <p14:tracePt t="323755" x="4159250" y="6369050"/>
          <p14:tracePt t="323769" x="4127500" y="6286500"/>
          <p14:tracePt t="323776" x="4076700" y="6191250"/>
          <p14:tracePt t="323790" x="4000500" y="6089650"/>
          <p14:tracePt t="323799" x="3917950" y="5943600"/>
          <p14:tracePt t="323814" x="3822700" y="5810250"/>
          <p14:tracePt t="323831" x="3587750" y="5511800"/>
          <p14:tracePt t="323847" x="3289300" y="5156200"/>
          <p14:tracePt t="323864" x="3168650" y="4997450"/>
          <p14:tracePt t="323881" x="2965450" y="4781550"/>
          <p14:tracePt t="323897" x="2787650" y="4622800"/>
          <p14:tracePt t="323913" x="2717800" y="4559300"/>
          <p14:tracePt t="323931" x="2597150" y="4483100"/>
          <p14:tracePt t="323947" x="2508250" y="4432300"/>
          <p14:tracePt t="323964" x="2489200" y="4413250"/>
          <p14:tracePt t="323980" x="2457450" y="4394200"/>
          <p14:tracePt t="323997" x="2419350" y="4368800"/>
          <p14:tracePt t="324013" x="2393950" y="4349750"/>
          <p14:tracePt t="324030" x="2368550" y="4337050"/>
          <p14:tracePt t="324047" x="2336800" y="4311650"/>
          <p14:tracePt t="324050" x="2324100" y="4298950"/>
          <p14:tracePt t="324064" x="2298700" y="4279900"/>
          <p14:tracePt t="324080" x="2286000" y="4267200"/>
          <p14:tracePt t="324114" x="2273300" y="4260850"/>
          <p14:tracePt t="324130" x="2266950" y="4254500"/>
          <p14:tracePt t="324163" x="2254250" y="4241800"/>
          <p14:tracePt t="324179" x="2247900" y="4229100"/>
          <p14:tracePt t="324196" x="2235200" y="4222750"/>
          <p14:tracePt t="324213" x="2203450" y="4203700"/>
          <p14:tracePt t="324229" x="2171700" y="4171950"/>
          <p14:tracePt t="324247" x="2114550" y="4114800"/>
          <p14:tracePt t="324263" x="2076450" y="4076700"/>
          <p14:tracePt t="324279" x="2044700" y="4051300"/>
          <p14:tracePt t="324297" x="1968500" y="3981450"/>
          <p14:tracePt t="324312" x="1955800" y="3968750"/>
          <p14:tracePt t="324329" x="1943100" y="3956050"/>
          <p14:tracePt t="324346" x="1924050" y="3943350"/>
          <p14:tracePt t="324362" x="1917700" y="3937000"/>
          <p14:tracePt t="324402" x="1924050" y="3937000"/>
          <p14:tracePt t="324412" x="1930400" y="3937000"/>
          <p14:tracePt t="324431" x="1936750" y="3937000"/>
          <p14:tracePt t="324445" x="1949450" y="3937000"/>
          <p14:tracePt t="324462" x="1968500" y="3937000"/>
          <p14:tracePt t="324480" x="1981200" y="3937000"/>
          <p14:tracePt t="324495" x="1987550" y="3937000"/>
          <p14:tracePt t="324512" x="1993900" y="3937000"/>
          <p14:tracePt t="324529" x="2006600" y="3937000"/>
          <p14:tracePt t="324562" x="2012950" y="3937000"/>
          <p14:tracePt t="324579" x="2019300" y="3937000"/>
          <p14:tracePt t="324598" x="2025650" y="3937000"/>
          <p14:tracePt t="324614" x="2038350" y="3937000"/>
          <p14:tracePt t="324627" x="2057400" y="3937000"/>
          <p14:tracePt t="324645" x="2108200" y="3949700"/>
          <p14:tracePt t="324662" x="2184400" y="3956050"/>
          <p14:tracePt t="324677" x="2228850" y="3956050"/>
          <p14:tracePt t="324694" x="2305050" y="3962400"/>
          <p14:tracePt t="324711" x="2374900" y="3962400"/>
          <p14:tracePt t="324728" x="2393950" y="3962400"/>
          <p14:tracePt t="324744" x="2425700" y="3962400"/>
          <p14:tracePt t="324761" x="2438400" y="3962400"/>
          <p14:tracePt t="324777" x="2444750" y="3962400"/>
          <p14:tracePt t="324858" x="2438400" y="3962400"/>
          <p14:tracePt t="325694" x="2432050" y="3962400"/>
          <p14:tracePt t="325744" x="2381250" y="3968750"/>
          <p14:tracePt t="325758" x="2362200" y="3968750"/>
          <p14:tracePt t="325764" x="2336800" y="3968750"/>
          <p14:tracePt t="325778" x="2311400" y="3968750"/>
          <p14:tracePt t="325790" x="2292350" y="3968750"/>
          <p14:tracePt t="325807" x="2235200" y="3968750"/>
          <p14:tracePt t="325824" x="2203450" y="3968750"/>
          <p14:tracePt t="325840" x="2165350" y="3968750"/>
          <p14:tracePt t="325857" x="2127250" y="3968750"/>
          <p14:tracePt t="325891" x="2114550" y="3968750"/>
          <p14:tracePt t="325907" x="2108200" y="3968750"/>
          <p14:tracePt t="325927" x="2101850" y="3975100"/>
          <p14:tracePt t="325947" x="2095500" y="3975100"/>
          <p14:tracePt t="325976" x="2089150" y="3981450"/>
          <p14:tracePt t="325997" x="2089150" y="3987800"/>
          <p14:tracePt t="326046" x="2089150" y="3994150"/>
          <p14:tracePt t="326151" x="2089150" y="4000500"/>
          <p14:tracePt t="326165" x="2095500" y="4000500"/>
          <p14:tracePt t="326200" x="2101850" y="4006850"/>
          <p14:tracePt t="326229" x="2108200" y="4006850"/>
          <p14:tracePt t="326249" x="2114550" y="4006850"/>
          <p14:tracePt t="326257" x="2120900" y="4006850"/>
          <p14:tracePt t="326278" x="2133600" y="4006850"/>
          <p14:tracePt t="326292" x="2139950" y="4006850"/>
          <p14:tracePt t="326299" x="2159000" y="4006850"/>
          <p14:tracePt t="326308" x="2171700" y="4013200"/>
          <p14:tracePt t="326322" x="2190750" y="4013200"/>
          <p14:tracePt t="326339" x="2209800" y="4013200"/>
          <p14:tracePt t="326356" x="2254250" y="4013200"/>
          <p14:tracePt t="326372" x="2286000" y="4013200"/>
          <p14:tracePt t="326389" x="2305050" y="4013200"/>
          <p14:tracePt t="326405" x="2324100" y="4013200"/>
          <p14:tracePt t="326422" x="2336800" y="4013200"/>
          <p14:tracePt t="326482" x="2343150" y="4013200"/>
          <p14:tracePt t="326531" x="2349500" y="4013200"/>
          <p14:tracePt t="326644" x="2355850" y="4013200"/>
          <p14:tracePt t="326651" x="2362200" y="4013200"/>
          <p14:tracePt t="326679" x="2368550" y="4013200"/>
          <p14:tracePt t="326728" x="2374900" y="4013200"/>
          <p14:tracePt t="326749" x="2381250" y="4013200"/>
          <p14:tracePt t="326819" x="2387600" y="4013200"/>
          <p14:tracePt t="326841" x="2393950" y="4013200"/>
          <p14:tracePt t="327759" x="2451100" y="4006850"/>
          <p14:tracePt t="327767" x="2546350" y="3994150"/>
          <p14:tracePt t="327773" x="2673350" y="3962400"/>
          <p14:tracePt t="327787" x="2832100" y="3943350"/>
          <p14:tracePt t="327801" x="3054350" y="3911600"/>
          <p14:tracePt t="327817" x="3613150" y="3867150"/>
          <p14:tracePt t="327834" x="3930650" y="3854450"/>
          <p14:tracePt t="327851" x="4565650" y="3803650"/>
          <p14:tracePt t="327867" x="4883150" y="3771900"/>
          <p14:tracePt t="327883" x="5492750" y="3663950"/>
          <p14:tracePt t="327901" x="5715000" y="3619500"/>
          <p14:tracePt t="327916" x="5988050" y="3575050"/>
          <p14:tracePt t="327933" x="6286500" y="3479800"/>
          <p14:tracePt t="327950" x="6400800" y="3435350"/>
          <p14:tracePt t="327966" x="6483350" y="3397250"/>
          <p14:tracePt t="327983" x="6565900" y="3359150"/>
          <p14:tracePt t="327999" x="6724650" y="3263900"/>
          <p14:tracePt t="328016" x="6781800" y="3225800"/>
          <p14:tracePt t="328033" x="6845300" y="3187700"/>
          <p14:tracePt t="328050" x="6896100" y="3149600"/>
          <p14:tracePt t="328066" x="6908800" y="3143250"/>
          <p14:tracePt t="328083" x="6921500" y="3124200"/>
          <p14:tracePt t="328099" x="6927850" y="3111500"/>
          <p14:tracePt t="328116" x="6927850" y="3105150"/>
          <p14:tracePt t="328132" x="6927850" y="3098800"/>
          <p14:tracePt t="328149" x="6915150" y="3079750"/>
          <p14:tracePt t="328166" x="6908800" y="3073400"/>
          <p14:tracePt t="328182" x="6902450" y="3067050"/>
          <p14:tracePt t="328199" x="6896100" y="3067050"/>
          <p14:tracePt t="328237" x="6896100" y="3060700"/>
          <p14:tracePt t="328252" x="6883400" y="3060700"/>
          <p14:tracePt t="328266" x="6807200" y="3022600"/>
          <p14:tracePt t="328282" x="6762750" y="2997200"/>
          <p14:tracePt t="328299" x="6724650" y="2990850"/>
          <p14:tracePt t="328315" x="6648450" y="2959100"/>
          <p14:tracePt t="328332" x="6597650" y="2940050"/>
          <p14:tracePt t="328349" x="6584950" y="2933700"/>
          <p14:tracePt t="328365" x="6559550" y="2927350"/>
          <p14:tracePt t="328381" x="6540500" y="2927350"/>
          <p14:tracePt t="328399" x="6534150" y="2927350"/>
          <p14:tracePt t="328441" x="6540500" y="2927350"/>
          <p14:tracePt t="328450" x="6559550" y="2927350"/>
          <p14:tracePt t="328464" x="6572250" y="2927350"/>
          <p14:tracePt t="328481" x="6591300" y="2927350"/>
          <p14:tracePt t="328498" x="6724650" y="2946400"/>
          <p14:tracePt t="328515" x="6788150" y="2952750"/>
          <p14:tracePt t="328533" x="6946900" y="2971800"/>
          <p14:tracePt t="328548" x="7086600" y="3003550"/>
          <p14:tracePt t="328564" x="7156450" y="3003550"/>
          <p14:tracePt t="328582" x="7245350" y="3009900"/>
          <p14:tracePt t="328597" x="7264400" y="3009900"/>
          <p14:tracePt t="328614" x="7308850" y="3009900"/>
          <p14:tracePt t="328631" x="7315200" y="3009900"/>
          <p14:tracePt t="328779" x="7308850" y="3009900"/>
          <p14:tracePt t="328792" x="7302500" y="3009900"/>
          <p14:tracePt t="328800" x="7296150" y="3009900"/>
          <p14:tracePt t="328816" x="7283450" y="3009900"/>
          <p14:tracePt t="328829" x="7264400" y="3009900"/>
          <p14:tracePt t="328846" x="7239000" y="3009900"/>
          <p14:tracePt t="328863" x="7162800" y="3022600"/>
          <p14:tracePt t="328880" x="7099300" y="3022600"/>
          <p14:tracePt t="328896" x="6940550" y="3041650"/>
          <p14:tracePt t="328913" x="6762750" y="3060700"/>
          <p14:tracePt t="328930" x="6673850" y="3086100"/>
          <p14:tracePt t="328947" x="6502400" y="3111500"/>
          <p14:tracePt t="328962" x="6394450" y="3124200"/>
          <p14:tracePt t="328980" x="6356350" y="3130550"/>
          <p14:tracePt t="328997" x="6311900" y="3136900"/>
          <p14:tracePt t="329013" x="6299200" y="3136900"/>
          <p14:tracePt t="329046" x="6292850" y="3136900"/>
          <p14:tracePt t="329151" x="6299200" y="3136900"/>
          <p14:tracePt t="329636" x="6267450" y="3136900"/>
          <p14:tracePt t="329644" x="6197600" y="3143250"/>
          <p14:tracePt t="329657" x="6121400" y="3155950"/>
          <p14:tracePt t="329663" x="6051550" y="3175000"/>
          <p14:tracePt t="329680" x="5962650" y="3194050"/>
          <p14:tracePt t="329694" x="5791200" y="3257550"/>
          <p14:tracePt t="329710" x="5708650" y="3295650"/>
          <p14:tracePt t="329728" x="5524500" y="3378200"/>
          <p14:tracePt t="329744" x="5429250" y="3422650"/>
          <p14:tracePt t="329760" x="5245100" y="3505200"/>
          <p14:tracePt t="329777" x="5073650" y="3549650"/>
          <p14:tracePt t="329793" x="5022850" y="3568700"/>
          <p14:tracePt t="329810" x="4895850" y="3606800"/>
          <p14:tracePt t="329826" x="4775200" y="3638550"/>
          <p14:tracePt t="329843" x="4737100" y="3638550"/>
          <p14:tracePt t="329860" x="4667250" y="3644900"/>
          <p14:tracePt t="329876" x="4578350" y="3644900"/>
          <p14:tracePt t="329893" x="4546600" y="3644900"/>
          <p14:tracePt t="329910" x="4502150" y="3638550"/>
          <p14:tracePt t="329926" x="4470400" y="3625850"/>
          <p14:tracePt t="329943" x="4464050" y="3619500"/>
          <p14:tracePt t="330365" x="4425950" y="3619500"/>
          <p14:tracePt t="330379" x="4381500" y="3619500"/>
          <p14:tracePt t="330386" x="4330700" y="3619500"/>
          <p14:tracePt t="330399" x="4267200" y="3619500"/>
          <p14:tracePt t="330408" x="4203700" y="3613150"/>
          <p14:tracePt t="330424" x="4127500" y="3613150"/>
          <p14:tracePt t="330442" x="3937000" y="3600450"/>
          <p14:tracePt t="330458" x="3708400" y="3581400"/>
          <p14:tracePt t="330474" x="3606800" y="3575050"/>
          <p14:tracePt t="330493" x="3371850" y="3543300"/>
          <p14:tracePt t="330507" x="3155950" y="3511550"/>
          <p14:tracePt t="330524" x="3067050" y="3511550"/>
          <p14:tracePt t="330541" x="2946400" y="3492500"/>
          <p14:tracePt t="330557" x="2895600" y="3479800"/>
          <p14:tracePt t="330574" x="2825750" y="3486150"/>
          <p14:tracePt t="330591" x="2755900" y="3492500"/>
          <p14:tracePt t="330607" x="2724150" y="3498850"/>
          <p14:tracePt t="330625" x="2673350" y="3498850"/>
          <p14:tracePt t="330640" x="2616200" y="3498850"/>
          <p14:tracePt t="330657" x="2584450" y="3498850"/>
          <p14:tracePt t="330674" x="2533650" y="3524250"/>
          <p14:tracePt t="330690" x="2508250" y="3530600"/>
          <p14:tracePt t="330707" x="2501900" y="3530600"/>
          <p14:tracePt t="330710" x="2495550" y="3530600"/>
          <p14:tracePt t="330724" x="2489200" y="3530600"/>
          <p14:tracePt t="330744" x="2501900" y="3536950"/>
          <p14:tracePt t="331123" x="2457450" y="3594100"/>
          <p14:tracePt t="331137" x="2406650" y="3651250"/>
          <p14:tracePt t="331144" x="2349500" y="3721100"/>
          <p14:tracePt t="331155" x="2298700" y="3778250"/>
          <p14:tracePt t="331173" x="2247900" y="3854450"/>
          <p14:tracePt t="331188" x="2235200" y="3886200"/>
          <p14:tracePt t="331205" x="2197100" y="3930650"/>
          <p14:tracePt t="331222" x="2184400" y="3956050"/>
          <p14:tracePt t="331239" x="2171700" y="3968750"/>
          <p14:tracePt t="331254" x="2165350" y="3975100"/>
          <p14:tracePt t="331272" x="2159000" y="3975100"/>
          <p14:tracePt t="331566" x="2152650" y="3981450"/>
          <p14:tracePt t="331573" x="2146300" y="3981450"/>
          <p14:tracePt t="331671" x="2139950" y="3981450"/>
          <p14:tracePt t="331734" x="2139950" y="3987800"/>
          <p14:tracePt t="331756" x="2139950" y="3994150"/>
          <p14:tracePt t="331771" x="2146300" y="3994150"/>
          <p14:tracePt t="331784" x="2152650" y="3994150"/>
          <p14:tracePt t="331791" x="2159000" y="3994150"/>
          <p14:tracePt t="331806" x="2165350" y="3994150"/>
          <p14:tracePt t="331820" x="2171700" y="3994150"/>
          <p14:tracePt t="331836" x="2178050" y="4000500"/>
          <p14:tracePt t="331853" x="2190750" y="4000500"/>
          <p14:tracePt t="331869" x="2222500" y="4000500"/>
          <p14:tracePt t="331886" x="2260600" y="4000500"/>
          <p14:tracePt t="331904" x="2292350" y="4000500"/>
          <p14:tracePt t="331919" x="2311400" y="4000500"/>
          <p14:tracePt t="331936" x="2336800" y="4000500"/>
          <p14:tracePt t="331953" x="2349500" y="4000500"/>
          <p14:tracePt t="331969" x="2355850" y="4000500"/>
          <p14:tracePt t="332004" x="2362200" y="4000500"/>
          <p14:tracePt t="332529" x="2368550" y="4000500"/>
          <p14:tracePt t="332916" x="2368550" y="3994150"/>
          <p14:tracePt t="333113" x="2362200" y="3994150"/>
          <p14:tracePt t="333162" x="2355850" y="3994150"/>
          <p14:tracePt t="333211" x="2349500" y="3994150"/>
          <p14:tracePt t="333254" x="2343150" y="3994150"/>
          <p14:tracePt t="333261" x="2343150" y="4000500"/>
          <p14:tracePt t="333282" x="2336800" y="4000500"/>
          <p14:tracePt t="333288" x="2336800" y="4006850"/>
          <p14:tracePt t="333303" x="2336800" y="4013200"/>
          <p14:tracePt t="333315" x="2336800" y="4019550"/>
          <p14:tracePt t="333331" x="2330450" y="4057650"/>
          <p14:tracePt t="333348" x="2330450" y="4076700"/>
          <p14:tracePt t="333364" x="2330450" y="4133850"/>
          <p14:tracePt t="333382" x="2343150" y="4241800"/>
          <p14:tracePt t="333397" x="2343150" y="4305300"/>
          <p14:tracePt t="333415" x="2349500" y="4445000"/>
          <p14:tracePt t="333431" x="2362200" y="4616450"/>
          <p14:tracePt t="333447" x="2368550" y="4705350"/>
          <p14:tracePt t="333465" x="2387600" y="4870450"/>
          <p14:tracePt t="333481" x="2406650" y="5029200"/>
          <p14:tracePt t="333497" x="2425700" y="5092700"/>
          <p14:tracePt t="333515" x="2457450" y="5213350"/>
          <p14:tracePt t="333530" x="2476500" y="5270500"/>
          <p14:tracePt t="333547" x="2520950" y="5359400"/>
          <p14:tracePt t="333564" x="2540000" y="5410200"/>
          <p14:tracePt t="333580" x="2546350" y="5435600"/>
          <p14:tracePt t="333598" x="2552700" y="5480050"/>
          <p14:tracePt t="333614" x="2559050" y="5511800"/>
          <p14:tracePt t="333630" x="2565400" y="5524500"/>
          <p14:tracePt t="333647" x="2565400" y="5530850"/>
          <p14:tracePt t="333663" x="2571750" y="5530850"/>
          <p14:tracePt t="334247" x="2571750" y="5524500"/>
          <p14:tracePt t="334254" x="2578100" y="5505450"/>
          <p14:tracePt t="334268" x="2584450" y="5486400"/>
          <p14:tracePt t="334278" x="2584450" y="5461000"/>
          <p14:tracePt t="334295" x="2584450" y="5422900"/>
          <p14:tracePt t="334311" x="2590800" y="5365750"/>
          <p14:tracePt t="334328" x="2603500" y="5302250"/>
          <p14:tracePt t="334344" x="2603500" y="5276850"/>
          <p14:tracePt t="334360" x="2609850" y="5245100"/>
          <p14:tracePt t="334377" x="2609850" y="5232400"/>
          <p14:tracePt t="334416" x="2609850" y="5226050"/>
          <p14:tracePt t="334465" x="2609850" y="5219700"/>
          <p14:tracePt t="334775" x="2609850" y="5213350"/>
          <p14:tracePt t="334845" x="2609850" y="5207000"/>
          <p14:tracePt t="335000" x="2616200" y="5200650"/>
          <p14:tracePt t="335048" x="2616200" y="5194300"/>
          <p14:tracePt t="335070" x="2616200" y="5187950"/>
          <p14:tracePt t="335077" x="2616200" y="5181600"/>
          <p14:tracePt t="335098" x="2616200" y="5175250"/>
          <p14:tracePt t="335119" x="2616200" y="5168900"/>
          <p14:tracePt t="335126" x="2616200" y="5162550"/>
          <p14:tracePt t="335168" x="2609850" y="5162550"/>
          <p14:tracePt t="335196" x="2609850" y="5156200"/>
          <p14:tracePt t="335232" x="2609850" y="5149850"/>
          <p14:tracePt t="335267" x="2609850" y="5137150"/>
          <p14:tracePt t="335288" x="2609850" y="5130800"/>
          <p14:tracePt t="335302" x="2609850" y="5124450"/>
          <p14:tracePt t="335337" x="2609850" y="5118100"/>
          <p14:tracePt t="335379" x="2609850" y="5111750"/>
          <p14:tracePt t="335401" x="2609850" y="5105400"/>
          <p14:tracePt t="335443" x="2609850" y="5099050"/>
          <p14:tracePt t="335450" x="2603500" y="5099050"/>
          <p14:tracePt t="335478" x="2603500" y="5092700"/>
          <p14:tracePt t="335499" x="2603500" y="5086350"/>
          <p14:tracePt t="335513" x="2603500" y="5080000"/>
          <p14:tracePt t="335541" x="2603500" y="5073650"/>
          <p14:tracePt t="335562" x="2603500" y="5067300"/>
          <p14:tracePt t="335569" x="2603500" y="5060950"/>
          <p14:tracePt t="335583" x="2603500" y="5054600"/>
          <p14:tracePt t="335593" x="2603500" y="5048250"/>
          <p14:tracePt t="335606" x="2597150" y="5035550"/>
          <p14:tracePt t="335623" x="2597150" y="4997450"/>
          <p14:tracePt t="335640" x="2590800" y="4927600"/>
          <p14:tracePt t="335656" x="2578100" y="4876800"/>
          <p14:tracePt t="335673" x="2559050" y="4806950"/>
          <p14:tracePt t="335690" x="2501900" y="4572000"/>
          <p14:tracePt t="335706" x="2470150" y="4470400"/>
          <p14:tracePt t="335724" x="2419350" y="4286250"/>
          <p14:tracePt t="335739" x="2400300" y="4216400"/>
          <p14:tracePt t="335756" x="2362200" y="4095750"/>
          <p14:tracePt t="335773" x="2349500" y="4032250"/>
          <p14:tracePt t="335789" x="2343150" y="4019550"/>
          <p14:tracePt t="335806" x="2336800" y="4013200"/>
          <p14:tracePt t="335900" x="2330450" y="4013200"/>
          <p14:tracePt t="335970" x="2330450" y="4006850"/>
          <p14:tracePt t="335991" x="2330450" y="4000500"/>
          <p14:tracePt t="336026" x="2330450" y="3994150"/>
          <p14:tracePt t="336286" x="2336800" y="3994150"/>
          <p14:tracePt t="336335" x="2343150" y="3994150"/>
          <p14:tracePt t="336427" x="2343150" y="4000500"/>
          <p14:tracePt t="336462" x="2343150" y="4006850"/>
          <p14:tracePt t="337251" x="2343150" y="4019550"/>
          <p14:tracePt t="337258" x="2343150" y="4038600"/>
          <p14:tracePt t="337272" x="2343150" y="4070350"/>
          <p14:tracePt t="337283" x="2343150" y="4095750"/>
          <p14:tracePt t="337301" x="2343150" y="4210050"/>
          <p14:tracePt t="337317" x="2343150" y="4298950"/>
          <p14:tracePt t="337335" x="2368550" y="4527550"/>
          <p14:tracePt t="337350" x="2387600" y="4787900"/>
          <p14:tracePt t="337367" x="2406650" y="4902200"/>
          <p14:tracePt t="337384" x="2451100" y="5105400"/>
          <p14:tracePt t="337400" x="2470150" y="5213350"/>
          <p14:tracePt t="337417" x="2476500" y="5257800"/>
          <p14:tracePt t="337434" x="2482850" y="5283200"/>
          <p14:tracePt t="337450" x="2482850" y="5289550"/>
          <p14:tracePt t="337467" x="2482850" y="5295900"/>
          <p14:tracePt t="337484" x="2476500" y="5295900"/>
          <p14:tracePt t="337500" x="2476500" y="5302250"/>
          <p14:tracePt t="337534" x="2470150" y="5302250"/>
          <p14:tracePt t="337701" x="2463800" y="5302250"/>
          <p14:tracePt t="337743" x="2463800" y="5308600"/>
          <p14:tracePt t="337750" x="2457450" y="5314950"/>
          <p14:tracePt t="337764" x="2457450" y="5327650"/>
          <p14:tracePt t="337771" x="2457450" y="5334000"/>
          <p14:tracePt t="337786" x="2457450" y="5340350"/>
          <p14:tracePt t="337800" x="2451100" y="5391150"/>
          <p14:tracePt t="337816" x="2444750" y="5441950"/>
          <p14:tracePt t="337832" x="2444750" y="5505450"/>
          <p14:tracePt t="337849" x="2457450" y="5784850"/>
          <p14:tracePt t="337866" x="2476500" y="5886450"/>
          <p14:tracePt t="337882" x="2489200" y="5988050"/>
          <p14:tracePt t="337899" x="2540000" y="6172200"/>
          <p14:tracePt t="337915" x="2578100" y="6318250"/>
          <p14:tracePt t="337933" x="2597150" y="6362700"/>
          <p14:tracePt t="337949" x="2609850" y="6413500"/>
          <p14:tracePt t="337965" x="2616200" y="6438900"/>
          <p14:tracePt t="337983" x="2622550" y="6445250"/>
          <p14:tracePt t="338081" x="2628900" y="6445250"/>
          <p14:tracePt t="338115" x="2635250" y="6432550"/>
          <p14:tracePt t="338123" x="2641600" y="6419850"/>
          <p14:tracePt t="338131" x="2647950" y="6407150"/>
          <p14:tracePt t="338147" x="2660650" y="6375400"/>
          <p14:tracePt t="338165" x="2667000" y="6350000"/>
          <p14:tracePt t="338181" x="2692400" y="6248400"/>
          <p14:tracePt t="338198" x="2692400" y="6184900"/>
          <p14:tracePt t="338215" x="2692400" y="5956300"/>
          <p14:tracePt t="338231" x="2679700" y="5880100"/>
          <p14:tracePt t="338248" x="2641600" y="5734050"/>
          <p14:tracePt t="338264" x="2603500" y="5632450"/>
          <p14:tracePt t="338281" x="2578100" y="5588000"/>
          <p14:tracePt t="338297" x="2527300" y="5537200"/>
          <p14:tracePt t="338313" x="2463800" y="5486400"/>
          <p14:tracePt t="338330" x="2444750" y="5480050"/>
          <p14:tracePt t="338347" x="2419350" y="5473700"/>
          <p14:tracePt t="338364" x="2393950" y="5480050"/>
          <p14:tracePt t="338380" x="2387600" y="5492750"/>
          <p14:tracePt t="338397" x="2355850" y="5524500"/>
          <p14:tracePt t="338413" x="2349500" y="5556250"/>
          <p14:tracePt t="338430" x="2343150" y="5638800"/>
          <p14:tracePt t="338447" x="2343150" y="5727700"/>
          <p14:tracePt t="338463" x="2355850" y="5784850"/>
          <p14:tracePt t="338480" x="2400300" y="5880100"/>
          <p14:tracePt t="338497" x="2444750" y="5994400"/>
          <p14:tracePt t="338513" x="2476500" y="6026150"/>
          <p14:tracePt t="338530" x="2559050" y="6089650"/>
          <p14:tracePt t="338546" x="2616200" y="6108700"/>
          <p14:tracePt t="338563" x="2660650" y="6108700"/>
          <p14:tracePt t="338580" x="2717800" y="6108700"/>
          <p14:tracePt t="338597" x="2774950" y="6096000"/>
          <p14:tracePt t="338613" x="2806700" y="6076950"/>
          <p14:tracePt t="338630" x="2851150" y="6051550"/>
          <p14:tracePt t="338646" x="2882900" y="6019800"/>
          <p14:tracePt t="338663" x="2933700" y="5943600"/>
          <p14:tracePt t="338680" x="2952750" y="5886450"/>
          <p14:tracePt t="338696" x="2978150" y="5791200"/>
          <p14:tracePt t="338714" x="2978150" y="5727700"/>
          <p14:tracePt t="338729" x="2946400" y="5562600"/>
          <p14:tracePt t="338746" x="2921000" y="5505450"/>
          <p14:tracePt t="338763" x="2876550" y="5429250"/>
          <p14:tracePt t="338779" x="2832100" y="5397500"/>
          <p14:tracePt t="338796" x="2819400" y="5391150"/>
          <p14:tracePt t="338812" x="2768600" y="5365750"/>
          <p14:tracePt t="338829" x="2711450" y="5365750"/>
          <p14:tracePt t="338845" x="2673350" y="5365750"/>
          <p14:tracePt t="338862" x="2590800" y="5397500"/>
          <p14:tracePt t="338879" x="2508250" y="5448300"/>
          <p14:tracePt t="338896" x="2476500" y="5480050"/>
          <p14:tracePt t="338912" x="2425700" y="5568950"/>
          <p14:tracePt t="338928" x="2406650" y="5626100"/>
          <p14:tracePt t="338946" x="2387600" y="5797550"/>
          <p14:tracePt t="338962" x="2400300" y="5848350"/>
          <p14:tracePt t="338978" x="2438400" y="5962650"/>
          <p14:tracePt t="338995" x="2508250" y="6032500"/>
          <p14:tracePt t="339011" x="2540000" y="6057900"/>
          <p14:tracePt t="339028" x="2571750" y="6070600"/>
          <p14:tracePt t="339045" x="2692400" y="6076950"/>
          <p14:tracePt t="339061" x="2730500" y="6076950"/>
          <p14:tracePt t="339078" x="2774950" y="6051550"/>
          <p14:tracePt t="339094" x="2838450" y="6013450"/>
          <p14:tracePt t="339111" x="2895600" y="5962650"/>
          <p14:tracePt t="339129" x="2933700" y="5899150"/>
          <p14:tracePt t="339144" x="2946400" y="5861050"/>
          <p14:tracePt t="339161" x="2952750" y="5753100"/>
          <p14:tracePt t="339177" x="2940050" y="5702300"/>
        </p14:tracePtLst>
      </p14:laserTraceLst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533400" y="76200"/>
            <a:ext cx="8077200" cy="762000"/>
          </a:xfrm>
        </p:spPr>
        <p:txBody>
          <a:bodyPr/>
          <a:lstStyle/>
          <a:p>
            <a:r>
              <a:rPr lang="en-US" altLang="en-US" b="1" dirty="0"/>
              <a:t>A </a:t>
            </a:r>
            <a:r>
              <a:rPr lang="en-US" altLang="en-US" b="1" dirty="0" err="1"/>
              <a:t>Dataclasses</a:t>
            </a:r>
            <a:r>
              <a:rPr lang="en-US" altLang="en-US" b="1" dirty="0"/>
              <a:t> Example</a:t>
            </a:r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-228600" y="987552"/>
            <a:ext cx="9372600" cy="5870448"/>
          </a:xfrm>
        </p:spPr>
        <p:txBody>
          <a:bodyPr/>
          <a:lstStyle/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If </a:t>
            </a:r>
            <a:r>
              <a:rPr lang="en-US" altLang="en-US" sz="2800" dirty="0" err="1">
                <a:solidFill>
                  <a:schemeClr val="tx1"/>
                </a:solidFill>
              </a:rPr>
              <a:t>dataclass</a:t>
            </a:r>
            <a:r>
              <a:rPr lang="en-US" altLang="en-US" sz="2800" dirty="0">
                <a:solidFill>
                  <a:schemeClr val="tx1"/>
                </a:solidFill>
              </a:rPr>
              <a:t> is used as just a simple decorator with </a:t>
            </a:r>
            <a:br>
              <a:rPr lang="en-US" altLang="en-US" sz="2800" dirty="0">
                <a:solidFill>
                  <a:schemeClr val="tx1"/>
                </a:solidFill>
              </a:rPr>
            </a:br>
            <a:r>
              <a:rPr lang="en-US" altLang="en-US" sz="2800" dirty="0">
                <a:solidFill>
                  <a:schemeClr val="tx1"/>
                </a:solidFill>
              </a:rPr>
              <a:t>no parameters, the default values are used. </a:t>
            </a:r>
            <a:br>
              <a:rPr lang="en-US" altLang="en-US" sz="2800" dirty="0">
                <a:solidFill>
                  <a:schemeClr val="tx1"/>
                </a:solidFill>
              </a:rPr>
            </a:br>
            <a:r>
              <a:rPr lang="en-US" altLang="en-US" sz="2800" dirty="0">
                <a:solidFill>
                  <a:schemeClr val="tx1"/>
                </a:solidFill>
              </a:rPr>
              <a:t>So, these three uses of </a:t>
            </a:r>
            <a:r>
              <a:rPr lang="en-US" altLang="en-US" sz="2800" dirty="0" err="1">
                <a:solidFill>
                  <a:schemeClr val="tx1"/>
                </a:solidFill>
              </a:rPr>
              <a:t>dataclass</a:t>
            </a:r>
            <a:r>
              <a:rPr lang="en-US" altLang="en-US" sz="2800" dirty="0">
                <a:solidFill>
                  <a:schemeClr val="tx1"/>
                </a:solidFill>
              </a:rPr>
              <a:t>() are equivalent: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20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rgbClr val="FF0000"/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6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6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rgbClr val="FF0000"/>
                </a:solidFill>
                <a:latin typeface="Lucida Console" panose="020B0609040504020204" pitchFamily="49" charset="0"/>
              </a:rPr>
              <a:t>class C: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rgbClr val="FF0000"/>
                </a:solidFill>
                <a:latin typeface="Lucida Console" panose="020B0609040504020204" pitchFamily="49" charset="0"/>
              </a:rPr>
              <a:t>    ...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2000" dirty="0">
              <a:solidFill>
                <a:schemeClr val="accent2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rgbClr val="FFC000"/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6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dataclass</a:t>
            </a:r>
            <a:r>
              <a:rPr lang="en-US" altLang="en-US" sz="2600" dirty="0">
                <a:solidFill>
                  <a:srgbClr val="FFC000"/>
                </a:solidFill>
                <a:latin typeface="Lucida Console" panose="020B0609040504020204" pitchFamily="49" charset="0"/>
              </a:rPr>
              <a:t>()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rgbClr val="FFC000"/>
                </a:solidFill>
                <a:latin typeface="Lucida Console" panose="020B0609040504020204" pitchFamily="49" charset="0"/>
              </a:rPr>
              <a:t>class C: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rgbClr val="FFC000"/>
                </a:solidFill>
                <a:latin typeface="Lucida Console" panose="020B0609040504020204" pitchFamily="49" charset="0"/>
              </a:rPr>
              <a:t>    ...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200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rgbClr val="00B050"/>
                </a:solidFill>
                <a:latin typeface="Lucida Console" panose="020B0609040504020204" pitchFamily="49" charset="0"/>
              </a:rPr>
              <a:t>@</a:t>
            </a:r>
            <a:r>
              <a:rPr lang="en-US" altLang="en-US" sz="26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dataclass</a:t>
            </a:r>
            <a:r>
              <a:rPr lang="en-US" altLang="en-US" sz="2600" dirty="0">
                <a:solidFill>
                  <a:srgbClr val="00B050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6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600" dirty="0">
                <a:solidFill>
                  <a:srgbClr val="00B050"/>
                </a:solidFill>
                <a:latin typeface="Lucida Console" panose="020B0609040504020204" pitchFamily="49" charset="0"/>
              </a:rPr>
              <a:t>=True, </a:t>
            </a:r>
            <a:r>
              <a:rPr lang="en-US" altLang="en-US" sz="26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600" dirty="0">
                <a:solidFill>
                  <a:srgbClr val="00B050"/>
                </a:solidFill>
                <a:latin typeface="Lucida Console" panose="020B0609040504020204" pitchFamily="49" charset="0"/>
              </a:rPr>
              <a:t>=True, </a:t>
            </a:r>
            <a:r>
              <a:rPr lang="en-US" altLang="en-US" sz="26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600" dirty="0">
                <a:solidFill>
                  <a:srgbClr val="00B050"/>
                </a:solidFill>
                <a:latin typeface="Lucida Console" panose="020B0609040504020204" pitchFamily="49" charset="0"/>
              </a:rPr>
              <a:t>=True, order=</a:t>
            </a:r>
            <a:r>
              <a:rPr lang="en-US" altLang="en-US" sz="26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False,unsafe_hash</a:t>
            </a:r>
            <a:r>
              <a:rPr lang="en-US" altLang="en-US" sz="2600" dirty="0">
                <a:solidFill>
                  <a:srgbClr val="00B050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26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False,frozen</a:t>
            </a:r>
            <a:r>
              <a:rPr lang="en-US" altLang="en-US" sz="2600" dirty="0">
                <a:solidFill>
                  <a:srgbClr val="00B050"/>
                </a:solidFill>
                <a:latin typeface="Lucida Console" panose="020B0609040504020204" pitchFamily="49" charset="0"/>
              </a:rPr>
              <a:t>=False)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rgbClr val="00B050"/>
                </a:solidFill>
                <a:latin typeface="Lucida Console" panose="020B0609040504020204" pitchFamily="49" charset="0"/>
              </a:rPr>
              <a:t>class C: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600" dirty="0">
                <a:solidFill>
                  <a:srgbClr val="00B050"/>
                </a:solidFill>
                <a:latin typeface="Lucida Console" panose="020B0609040504020204" pitchFamily="49" charset="0"/>
              </a:rPr>
              <a:t>   ...</a:t>
            </a: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36132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236"/>
    </mc:Choice>
    <mc:Fallback xmlns="">
      <p:transition spd="slow" advTm="1012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1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17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17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174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4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516" x="3143250" y="1879600"/>
          <p14:tracePt t="532" x="3092450" y="1885950"/>
          <p14:tracePt t="548" x="3073400" y="1885950"/>
          <p14:tracePt t="565" x="3022600" y="1892300"/>
          <p14:tracePt t="580" x="2952750" y="1879600"/>
          <p14:tracePt t="611" x="2857500" y="1866900"/>
          <p14:tracePt t="630" x="2711450" y="1816100"/>
          <p14:tracePt t="646" x="2628900" y="1797050"/>
          <p14:tracePt t="664" x="2406650" y="1720850"/>
          <p14:tracePt t="680" x="2292350" y="1689100"/>
          <p14:tracePt t="697" x="2146300" y="1644650"/>
          <p14:tracePt t="713" x="1866900" y="1581150"/>
          <p14:tracePt t="729" x="1625600" y="1517650"/>
          <p14:tracePt t="747" x="1466850" y="1485900"/>
          <p14:tracePt t="763" x="1358900" y="1466850"/>
          <p14:tracePt t="779" x="1308100" y="1466850"/>
          <p14:tracePt t="797" x="1238250" y="1454150"/>
          <p14:tracePt t="813" x="1187450" y="1435100"/>
          <p14:tracePt t="830" x="1168400" y="1435100"/>
          <p14:tracePt t="846" x="1143000" y="1428750"/>
          <p14:tracePt t="862" x="1117600" y="1422400"/>
          <p14:tracePt t="879" x="1111250" y="1422400"/>
          <p14:tracePt t="896" x="1092200" y="1416050"/>
          <p14:tracePt t="912" x="1079500" y="1403350"/>
          <p14:tracePt t="929" x="1060450" y="1397000"/>
          <p14:tracePt t="945" x="1054100" y="1390650"/>
          <p14:tracePt t="962" x="1047750" y="1384300"/>
          <p14:tracePt t="979" x="1035050" y="1384300"/>
          <p14:tracePt t="1162" x="1041400" y="1390650"/>
          <p14:tracePt t="1183" x="1054100" y="1397000"/>
          <p14:tracePt t="1190" x="1060450" y="1397000"/>
          <p14:tracePt t="1212" x="1066800" y="1397000"/>
          <p14:tracePt t="1226" x="1073150" y="1403350"/>
          <p14:tracePt t="1232" x="1092200" y="1409700"/>
          <p14:tracePt t="1247" x="1111250" y="1416050"/>
          <p14:tracePt t="1262" x="1155700" y="1422400"/>
          <p14:tracePt t="1278" x="1193800" y="1428750"/>
          <p14:tracePt t="1295" x="1263650" y="1447800"/>
          <p14:tracePt t="1311" x="1416050" y="1479550"/>
          <p14:tracePt t="1327" x="1504950" y="1485900"/>
          <p14:tracePt t="1331" x="1612900" y="1498600"/>
          <p14:tracePt t="1347" x="1714500" y="1511300"/>
          <p14:tracePt t="1361" x="1803400" y="1511300"/>
          <p14:tracePt t="1377" x="1981200" y="1511300"/>
          <p14:tracePt t="1395" x="2108200" y="1498600"/>
          <p14:tracePt t="1410" x="2152650" y="1485900"/>
          <p14:tracePt t="1427" x="2203450" y="1473200"/>
          <p14:tracePt t="1444" x="2228850" y="1466850"/>
          <p14:tracePt t="1460" x="2235200" y="1460500"/>
          <p14:tracePt t="1494" x="2241550" y="1454150"/>
          <p14:tracePt t="1514" x="2247900" y="1454150"/>
          <p14:tracePt t="1535" x="2254250" y="1454150"/>
          <p14:tracePt t="1544" x="2260600" y="1454150"/>
          <p14:tracePt t="1560" x="2266950" y="1454150"/>
          <p14:tracePt t="1579" x="2273300" y="1454150"/>
          <p14:tracePt t="1593" x="2279650" y="1454150"/>
          <p14:tracePt t="1610" x="2292350" y="1454150"/>
          <p14:tracePt t="1627" x="2317750" y="1454150"/>
          <p14:tracePt t="1643" x="2324100" y="1460500"/>
          <p14:tracePt t="1660" x="2343150" y="1460500"/>
          <p14:tracePt t="1676" x="2387600" y="1473200"/>
          <p14:tracePt t="1693" x="2432050" y="1485900"/>
          <p14:tracePt t="1710" x="2470150" y="1492250"/>
          <p14:tracePt t="1726" x="2578100" y="1511300"/>
          <p14:tracePt t="1743" x="2641600" y="1511300"/>
          <p14:tracePt t="1760" x="2698750" y="1517650"/>
          <p14:tracePt t="1776" x="2749550" y="1517650"/>
          <p14:tracePt t="1793" x="2800350" y="1530350"/>
          <p14:tracePt t="1810" x="2882900" y="1530350"/>
          <p14:tracePt t="1826" x="2908300" y="1517650"/>
          <p14:tracePt t="3804" x="2901950" y="1517650"/>
          <p14:tracePt t="3819" x="2895600" y="1530350"/>
          <p14:tracePt t="3825" x="2882900" y="1536700"/>
          <p14:tracePt t="3839" x="2870200" y="1549400"/>
          <p14:tracePt t="3854" x="2851150" y="1562100"/>
          <p14:tracePt t="3869" x="2832100" y="1574800"/>
          <p14:tracePt t="3885" x="2813050" y="1581150"/>
          <p14:tracePt t="3902" x="2774950" y="1593850"/>
          <p14:tracePt t="3918" x="2730500" y="1593850"/>
          <p14:tracePt t="3935" x="2698750" y="1593850"/>
          <p14:tracePt t="3952" x="2622550" y="1581150"/>
          <p14:tracePt t="3968" x="2520950" y="1555750"/>
          <p14:tracePt t="3985" x="2470150" y="1536700"/>
          <p14:tracePt t="4001" x="2355850" y="1504950"/>
          <p14:tracePt t="4018" x="2216150" y="1473200"/>
          <p14:tracePt t="4036" x="2057400" y="1435100"/>
          <p14:tracePt t="4051" x="1974850" y="1416050"/>
          <p14:tracePt t="4068" x="1841500" y="1377950"/>
          <p14:tracePt t="4085" x="1714500" y="1358900"/>
          <p14:tracePt t="4101" x="1682750" y="1352550"/>
          <p14:tracePt t="4118" x="1651000" y="1339850"/>
          <p14:tracePt t="4135" x="1581150" y="1333500"/>
          <p14:tracePt t="4151" x="1562100" y="1333500"/>
          <p14:tracePt t="4168" x="1549400" y="1333500"/>
          <p14:tracePt t="4184" x="1517650" y="1333500"/>
          <p14:tracePt t="4201" x="1485900" y="1339850"/>
          <p14:tracePt t="4218" x="1473200" y="1339850"/>
          <p14:tracePt t="4234" x="1435100" y="1352550"/>
          <p14:tracePt t="4251" x="1397000" y="1365250"/>
          <p14:tracePt t="4268" x="1320800" y="1397000"/>
          <p14:tracePt t="4284" x="1282700" y="1403350"/>
          <p14:tracePt t="4300" x="1200150" y="1428750"/>
          <p14:tracePt t="4318" x="1123950" y="1441450"/>
          <p14:tracePt t="4334" x="1104900" y="1454150"/>
          <p14:tracePt t="4350" x="1054100" y="1454150"/>
          <p14:tracePt t="4367" x="1035050" y="1454150"/>
          <p14:tracePt t="4384" x="1028700" y="1454150"/>
          <p14:tracePt t="4387" x="1022350" y="1454150"/>
          <p14:tracePt t="4403" x="1016000" y="1454150"/>
          <p14:tracePt t="4451" x="1009650" y="1454150"/>
          <p14:tracePt t="4479" x="1009650" y="1460500"/>
          <p14:tracePt t="4521" x="1016000" y="1460500"/>
          <p14:tracePt t="4528" x="1022350" y="1460500"/>
          <p14:tracePt t="4542" x="1028700" y="1460500"/>
          <p14:tracePt t="4551" x="1035050" y="1460500"/>
          <p14:tracePt t="4566" x="1041400" y="1460500"/>
          <p14:tracePt t="4583" x="1092200" y="1460500"/>
          <p14:tracePt t="4599" x="1181100" y="1460500"/>
          <p14:tracePt t="4616" x="1231900" y="1460500"/>
          <p14:tracePt t="4633" x="1397000" y="1447800"/>
          <p14:tracePt t="4649" x="1568450" y="1428750"/>
          <p14:tracePt t="4666" x="1644650" y="1422400"/>
          <p14:tracePt t="4683" x="1816100" y="1403350"/>
          <p14:tracePt t="4699" x="1968500" y="1384300"/>
          <p14:tracePt t="4716" x="2032000" y="1384300"/>
          <p14:tracePt t="4733" x="2120900" y="1384300"/>
          <p14:tracePt t="4749" x="2165350" y="1384300"/>
          <p14:tracePt t="4766" x="2222500" y="1384300"/>
          <p14:tracePt t="4783" x="2254250" y="1384300"/>
          <p14:tracePt t="4799" x="2273300" y="1384300"/>
          <p14:tracePt t="4816" x="2305050" y="1390650"/>
          <p14:tracePt t="4832" x="2336800" y="1390650"/>
          <p14:tracePt t="4849" x="2362200" y="1397000"/>
          <p14:tracePt t="4866" x="2400300" y="1397000"/>
          <p14:tracePt t="4882" x="2432050" y="1397000"/>
          <p14:tracePt t="4898" x="2451100" y="1403350"/>
          <p14:tracePt t="4915" x="2476500" y="1403350"/>
          <p14:tracePt t="4932" x="2501900" y="1409700"/>
          <p14:tracePt t="4948" x="2514600" y="1409700"/>
          <p14:tracePt t="4965" x="2540000" y="1409700"/>
          <p14:tracePt t="4981" x="2571750" y="1422400"/>
          <p14:tracePt t="4998" x="2584450" y="1422400"/>
          <p14:tracePt t="5015" x="2609850" y="1422400"/>
          <p14:tracePt t="5031" x="2622550" y="1428750"/>
          <p14:tracePt t="5049" x="2660650" y="1435100"/>
          <p14:tracePt t="5065" x="2679700" y="1435100"/>
          <p14:tracePt t="5081" x="2705100" y="1441450"/>
          <p14:tracePt t="5098" x="2736850" y="1447800"/>
          <p14:tracePt t="5114" x="2787650" y="1454150"/>
          <p14:tracePt t="5131" x="2813050" y="1454150"/>
          <p14:tracePt t="5147" x="2863850" y="1454150"/>
          <p14:tracePt t="5164" x="2914650" y="1447800"/>
          <p14:tracePt t="5181" x="2940050" y="1447800"/>
          <p14:tracePt t="5197" x="3009900" y="1447800"/>
          <p14:tracePt t="5214" x="3067050" y="1447800"/>
          <p14:tracePt t="5232" x="3117850" y="1447800"/>
          <p14:tracePt t="5248" x="3143250" y="1447800"/>
          <p14:tracePt t="5264" x="3194050" y="1447800"/>
          <p14:tracePt t="5281" x="3232150" y="1447800"/>
          <p14:tracePt t="5296" x="3251200" y="1447800"/>
          <p14:tracePt t="5314" x="3276600" y="1447800"/>
          <p14:tracePt t="5330" x="3321050" y="1447800"/>
          <p14:tracePt t="5347" x="3333750" y="1447800"/>
          <p14:tracePt t="5364" x="3352800" y="1447800"/>
          <p14:tracePt t="5380" x="3378200" y="1447800"/>
          <p14:tracePt t="5397" x="3403600" y="1447800"/>
          <p14:tracePt t="5400" x="3422650" y="1447800"/>
          <p14:tracePt t="5416" x="3435350" y="1447800"/>
          <p14:tracePt t="5430" x="3460750" y="1454150"/>
          <p14:tracePt t="5447" x="3505200" y="1454150"/>
          <p14:tracePt t="5464" x="3549650" y="1454150"/>
          <p14:tracePt t="5479" x="3587750" y="1454150"/>
          <p14:tracePt t="5496" x="3619500" y="1454150"/>
          <p14:tracePt t="5513" x="3683000" y="1454150"/>
          <p14:tracePt t="5530" x="3752850" y="1454150"/>
          <p14:tracePt t="5546" x="3803650" y="1454150"/>
          <p14:tracePt t="5563" x="3873500" y="1454150"/>
          <p14:tracePt t="5579" x="3937000" y="1454150"/>
          <p14:tracePt t="5597" x="3994150" y="1454150"/>
          <p14:tracePt t="5612" x="4051300" y="1454150"/>
          <p14:tracePt t="5629" x="4070350" y="1454150"/>
          <p14:tracePt t="5647" x="4121150" y="1454150"/>
          <p14:tracePt t="5663" x="4140200" y="1454150"/>
          <p14:tracePt t="5679" x="4210050" y="1447800"/>
          <p14:tracePt t="5696" x="4273550" y="1441450"/>
          <p14:tracePt t="5712" x="4305300" y="1441450"/>
          <p14:tracePt t="5729" x="4368800" y="1441450"/>
          <p14:tracePt t="5745" x="4419600" y="1441450"/>
          <p14:tracePt t="5762" x="4438650" y="1441450"/>
          <p14:tracePt t="5779" x="4483100" y="1441450"/>
          <p14:tracePt t="5795" x="4502150" y="1441450"/>
          <p14:tracePt t="5829" x="4508500" y="1441450"/>
          <p14:tracePt t="6294" x="4540250" y="1441450"/>
          <p14:tracePt t="6308" x="4603750" y="1441450"/>
          <p14:tracePt t="6315" x="4667250" y="1441450"/>
          <p14:tracePt t="6330" x="4730750" y="1441450"/>
          <p14:tracePt t="6344" x="4806950" y="1441450"/>
          <p14:tracePt t="6360" x="4984750" y="1441450"/>
          <p14:tracePt t="6377" x="5060950" y="1441450"/>
          <p14:tracePt t="6393" x="5251450" y="1447800"/>
          <p14:tracePt t="6410" x="5403850" y="1447800"/>
          <p14:tracePt t="6427" x="5467350" y="1447800"/>
          <p14:tracePt t="6443" x="5613400" y="1454150"/>
          <p14:tracePt t="6460" x="5689600" y="1466850"/>
          <p14:tracePt t="6477" x="5854700" y="1485900"/>
          <p14:tracePt t="6493" x="5930900" y="1492250"/>
          <p14:tracePt t="6509" x="6000750" y="1504950"/>
          <p14:tracePt t="6527" x="6127750" y="1498600"/>
          <p14:tracePt t="6543" x="6191250" y="1498600"/>
          <p14:tracePt t="6560" x="6254750" y="1498600"/>
          <p14:tracePt t="6576" x="6375400" y="1498600"/>
          <p14:tracePt t="6593" x="6426200" y="1498600"/>
          <p14:tracePt t="6609" x="6477000" y="1498600"/>
          <p14:tracePt t="6626" x="6572250" y="1492250"/>
          <p14:tracePt t="6642" x="6623050" y="1492250"/>
          <p14:tracePt t="6660" x="6724650" y="1492250"/>
          <p14:tracePt t="6675" x="6775450" y="1485900"/>
          <p14:tracePt t="6692" x="6832600" y="1485900"/>
          <p14:tracePt t="6709" x="6946900" y="1473200"/>
          <p14:tracePt t="6725" x="6997700" y="1466850"/>
          <p14:tracePt t="6742" x="7080250" y="1447800"/>
          <p14:tracePt t="6759" x="7143750" y="1441450"/>
          <p14:tracePt t="6775" x="7181850" y="1435100"/>
          <p14:tracePt t="6793" x="7213600" y="1428750"/>
          <p14:tracePt t="6809" x="7270750" y="1422400"/>
          <p14:tracePt t="6825" x="7327900" y="1409700"/>
          <p14:tracePt t="6842" x="7359650" y="1409700"/>
          <p14:tracePt t="6858" x="7435850" y="1409700"/>
          <p14:tracePt t="6875" x="7505700" y="1416050"/>
          <p14:tracePt t="6892" x="7550150" y="1416050"/>
          <p14:tracePt t="6908" x="7569200" y="1416050"/>
          <p14:tracePt t="6924" x="7594600" y="1416050"/>
          <p14:tracePt t="6942" x="7600950" y="1409700"/>
          <p14:tracePt t="6958" x="7607300" y="1409700"/>
          <p14:tracePt t="6975" x="7607300" y="1403350"/>
          <p14:tracePt t="6991" x="7594600" y="1403350"/>
          <p14:tracePt t="7008" x="7569200" y="1403350"/>
          <p14:tracePt t="7024" x="7499350" y="1435100"/>
          <p14:tracePt t="7040" x="7251700" y="1536700"/>
          <p14:tracePt t="7058" x="7029450" y="1638300"/>
          <p14:tracePt t="7075" x="5930900" y="2038350"/>
          <p14:tracePt t="7091" x="5486400" y="2165350"/>
          <p14:tracePt t="7107" x="4648200" y="2343150"/>
          <p14:tracePt t="7125" x="3892550" y="2482850"/>
          <p14:tracePt t="7141" x="3251200" y="2565400"/>
          <p14:tracePt t="7157" x="2978150" y="2597150"/>
          <p14:tracePt t="7174" x="2495550" y="2622550"/>
          <p14:tracePt t="7190" x="2305050" y="2647950"/>
          <p14:tracePt t="7208" x="1987550" y="2660650"/>
          <p14:tracePt t="7224" x="1746250" y="2673350"/>
          <p14:tracePt t="7240" x="1657350" y="2673350"/>
          <p14:tracePt t="7257" x="1517650" y="2673350"/>
          <p14:tracePt t="7273" x="1422400" y="2667000"/>
          <p14:tracePt t="7290" x="1384300" y="2660650"/>
          <p14:tracePt t="7307" x="1339850" y="2654300"/>
          <p14:tracePt t="7324" x="1333500" y="2654300"/>
          <p14:tracePt t="7341" x="1327150" y="2647950"/>
          <p14:tracePt t="7373" x="1327150" y="2641600"/>
          <p14:tracePt t="7396" x="1339850" y="2635250"/>
          <p14:tracePt t="7410" x="1339850" y="2628900"/>
          <p14:tracePt t="7424" x="1346200" y="2628900"/>
          <p14:tracePt t="7440" x="1371600" y="2609850"/>
          <p14:tracePt t="7457" x="1390650" y="2584450"/>
          <p14:tracePt t="7474" x="1454150" y="2540000"/>
          <p14:tracePt t="7489" x="1536700" y="2463800"/>
          <p14:tracePt t="7506" x="1593850" y="2425700"/>
          <p14:tracePt t="7523" x="1727200" y="2349500"/>
          <p14:tracePt t="7539" x="1797050" y="2311400"/>
          <p14:tracePt t="7556" x="1892300" y="2266950"/>
          <p14:tracePt t="7573" x="2101850" y="2171700"/>
          <p14:tracePt t="7589" x="2209800" y="2133600"/>
          <p14:tracePt t="7606" x="2406650" y="2057400"/>
          <p14:tracePt t="7622" x="2540000" y="2000250"/>
          <p14:tracePt t="7639" x="2571750" y="1987550"/>
          <p14:tracePt t="7656" x="2635250" y="1955800"/>
          <p14:tracePt t="7672" x="2641600" y="1949450"/>
          <p14:tracePt t="7689" x="2647950" y="1943100"/>
          <p14:tracePt t="7721" x="2647950" y="1949450"/>
          <p14:tracePt t="7748" x="2641600" y="1955800"/>
          <p14:tracePt t="7769" x="2641600" y="1962150"/>
          <p14:tracePt t="7790" x="2641600" y="1974850"/>
          <p14:tracePt t="7853" x="2647950" y="1974850"/>
          <p14:tracePt t="7867" x="2660650" y="1974850"/>
          <p14:tracePt t="7889" x="2673350" y="1974850"/>
          <p14:tracePt t="7903" x="2686050" y="1974850"/>
          <p14:tracePt t="7910" x="2705100" y="1974850"/>
          <p14:tracePt t="7931" x="2736850" y="1974850"/>
          <p14:tracePt t="7940" x="2787650" y="1974850"/>
          <p14:tracePt t="7954" x="2863850" y="1974850"/>
          <p14:tracePt t="7971" x="2978150" y="1987550"/>
          <p14:tracePt t="7988" x="3270250" y="1993900"/>
          <p14:tracePt t="8004" x="3460750" y="2006600"/>
          <p14:tracePt t="8022" x="3835400" y="2019300"/>
          <p14:tracePt t="8037" x="3987800" y="2019300"/>
          <p14:tracePt t="8054" x="4127500" y="2019300"/>
          <p14:tracePt t="8071" x="4241800" y="2019300"/>
          <p14:tracePt t="8087" x="4400550" y="2006600"/>
          <p14:tracePt t="8104" x="4457700" y="1993900"/>
          <p14:tracePt t="8121" x="4483100" y="1987550"/>
          <p14:tracePt t="8155" x="4489450" y="1974850"/>
          <p14:tracePt t="8171" x="4495800" y="1962150"/>
          <p14:tracePt t="8740" x="4527550" y="1962150"/>
          <p14:tracePt t="8747" x="4572000" y="1962150"/>
          <p14:tracePt t="8761" x="4622800" y="1962150"/>
          <p14:tracePt t="8771" x="4686300" y="1962150"/>
          <p14:tracePt t="8785" x="4749800" y="1962150"/>
          <p14:tracePt t="8802" x="4826000" y="1962150"/>
          <p14:tracePt t="8818" x="5086350" y="1936750"/>
          <p14:tracePt t="8835" x="5175250" y="1924050"/>
          <p14:tracePt t="8854" x="5321300" y="1898650"/>
          <p14:tracePt t="8868" x="5397500" y="1885950"/>
          <p14:tracePt t="8885" x="5492750" y="1860550"/>
          <p14:tracePt t="8902" x="5556250" y="1841500"/>
          <p14:tracePt t="8918" x="5575300" y="1828800"/>
          <p14:tracePt t="8934" x="5600700" y="1822450"/>
          <p14:tracePt t="8951" x="5613400" y="1816100"/>
          <p14:tracePt t="9063" x="5626100" y="1816100"/>
          <p14:tracePt t="9070" x="5632450" y="1816100"/>
          <p14:tracePt t="9086" x="5638800" y="1816100"/>
          <p14:tracePt t="9101" x="5676900" y="1809750"/>
          <p14:tracePt t="9117" x="5702300" y="1809750"/>
          <p14:tracePt t="9134" x="5772150" y="1803400"/>
          <p14:tracePt t="9150" x="5835650" y="1803400"/>
          <p14:tracePt t="9167" x="5937250" y="1797050"/>
          <p14:tracePt t="9184" x="6057900" y="1784350"/>
          <p14:tracePt t="9200" x="6108700" y="1784350"/>
          <p14:tracePt t="9217" x="6203950" y="1790700"/>
          <p14:tracePt t="9233" x="6280150" y="1797050"/>
          <p14:tracePt t="9250" x="6311900" y="1797050"/>
          <p14:tracePt t="9267" x="6369050" y="1797050"/>
          <p14:tracePt t="9283" x="6419850" y="1803400"/>
          <p14:tracePt t="9300" x="6438900" y="1803400"/>
          <p14:tracePt t="9317" x="6496050" y="1809750"/>
          <p14:tracePt t="9333" x="6546850" y="1809750"/>
          <p14:tracePt t="9350" x="6559550" y="1809750"/>
          <p14:tracePt t="9367" x="6591300" y="1809750"/>
          <p14:tracePt t="9383" x="6604000" y="1809750"/>
          <p14:tracePt t="9400" x="6616700" y="1809750"/>
          <p14:tracePt t="9416" x="6629400" y="1803400"/>
          <p14:tracePt t="9443" x="6635750" y="1803400"/>
          <p14:tracePt t="9452" x="6642100" y="1803400"/>
          <p14:tracePt t="9917" x="6597650" y="1803400"/>
          <p14:tracePt t="9923" x="6502400" y="1797050"/>
          <p14:tracePt t="9938" x="6400800" y="1784350"/>
          <p14:tracePt t="9948" x="6280150" y="1784350"/>
          <p14:tracePt t="9964" x="6153150" y="1771650"/>
          <p14:tracePt t="9981" x="5829300" y="1752600"/>
          <p14:tracePt t="9998" x="5391150" y="1708150"/>
          <p14:tracePt t="10016" x="4940300" y="1682750"/>
          <p14:tracePt t="10031" x="4673600" y="1670050"/>
          <p14:tracePt t="10047" x="4457700" y="1657350"/>
          <p14:tracePt t="10064" x="3975100" y="1657350"/>
          <p14:tracePt t="10080" x="3848100" y="1670050"/>
          <p14:tracePt t="10097" x="3733800" y="1670050"/>
          <p14:tracePt t="10114" x="3543300" y="1689100"/>
          <p14:tracePt t="10130" x="3384550" y="1720850"/>
          <p14:tracePt t="10147" x="3321050" y="1727200"/>
          <p14:tracePt t="10164" x="3225800" y="1758950"/>
          <p14:tracePt t="10180" x="3155950" y="1771650"/>
          <p14:tracePt t="10197" x="3073400" y="1778000"/>
          <p14:tracePt t="10213" x="3041650" y="1784350"/>
          <p14:tracePt t="10230" x="2984500" y="1797050"/>
          <p14:tracePt t="10247" x="2933700" y="1803400"/>
          <p14:tracePt t="10264" x="2908300" y="1803400"/>
          <p14:tracePt t="10280" x="2825750" y="1809750"/>
          <p14:tracePt t="10297" x="2743200" y="1816100"/>
          <p14:tracePt t="10313" x="2705100" y="1822450"/>
          <p14:tracePt t="10330" x="2660650" y="1835150"/>
          <p14:tracePt t="10346" x="2527300" y="1866900"/>
          <p14:tracePt t="10363" x="2482850" y="1873250"/>
          <p14:tracePt t="10380" x="2425700" y="1892300"/>
          <p14:tracePt t="10396" x="2273300" y="1968500"/>
          <p14:tracePt t="10413" x="2216150" y="1993900"/>
          <p14:tracePt t="10430" x="2152650" y="2038350"/>
          <p14:tracePt t="10446" x="2133600" y="2044700"/>
          <p14:tracePt t="10463" x="2101850" y="2063750"/>
          <p14:tracePt t="10466" x="2095500" y="2070100"/>
          <p14:tracePt t="10482" x="2089150" y="2076450"/>
          <p14:tracePt t="10496" x="2089150" y="2101850"/>
          <p14:tracePt t="10954" x="2101850" y="2101850"/>
          <p14:tracePt t="10962" x="2133600" y="2120900"/>
          <p14:tracePt t="10968" x="2184400" y="2127250"/>
          <p14:tracePt t="10982" x="2241550" y="2146300"/>
          <p14:tracePt t="10994" x="2292350" y="2159000"/>
          <p14:tracePt t="11012" x="2438400" y="2203450"/>
          <p14:tracePt t="11027" x="2520950" y="2222500"/>
          <p14:tracePt t="11044" x="2673350" y="2254250"/>
          <p14:tracePt t="11060" x="2819400" y="2266950"/>
          <p14:tracePt t="11077" x="2882900" y="2266950"/>
          <p14:tracePt t="11095" x="2933700" y="2260600"/>
          <p14:tracePt t="11110" x="3060700" y="2235200"/>
          <p14:tracePt t="11127" x="3098800" y="2235200"/>
          <p14:tracePt t="11146" x="3143250" y="2222500"/>
          <p14:tracePt t="11160" x="3162300" y="2216150"/>
          <p14:tracePt t="11177" x="3181350" y="2203450"/>
          <p14:tracePt t="11194" x="3225800" y="2178050"/>
          <p14:tracePt t="11210" x="3238500" y="2171700"/>
          <p14:tracePt t="11227" x="3257550" y="2171700"/>
          <p14:tracePt t="11243" x="3263900" y="2171700"/>
          <p14:tracePt t="11260" x="3270250" y="2171700"/>
          <p14:tracePt t="11277" x="3276600" y="2171700"/>
          <p14:tracePt t="11293" x="3282950" y="2165350"/>
          <p14:tracePt t="11309" x="3289300" y="2165350"/>
          <p14:tracePt t="11327" x="3302000" y="2165350"/>
          <p14:tracePt t="11343" x="3314700" y="2165350"/>
          <p14:tracePt t="11359" x="3321050" y="2165350"/>
          <p14:tracePt t="11377" x="3340100" y="2165350"/>
          <p14:tracePt t="11393" x="3365500" y="2165350"/>
          <p14:tracePt t="11409" x="3371850" y="2165350"/>
          <p14:tracePt t="11426" x="3416300" y="2159000"/>
          <p14:tracePt t="11443" x="3435350" y="2159000"/>
          <p14:tracePt t="11459" x="3486150" y="2146300"/>
          <p14:tracePt t="11476" x="3536950" y="2146300"/>
          <p14:tracePt t="11492" x="3575050" y="2146300"/>
          <p14:tracePt t="11509" x="3619500" y="2139950"/>
          <p14:tracePt t="11525" x="3676650" y="2133600"/>
          <p14:tracePt t="11542" x="3702050" y="2133600"/>
          <p14:tracePt t="11559" x="3733800" y="2127250"/>
          <p14:tracePt t="11576" x="3765550" y="2127250"/>
          <p14:tracePt t="11592" x="3778250" y="2127250"/>
          <p14:tracePt t="11609" x="3803650" y="2120900"/>
          <p14:tracePt t="11625" x="3822700" y="2114550"/>
          <p14:tracePt t="11642" x="3829050" y="2114550"/>
          <p14:tracePt t="11659" x="3854450" y="2114550"/>
          <p14:tracePt t="11675" x="3879850" y="2108200"/>
          <p14:tracePt t="11692" x="3892550" y="2108200"/>
          <p14:tracePt t="11708" x="3943350" y="2108200"/>
          <p14:tracePt t="11725" x="3968750" y="2108200"/>
          <p14:tracePt t="11742" x="4044950" y="2108200"/>
          <p14:tracePt t="11758" x="4152900" y="2114550"/>
          <p14:tracePt t="11775" x="4203700" y="2114550"/>
          <p14:tracePt t="11792" x="4292600" y="2114550"/>
          <p14:tracePt t="11808" x="4387850" y="2108200"/>
          <p14:tracePt t="11825" x="4419600" y="2108200"/>
          <p14:tracePt t="11841" x="4476750" y="2108200"/>
          <p14:tracePt t="11858" x="4540250" y="2120900"/>
          <p14:tracePt t="11874" x="4572000" y="2127250"/>
          <p14:tracePt t="11891" x="4641850" y="2133600"/>
          <p14:tracePt t="11908" x="4699000" y="2139950"/>
          <p14:tracePt t="11925" x="4756150" y="2146300"/>
          <p14:tracePt t="11941" x="4775200" y="2146300"/>
          <p14:tracePt t="11957" x="4806950" y="2146300"/>
          <p14:tracePt t="11974" x="4845050" y="2146300"/>
          <p14:tracePt t="11995" x="4857750" y="2146300"/>
          <p14:tracePt t="12010" x="4864100" y="2146300"/>
          <p14:tracePt t="12024" x="4883150" y="2146300"/>
          <p14:tracePt t="12136" x="4876800" y="2146300"/>
          <p14:tracePt t="12492" x="4902200" y="2146300"/>
          <p14:tracePt t="12498" x="4972050" y="2159000"/>
          <p14:tracePt t="12508" x="5048250" y="2165350"/>
          <p14:tracePt t="12522" x="5137150" y="2178050"/>
          <p14:tracePt t="12539" x="5226050" y="2184400"/>
          <p14:tracePt t="12555" x="5403850" y="2203450"/>
          <p14:tracePt t="12572" x="5588000" y="2228850"/>
          <p14:tracePt t="12589" x="5676900" y="2247900"/>
          <p14:tracePt t="12605" x="5822950" y="2254250"/>
          <p14:tracePt t="12622" x="5924550" y="2266950"/>
          <p14:tracePt t="12639" x="5994400" y="2279650"/>
          <p14:tracePt t="12655" x="6026150" y="2279650"/>
          <p14:tracePt t="12672" x="6076950" y="2298700"/>
          <p14:tracePt t="12689" x="6102350" y="2298700"/>
          <p14:tracePt t="12705" x="6159500" y="2311400"/>
          <p14:tracePt t="12722" x="6191250" y="2311400"/>
          <p14:tracePt t="12739" x="6280150" y="2317750"/>
          <p14:tracePt t="12754" x="6299200" y="2324100"/>
          <p14:tracePt t="12771" x="6318250" y="2330450"/>
          <p14:tracePt t="12788" x="6356350" y="2336800"/>
          <p14:tracePt t="12804" x="6369050" y="2343150"/>
          <p14:tracePt t="12821" x="6381750" y="2343150"/>
          <p14:tracePt t="12838" x="6388100" y="2349500"/>
          <p14:tracePt t="12871" x="6394450" y="2349500"/>
          <p14:tracePt t="12928" x="6388100" y="2349500"/>
          <p14:tracePt t="12949" x="6381750" y="2349500"/>
          <p14:tracePt t="12963" x="6375400" y="2349500"/>
          <p14:tracePt t="12971" x="6369050" y="2349500"/>
          <p14:tracePt t="12984" x="6356350" y="2355850"/>
          <p14:tracePt t="12991" x="6337300" y="2362200"/>
          <p14:tracePt t="13005" x="6305550" y="2381250"/>
          <p14:tracePt t="13020" x="6197600" y="2406650"/>
          <p14:tracePt t="13037" x="6115050" y="2425700"/>
          <p14:tracePt t="13055" x="5911850" y="2476500"/>
          <p14:tracePt t="13070" x="5664200" y="2533650"/>
          <p14:tracePt t="13087" x="5524500" y="2552700"/>
          <p14:tracePt t="13104" x="5397500" y="2571750"/>
          <p14:tracePt t="13120" x="5111750" y="2616200"/>
          <p14:tracePt t="13137" x="4851400" y="2660650"/>
          <p14:tracePt t="13154" x="4610100" y="2692400"/>
          <p14:tracePt t="13170" x="4508500" y="2711450"/>
          <p14:tracePt t="13186" x="4298950" y="2755900"/>
          <p14:tracePt t="13203" x="4121150" y="2774950"/>
          <p14:tracePt t="13220" x="4051300" y="2794000"/>
          <p14:tracePt t="13237" x="3943350" y="2819400"/>
          <p14:tracePt t="13253" x="3886200" y="2825750"/>
          <p14:tracePt t="14566" x="3771900" y="2825750"/>
          <p14:tracePt t="14581" x="3708400" y="2825750"/>
          <p14:tracePt t="14598" x="3619500" y="2825750"/>
          <p14:tracePt t="14615" x="3454400" y="2825750"/>
          <p14:tracePt t="14631" x="3282950" y="2825750"/>
          <p14:tracePt t="14649" x="3194050" y="2838450"/>
          <p14:tracePt t="14665" x="3016250" y="2857500"/>
          <p14:tracePt t="14682" x="2870200" y="2889250"/>
          <p14:tracePt t="14699" x="2819400" y="2908300"/>
          <p14:tracePt t="14715" x="2736850" y="2914650"/>
          <p14:tracePt t="14731" x="2679700" y="2927350"/>
          <p14:tracePt t="14748" x="2628900" y="2927350"/>
          <p14:tracePt t="14764" x="2597150" y="2927350"/>
          <p14:tracePt t="14781" x="2527300" y="2908300"/>
          <p14:tracePt t="14798" x="2470150" y="2901950"/>
          <p14:tracePt t="14814" x="2444750" y="2901950"/>
          <p14:tracePt t="14831" x="2425700" y="2895600"/>
          <p14:tracePt t="14847" x="2387600" y="2882900"/>
          <p14:tracePt t="14864" x="2381250" y="2882900"/>
          <p14:tracePt t="14881" x="2381250" y="2876550"/>
          <p14:tracePt t="14897" x="2374900" y="2876550"/>
          <p14:tracePt t="14931" x="2374900" y="2870200"/>
          <p14:tracePt t="14959" x="2374900" y="2863850"/>
          <p14:tracePt t="15007" x="2374900" y="2857500"/>
          <p14:tracePt t="15022" x="2374900" y="2851150"/>
          <p14:tracePt t="15044" x="2374900" y="2844800"/>
          <p14:tracePt t="15051" x="2381250" y="2838450"/>
          <p14:tracePt t="15063" x="2381250" y="2832100"/>
          <p14:tracePt t="15080" x="2381250" y="2819400"/>
          <p14:tracePt t="15096" x="2381250" y="2813050"/>
          <p14:tracePt t="15114" x="2381250" y="2787650"/>
          <p14:tracePt t="15130" x="2381250" y="2749550"/>
          <p14:tracePt t="15146" x="2387600" y="2736850"/>
          <p14:tracePt t="15164" x="2387600" y="2705100"/>
          <p14:tracePt t="15179" x="2393950" y="2692400"/>
          <p14:tracePt t="15197" x="2393950" y="2673350"/>
          <p14:tracePt t="15213" x="2393950" y="2660650"/>
          <p14:tracePt t="15255" x="2393950" y="2654300"/>
          <p14:tracePt t="15395" x="2387600" y="2654300"/>
          <p14:tracePt t="15466" x="2387600" y="2660650"/>
          <p14:tracePt t="15494" x="2381250" y="2667000"/>
          <p14:tracePt t="15522" x="2381250" y="2673350"/>
          <p14:tracePt t="15550" x="2374900" y="2679700"/>
          <p14:tracePt t="15571" x="2374900" y="2686050"/>
          <p14:tracePt t="15585" x="2374900" y="2692400"/>
          <p14:tracePt t="15592" x="2374900" y="2698750"/>
          <p14:tracePt t="15606" x="2374900" y="2705100"/>
          <p14:tracePt t="15620" x="2374900" y="2711450"/>
          <p14:tracePt t="15662" x="2374900" y="2724150"/>
          <p14:tracePt t="15684" x="2374900" y="2730500"/>
          <p14:tracePt t="15712" x="2381250" y="2736850"/>
          <p14:tracePt t="15732" x="2381250" y="2743200"/>
          <p14:tracePt t="15753" x="2387600" y="2749550"/>
          <p14:tracePt t="15796" x="2393950" y="2749550"/>
          <p14:tracePt t="15817" x="2393950" y="2755900"/>
          <p14:tracePt t="15895" x="2393950" y="2749550"/>
          <p14:tracePt t="15923" x="2393950" y="2743200"/>
          <p14:tracePt t="15944" x="2393950" y="2736850"/>
          <p14:tracePt t="15965" x="2393950" y="2730500"/>
          <p14:tracePt t="15972" x="2393950" y="2724150"/>
          <p14:tracePt t="16028" x="2400300" y="2724150"/>
          <p14:tracePt t="16035" x="2406650" y="2724150"/>
          <p14:tracePt t="16044" x="2413000" y="2717800"/>
          <p14:tracePt t="16059" x="2419350" y="2717800"/>
          <p14:tracePt t="16077" x="2425700" y="2717800"/>
          <p14:tracePt t="16093" x="2438400" y="2717800"/>
          <p14:tracePt t="16109" x="2457450" y="2717800"/>
          <p14:tracePt t="16127" x="2495550" y="2711450"/>
          <p14:tracePt t="16143" x="2514600" y="2711450"/>
          <p14:tracePt t="16159" x="2552700" y="2711450"/>
          <p14:tracePt t="16177" x="2565400" y="2711450"/>
          <p14:tracePt t="16193" x="2590800" y="2705100"/>
          <p14:tracePt t="16209" x="2609850" y="2705100"/>
          <p14:tracePt t="16226" x="2616200" y="2705100"/>
          <p14:tracePt t="18124" x="2609850" y="2724150"/>
          <p14:tracePt t="18138" x="2603500" y="2743200"/>
          <p14:tracePt t="18145" x="2590800" y="2762250"/>
          <p14:tracePt t="18155" x="2578100" y="2794000"/>
          <p14:tracePt t="18169" x="2559050" y="2813050"/>
          <p14:tracePt t="18186" x="2540000" y="2844800"/>
          <p14:tracePt t="18203" x="2508250" y="2908300"/>
          <p14:tracePt t="18219" x="2457450" y="2984500"/>
          <p14:tracePt t="18237" x="2438400" y="3041650"/>
          <p14:tracePt t="18252" x="2381250" y="3143250"/>
          <p14:tracePt t="18269" x="2343150" y="3251200"/>
          <p14:tracePt t="18287" x="2311400" y="3365500"/>
          <p14:tracePt t="18302" x="2279650" y="3416300"/>
          <p14:tracePt t="18319" x="2254250" y="3517900"/>
          <p14:tracePt t="18336" x="2228850" y="3600450"/>
          <p14:tracePt t="18353" x="2222500" y="3638550"/>
          <p14:tracePt t="18368" x="2197100" y="3702050"/>
          <p14:tracePt t="18385" x="2178050" y="3752850"/>
          <p14:tracePt t="18402" x="2171700" y="3765550"/>
          <p14:tracePt t="18419" x="2152650" y="3790950"/>
          <p14:tracePt t="18434" x="2139950" y="3829050"/>
          <p14:tracePt t="18452" x="2133600" y="3835400"/>
          <p14:tracePt t="18469" x="2133600" y="3841750"/>
          <p14:tracePt t="18501" x="2133600" y="3848100"/>
          <p14:tracePt t="18560" x="2133600" y="3860800"/>
          <p14:tracePt t="18568" x="2133600" y="3867150"/>
          <p14:tracePt t="18587" x="2133600" y="3879850"/>
          <p14:tracePt t="18595" x="2133600" y="3886200"/>
          <p14:tracePt t="18618" x="2139950" y="3892550"/>
          <p14:tracePt t="18630" x="2139950" y="3898900"/>
          <p14:tracePt t="18638" x="2139950" y="3905250"/>
          <p14:tracePt t="18650" x="2146300" y="3917950"/>
          <p14:tracePt t="18667" x="2159000" y="3949700"/>
          <p14:tracePt t="18684" x="2165350" y="3975100"/>
          <p14:tracePt t="18701" x="2190750" y="4032250"/>
          <p14:tracePt t="18717" x="2216150" y="4095750"/>
          <p14:tracePt t="18734" x="2228850" y="4114800"/>
          <p14:tracePt t="18751" x="2247900" y="4159250"/>
          <p14:tracePt t="18767" x="2254250" y="4171950"/>
          <p14:tracePt t="18785" x="2260600" y="4191000"/>
          <p14:tracePt t="18801" x="2266950" y="4197350"/>
          <p14:tracePt t="18817" x="2266950" y="4203700"/>
          <p14:tracePt t="18850" x="2273300" y="4203700"/>
          <p14:tracePt t="18876" x="2279650" y="4210050"/>
          <p14:tracePt t="18919" x="2286000" y="4210050"/>
          <p14:tracePt t="18926" x="2292350" y="4210050"/>
          <p14:tracePt t="18968" x="2298700" y="4210050"/>
          <p14:tracePt t="18989" x="2305050" y="4203700"/>
          <p14:tracePt t="18996" x="2311400" y="4203700"/>
          <p14:tracePt t="19018" x="2317750" y="4197350"/>
          <p14:tracePt t="19031" x="2324100" y="4197350"/>
          <p14:tracePt t="19039" x="2330450" y="4197350"/>
          <p14:tracePt t="19059" x="2336800" y="4197350"/>
          <p14:tracePt t="19081" x="2343150" y="4191000"/>
          <p14:tracePt t="19088" x="2355850" y="4191000"/>
          <p14:tracePt t="19103" x="2362200" y="4191000"/>
          <p14:tracePt t="19116" x="2374900" y="4184650"/>
          <p14:tracePt t="19133" x="2400300" y="4178300"/>
          <p14:tracePt t="19149" x="2413000" y="4178300"/>
          <p14:tracePt t="19166" x="2438400" y="4171950"/>
          <p14:tracePt t="19183" x="2451100" y="4165600"/>
          <p14:tracePt t="19199" x="2457450" y="4165600"/>
          <p14:tracePt t="19215" x="2470150" y="4165600"/>
          <p14:tracePt t="19232" x="2476500" y="4165600"/>
          <p14:tracePt t="19249" x="2482850" y="4165600"/>
          <p14:tracePt t="19524" x="2489200" y="4165600"/>
          <p14:tracePt t="19615" x="2495550" y="4165600"/>
          <p14:tracePt t="19643" x="2495550" y="4159250"/>
          <p14:tracePt t="19685" x="2501900" y="4159250"/>
          <p14:tracePt t="19763" x="2501900" y="4152900"/>
          <p14:tracePt t="19791" x="2501900" y="4146550"/>
          <p14:tracePt t="19812" x="2501900" y="4140200"/>
          <p14:tracePt t="19833" x="2501900" y="4133850"/>
          <p14:tracePt t="19861" x="2501900" y="4127500"/>
          <p14:tracePt t="19882" x="2495550" y="4121150"/>
          <p14:tracePt t="19910" x="2495550" y="4114800"/>
          <p14:tracePt t="19932" x="2495550" y="4108450"/>
          <p14:tracePt t="19974" x="2495550" y="4102100"/>
          <p14:tracePt t="20023" x="2495550" y="4095750"/>
          <p14:tracePt t="20305" x="2489200" y="4095750"/>
          <p14:tracePt t="20353" x="2489200" y="4102100"/>
          <p14:tracePt t="20374" x="2489200" y="4108450"/>
          <p14:tracePt t="21002" x="2489200" y="4102100"/>
          <p14:tracePt t="21009" x="2489200" y="4095750"/>
          <p14:tracePt t="21016" x="2495550" y="4083050"/>
          <p14:tracePt t="21030" x="2495550" y="4076700"/>
          <p14:tracePt t="21042" x="2501900" y="4070350"/>
          <p14:tracePt t="21059" x="2501900" y="4032250"/>
          <p14:tracePt t="21076" x="2508250" y="4013200"/>
          <p14:tracePt t="21093" x="2514600" y="3962400"/>
          <p14:tracePt t="21109" x="2514600" y="3905250"/>
          <p14:tracePt t="21126" x="2527300" y="3867150"/>
          <p14:tracePt t="21143" x="2527300" y="3829050"/>
          <p14:tracePt t="21159" x="2527300" y="3784600"/>
          <p14:tracePt t="21176" x="2527300" y="3765550"/>
          <p14:tracePt t="21193" x="2527300" y="3740150"/>
          <p14:tracePt t="21209" x="2527300" y="3733800"/>
          <p14:tracePt t="21225" x="2527300" y="3721100"/>
          <p14:tracePt t="21242" x="2527300" y="3714750"/>
          <p14:tracePt t="21311" x="2527300" y="3721100"/>
          <p14:tracePt t="21339" x="2527300" y="3727450"/>
          <p14:tracePt t="21360" x="2527300" y="3733800"/>
          <p14:tracePt t="21389" x="2527300" y="3740150"/>
          <p14:tracePt t="21402" x="2527300" y="3746500"/>
          <p14:tracePt t="21411" x="2527300" y="3752850"/>
          <p14:tracePt t="21431" x="2527300" y="3759200"/>
          <p14:tracePt t="21441" x="2520950" y="3778250"/>
          <p14:tracePt t="21458" x="2520950" y="3790950"/>
          <p14:tracePt t="21474" x="2514600" y="3822700"/>
          <p14:tracePt t="21491" x="2514600" y="3848100"/>
          <p14:tracePt t="21509" x="2501900" y="3905250"/>
          <p14:tracePt t="21524" x="2501900" y="3930650"/>
          <p14:tracePt t="21541" x="2501900" y="3943350"/>
          <p14:tracePt t="21558" x="2501900" y="3956050"/>
          <p14:tracePt t="21574" x="2501900" y="3981450"/>
          <p14:tracePt t="21591" x="2495550" y="3981450"/>
          <p14:tracePt t="21607" x="2495550" y="3987800"/>
          <p14:tracePt t="21635" x="2495550" y="3994150"/>
          <p14:tracePt t="24256" x="2495550" y="4025900"/>
          <p14:tracePt t="24263" x="2482850" y="4076700"/>
          <p14:tracePt t="24277" x="2482850" y="4121150"/>
          <p14:tracePt t="24284" x="2482850" y="4171950"/>
          <p14:tracePt t="24298" x="2489200" y="4210050"/>
          <p14:tracePt t="24315" x="2495550" y="4279900"/>
          <p14:tracePt t="24331" x="2501900" y="4324350"/>
          <p14:tracePt t="24348" x="2527300" y="4381500"/>
          <p14:tracePt t="24364" x="2552700" y="4457700"/>
          <p14:tracePt t="24381" x="2565400" y="4489450"/>
          <p14:tracePt t="24397" x="2597150" y="4546600"/>
          <p14:tracePt t="24414" x="2609850" y="4578350"/>
          <p14:tracePt t="24432" x="2673350" y="4711700"/>
          <p14:tracePt t="24447" x="2698750" y="4756150"/>
          <p14:tracePt t="24464" x="2730500" y="4813300"/>
          <p14:tracePt t="24481" x="2781300" y="4914900"/>
          <p14:tracePt t="24497" x="2838450" y="5003800"/>
          <p14:tracePt t="24514" x="2851150" y="5022850"/>
          <p14:tracePt t="24531" x="2876550" y="5048250"/>
          <p14:tracePt t="24547" x="2882900" y="5060950"/>
          <p14:tracePt t="24564" x="2889250" y="5067300"/>
          <p14:tracePt t="24581" x="2889250" y="5073650"/>
          <p14:tracePt t="24685" x="2889250" y="5080000"/>
          <p14:tracePt t="24699" x="2889250" y="5086350"/>
          <p14:tracePt t="24706" x="2889250" y="5092700"/>
          <p14:tracePt t="24727" x="2895600" y="5099050"/>
          <p14:tracePt t="24734" x="2895600" y="5105400"/>
          <p14:tracePt t="24749" x="2895600" y="5111750"/>
          <p14:tracePt t="24763" x="2901950" y="5124450"/>
          <p14:tracePt t="24780" x="2914650" y="5156200"/>
          <p14:tracePt t="24797" x="2946400" y="5207000"/>
          <p14:tracePt t="24814" x="2959100" y="5251450"/>
          <p14:tracePt t="24830" x="2990850" y="5314950"/>
          <p14:tracePt t="24847" x="3022600" y="5378450"/>
          <p14:tracePt t="24863" x="3028950" y="5397500"/>
          <p14:tracePt t="24879" x="3041650" y="5416550"/>
          <p14:tracePt t="24896" x="3054350" y="5435600"/>
          <p14:tracePt t="24913" x="3054350" y="5441950"/>
          <p14:tracePt t="24946" x="3060700" y="5448300"/>
          <p14:tracePt t="25700" x="3092450" y="5448300"/>
          <p14:tracePt t="25708" x="3143250" y="5448300"/>
          <p14:tracePt t="25722" x="3213100" y="5448300"/>
          <p14:tracePt t="25729" x="3263900" y="5461000"/>
          <p14:tracePt t="25746" x="3340100" y="5461000"/>
          <p14:tracePt t="25760" x="3390900" y="5461000"/>
          <p14:tracePt t="25776" x="3498850" y="5454650"/>
          <p14:tracePt t="25793" x="3600450" y="5448300"/>
          <p14:tracePt t="25809" x="3632200" y="5441950"/>
          <p14:tracePt t="25827" x="3689350" y="5429250"/>
          <p14:tracePt t="25842" x="3746500" y="5422900"/>
          <p14:tracePt t="25859" x="3765550" y="5416550"/>
          <p14:tracePt t="25876" x="3816350" y="5410200"/>
          <p14:tracePt t="25893" x="3867150" y="5410200"/>
          <p14:tracePt t="25909" x="3886200" y="5403850"/>
          <p14:tracePt t="25926" x="3917950" y="5403850"/>
          <p14:tracePt t="25942" x="3968750" y="5397500"/>
          <p14:tracePt t="25959" x="3994150" y="5397500"/>
          <p14:tracePt t="25976" x="4051300" y="5397500"/>
          <p14:tracePt t="25992" x="4152900" y="5397500"/>
          <p14:tracePt t="26009" x="4210050" y="5397500"/>
          <p14:tracePt t="26025" x="4337050" y="5410200"/>
          <p14:tracePt t="26042" x="4400550" y="5410200"/>
          <p14:tracePt t="26059" x="4610100" y="5416550"/>
          <p14:tracePt t="26075" x="4673600" y="5429250"/>
          <p14:tracePt t="26092" x="4737100" y="5435600"/>
          <p14:tracePt t="26109" x="4851400" y="5435600"/>
          <p14:tracePt t="26125" x="4946650" y="5435600"/>
          <p14:tracePt t="26142" x="4984750" y="5435600"/>
          <p14:tracePt t="26159" x="5067300" y="5429250"/>
          <p14:tracePt t="26174" x="5137150" y="5429250"/>
          <p14:tracePt t="26192" x="5162550" y="5416550"/>
          <p14:tracePt t="26208" x="5219700" y="5416550"/>
          <p14:tracePt t="26225" x="5289550" y="5416550"/>
          <p14:tracePt t="26242" x="5353050" y="5422900"/>
          <p14:tracePt t="26258" x="5391150" y="5422900"/>
          <p14:tracePt t="26274" x="5473700" y="5429250"/>
          <p14:tracePt t="26292" x="5530850" y="5435600"/>
          <p14:tracePt t="26308" x="5607050" y="5435600"/>
          <p14:tracePt t="26324" x="5645150" y="5435600"/>
          <p14:tracePt t="26341" x="5727700" y="5435600"/>
          <p14:tracePt t="26358" x="5791200" y="5435600"/>
          <p14:tracePt t="26375" x="5905500" y="5435600"/>
          <p14:tracePt t="26391" x="6038850" y="5448300"/>
          <p14:tracePt t="26407" x="6153150" y="5454650"/>
          <p14:tracePt t="26426" x="6280150" y="5454650"/>
          <p14:tracePt t="26441" x="6337300" y="5454650"/>
          <p14:tracePt t="26457" x="6464300" y="5454650"/>
          <p14:tracePt t="26475" x="6591300" y="5454650"/>
          <p14:tracePt t="26490" x="6661150" y="5441950"/>
          <p14:tracePt t="26507" x="6750050" y="5435600"/>
          <p14:tracePt t="26524" x="6819900" y="5429250"/>
          <p14:tracePt t="26540" x="6851650" y="5422900"/>
          <p14:tracePt t="26557" x="6908800" y="5422900"/>
          <p14:tracePt t="26574" x="6972300" y="5422900"/>
          <p14:tracePt t="26590" x="7004050" y="5429250"/>
          <p14:tracePt t="26607" x="7048500" y="5435600"/>
          <p14:tracePt t="26623" x="7143750" y="5454650"/>
          <p14:tracePt t="26640" x="7188200" y="5467350"/>
          <p14:tracePt t="26657" x="7232650" y="5486400"/>
          <p14:tracePt t="26673" x="7258050" y="5492750"/>
          <p14:tracePt t="26690" x="7289800" y="5499100"/>
          <p14:tracePt t="26707" x="7296150" y="5505450"/>
          <p14:tracePt t="26723" x="7302500" y="5505450"/>
          <p14:tracePt t="26783" x="7296150" y="5505450"/>
          <p14:tracePt t="26798" x="7277100" y="5511800"/>
          <p14:tracePt t="26806" x="7239000" y="5511800"/>
          <p14:tracePt t="26819" x="7181850" y="5511800"/>
          <p14:tracePt t="26826" x="7092950" y="5518150"/>
          <p14:tracePt t="26840" x="6991350" y="5518150"/>
          <p14:tracePt t="26856" x="6737350" y="5543550"/>
          <p14:tracePt t="26872" x="6604000" y="5543550"/>
          <p14:tracePt t="26889" x="6426200" y="5543550"/>
          <p14:tracePt t="26906" x="6083300" y="5556250"/>
          <p14:tracePt t="26922" x="5727700" y="5581650"/>
          <p14:tracePt t="26939" x="5372100" y="5600700"/>
          <p14:tracePt t="26956" x="5213350" y="5613400"/>
          <p14:tracePt t="26972" x="4927600" y="5645150"/>
          <p14:tracePt t="26989" x="4635500" y="5683250"/>
          <p14:tracePt t="27005" x="4495800" y="5702300"/>
          <p14:tracePt t="27023" x="4222750" y="5746750"/>
          <p14:tracePt t="27038" x="3975100" y="5791200"/>
          <p14:tracePt t="27055" x="3860800" y="5810250"/>
          <p14:tracePt t="27072" x="3632200" y="5842000"/>
          <p14:tracePt t="27088" x="3390900" y="5873750"/>
          <p14:tracePt t="27105" x="3302000" y="5873750"/>
          <p14:tracePt t="27122" x="3124200" y="5867400"/>
          <p14:tracePt t="27138" x="2965450" y="5848350"/>
          <p14:tracePt t="27155" x="2901950" y="5842000"/>
          <p14:tracePt t="27172" x="2794000" y="5822950"/>
          <p14:tracePt t="27188" x="2711450" y="5803900"/>
          <p14:tracePt t="27205" x="2679700" y="5797550"/>
          <p14:tracePt t="27221" x="2641600" y="5778500"/>
          <p14:tracePt t="27238" x="2603500" y="5759450"/>
          <p14:tracePt t="27255" x="2609850" y="5759450"/>
          <p14:tracePt t="28252" x="2603500" y="5759450"/>
          <p14:tracePt t="28266" x="2597150" y="5759450"/>
          <p14:tracePt t="28272" x="2597150" y="5753100"/>
          <p14:tracePt t="28284" x="2584450" y="5746750"/>
          <p14:tracePt t="28303" x="2565400" y="5740400"/>
          <p14:tracePt t="28317" x="2552700" y="5727700"/>
          <p14:tracePt t="28334" x="2540000" y="5721350"/>
          <p14:tracePt t="28351" x="2482850" y="5664200"/>
          <p14:tracePt t="28367" x="2457450" y="5626100"/>
          <p14:tracePt t="28384" x="2432050" y="5594350"/>
          <p14:tracePt t="28400" x="2355850" y="5505450"/>
          <p14:tracePt t="28417" x="2292350" y="5378450"/>
          <p14:tracePt t="28434" x="2209800" y="5251450"/>
          <p14:tracePt t="28450" x="2171700" y="5181600"/>
          <p14:tracePt t="28467" x="2114550" y="5048250"/>
          <p14:tracePt t="28484" x="2057400" y="4933950"/>
          <p14:tracePt t="28500" x="2038350" y="4889500"/>
          <p14:tracePt t="28517" x="1987550" y="4781550"/>
          <p14:tracePt t="28534" x="1949450" y="4648200"/>
          <p14:tracePt t="28550" x="1917700" y="4565650"/>
          <p14:tracePt t="28567" x="1898650" y="4495800"/>
          <p14:tracePt t="28584" x="1847850" y="4362450"/>
          <p14:tracePt t="28600" x="1828800" y="4311650"/>
          <p14:tracePt t="28617" x="1739900" y="4019550"/>
          <p14:tracePt t="28633" x="1695450" y="3905250"/>
          <p14:tracePt t="28650" x="1619250" y="3683000"/>
          <p14:tracePt t="28667" x="1568450" y="3435350"/>
          <p14:tracePt t="28683" x="1562100" y="3346450"/>
          <p14:tracePt t="28699" x="1543050" y="3194050"/>
          <p14:tracePt t="28716" x="1530350" y="3098800"/>
          <p14:tracePt t="28733" x="1524000" y="3073400"/>
          <p14:tracePt t="28750" x="1517650" y="3003550"/>
          <p14:tracePt t="28766" x="1504950" y="2940050"/>
          <p14:tracePt t="28783" x="1498600" y="2921000"/>
          <p14:tracePt t="28800" x="1498600" y="2876550"/>
          <p14:tracePt t="28816" x="1511300" y="2851150"/>
          <p14:tracePt t="28832" x="1511300" y="2832100"/>
          <p14:tracePt t="28850" x="1511300" y="2819400"/>
          <p14:tracePt t="28882" x="1511300" y="2832100"/>
          <p14:tracePt t="28899" x="1511300" y="2863850"/>
          <p14:tracePt t="28915" x="1511300" y="2933700"/>
          <p14:tracePt t="28932" x="1517650" y="3009900"/>
          <p14:tracePt t="28949" x="1562100" y="3289300"/>
          <p14:tracePt t="28965" x="1625600" y="3549650"/>
          <p14:tracePt t="28982" x="1822450" y="4222750"/>
          <p14:tracePt t="28998" x="2146300" y="5010150"/>
          <p14:tracePt t="29015" x="2292350" y="5429250"/>
          <p14:tracePt t="29032" x="2565400" y="6096000"/>
          <p14:tracePt t="29048" x="2774950" y="6654800"/>
          <p14:tracePt t="29065" x="2819400" y="6807200"/>
          <p14:tracePt t="29082" x="2901950" y="6851650"/>
          <p14:tracePt t="29098" x="2933700" y="6851650"/>
          <p14:tracePt t="29115" x="2940050" y="6851650"/>
          <p14:tracePt t="29131" x="2946400" y="6851650"/>
          <p14:tracePt t="29148" x="2952750" y="6851650"/>
          <p14:tracePt t="29164" x="2952750" y="6845300"/>
          <p14:tracePt t="29181" x="2965450" y="6832600"/>
          <p14:tracePt t="29198" x="2971800" y="6807200"/>
          <p14:tracePt t="29215" x="2997200" y="6750050"/>
          <p14:tracePt t="29232" x="3009900" y="6692900"/>
          <p14:tracePt t="29247" x="3022600" y="6616700"/>
          <p14:tracePt t="29265" x="3003550" y="6057900"/>
          <p14:tracePt t="29281" x="2952750" y="5734050"/>
          <p14:tracePt t="29297" x="2921000" y="5416550"/>
          <p14:tracePt t="29314" x="2863850" y="4876800"/>
          <p14:tracePt t="29331" x="2832100" y="4654550"/>
          <p14:tracePt t="29347" x="2768600" y="4279900"/>
          <p14:tracePt t="29364" x="2667000" y="3803650"/>
          <p14:tracePt t="29380" x="2616200" y="3619500"/>
          <p14:tracePt t="29398" x="2495550" y="3206750"/>
          <p14:tracePt t="29414" x="2463800" y="3092450"/>
          <p14:tracePt t="29430" x="2400300" y="2959100"/>
          <p14:tracePt t="29447" x="2381250" y="2895600"/>
          <p14:tracePt t="29464" x="2362200" y="2876550"/>
          <p14:tracePt t="29480" x="2362200" y="2857500"/>
          <p14:tracePt t="29567" x="2362200" y="2863850"/>
          <p14:tracePt t="29581" x="2362200" y="2876550"/>
          <p14:tracePt t="29588" x="2362200" y="2882900"/>
          <p14:tracePt t="29602" x="2368550" y="2908300"/>
          <p14:tracePt t="29613" x="2393950" y="2978150"/>
          <p14:tracePt t="29631" x="2520950" y="3435350"/>
          <p14:tracePt t="29646" x="2654300" y="3778250"/>
          <p14:tracePt t="29663" x="2781300" y="4197350"/>
          <p14:tracePt t="29680" x="3092450" y="5029200"/>
          <p14:tracePt t="29696" x="3416300" y="5797550"/>
          <p14:tracePt t="29713" x="3549650" y="6121400"/>
          <p14:tracePt t="29729" x="3733800" y="6527800"/>
          <p14:tracePt t="29746" x="3752850" y="6572250"/>
          <p14:tracePt t="29762" x="3765550" y="6584950"/>
          <p14:tracePt t="29820" x="3765550" y="6578600"/>
          <p14:tracePt t="29827" x="3765550" y="6572250"/>
          <p14:tracePt t="29848" x="3759200" y="6572250"/>
          <p14:tracePt t="29897" x="3752850" y="6572250"/>
          <p14:tracePt t="29996" x="3752850" y="6565900"/>
          <p14:tracePt t="30010" x="3752850" y="6553200"/>
          <p14:tracePt t="31169" x="3752850" y="6508750"/>
          <p14:tracePt t="31176" x="3752850" y="6432550"/>
          <p14:tracePt t="31183" x="3733800" y="6324600"/>
          <p14:tracePt t="31197" x="3714750" y="6184900"/>
          <p14:tracePt t="31207" x="3689350" y="6013450"/>
          <p14:tracePt t="31224" x="3644900" y="5810250"/>
          <p14:tracePt t="31241" x="3517900" y="5346700"/>
          <p14:tracePt t="31257" x="3346450" y="4845050"/>
          <p14:tracePt t="31275" x="3162300" y="4343400"/>
          <p14:tracePt t="31290" x="3098800" y="4152900"/>
          <p14:tracePt t="31307" x="3022600" y="3987800"/>
          <p14:tracePt t="31325" x="2889250" y="3695700"/>
          <p14:tracePt t="31340" x="2819400" y="3575050"/>
          <p14:tracePt t="31357" x="2768600" y="3454400"/>
          <p14:tracePt t="31360" x="2705100" y="3352800"/>
          <p14:tracePt t="31374" x="2647950" y="3257550"/>
          <p14:tracePt t="31390" x="2559050" y="3105150"/>
          <p14:tracePt t="31407" x="2508250" y="3035300"/>
          <p14:tracePt t="31423" x="2425700" y="2921000"/>
          <p14:tracePt t="31440" x="2362200" y="2832100"/>
          <p14:tracePt t="31457" x="2311400" y="2762250"/>
          <p14:tracePt t="31473" x="2286000" y="2730500"/>
          <p14:tracePt t="31490" x="2260600" y="2667000"/>
          <p14:tracePt t="31507" x="2241550" y="2647950"/>
          <p14:tracePt t="31523" x="2228850" y="2603500"/>
          <p14:tracePt t="31540" x="2209800" y="2578100"/>
          <p14:tracePt t="31556" x="2209800" y="2571750"/>
          <p14:tracePt t="31589" x="2209800" y="2578100"/>
          <p14:tracePt t="31606" x="2209800" y="2603500"/>
          <p14:tracePt t="31623" x="2209800" y="2609850"/>
          <p14:tracePt t="31640" x="2209800" y="2622550"/>
          <p14:tracePt t="31656" x="2209800" y="2654300"/>
          <p14:tracePt t="31672" x="2222500" y="2755900"/>
          <p14:tracePt t="31690" x="2260600" y="2952750"/>
          <p14:tracePt t="31706" x="2305050" y="3098800"/>
          <p14:tracePt t="31722" x="2457450" y="3568700"/>
          <p14:tracePt t="31739" x="2647950" y="4171950"/>
          <p14:tracePt t="31756" x="2724150" y="4432300"/>
          <p14:tracePt t="31772" x="2857500" y="4806950"/>
          <p14:tracePt t="31789" x="2933700" y="5060950"/>
          <p14:tracePt t="31805" x="2965450" y="5162550"/>
          <p14:tracePt t="31823" x="3028950" y="5359400"/>
          <p14:tracePt t="31838" x="3079750" y="5518150"/>
          <p14:tracePt t="31855" x="3098800" y="5588000"/>
          <p14:tracePt t="31859" x="3117850" y="5638800"/>
          <p14:tracePt t="31874" x="3136900" y="5695950"/>
          <p14:tracePt t="31888" x="3149600" y="5746750"/>
          <p14:tracePt t="31905" x="3149600" y="5759450"/>
          <p14:tracePt t="31922" x="3155950" y="5765800"/>
          <p14:tracePt t="31950" x="3162300" y="5765800"/>
          <p14:tracePt t="31978" x="3162300" y="5753100"/>
          <p14:tracePt t="31992" x="3162300" y="5734050"/>
          <p14:tracePt t="31998" x="3162300" y="5702300"/>
          <p14:tracePt t="32013" x="3162300" y="5657850"/>
          <p14:tracePt t="32021" x="3155950" y="5588000"/>
          <p14:tracePt t="32038" x="3136900" y="5511800"/>
          <p14:tracePt t="32055" x="3105150" y="5264150"/>
          <p14:tracePt t="32071" x="3041650" y="4845050"/>
          <p14:tracePt t="32088" x="2978150" y="4565650"/>
          <p14:tracePt t="32105" x="2946400" y="4318000"/>
          <p14:tracePt t="32121" x="2901950" y="4070350"/>
          <p14:tracePt t="32138" x="2794000" y="3511550"/>
          <p14:tracePt t="32154" x="2673350" y="3117850"/>
          <p14:tracePt t="32171" x="2641600" y="3003550"/>
          <p14:tracePt t="32188" x="2571750" y="2832100"/>
          <p14:tracePt t="32204" x="2514600" y="2730500"/>
          <p14:tracePt t="32220" x="2489200" y="2698750"/>
          <p14:tracePt t="32238" x="2451100" y="2654300"/>
          <p14:tracePt t="32253" x="2444750" y="2641600"/>
          <p14:tracePt t="32270" x="2438400" y="2641600"/>
          <p14:tracePt t="32288" x="2432050" y="2635250"/>
          <p14:tracePt t="32421" x="2438400" y="2647950"/>
          <p14:tracePt t="32435" x="2438400" y="2654300"/>
          <p14:tracePt t="32442" x="2438400" y="2667000"/>
          <p14:tracePt t="32453" x="2438400" y="2692400"/>
          <p14:tracePt t="32471" x="2457450" y="2844800"/>
          <p14:tracePt t="32486" x="2476500" y="2984500"/>
          <p14:tracePt t="32503" x="2514600" y="3162300"/>
          <p14:tracePt t="32520" x="2673350" y="3727450"/>
          <p14:tracePt t="32536" x="2863850" y="4451350"/>
          <p14:tracePt t="32553" x="2965450" y="4787900"/>
          <p14:tracePt t="32570" x="3149600" y="5454650"/>
          <p14:tracePt t="32586" x="3289300" y="6019800"/>
          <p14:tracePt t="32603" x="3346450" y="6248400"/>
          <p14:tracePt t="32619" x="3416300" y="6521450"/>
          <p14:tracePt t="32636" x="3467100" y="6680200"/>
          <p14:tracePt t="32653" x="3479800" y="6718300"/>
          <p14:tracePt t="32669" x="3486150" y="6724650"/>
          <p14:tracePt t="32686" x="3486150" y="6731000"/>
          <p14:tracePt t="32822" x="3486150" y="6724650"/>
          <p14:tracePt t="32871" x="3486150" y="6718300"/>
          <p14:tracePt t="32927" x="3486150" y="6711950"/>
          <p14:tracePt t="32934" x="3486150" y="6705600"/>
          <p14:tracePt t="32941" x="3479800" y="6692900"/>
          <p14:tracePt t="32955" x="3479800" y="6680200"/>
          <p14:tracePt t="32967" x="3473450" y="6661150"/>
          <p14:tracePt t="32985" x="3448050" y="6584950"/>
          <p14:tracePt t="33001" x="3422650" y="6521450"/>
          <p14:tracePt t="33018" x="3352800" y="6369050"/>
          <p14:tracePt t="33035" x="3257550" y="6172200"/>
          <p14:tracePt t="33052" x="3200400" y="6051550"/>
          <p14:tracePt t="33068" x="3073400" y="5810250"/>
          <p14:tracePt t="33084" x="2933700" y="5562600"/>
          <p14:tracePt t="33101" x="2870200" y="5441950"/>
          <p14:tracePt t="33118" x="2762250" y="5232400"/>
          <p14:tracePt t="33134" x="2724150" y="5149850"/>
          <p14:tracePt t="33151" x="2679700" y="5048250"/>
          <p14:tracePt t="33168" x="2667000" y="5022850"/>
          <p14:tracePt t="33184" x="2660650" y="5010150"/>
          <p14:tracePt t="33286" x="2660650" y="5016500"/>
          <p14:tracePt t="33314" x="2660650" y="5022850"/>
          <p14:tracePt t="33335" x="2667000" y="5022850"/>
          <p14:tracePt t="33356" x="2673350" y="5029200"/>
          <p14:tracePt t="33363" x="2673350" y="5035550"/>
          <p14:tracePt t="33377" x="2679700" y="5035550"/>
          <p14:tracePt t="33386" x="2686050" y="5035550"/>
          <p14:tracePt t="33400" x="2692400" y="5041900"/>
          <p14:tracePt t="33416" x="2698750" y="5048250"/>
          <p14:tracePt t="33434" x="2730500" y="5086350"/>
          <p14:tracePt t="33450" x="2749550" y="5111750"/>
          <p14:tracePt t="33466" x="2768600" y="5130800"/>
          <p14:tracePt t="33483" x="2844800" y="5213350"/>
          <p14:tracePt t="33500" x="2921000" y="5283200"/>
          <p14:tracePt t="33518" x="2965450" y="5321300"/>
          <p14:tracePt t="33533" x="3035300" y="5378450"/>
          <p14:tracePt t="33550" x="3092450" y="5429250"/>
          <p14:tracePt t="33566" x="3105150" y="5441950"/>
          <p14:tracePt t="33582" x="3136900" y="5461000"/>
          <p14:tracePt t="33599" x="3155950" y="5473700"/>
          <p14:tracePt t="33616" x="3168650" y="5473700"/>
          <p14:tracePt t="33632" x="3175000" y="5473700"/>
          <p14:tracePt t="33649" x="3181350" y="5473700"/>
          <p14:tracePt t="33687" x="3187700" y="5467350"/>
          <p14:tracePt t="33716" x="3187700" y="5461000"/>
          <p14:tracePt t="33750" x="3194050" y="5454650"/>
          <p14:tracePt t="33786" x="3200400" y="5454650"/>
          <p14:tracePt t="33806" x="3206750" y="5454650"/>
          <p14:tracePt t="33828" x="3213100" y="5454650"/>
          <p14:tracePt t="33842" x="3219450" y="5454650"/>
          <p14:tracePt t="33851" x="3225800" y="5448300"/>
          <p14:tracePt t="33870" x="3238500" y="5441950"/>
          <p14:tracePt t="33881" x="3263900" y="5435600"/>
          <p14:tracePt t="33899" x="3333750" y="5416550"/>
          <p14:tracePt t="33915" x="3371850" y="5410200"/>
          <p14:tracePt t="33932" x="3492500" y="5372100"/>
          <p14:tracePt t="33948" x="3651250" y="5334000"/>
          <p14:tracePt t="33964" x="3721100" y="5321300"/>
          <p14:tracePt t="33981" x="3810000" y="5302250"/>
          <p14:tracePt t="33997" x="4089400" y="5283200"/>
          <p14:tracePt t="34015" x="4191000" y="5283200"/>
          <p14:tracePt t="34033" x="4432300" y="5295900"/>
          <p14:tracePt t="34047" x="4578350" y="5334000"/>
          <p14:tracePt t="34064" x="4895850" y="5429250"/>
          <p14:tracePt t="34081" x="5213350" y="5524500"/>
          <p14:tracePt t="34097" x="5372100" y="5575300"/>
          <p14:tracePt t="34114" x="5499100" y="5607050"/>
          <p14:tracePt t="34131" x="5918200" y="5664200"/>
          <p14:tracePt t="34147" x="6019800" y="5664200"/>
          <p14:tracePt t="34164" x="6210300" y="5651500"/>
          <p14:tracePt t="34181" x="6394450" y="5607050"/>
          <p14:tracePt t="34197" x="6483350" y="5588000"/>
          <p14:tracePt t="34214" x="6616700" y="5562600"/>
          <p14:tracePt t="34230" x="6750050" y="5530850"/>
          <p14:tracePt t="34247" x="6813550" y="5511800"/>
          <p14:tracePt t="34264" x="6921500" y="5486400"/>
          <p14:tracePt t="34280" x="7016750" y="5467350"/>
          <p14:tracePt t="34297" x="7061200" y="5461000"/>
          <p14:tracePt t="34314" x="7131050" y="5429250"/>
          <p14:tracePt t="34330" x="7162800" y="5416550"/>
          <p14:tracePt t="34346" x="7213600" y="5403850"/>
          <p14:tracePt t="34363" x="7245350" y="5391150"/>
          <p14:tracePt t="34380" x="7264400" y="5391150"/>
          <p14:tracePt t="34397" x="7283450" y="5378450"/>
          <p14:tracePt t="34412" x="7302500" y="5372100"/>
          <p14:tracePt t="34432" x="7315200" y="5372100"/>
          <p14:tracePt t="34454" x="7321550" y="5372100"/>
          <p14:tracePt t="34462" x="7327900" y="5372100"/>
          <p14:tracePt t="34510" x="7327900" y="5378450"/>
          <p14:tracePt t="34559" x="7327900" y="5384800"/>
          <p14:tracePt t="34629" x="7321550" y="5384800"/>
          <p14:tracePt t="34644" x="7308850" y="5384800"/>
          <p14:tracePt t="34650" x="7296150" y="5384800"/>
          <p14:tracePt t="34665" x="7264400" y="5378450"/>
          <p14:tracePt t="34679" x="7226300" y="5365750"/>
          <p14:tracePt t="34695" x="7080250" y="5353050"/>
          <p14:tracePt t="34712" x="6991350" y="5327650"/>
          <p14:tracePt t="34729" x="6750050" y="5289550"/>
          <p14:tracePt t="34745" x="6445250" y="5251450"/>
          <p14:tracePt t="34762" x="6254750" y="5238750"/>
          <p14:tracePt t="34779" x="5956300" y="5232400"/>
          <p14:tracePt t="34795" x="5645150" y="5219700"/>
          <p14:tracePt t="34812" x="5505450" y="5219700"/>
          <p14:tracePt t="34828" x="5226050" y="5207000"/>
          <p14:tracePt t="34845" x="4972050" y="5200650"/>
          <p14:tracePt t="34862" x="4711700" y="5200650"/>
          <p14:tracePt t="34878" x="4584700" y="5213350"/>
          <p14:tracePt t="34895" x="4457700" y="5213350"/>
          <p14:tracePt t="34912" x="4089400" y="5232400"/>
          <p14:tracePt t="34927" x="3975100" y="5232400"/>
          <p14:tracePt t="34945" x="3860800" y="5232400"/>
          <p14:tracePt t="34961" x="3657600" y="5245100"/>
          <p14:tracePt t="34978" x="3492500" y="5238750"/>
          <p14:tracePt t="34995" x="3359150" y="5232400"/>
          <p14:tracePt t="35011" x="3295650" y="5232400"/>
          <p14:tracePt t="35028" x="3206750" y="5226050"/>
          <p14:tracePt t="35045" x="3155950" y="5226050"/>
          <p14:tracePt t="35061" x="3136900" y="5226050"/>
          <p14:tracePt t="35077" x="3086100" y="5226050"/>
          <p14:tracePt t="35094" x="3048000" y="5226050"/>
          <p14:tracePt t="35110" x="3016250" y="5232400"/>
          <p14:tracePt t="35127" x="2959100" y="5232400"/>
          <p14:tracePt t="35144" x="2908300" y="5232400"/>
          <p14:tracePt t="35160" x="2889250" y="5232400"/>
          <p14:tracePt t="35178" x="2870200" y="5238750"/>
          <p14:tracePt t="35194" x="2825750" y="5238750"/>
          <p14:tracePt t="35210" x="2813050" y="5245100"/>
          <p14:tracePt t="35228" x="2800350" y="5245100"/>
          <p14:tracePt t="35260" x="2787650" y="5257800"/>
          <p14:tracePt t="35293" x="2781300" y="5257800"/>
          <p14:tracePt t="35310" x="2781300" y="5264150"/>
          <p14:tracePt t="35327" x="2794000" y="5264150"/>
          <p14:tracePt t="35343" x="2813050" y="5264150"/>
          <p14:tracePt t="35360" x="2863850" y="5264150"/>
          <p14:tracePt t="35376" x="2990850" y="5276850"/>
          <p14:tracePt t="35393" x="3092450" y="5276850"/>
          <p14:tracePt t="35411" x="3321050" y="5289550"/>
          <p14:tracePt t="35426" x="3587750" y="5302250"/>
          <p14:tracePt t="35443" x="3727450" y="5302250"/>
          <p14:tracePt t="35460" x="4000500" y="5308600"/>
          <p14:tracePt t="35476" x="4318000" y="5321300"/>
          <p14:tracePt t="35493" x="4502150" y="5321300"/>
          <p14:tracePt t="35509" x="4826000" y="5334000"/>
          <p14:tracePt t="35526" x="4978400" y="5334000"/>
          <p14:tracePt t="35543" x="5327650" y="5346700"/>
          <p14:tracePt t="35559" x="5607050" y="5340350"/>
          <p14:tracePt t="35576" x="5734050" y="5340350"/>
          <p14:tracePt t="35593" x="6026150" y="5340350"/>
          <p14:tracePt t="35609" x="6153150" y="5334000"/>
          <p14:tracePt t="35625" x="6369050" y="5308600"/>
          <p14:tracePt t="35643" x="6470650" y="5308600"/>
          <p14:tracePt t="35658" x="6648450" y="5302250"/>
          <p14:tracePt t="35675" x="6813550" y="5302250"/>
          <p14:tracePt t="35692" x="6940550" y="5302250"/>
          <p14:tracePt t="35709" x="7048500" y="5314950"/>
          <p14:tracePt t="35725" x="7073900" y="5314950"/>
          <p14:tracePt t="35742" x="7150100" y="5314950"/>
          <p14:tracePt t="35758" x="7181850" y="5321300"/>
          <p14:tracePt t="35775" x="7239000" y="5321300"/>
          <p14:tracePt t="35791" x="7289800" y="5321300"/>
          <p14:tracePt t="35808" x="7308850" y="5321300"/>
          <p14:tracePt t="35826" x="7346950" y="5321300"/>
          <p14:tracePt t="35841" x="7359650" y="5321300"/>
          <p14:tracePt t="35875" x="7366000" y="5321300"/>
          <p14:tracePt t="35938" x="7366000" y="5314950"/>
          <p14:tracePt t="35952" x="7359650" y="5314950"/>
          <p14:tracePt t="35960" x="7327900" y="5308600"/>
          <p14:tracePt t="35974" x="7277100" y="5308600"/>
          <p14:tracePt t="35990" x="7099300" y="5289550"/>
          <p14:tracePt t="36010" x="6838950" y="5245100"/>
          <p14:tracePt t="36024" x="6642100" y="5219700"/>
          <p14:tracePt t="36041" x="6178550" y="5162550"/>
          <p14:tracePt t="36058" x="5918200" y="5162550"/>
          <p14:tracePt t="36074" x="5397500" y="5162550"/>
          <p14:tracePt t="36091" x="5105400" y="5175250"/>
          <p14:tracePt t="36107" x="4318000" y="5276850"/>
          <p14:tracePt t="36124" x="4064000" y="5321300"/>
          <p14:tracePt t="36141" x="3841750" y="5359400"/>
          <p14:tracePt t="36157" x="3441700" y="5429250"/>
          <p14:tracePt t="36174" x="3117850" y="5499100"/>
          <p14:tracePt t="36191" x="2870200" y="5556250"/>
          <p14:tracePt t="36207" x="2768600" y="5588000"/>
          <p14:tracePt t="36224" x="2622550" y="5613400"/>
          <p14:tracePt t="36241" x="2495550" y="5626100"/>
          <p14:tracePt t="36257" x="2438400" y="5626100"/>
          <p14:tracePt t="36274" x="2349500" y="5619750"/>
          <p14:tracePt t="36290" x="2266950" y="5613400"/>
          <p14:tracePt t="36307" x="2247900" y="5613400"/>
          <p14:tracePt t="36323" x="2209800" y="5613400"/>
          <p14:tracePt t="36340" x="2190750" y="5613400"/>
          <p14:tracePt t="36357" x="2184400" y="5613400"/>
          <p14:tracePt t="36390" x="2184400" y="5607050"/>
          <p14:tracePt t="36406" x="2190750" y="5607050"/>
          <p14:tracePt t="36424" x="2228850" y="5600700"/>
          <p14:tracePt t="36440" x="2266950" y="5594350"/>
          <p14:tracePt t="36443" x="2317750" y="5581650"/>
          <p14:tracePt t="36456" x="2387600" y="5575300"/>
          <p14:tracePt t="36474" x="2578100" y="5556250"/>
          <p14:tracePt t="36489" x="2705100" y="5543550"/>
          <p14:tracePt t="36506" x="2990850" y="5524500"/>
          <p14:tracePt t="36523" x="3346450" y="5486400"/>
          <p14:tracePt t="36539" x="3587750" y="5473700"/>
          <p14:tracePt t="36555" x="4032250" y="5473700"/>
          <p14:tracePt t="36572" x="4476750" y="5480050"/>
          <p14:tracePt t="36588" x="4699000" y="5505450"/>
          <p14:tracePt t="36606" x="5073650" y="5518150"/>
          <p14:tracePt t="36622" x="5238750" y="5530850"/>
          <p14:tracePt t="36639" x="5549900" y="5549900"/>
          <p14:tracePt t="36656" x="5651500" y="5549900"/>
          <p14:tracePt t="36672" x="5816600" y="5549900"/>
          <p14:tracePt t="36689" x="5962650" y="5549900"/>
          <p14:tracePt t="36705" x="6089650" y="5549900"/>
          <p14:tracePt t="36722" x="6153150" y="5549900"/>
          <p14:tracePt t="36740" x="6261100" y="5562600"/>
          <p14:tracePt t="36755" x="6350000" y="5556250"/>
          <p14:tracePt t="36771" x="6381750" y="5556250"/>
          <p14:tracePt t="36789" x="6457950" y="5556250"/>
          <p14:tracePt t="36804" x="6540500" y="5556250"/>
          <p14:tracePt t="36821" x="6565900" y="5562600"/>
          <p14:tracePt t="36838" x="6623050" y="5568950"/>
          <p14:tracePt t="36855" x="6667500" y="5575300"/>
          <p14:tracePt t="36871" x="6686550" y="5575300"/>
          <p14:tracePt t="36888" x="6731000" y="5581650"/>
          <p14:tracePt t="36904" x="6756400" y="5581650"/>
          <p14:tracePt t="36921" x="6762750" y="5581650"/>
          <p14:tracePt t="36938" x="6769100" y="5581650"/>
          <p14:tracePt t="36954" x="6769100" y="5575300"/>
          <p14:tracePt t="36986" x="6775450" y="5575300"/>
          <p14:tracePt t="36993" x="6775450" y="5568950"/>
          <p14:tracePt t="37014" x="6769100" y="5562600"/>
          <p14:tracePt t="37023" x="6750050" y="5556250"/>
          <p14:tracePt t="37037" x="6711950" y="5543550"/>
          <p14:tracePt t="37054" x="6642100" y="5524500"/>
          <p14:tracePt t="37071" x="6445250" y="5461000"/>
          <p14:tracePt t="37087" x="6172200" y="5391150"/>
          <p14:tracePt t="37104" x="5969000" y="5353050"/>
          <p14:tracePt t="37121" x="5562600" y="5314950"/>
          <p14:tracePt t="37137" x="5168900" y="5314950"/>
          <p14:tracePt t="37154" x="4921250" y="5353050"/>
          <p14:tracePt t="37170" x="4521200" y="5416550"/>
          <p14:tracePt t="37187" x="4203700" y="5480050"/>
          <p14:tracePt t="37204" x="3905250" y="5537200"/>
          <p14:tracePt t="37220" x="3784600" y="5556250"/>
          <p14:tracePt t="37236" x="3556000" y="5607050"/>
          <p14:tracePt t="37253" x="3359150" y="5664200"/>
          <p14:tracePt t="37270" x="3270250" y="5670550"/>
          <p14:tracePt t="37286" x="3206750" y="5683250"/>
          <p14:tracePt t="37303" x="3060700" y="5689600"/>
          <p14:tracePt t="37320" x="3028950" y="5689600"/>
          <p14:tracePt t="37336" x="3009900" y="5689600"/>
          <p14:tracePt t="37353" x="2984500" y="5689600"/>
          <p14:tracePt t="37369" x="2965450" y="5689600"/>
          <p14:tracePt t="37387" x="2959100" y="5689600"/>
          <p14:tracePt t="37429" x="2952750" y="5689600"/>
          <p14:tracePt t="37485" x="2959100" y="5689600"/>
          <p14:tracePt t="37506" x="2971800" y="5683250"/>
          <p14:tracePt t="37513" x="2990850" y="5683250"/>
          <p14:tracePt t="37528" x="3016250" y="5676900"/>
          <p14:tracePt t="37535" x="3048000" y="5664200"/>
          <p14:tracePt t="37552" x="3073400" y="5645150"/>
          <p14:tracePt t="37569" x="3130550" y="5619750"/>
          <p14:tracePt t="37585" x="3352800" y="5486400"/>
          <p14:tracePt t="37602" x="3435350" y="5435600"/>
          <p14:tracePt t="37619" x="3587750" y="5359400"/>
          <p14:tracePt t="37635" x="3651250" y="5314950"/>
          <p14:tracePt t="37652" x="3765550" y="5270500"/>
          <p14:tracePt t="37669" x="3867150" y="5226050"/>
          <p14:tracePt t="37685" x="3905250" y="5226050"/>
          <p14:tracePt t="37702" x="3943350" y="5219700"/>
          <p14:tracePt t="37719" x="3968750" y="5213350"/>
          <p14:tracePt t="37752" x="3975100" y="5213350"/>
          <p14:tracePt t="37809" x="3981450" y="5213350"/>
          <p14:tracePt t="37837" x="3994150" y="5213350"/>
          <p14:tracePt t="37852" x="4000500" y="5213350"/>
          <p14:tracePt t="37865" x="4019550" y="5207000"/>
          <p14:tracePt t="37879" x="4044950" y="5207000"/>
          <p14:tracePt t="37887" x="4064000" y="5207000"/>
          <p14:tracePt t="37902" x="4102100" y="5207000"/>
          <p14:tracePt t="37917" x="4152900" y="5207000"/>
          <p14:tracePt t="37936" x="4305300" y="5207000"/>
          <p14:tracePt t="37950" x="4559300" y="5213350"/>
          <p14:tracePt t="37968" x="4686300" y="5213350"/>
          <p14:tracePt t="37985" x="4997450" y="5213350"/>
          <p14:tracePt t="38000" x="5289550" y="5207000"/>
          <p14:tracePt t="38017" x="5416550" y="5207000"/>
          <p14:tracePt t="38034" x="5708650" y="5207000"/>
          <p14:tracePt t="38050" x="5988050" y="5207000"/>
          <p14:tracePt t="38067" x="6115050" y="5207000"/>
          <p14:tracePt t="38084" x="6337300" y="5207000"/>
          <p14:tracePt t="38100" x="6527800" y="5194300"/>
          <p14:tracePt t="38118" x="6616700" y="5194300"/>
          <p14:tracePt t="38134" x="6762750" y="5187950"/>
          <p14:tracePt t="38150" x="6877050" y="5187950"/>
          <p14:tracePt t="38168" x="6946900" y="5187950"/>
          <p14:tracePt t="38184" x="6972300" y="5187950"/>
          <p14:tracePt t="38200" x="6997700" y="5187950"/>
          <p14:tracePt t="38217" x="7029450" y="5194300"/>
          <p14:tracePt t="38233" x="7048500" y="5194300"/>
          <p14:tracePt t="38273" x="7048500" y="5200650"/>
          <p14:tracePt t="38308" x="7042150" y="5194300"/>
          <p14:tracePt t="38322" x="7035800" y="5194300"/>
          <p14:tracePt t="38329" x="7029450" y="5194300"/>
          <p14:tracePt t="38343" x="7010400" y="5187950"/>
          <p14:tracePt t="38352" x="6972300" y="5187950"/>
          <p14:tracePt t="38366" x="6908800" y="5168900"/>
          <p14:tracePt t="38383" x="6813550" y="5149850"/>
          <p14:tracePt t="38400" x="6432550" y="5029200"/>
          <p14:tracePt t="38416" x="6146800" y="4953000"/>
          <p14:tracePt t="38433" x="5791200" y="4883150"/>
          <p14:tracePt t="38449" x="4718050" y="4711700"/>
          <p14:tracePt t="38466" x="4400550" y="4699000"/>
          <p14:tracePt t="38482" x="4083050" y="4679950"/>
          <p14:tracePt t="38499" x="3251200" y="4679950"/>
          <p14:tracePt t="38516" x="3041650" y="4692650"/>
          <p14:tracePt t="38519" x="2857500" y="4692650"/>
          <p14:tracePt t="38535" x="2730500" y="4711700"/>
          <p14:tracePt t="38548" x="2603500" y="4711700"/>
          <p14:tracePt t="38565" x="2489200" y="4724400"/>
          <p14:tracePt t="38582" x="2330450" y="4743450"/>
          <p14:tracePt t="38599" x="2266950" y="4749800"/>
          <p14:tracePt t="38615" x="2228850" y="4756150"/>
          <p14:tracePt t="38632" x="2165350" y="4762500"/>
          <p14:tracePt t="38648" x="2146300" y="4762500"/>
          <p14:tracePt t="38665" x="2127250" y="4768850"/>
          <p14:tracePt t="38751" x="2127250" y="4762500"/>
          <p14:tracePt t="38758" x="2127250" y="4749800"/>
          <p14:tracePt t="38772" x="2133600" y="4724400"/>
          <p14:tracePt t="41374" x="2139950" y="4724400"/>
          <p14:tracePt t="41381" x="2146300" y="4724400"/>
          <p14:tracePt t="41395" x="2159000" y="4724400"/>
          <p14:tracePt t="41405" x="2165350" y="4730750"/>
          <p14:tracePt t="41422" x="2171700" y="4743450"/>
          <p14:tracePt t="41439" x="2203450" y="4768850"/>
          <p14:tracePt t="41455" x="2260600" y="4819650"/>
          <p14:tracePt t="41472" x="2292350" y="4851400"/>
          <p14:tracePt t="41488" x="2400300" y="4959350"/>
          <p14:tracePt t="41505" x="2470150" y="5029200"/>
          <p14:tracePt t="41523" x="2628900" y="5187950"/>
          <p14:tracePt t="41538" x="2768600" y="5327650"/>
          <p14:tracePt t="41555" x="2832100" y="5378450"/>
          <p14:tracePt t="41572" x="2921000" y="5448300"/>
          <p14:tracePt t="41588" x="2984500" y="5480050"/>
          <p14:tracePt t="41591" x="3003550" y="5480050"/>
          <p14:tracePt t="41622" x="3028950" y="5480050"/>
          <p14:tracePt t="41638" x="3041650" y="5480050"/>
          <p14:tracePt t="41684" x="3041650" y="5473700"/>
          <p14:tracePt t="41718" x="3041650" y="5467350"/>
          <p14:tracePt t="41796" x="3041650" y="5461000"/>
          <p14:tracePt t="41839" x="3035300" y="5454650"/>
          <p14:tracePt t="41874" x="3035300" y="5448300"/>
          <p14:tracePt t="41965" x="3035300" y="5441950"/>
          <p14:tracePt t="42007" x="3041650" y="5435600"/>
          <p14:tracePt t="42106" x="3041650" y="5429250"/>
          <p14:tracePt t="42148" x="3035300" y="5429250"/>
          <p14:tracePt t="42268" x="3041650" y="5429250"/>
          <p14:tracePt t="42289" x="3048000" y="5429250"/>
          <p14:tracePt t="42296" x="3054350" y="5422900"/>
          <p14:tracePt t="42310" x="3060700" y="5422900"/>
          <p14:tracePt t="42319" x="3073400" y="5416550"/>
          <p14:tracePt t="42335" x="3086100" y="5410200"/>
          <p14:tracePt t="42353" x="3117850" y="5397500"/>
          <p14:tracePt t="42369" x="3206750" y="5353050"/>
          <p14:tracePt t="42385" x="3282950" y="5321300"/>
          <p14:tracePt t="42402" x="3492500" y="5251450"/>
          <p14:tracePt t="42435" x="3644900" y="5200650"/>
          <p14:tracePt t="42451" x="3975100" y="5130800"/>
          <p14:tracePt t="42469" x="4197350" y="5086350"/>
          <p14:tracePt t="42486" x="4629150" y="5048250"/>
          <p14:tracePt t="42502" x="4813300" y="5048250"/>
          <p14:tracePt t="42518" x="4953000" y="5048250"/>
          <p14:tracePt t="42536" x="5168900" y="5048250"/>
          <p14:tracePt t="42552" x="5245100" y="5060950"/>
          <p14:tracePt t="42568" x="5302250" y="5067300"/>
          <p14:tracePt t="42585" x="5384800" y="5092700"/>
          <p14:tracePt t="42601" x="5403850" y="5092700"/>
          <p14:tracePt t="42604" x="5416550" y="5099050"/>
          <p14:tracePt t="42634" x="5429250" y="5111750"/>
          <p14:tracePt t="42704" x="5429250" y="5118100"/>
          <p14:tracePt t="42837" x="5422900" y="5111750"/>
          <p14:tracePt t="42851" x="5416550" y="5105400"/>
          <p14:tracePt t="42865" x="5416550" y="5099050"/>
          <p14:tracePt t="43353" x="5461000" y="5099050"/>
          <p14:tracePt t="43361" x="5549900" y="5099050"/>
          <p14:tracePt t="43375" x="5651500" y="5099050"/>
          <p14:tracePt t="43384" x="5772150" y="5099050"/>
          <p14:tracePt t="43398" x="5899150" y="5099050"/>
          <p14:tracePt t="43415" x="6013450" y="5092700"/>
          <p14:tracePt t="43432" x="6369050" y="5080000"/>
          <p14:tracePt t="43448" x="6470650" y="5067300"/>
          <p14:tracePt t="43465" x="6559550" y="5067300"/>
          <p14:tracePt t="43482" x="6724650" y="5073650"/>
          <p14:tracePt t="43498" x="6858000" y="5080000"/>
          <p14:tracePt t="43516" x="6959600" y="5092700"/>
          <p14:tracePt t="43531" x="7016750" y="5111750"/>
          <p14:tracePt t="43548" x="7086600" y="5137150"/>
          <p14:tracePt t="43565" x="7156450" y="5175250"/>
          <p14:tracePt t="43582" x="7181850" y="5181600"/>
          <p14:tracePt t="43598" x="7239000" y="5213350"/>
          <p14:tracePt t="43615" x="7270750" y="5232400"/>
          <p14:tracePt t="43631" x="7277100" y="5245100"/>
          <p14:tracePt t="43634" x="7289800" y="5245100"/>
          <p14:tracePt t="43648" x="7296150" y="5251450"/>
          <p14:tracePt t="43665" x="7308850" y="5264150"/>
          <p14:tracePt t="43681" x="7315200" y="5270500"/>
          <p14:tracePt t="43699" x="7334250" y="5276850"/>
          <p14:tracePt t="43715" x="7340600" y="5276850"/>
          <p14:tracePt t="43748" x="7346950" y="5283200"/>
          <p14:tracePt t="43764" x="7353300" y="5283200"/>
          <p14:tracePt t="43839" x="7346950" y="5283200"/>
          <p14:tracePt t="43874" x="7340600" y="5283200"/>
          <p14:tracePt t="43917" x="7334250" y="5283200"/>
          <p14:tracePt t="45083" x="7321550" y="5283200"/>
          <p14:tracePt t="45090" x="7302500" y="5276850"/>
          <p14:tracePt t="45104" x="7283450" y="5270500"/>
          <p14:tracePt t="45112" x="7264400" y="5270500"/>
          <p14:tracePt t="45127" x="7219950" y="5257800"/>
          <p14:tracePt t="45143" x="7137400" y="5238750"/>
          <p14:tracePt t="45159" x="7086600" y="5238750"/>
          <p14:tracePt t="45176" x="6959600" y="5232400"/>
          <p14:tracePt t="45193" x="6883400" y="5232400"/>
          <p14:tracePt t="45210" x="6604000" y="5219700"/>
          <p14:tracePt t="45226" x="6515100" y="5219700"/>
          <p14:tracePt t="45242" x="6407150" y="5226050"/>
          <p14:tracePt t="45259" x="6184900" y="5232400"/>
          <p14:tracePt t="45275" x="5911850" y="5257800"/>
          <p14:tracePt t="45292" x="5772150" y="5264150"/>
          <p14:tracePt t="45309" x="5486400" y="5302250"/>
          <p14:tracePt t="45325" x="5168900" y="5302250"/>
          <p14:tracePt t="45342" x="4984750" y="5302250"/>
          <p14:tracePt t="45358" x="4559300" y="5327650"/>
          <p14:tracePt t="45375" x="4083050" y="5340350"/>
          <p14:tracePt t="45392" x="3822700" y="5340350"/>
          <p14:tracePt t="45408" x="3403600" y="5334000"/>
          <p14:tracePt t="45425" x="3124200" y="5314950"/>
          <p14:tracePt t="45442" x="2908300" y="5314950"/>
          <p14:tracePt t="45458" x="2844800" y="5314950"/>
          <p14:tracePt t="45475" x="2813050" y="5308600"/>
          <p14:tracePt t="45894" x="2762250" y="5308600"/>
          <p14:tracePt t="45908" x="2686050" y="5327650"/>
          <p14:tracePt t="45914" x="2590800" y="5359400"/>
          <p14:tracePt t="45929" x="2489200" y="5391150"/>
          <p14:tracePt t="45939" x="2368550" y="5422900"/>
          <p14:tracePt t="45957" x="2178050" y="5473700"/>
          <p14:tracePt t="45973" x="2082800" y="5505450"/>
          <p14:tracePt t="45990" x="1924050" y="5543550"/>
          <p14:tracePt t="46007" x="1790700" y="5581650"/>
          <p14:tracePt t="46023" x="1752600" y="5594350"/>
          <p14:tracePt t="46039" x="1695450" y="5600700"/>
          <p14:tracePt t="46056" x="1676400" y="5600700"/>
          <p14:tracePt t="46089" x="1670050" y="5607050"/>
          <p14:tracePt t="46126" x="1663700" y="5607050"/>
          <p14:tracePt t="46210" x="1670050" y="5607050"/>
          <p14:tracePt t="46224" x="1682750" y="5607050"/>
          <p14:tracePt t="46240" x="1708150" y="5613400"/>
          <p14:tracePt t="46245" x="1765300" y="5619750"/>
          <p14:tracePt t="46260" x="1828800" y="5638800"/>
          <p14:tracePt t="46274" x="1924050" y="5657850"/>
          <p14:tracePt t="46289" x="2184400" y="5715000"/>
          <p14:tracePt t="46305" x="2387600" y="5753100"/>
          <p14:tracePt t="46322" x="2813050" y="5835650"/>
          <p14:tracePt t="46338" x="3257550" y="5905500"/>
          <p14:tracePt t="46355" x="3498850" y="5918200"/>
          <p14:tracePt t="46372" x="3943350" y="5937250"/>
          <p14:tracePt t="46388" x="4362450" y="5937250"/>
          <p14:tracePt t="46405" x="4527550" y="5930900"/>
          <p14:tracePt t="46422" x="4838700" y="5930900"/>
          <p14:tracePt t="46438" x="5162550" y="5918200"/>
          <p14:tracePt t="46455" x="5314950" y="5918200"/>
          <p14:tracePt t="46472" x="5695950" y="5892800"/>
          <p14:tracePt t="46488" x="5880100" y="5892800"/>
          <p14:tracePt t="46505" x="6235700" y="5854700"/>
          <p14:tracePt t="46521" x="6584950" y="5861050"/>
          <p14:tracePt t="46538" x="6711950" y="5854700"/>
          <p14:tracePt t="46555" x="6940550" y="5848350"/>
          <p14:tracePt t="46571" x="7042150" y="5848350"/>
          <p14:tracePt t="46588" x="7131050" y="5848350"/>
          <p14:tracePt t="46605" x="7397750" y="5848350"/>
          <p14:tracePt t="46621" x="7461250" y="5848350"/>
          <p14:tracePt t="46637" x="7531100" y="5848350"/>
          <p14:tracePt t="46654" x="7562850" y="5835650"/>
          <p14:tracePt t="46671" x="7588250" y="5842000"/>
          <p14:tracePt t="46687" x="7594600" y="5842000"/>
          <p14:tracePt t="46704" x="7607300" y="5848350"/>
          <p14:tracePt t="46721" x="7600950" y="5861050"/>
          <p14:tracePt t="52427" x="7512050" y="5861050"/>
          <p14:tracePt t="52435" x="7391400" y="5861050"/>
          <p14:tracePt t="52441" x="7251700" y="5861050"/>
          <p14:tracePt t="52450" x="7124700" y="5861050"/>
          <p14:tracePt t="52467" x="6870700" y="5861050"/>
          <p14:tracePt t="52484" x="6502400" y="5861050"/>
          <p14:tracePt t="52500" x="6261100" y="5892800"/>
          <p14:tracePt t="52517" x="5975350" y="5930900"/>
          <p14:tracePt t="52534" x="5607050" y="5969000"/>
          <p14:tracePt t="52551" x="5410200" y="6013450"/>
          <p14:tracePt t="52567" x="5207000" y="6019800"/>
          <p14:tracePt t="52584" x="4889500" y="6032500"/>
          <p14:tracePt t="52600" x="4775200" y="6026150"/>
          <p14:tracePt t="52617" x="4565650" y="6007100"/>
          <p14:tracePt t="52634" x="4457700" y="5981700"/>
          <p14:tracePt t="52650" x="4330700" y="5981700"/>
          <p14:tracePt t="52667" x="4203700" y="5949950"/>
          <p14:tracePt t="52683" x="4152900" y="5937250"/>
          <p14:tracePt t="52700" x="4121150" y="5930900"/>
          <p14:tracePt t="52716" x="4095750" y="5924550"/>
          <p14:tracePt t="52733" x="4076700" y="5918200"/>
          <p14:tracePt t="52750" x="4051300" y="5911850"/>
          <p14:tracePt t="52766" x="4006850" y="5911850"/>
          <p14:tracePt t="52782" x="3968750" y="5892800"/>
          <p14:tracePt t="52800" x="3917950" y="5886450"/>
          <p14:tracePt t="52815" x="3835400" y="5867400"/>
          <p14:tracePt t="52833" x="3790950" y="5861050"/>
          <p14:tracePt t="52850" x="3708400" y="5848350"/>
          <p14:tracePt t="52866" x="3670300" y="5829300"/>
          <p14:tracePt t="52882" x="3619500" y="5822950"/>
          <p14:tracePt t="52899" x="3524250" y="5791200"/>
          <p14:tracePt t="52916" x="3467100" y="5784850"/>
          <p14:tracePt t="53272" x="3403600" y="5765800"/>
          <p14:tracePt t="53278" x="3282950" y="5734050"/>
          <p14:tracePt t="53285" x="3181350" y="5715000"/>
          <p14:tracePt t="53298" x="3105150" y="5708650"/>
          <p14:tracePt t="53314" x="2921000" y="5689600"/>
          <p14:tracePt t="53331" x="2806700" y="5689600"/>
          <p14:tracePt t="53348" x="2698750" y="5670550"/>
          <p14:tracePt t="53351" x="2660650" y="5670550"/>
          <p14:tracePt t="53364" x="2578100" y="5670550"/>
          <p14:tracePt t="53381" x="2527300" y="5664200"/>
          <p14:tracePt t="53398" x="2489200" y="5664200"/>
          <p14:tracePt t="53414" x="2476500" y="5664200"/>
          <p14:tracePt t="53430" x="2470150" y="5664200"/>
          <p14:tracePt t="53539" x="2476500" y="5664200"/>
          <p14:tracePt t="53588" x="2482850" y="5664200"/>
          <p14:tracePt t="53658" x="2489200" y="5657850"/>
          <p14:tracePt t="56218" x="2540000" y="5657850"/>
          <p14:tracePt t="56224" x="2590800" y="5657850"/>
          <p14:tracePt t="56237" x="2660650" y="5676900"/>
          <p14:tracePt t="56254" x="2857500" y="5695950"/>
          <p14:tracePt t="56271" x="2984500" y="5715000"/>
          <p14:tracePt t="56288" x="3206750" y="5727700"/>
          <p14:tracePt t="56304" x="3359150" y="5759450"/>
          <p14:tracePt t="56321" x="3575050" y="5778500"/>
          <p14:tracePt t="56338" x="3892550" y="5797550"/>
          <p14:tracePt t="56354" x="4178300" y="5829300"/>
          <p14:tracePt t="56371" x="4451350" y="5854700"/>
          <p14:tracePt t="56387" x="4933950" y="5924550"/>
          <p14:tracePt t="56404" x="5219700" y="5969000"/>
          <p14:tracePt t="56421" x="5607050" y="6013450"/>
          <p14:tracePt t="56437" x="5822950" y="6045200"/>
          <p14:tracePt t="56453" x="6038850" y="6045200"/>
          <p14:tracePt t="56471" x="6292850" y="6045200"/>
          <p14:tracePt t="56487" x="6432550" y="6038850"/>
          <p14:tracePt t="56504" x="6553200" y="6038850"/>
          <p14:tracePt t="56520" x="6731000" y="6038850"/>
          <p14:tracePt t="56536" x="6826250" y="6019800"/>
          <p14:tracePt t="56553" x="6921500" y="6013450"/>
          <p14:tracePt t="56570" x="7042150" y="5988050"/>
          <p14:tracePt t="56586" x="7112000" y="5981700"/>
          <p14:tracePt t="56603" x="7181850" y="5962650"/>
          <p14:tracePt t="56620" x="7296150" y="5930900"/>
          <p14:tracePt t="56636" x="7353300" y="5911850"/>
          <p14:tracePt t="56653" x="7467600" y="5892800"/>
          <p14:tracePt t="56669" x="7512050" y="5873750"/>
          <p14:tracePt t="56686" x="7543800" y="5854700"/>
          <p14:tracePt t="56704" x="7575550" y="5835650"/>
          <p14:tracePt t="56719" x="7594600" y="5822950"/>
          <p14:tracePt t="56753" x="7594600" y="5816600"/>
          <p14:tracePt t="56787" x="7588250" y="5816600"/>
          <p14:tracePt t="56794" x="7581900" y="5816600"/>
          <p14:tracePt t="56815" x="7575550" y="5816600"/>
          <p14:tracePt t="56850" x="7569200" y="5816600"/>
          <p14:tracePt t="56900" x="7569200" y="5822950"/>
          <p14:tracePt t="56907" x="7569200" y="5829300"/>
          <p14:tracePt t="56928" x="7562850" y="5829300"/>
          <p14:tracePt t="56937" x="7550150" y="5829300"/>
          <p14:tracePt t="56952" x="7531100" y="5829300"/>
          <p14:tracePt t="56969" x="7499350" y="5829300"/>
          <p14:tracePt t="56985" x="7410450" y="5803900"/>
          <p14:tracePt t="57002" x="7340600" y="5784850"/>
          <p14:tracePt t="57018" x="7232650" y="5753100"/>
          <p14:tracePt t="57035" x="7080250" y="5721350"/>
          <p14:tracePt t="57051" x="6997700" y="5695950"/>
          <p14:tracePt t="57069" x="6896100" y="5670550"/>
          <p14:tracePt t="57085" x="6851650" y="5664200"/>
          <p14:tracePt t="57101" x="6819900" y="5657850"/>
          <p14:tracePt t="57119" x="6788150" y="5657850"/>
          <p14:tracePt t="57151" x="6781800" y="5657850"/>
          <p14:tracePt t="57838" x="6794500" y="5657850"/>
          <p14:tracePt t="57845" x="6813550" y="5657850"/>
          <p14:tracePt t="57852" x="6838950" y="5657850"/>
          <p14:tracePt t="57867" x="6877050" y="5657850"/>
          <p14:tracePt t="57881" x="6940550" y="5657850"/>
          <p14:tracePt t="57899" x="6978650" y="5657850"/>
          <p14:tracePt t="57915" x="7048500" y="5657850"/>
          <p14:tracePt t="57932" x="7099300" y="5657850"/>
          <p14:tracePt t="57948" x="7112000" y="5657850"/>
          <p14:tracePt t="57965" x="7131050" y="5657850"/>
          <p14:tracePt t="57982" x="7137400" y="5657850"/>
          <p14:tracePt t="57998" x="7143750" y="5657850"/>
          <p14:tracePt t="58176" x="7143750" y="5664200"/>
          <p14:tracePt t="58246" x="7137400" y="5664200"/>
          <p14:tracePt t="58302" x="7131050" y="5676900"/>
          <p14:tracePt t="58324" x="7124700" y="5683250"/>
          <p14:tracePt t="58338" x="7124700" y="5689600"/>
          <p14:tracePt t="58344" x="7118350" y="5689600"/>
          <p14:tracePt t="58352" x="7112000" y="5695950"/>
          <p14:tracePt t="58367" x="7112000" y="5702300"/>
          <p14:tracePt t="58380" x="7099300" y="5715000"/>
          <p14:tracePt t="58397" x="7080250" y="5740400"/>
          <p14:tracePt t="58414" x="7073900" y="5753100"/>
          <p14:tracePt t="58430" x="7054850" y="5778500"/>
          <p14:tracePt t="58447" x="7042150" y="5797550"/>
          <p14:tracePt t="58465" x="7029450" y="5810250"/>
          <p14:tracePt t="58480" x="7029450" y="5816600"/>
          <p14:tracePt t="58496" x="7023100" y="5822950"/>
          <p14:tracePt t="59367" x="7029450" y="5822950"/>
          <p14:tracePt t="59381" x="7042150" y="5822950"/>
          <p14:tracePt t="59388" x="7054850" y="5822950"/>
          <p14:tracePt t="59403" x="7067550" y="5816600"/>
          <p14:tracePt t="59411" x="7080250" y="5803900"/>
          <p14:tracePt t="59426" x="7099300" y="5803900"/>
          <p14:tracePt t="59443" x="7112000" y="5797550"/>
          <p14:tracePt t="59460" x="7150100" y="5791200"/>
          <p14:tracePt t="59476" x="7188200" y="5791200"/>
          <p14:tracePt t="59494" x="7245350" y="5784850"/>
          <p14:tracePt t="59509" x="7277100" y="5784850"/>
          <p14:tracePt t="59526" x="7334250" y="5772150"/>
          <p14:tracePt t="59544" x="7391400" y="5772150"/>
          <p14:tracePt t="59559" x="7429500" y="5759450"/>
          <p14:tracePt t="59575" x="7454900" y="5753100"/>
          <p14:tracePt t="59593" x="7493000" y="5746750"/>
          <p14:tracePt t="59609" x="7505700" y="5740400"/>
          <p14:tracePt t="59626" x="7537450" y="5727700"/>
          <p14:tracePt t="59643" x="7562850" y="5721350"/>
          <p14:tracePt t="59659" x="7575550" y="5721350"/>
          <p14:tracePt t="59676" x="7594600" y="5715000"/>
          <p14:tracePt t="59692" x="7620000" y="5715000"/>
          <p14:tracePt t="59709" x="7626350" y="5715000"/>
          <p14:tracePt t="59726" x="7651750" y="5715000"/>
          <p14:tracePt t="59742" x="7658100" y="5715000"/>
          <p14:tracePt t="59759" x="7670800" y="5715000"/>
          <p14:tracePt t="59775" x="7677150" y="5715000"/>
          <p14:tracePt t="59792" x="7689850" y="5715000"/>
          <p14:tracePt t="59808" x="7696200" y="5715000"/>
          <p14:tracePt t="59825" x="7702550" y="5715000"/>
          <p14:tracePt t="59842" x="7715250" y="5715000"/>
          <p14:tracePt t="59875" x="7721600" y="5715000"/>
          <p14:tracePt t="59895" x="7727950" y="5715000"/>
          <p14:tracePt t="59923" x="7734300" y="5715000"/>
          <p14:tracePt t="59951" x="7727950" y="5715000"/>
          <p14:tracePt t="59965" x="7721600" y="5715000"/>
          <p14:tracePt t="59972" x="7708900" y="5715000"/>
          <p14:tracePt t="59979" x="7702550" y="5715000"/>
          <p14:tracePt t="59994" x="7683500" y="5715000"/>
          <p14:tracePt t="60008" x="7664450" y="5721350"/>
          <p14:tracePt t="60024" x="7581900" y="5734050"/>
          <p14:tracePt t="60041" x="7537450" y="5753100"/>
          <p14:tracePt t="60058" x="7429500" y="5772150"/>
          <p14:tracePt t="60074" x="7340600" y="5778500"/>
          <p14:tracePt t="60092" x="7258050" y="5797550"/>
          <p14:tracePt t="60107" x="7226300" y="5803900"/>
          <p14:tracePt t="60124" x="7175500" y="5803900"/>
          <p14:tracePt t="60141" x="7143750" y="5803900"/>
          <p14:tracePt t="60157" x="7137400" y="5803900"/>
          <p14:tracePt t="60174" x="7131050" y="5803900"/>
          <p14:tracePt t="60191" x="7124700" y="5803900"/>
          <p14:tracePt t="60211" x="7118350" y="5810250"/>
          <p14:tracePt t="60268" x="7124700" y="5810250"/>
          <p14:tracePt t="60282" x="7131050" y="5810250"/>
          <p14:tracePt t="60288" x="7137400" y="5803900"/>
          <p14:tracePt t="60296" x="7150100" y="5803900"/>
          <p14:tracePt t="60310" x="7162800" y="5797550"/>
          <p14:tracePt t="60325" x="7207250" y="5791200"/>
          <p14:tracePt t="60340" x="7232650" y="5791200"/>
          <p14:tracePt t="60357" x="7315200" y="5772150"/>
          <p14:tracePt t="60374" x="7435850" y="5746750"/>
          <p14:tracePt t="60390" x="7499350" y="5734050"/>
          <p14:tracePt t="60407" x="7620000" y="5727700"/>
          <p14:tracePt t="60423" x="7715250" y="5708650"/>
          <p14:tracePt t="60440" x="7753350" y="5702300"/>
          <p14:tracePt t="60456" x="7772400" y="5702300"/>
          <p14:tracePt t="60473" x="7810500" y="5695950"/>
          <p14:tracePt t="60577" x="7804150" y="5695950"/>
          <p14:tracePt t="60584" x="7797800" y="5695950"/>
          <p14:tracePt t="60598" x="7785100" y="5695950"/>
          <p14:tracePt t="60607" x="7766050" y="5695950"/>
          <p14:tracePt t="60622" x="7747000" y="5695950"/>
          <p14:tracePt t="60639" x="7677150" y="5695950"/>
          <p14:tracePt t="60656" x="7575550" y="5683250"/>
          <p14:tracePt t="60672" x="7512050" y="5683250"/>
          <p14:tracePt t="60689" x="7359650" y="5683250"/>
          <p14:tracePt t="60706" x="7226300" y="5683250"/>
          <p14:tracePt t="60722" x="7175500" y="5683250"/>
          <p14:tracePt t="60739" x="7099300" y="5683250"/>
          <p14:tracePt t="60755" x="7029450" y="5689600"/>
          <p14:tracePt t="60772" x="7010400" y="5689600"/>
          <p14:tracePt t="60789" x="6972300" y="5695950"/>
          <p14:tracePt t="60805" x="6965950" y="5695950"/>
          <p14:tracePt t="60822" x="6946900" y="5702300"/>
          <p14:tracePt t="60838" x="6927850" y="5702300"/>
          <p14:tracePt t="60855" x="6908800" y="5702300"/>
          <p14:tracePt t="60872" x="6902450" y="5702300"/>
          <p14:tracePt t="61521" x="6934200" y="5702300"/>
          <p14:tracePt t="61529" x="6985000" y="5702300"/>
          <p14:tracePt t="61543" x="7035800" y="5702300"/>
          <p14:tracePt t="61552" x="7099300" y="5702300"/>
          <p14:tracePt t="61569" x="7150100" y="5702300"/>
          <p14:tracePt t="61586" x="7296150" y="5689600"/>
          <p14:tracePt t="61602" x="7435850" y="5670550"/>
          <p14:tracePt t="61620" x="7512050" y="5670550"/>
          <p14:tracePt t="61635" x="7632700" y="5664200"/>
          <p14:tracePt t="61652" x="7727950" y="5645150"/>
          <p14:tracePt t="61670" x="7785100" y="5638800"/>
          <p14:tracePt t="61685" x="7804150" y="5638800"/>
          <p14:tracePt t="61702" x="7829550" y="5632450"/>
          <p14:tracePt t="61719" x="7835900" y="5632450"/>
          <p14:tracePt t="61761" x="7835900" y="5626100"/>
          <p14:tracePt t="61769" x="7829550" y="5626100"/>
          <p14:tracePt t="61785" x="7816850" y="5626100"/>
          <p14:tracePt t="61802" x="7804150" y="5626100"/>
          <p14:tracePt t="61818" x="7727950" y="5638800"/>
          <p14:tracePt t="61835" x="7588250" y="5645150"/>
          <p14:tracePt t="61852" x="7378700" y="5657850"/>
          <p14:tracePt t="61868" x="7264400" y="5664200"/>
          <p14:tracePt t="61885" x="7029450" y="5664200"/>
          <p14:tracePt t="61902" x="6927850" y="5676900"/>
          <p14:tracePt t="61918" x="6762750" y="5676900"/>
          <p14:tracePt t="61934" x="6654800" y="5676900"/>
          <p14:tracePt t="61952" x="6597650" y="5676900"/>
          <p14:tracePt t="61968" x="6572250" y="5676900"/>
          <p14:tracePt t="61985" x="6559550" y="5676900"/>
          <p14:tracePt t="62001" x="6540500" y="5676900"/>
          <p14:tracePt t="62017" x="6540500" y="5683250"/>
          <p14:tracePt t="62020" x="6521450" y="5695950"/>
          <p14:tracePt t="63226" x="6515100" y="5695950"/>
          <p14:tracePt t="63240" x="6502400" y="5702300"/>
          <p14:tracePt t="63249" x="6489700" y="5708650"/>
          <p14:tracePt t="63263" x="6477000" y="5715000"/>
          <p14:tracePt t="63280" x="6451600" y="5740400"/>
          <p14:tracePt t="63297" x="6432550" y="5746750"/>
          <p14:tracePt t="63313" x="6419850" y="5753100"/>
          <p14:tracePt t="63330" x="6413500" y="5759450"/>
          <p14:tracePt t="63346" x="6400800" y="5772150"/>
          <p14:tracePt t="63363" x="6400800" y="5778500"/>
          <p14:tracePt t="63380" x="6394450" y="5784850"/>
          <p14:tracePt t="63412" x="6394450" y="5791200"/>
          <p14:tracePt t="63432" x="6400800" y="5791200"/>
          <p14:tracePt t="63446" x="6407150" y="5791200"/>
          <p14:tracePt t="63463" x="6426200" y="5797550"/>
          <p14:tracePt t="63480" x="6457950" y="5803900"/>
          <p14:tracePt t="63496" x="6489700" y="5810250"/>
          <p14:tracePt t="63512" x="6553200" y="5810250"/>
          <p14:tracePt t="63529" x="6661150" y="5822950"/>
          <p14:tracePt t="63546" x="6711950" y="5822950"/>
          <p14:tracePt t="63564" x="6826250" y="5816600"/>
          <p14:tracePt t="63579" x="6934200" y="5810250"/>
          <p14:tracePt t="63596" x="6985000" y="5791200"/>
          <p14:tracePt t="63613" x="7061200" y="5765800"/>
          <p14:tracePt t="63628" x="7092950" y="5740400"/>
          <p14:tracePt t="63645" x="7118350" y="5721350"/>
          <p14:tracePt t="63663" x="7137400" y="5708650"/>
          <p14:tracePt t="63678" x="7137400" y="5702300"/>
          <p14:tracePt t="63695" x="7143750" y="5695950"/>
          <p14:tracePt t="63971" x="7143750" y="5702300"/>
          <p14:tracePt t="63979" x="7143750" y="5708650"/>
          <p14:tracePt t="64020" x="7143750" y="5715000"/>
          <p14:tracePt t="64048" x="7150100" y="5715000"/>
          <p14:tracePt t="64084" x="7150100" y="5721350"/>
          <p14:tracePt t="64091" x="7156450" y="5727700"/>
          <p14:tracePt t="64111" x="7162800" y="5734050"/>
          <p14:tracePt t="64133" x="7169150" y="5746750"/>
          <p14:tracePt t="64140" x="7194550" y="5753100"/>
          <p14:tracePt t="64154" x="7213600" y="5772150"/>
          <p14:tracePt t="64163" x="7245350" y="5784850"/>
          <p14:tracePt t="64176" x="7302500" y="5810250"/>
          <p14:tracePt t="64193" x="7435850" y="5848350"/>
          <p14:tracePt t="64211" x="7581900" y="5880100"/>
          <p14:tracePt t="64227" x="7658100" y="5886450"/>
          <p14:tracePt t="64243" x="7734300" y="5886450"/>
          <p14:tracePt t="64260" x="7905750" y="5867400"/>
          <p14:tracePt t="64276" x="7950200" y="5861050"/>
          <p14:tracePt t="64294" x="7988300" y="5842000"/>
          <p14:tracePt t="64310" x="8045450" y="5803900"/>
          <p14:tracePt t="64327" x="8070850" y="5784850"/>
          <p14:tracePt t="64343" x="8083550" y="5772150"/>
          <p14:tracePt t="64359" x="8089900" y="5765800"/>
          <p14:tracePt t="64491" x="8083550" y="5765800"/>
          <p14:tracePt t="64506" x="8077200" y="5765800"/>
          <p14:tracePt t="64512" x="8064500" y="5772150"/>
          <p14:tracePt t="64528" x="8058150" y="5772150"/>
          <p14:tracePt t="64542" x="8013700" y="5778500"/>
          <p14:tracePt t="64559" x="7962900" y="5778500"/>
          <p14:tracePt t="64576" x="7835900" y="5803900"/>
          <p14:tracePt t="64592" x="7747000" y="5803900"/>
          <p14:tracePt t="64608" x="7524750" y="5829300"/>
          <p14:tracePt t="64626" x="7423150" y="5835650"/>
          <p14:tracePt t="64642" x="7219950" y="5848350"/>
          <p14:tracePt t="64658" x="7054850" y="5848350"/>
          <p14:tracePt t="64675" x="6965950" y="5842000"/>
          <p14:tracePt t="64692" x="6934200" y="5842000"/>
          <p14:tracePt t="64709" x="6896100" y="5835650"/>
          <p14:tracePt t="64725" x="6883400" y="5835650"/>
          <p14:tracePt t="64741" x="6877050" y="5835650"/>
          <p14:tracePt t="64815" x="6877050" y="5829300"/>
          <p14:tracePt t="64822" x="6870700" y="5829300"/>
          <p14:tracePt t="65219" x="6819900" y="5778500"/>
          <p14:tracePt t="65226" x="6724650" y="5727700"/>
          <p14:tracePt t="65242" x="6597650" y="5651500"/>
          <p14:tracePt t="65256" x="6292850" y="5454650"/>
          <p14:tracePt t="65273" x="6115050" y="5365750"/>
          <p14:tracePt t="65290" x="5810250" y="5168900"/>
          <p14:tracePt t="65307" x="5683250" y="5086350"/>
          <p14:tracePt t="65323" x="5441950" y="4914900"/>
          <p14:tracePt t="65340" x="5226050" y="4800600"/>
          <p14:tracePt t="65356" x="5143500" y="4737100"/>
          <p14:tracePt t="65373" x="4959350" y="4654550"/>
          <p14:tracePt t="65389" x="4749800" y="4584700"/>
          <p14:tracePt t="65406" x="4635500" y="4559300"/>
          <p14:tracePt t="65423" x="4508500" y="4514850"/>
          <p14:tracePt t="69705" x="4527550" y="4527550"/>
          <p14:tracePt t="69719" x="4540250" y="4552950"/>
          <p14:tracePt t="69727" x="4565650" y="4584700"/>
          <p14:tracePt t="69743" x="4591050" y="4616450"/>
          <p14:tracePt t="69758" x="4667250" y="4718050"/>
          <p14:tracePt t="69774" x="4705350" y="4775200"/>
          <p14:tracePt t="69791" x="4813300" y="4908550"/>
          <p14:tracePt t="69807" x="4883150" y="4991100"/>
          <p14:tracePt t="69824" x="5054600" y="5143500"/>
          <p14:tracePt t="69840" x="5207000" y="5314950"/>
          <p14:tracePt t="69857" x="5289550" y="5378450"/>
          <p14:tracePt t="69874" x="5422900" y="5486400"/>
          <p14:tracePt t="69890" x="5499100" y="5556250"/>
          <p14:tracePt t="69907" x="5524500" y="5581650"/>
          <p14:tracePt t="69924" x="5549900" y="5600700"/>
          <p14:tracePt t="69940" x="5568950" y="5607050"/>
          <p14:tracePt t="69957" x="5575300" y="5607050"/>
          <p14:tracePt t="69974" x="5581650" y="5613400"/>
          <p14:tracePt t="69990" x="5588000" y="5613400"/>
          <p14:tracePt t="70036" x="5594350" y="5619750"/>
          <p14:tracePt t="70058" x="5600700" y="5619750"/>
          <p14:tracePt t="70071" x="5613400" y="5626100"/>
          <p14:tracePt t="70078" x="5619750" y="5626100"/>
          <p14:tracePt t="70093" x="5626100" y="5626100"/>
          <p14:tracePt t="70107" x="5638800" y="5638800"/>
          <p14:tracePt t="70123" x="5645150" y="5645150"/>
          <p14:tracePt t="70140" x="5651500" y="5651500"/>
          <p14:tracePt t="70156" x="5670550" y="5657850"/>
          <p14:tracePt t="70173" x="5676900" y="5664200"/>
          <p14:tracePt t="70240" x="5683250" y="5664200"/>
          <p14:tracePt t="70303" x="5689600" y="5664200"/>
          <p14:tracePt t="70513" x="5695950" y="5664200"/>
          <p14:tracePt t="70522" x="5702300" y="5664200"/>
          <p14:tracePt t="70528" x="5708650" y="5664200"/>
          <p14:tracePt t="70542" x="5715000" y="5664200"/>
          <p14:tracePt t="70555" x="5721350" y="5670550"/>
          <p14:tracePt t="70571" x="5746750" y="5683250"/>
          <p14:tracePt t="70588" x="5778500" y="5702300"/>
          <p14:tracePt t="70604" x="5842000" y="5734050"/>
          <p14:tracePt t="70621" x="5943600" y="5778500"/>
          <p14:tracePt t="70638" x="5994400" y="5797550"/>
          <p14:tracePt t="70655" x="6134100" y="5842000"/>
          <p14:tracePt t="70671" x="6261100" y="5873750"/>
          <p14:tracePt t="70687" x="6343650" y="5880100"/>
          <p14:tracePt t="70705" x="6496050" y="5899150"/>
          <p14:tracePt t="70721" x="6572250" y="5899150"/>
          <p14:tracePt t="70724" x="6648450" y="5899150"/>
          <p14:tracePt t="70737" x="6724650" y="5899150"/>
          <p14:tracePt t="70754" x="6858000" y="5899150"/>
          <p14:tracePt t="70771" x="6921500" y="5899150"/>
          <p14:tracePt t="70788" x="7048500" y="5880100"/>
          <p14:tracePt t="70804" x="7105650" y="5867400"/>
          <p14:tracePt t="70820" x="7219950" y="5848350"/>
          <p14:tracePt t="70838" x="7340600" y="5835650"/>
          <p14:tracePt t="70854" x="7423150" y="5816600"/>
          <p14:tracePt t="70870" x="7454900" y="5810250"/>
          <p14:tracePt t="70887" x="7499350" y="5797550"/>
          <p14:tracePt t="70904" x="7531100" y="5791200"/>
          <p14:tracePt t="70920" x="7537450" y="5784850"/>
          <p14:tracePt t="70937" x="7543800" y="5778500"/>
          <p14:tracePt t="70953" x="7550150" y="5772150"/>
          <p14:tracePt t="71091" x="7543800" y="5772150"/>
          <p14:tracePt t="71196" x="7543800" y="5778500"/>
          <p14:tracePt t="71217" x="7537450" y="5778500"/>
          <p14:tracePt t="71225" x="7531100" y="5778500"/>
          <p14:tracePt t="71236" x="7524750" y="5784850"/>
          <p14:tracePt t="71253" x="7512050" y="5784850"/>
          <p14:tracePt t="71269" x="7486650" y="5791200"/>
          <p14:tracePt t="71286" x="7467600" y="5803900"/>
          <p14:tracePt t="71302" x="7321550" y="5829300"/>
          <p14:tracePt t="71319" x="7245350" y="5842000"/>
          <p14:tracePt t="71335" x="7156450" y="5848350"/>
          <p14:tracePt t="71352" x="6978650" y="5861050"/>
          <p14:tracePt t="71368" x="6781800" y="5867400"/>
          <p14:tracePt t="71385" x="6692900" y="5867400"/>
          <p14:tracePt t="71401" x="6527800" y="5854700"/>
          <p14:tracePt t="71418" x="6394450" y="5835650"/>
          <p14:tracePt t="71436" x="6311900" y="5822950"/>
          <p14:tracePt t="71452" x="6286500" y="5816600"/>
          <p14:tracePt t="71468" x="6242050" y="5803900"/>
          <p14:tracePt t="71485" x="6223000" y="5803900"/>
          <p14:tracePt t="72396" x="6197600" y="5803900"/>
          <p14:tracePt t="72404" x="6165850" y="5810250"/>
          <p14:tracePt t="72418" x="6146800" y="5822950"/>
          <p14:tracePt t="72433" x="6076950" y="5835650"/>
          <p14:tracePt t="72448" x="6045200" y="5848350"/>
          <p14:tracePt t="72465" x="6019800" y="5848350"/>
          <p14:tracePt t="72482" x="5949950" y="5854700"/>
          <p14:tracePt t="72498" x="5867400" y="5861050"/>
          <p14:tracePt t="72515" x="5816600" y="5861050"/>
          <p14:tracePt t="72531" x="5708650" y="5861050"/>
          <p14:tracePt t="72548" x="5607050" y="5861050"/>
          <p14:tracePt t="72565" x="5556250" y="5861050"/>
          <p14:tracePt t="72581" x="5448300" y="5842000"/>
          <p14:tracePt t="72598" x="5365750" y="5822950"/>
          <p14:tracePt t="72615" x="5308600" y="5810250"/>
          <p14:tracePt t="72631" x="5276850" y="5803900"/>
          <p14:tracePt t="72647" x="5238750" y="5803900"/>
          <p14:tracePt t="72665" x="5194300" y="5797550"/>
          <p14:tracePt t="72681" x="5175250" y="5784850"/>
          <p14:tracePt t="72697" x="5156200" y="5784850"/>
          <p14:tracePt t="72714" x="5099050" y="5778500"/>
          <p14:tracePt t="72731" x="5086350" y="5772150"/>
          <p14:tracePt t="72747" x="5067300" y="5765800"/>
          <p14:tracePt t="72764" x="5016500" y="5753100"/>
          <p14:tracePt t="72781" x="4965700" y="5740400"/>
          <p14:tracePt t="72797" x="4914900" y="5734050"/>
          <p14:tracePt t="72813" x="4902200" y="5727700"/>
          <p14:tracePt t="72830" x="4870450" y="5715000"/>
          <p14:tracePt t="72847" x="4851400" y="5702300"/>
          <p14:tracePt t="72863" x="4845050" y="5702300"/>
          <p14:tracePt t="72880" x="4838700" y="5702300"/>
          <p14:tracePt t="73205" x="4845050" y="5702300"/>
          <p14:tracePt t="73220" x="4857750" y="5702300"/>
          <p14:tracePt t="73227" x="4864100" y="5702300"/>
          <p14:tracePt t="73241" x="4876800" y="5702300"/>
          <p14:tracePt t="73249" x="4895850" y="5708650"/>
          <p14:tracePt t="73264" x="4921250" y="5708650"/>
          <p14:tracePt t="73278" x="5003800" y="5721350"/>
          <p14:tracePt t="73295" x="5054600" y="5727700"/>
          <p14:tracePt t="73312" x="5187950" y="5740400"/>
          <p14:tracePt t="73328" x="5251450" y="5740400"/>
          <p14:tracePt t="73345" x="5378450" y="5746750"/>
          <p14:tracePt t="73362" x="5480050" y="5746750"/>
          <p14:tracePt t="73378" x="5511800" y="5746750"/>
          <p14:tracePt t="73395" x="5568950" y="5746750"/>
          <p14:tracePt t="73411" x="5607050" y="5740400"/>
          <p14:tracePt t="73445" x="5613400" y="5740400"/>
          <p14:tracePt t="73550" x="5607050" y="5740400"/>
          <p14:tracePt t="73578" x="5600700" y="5740400"/>
          <p14:tracePt t="73642" x="5594350" y="5740400"/>
          <p14:tracePt t="73649" x="5588000" y="5740400"/>
          <p14:tracePt t="73664" x="5581650" y="5746750"/>
          <p14:tracePt t="73677" x="5575300" y="5746750"/>
          <p14:tracePt t="79910" x="5549900" y="5746750"/>
          <p14:tracePt t="79917" x="5518150" y="5746750"/>
          <p14:tracePt t="79925" x="5492750" y="5746750"/>
          <p14:tracePt t="79939" x="5410200" y="5746750"/>
          <p14:tracePt t="79956" x="5321300" y="5746750"/>
          <p14:tracePt t="79973" x="5245100" y="5746750"/>
          <p14:tracePt t="79989" x="5124450" y="5746750"/>
          <p14:tracePt t="80005" x="5060950" y="5746750"/>
          <p14:tracePt t="80022" x="4978400" y="5746750"/>
          <p14:tracePt t="80039" x="4851400" y="5740400"/>
          <p14:tracePt t="80055" x="4781550" y="5740400"/>
          <p14:tracePt t="80072" x="4692650" y="5734050"/>
          <p14:tracePt t="80088" x="4635500" y="5734050"/>
          <p14:tracePt t="80105" x="4584700" y="5734050"/>
          <p14:tracePt t="80122" x="4521200" y="5734050"/>
          <p14:tracePt t="80138" x="4495800" y="5734050"/>
          <p14:tracePt t="80156" x="4476750" y="5734050"/>
          <p14:tracePt t="80172" x="4451350" y="5734050"/>
          <p14:tracePt t="80188" x="4445000" y="5740400"/>
          <p14:tracePt t="80205" x="4438650" y="5740400"/>
          <p14:tracePt t="80262" x="4432300" y="5746750"/>
          <p14:tracePt t="80268" x="4425950" y="5746750"/>
          <p14:tracePt t="80282" x="4413250" y="5753100"/>
          <p14:tracePt t="80297" x="4406900" y="5759450"/>
          <p14:tracePt t="80305" x="4400550" y="5759450"/>
          <p14:tracePt t="80321" x="4394200" y="5759450"/>
          <p14:tracePt t="80338" x="4381500" y="5765800"/>
          <p14:tracePt t="80354" x="4362450" y="5772150"/>
          <p14:tracePt t="80371" x="4356100" y="5772150"/>
          <p14:tracePt t="80388" x="4324350" y="5778500"/>
          <p14:tracePt t="80404" x="4298950" y="5778500"/>
          <p14:tracePt t="80421" x="4267200" y="5784850"/>
          <p14:tracePt t="80438" x="4184650" y="5784850"/>
          <p14:tracePt t="80454" x="4102100" y="5791200"/>
          <p14:tracePt t="80471" x="4013200" y="5803900"/>
          <p14:tracePt t="80487" x="3867150" y="5810250"/>
          <p14:tracePt t="80504" x="3784600" y="5816600"/>
          <p14:tracePt t="80520" x="3708400" y="5816600"/>
          <p14:tracePt t="80537" x="3638550" y="5816600"/>
          <p14:tracePt t="80553" x="3619500" y="5816600"/>
          <p14:tracePt t="80571" x="3606800" y="5816600"/>
          <p14:tracePt t="80587" x="3600450" y="5822950"/>
          <p14:tracePt t="80712" x="3606800" y="5822950"/>
          <p14:tracePt t="80719" x="3625850" y="5822950"/>
          <p14:tracePt t="80726" x="3638550" y="5822950"/>
          <p14:tracePt t="80736" x="3651250" y="5816600"/>
          <p14:tracePt t="80754" x="3727450" y="5797550"/>
          <p14:tracePt t="80769" x="3797300" y="5797550"/>
          <p14:tracePt t="80786" x="3879850" y="5784850"/>
          <p14:tracePt t="80803" x="3975100" y="5772150"/>
          <p14:tracePt t="80819" x="4121150" y="5759450"/>
          <p14:tracePt t="80836" x="4197350" y="5746750"/>
          <p14:tracePt t="80853" x="4286250" y="5740400"/>
          <p14:tracePt t="80869" x="4343400" y="5740400"/>
          <p14:tracePt t="80886" x="4381500" y="5734050"/>
          <p14:tracePt t="80903" x="4413250" y="5734050"/>
          <p14:tracePt t="80919" x="4425950" y="5734050"/>
          <p14:tracePt t="81007" x="4419600" y="5734050"/>
          <p14:tracePt t="81141" x="4432300" y="5734050"/>
          <p14:tracePt t="81162" x="4438650" y="5734050"/>
          <p14:tracePt t="81169" x="4451350" y="5734050"/>
          <p14:tracePt t="81182" x="4464050" y="5734050"/>
          <p14:tracePt t="81196" x="4476750" y="5734050"/>
          <p14:tracePt t="81204" x="4495800" y="5734050"/>
          <p14:tracePt t="81218" x="4540250" y="5734050"/>
          <p14:tracePt t="81234" x="4578350" y="5740400"/>
          <p14:tracePt t="81251" x="4629150" y="5740400"/>
          <p14:tracePt t="81268" x="4692650" y="5740400"/>
          <p14:tracePt t="81284" x="4730750" y="5740400"/>
          <p14:tracePt t="81301" x="4756150" y="5740400"/>
          <p14:tracePt t="81317" x="4787900" y="5734050"/>
          <p14:tracePt t="81334" x="4800600" y="5734050"/>
          <p14:tracePt t="81351" x="4826000" y="5721350"/>
          <p14:tracePt t="81384" x="4838700" y="5715000"/>
          <p14:tracePt t="81429" x="4845050" y="5715000"/>
          <p14:tracePt t="81555" x="4838700" y="5715000"/>
          <p14:tracePt t="81583" x="4832350" y="5715000"/>
          <p14:tracePt t="81612" x="4832350" y="5721350"/>
          <p14:tracePt t="81626" x="4826000" y="5721350"/>
          <p14:tracePt t="81634" x="4813300" y="5727700"/>
          <p14:tracePt t="81640" x="4800600" y="5727700"/>
          <p14:tracePt t="81649" x="4787900" y="5727700"/>
          <p14:tracePt t="81666" x="4743450" y="5740400"/>
          <p14:tracePt t="81683" x="4673600" y="5759450"/>
          <p14:tracePt t="81700" x="4597400" y="5778500"/>
          <p14:tracePt t="81717" x="4521200" y="5803900"/>
          <p14:tracePt t="81733" x="4419600" y="5822950"/>
          <p14:tracePt t="81749" x="4349750" y="5835650"/>
          <p14:tracePt t="81767" x="4267200" y="5848350"/>
          <p14:tracePt t="81783" x="4222750" y="5854700"/>
          <p14:tracePt t="81799" x="4191000" y="5854700"/>
          <p14:tracePt t="81816" x="4152900" y="5861050"/>
          <p14:tracePt t="81833" x="4140200" y="5861050"/>
          <p14:tracePt t="81849" x="4133850" y="5867400"/>
          <p14:tracePt t="81866" x="4127500" y="5867400"/>
          <p14:tracePt t="81942" x="4133850" y="5867400"/>
          <p14:tracePt t="81956" x="4140200" y="5867400"/>
          <p14:tracePt t="81963" x="4146550" y="5867400"/>
          <p14:tracePt t="81970" x="4152900" y="5861050"/>
          <p14:tracePt t="81981" x="4159250" y="5861050"/>
          <p14:tracePt t="81999" x="4184650" y="5854700"/>
          <p14:tracePt t="82015" x="4222750" y="5848350"/>
          <p14:tracePt t="82032" x="4260850" y="5822950"/>
          <p14:tracePt t="82048" x="4324350" y="5803900"/>
          <p14:tracePt t="82065" x="4368800" y="5791200"/>
          <p14:tracePt t="82081" x="4400550" y="5778500"/>
          <p14:tracePt t="82098" x="4432300" y="5765800"/>
          <p14:tracePt t="82115" x="4445000" y="5759450"/>
          <p14:tracePt t="82133" x="4451350" y="5753100"/>
          <p14:tracePt t="82294" x="4451350" y="5759450"/>
          <p14:tracePt t="82364" x="4445000" y="5759450"/>
          <p14:tracePt t="83088" x="4451350" y="5759450"/>
          <p14:tracePt t="83096" x="4457700" y="5759450"/>
          <p14:tracePt t="83102" x="4483100" y="5759450"/>
          <p14:tracePt t="83111" x="4495800" y="5753100"/>
          <p14:tracePt t="83128" x="4533900" y="5753100"/>
          <p14:tracePt t="83145" x="4578350" y="5740400"/>
          <p14:tracePt t="83161" x="4622800" y="5740400"/>
          <p14:tracePt t="83178" x="4660900" y="5740400"/>
          <p14:tracePt t="83195" x="4705350" y="5734050"/>
          <p14:tracePt t="83211" x="4743450" y="5727700"/>
          <p14:tracePt t="83227" x="4781550" y="5727700"/>
          <p14:tracePt t="83244" x="4826000" y="5727700"/>
          <p14:tracePt t="83261" x="4851400" y="5727700"/>
          <p14:tracePt t="83279" x="4883150" y="5721350"/>
          <p14:tracePt t="83294" x="4889500" y="5721350"/>
          <p14:tracePt t="83310" x="4895850" y="5721350"/>
          <p14:tracePt t="83328" x="4902200" y="5721350"/>
          <p14:tracePt t="83489" x="4914900" y="5721350"/>
          <p14:tracePt t="83504" x="4921250" y="5721350"/>
          <p14:tracePt t="83512" x="4933950" y="5721350"/>
          <p14:tracePt t="83526" x="4946650" y="5727700"/>
          <p14:tracePt t="83543" x="4972050" y="5727700"/>
          <p14:tracePt t="83560" x="5048250" y="5734050"/>
          <p14:tracePt t="83576" x="5118100" y="5734050"/>
          <p14:tracePt t="83593" x="5200650" y="5727700"/>
          <p14:tracePt t="83610" x="5327650" y="5689600"/>
          <p14:tracePt t="83626" x="5397500" y="5670550"/>
          <p14:tracePt t="83643" x="5441950" y="5651500"/>
          <p14:tracePt t="83659" x="5473700" y="5638800"/>
          <p14:tracePt t="83676" x="5486400" y="5632450"/>
          <p14:tracePt t="83750" x="5492750" y="5632450"/>
          <p14:tracePt t="83813" x="5492750" y="5638800"/>
          <p14:tracePt t="83911" x="5486400" y="5645150"/>
          <p14:tracePt t="83946" x="5480050" y="5645150"/>
          <p14:tracePt t="83953" x="5480050" y="5651500"/>
          <p14:tracePt t="83961" x="5473700" y="5651500"/>
          <p14:tracePt t="83976" x="5467350" y="5651500"/>
          <p14:tracePt t="83992" x="5461000" y="5657850"/>
          <p14:tracePt t="84008" x="5454650" y="5664200"/>
          <p14:tracePt t="84025" x="5435600" y="5670550"/>
          <p14:tracePt t="84041" x="5416550" y="5676900"/>
          <p14:tracePt t="84059" x="5397500" y="5683250"/>
          <p14:tracePt t="84075" x="5372100" y="5683250"/>
          <p14:tracePt t="84091" x="5340350" y="5683250"/>
          <p14:tracePt t="84108" x="5321300" y="5676900"/>
          <p14:tracePt t="84492" x="5308600" y="5676900"/>
          <p14:tracePt t="84499" x="5283200" y="5670550"/>
          <p14:tracePt t="84508" x="5251450" y="5664200"/>
          <p14:tracePt t="84523" x="5181600" y="5651500"/>
          <p14:tracePt t="84540" x="5111750" y="5645150"/>
          <p14:tracePt t="84556" x="5016500" y="5638800"/>
          <p14:tracePt t="84572" x="4959350" y="5626100"/>
          <p14:tracePt t="84591" x="4883150" y="5626100"/>
          <p14:tracePt t="84606" x="4838700" y="5626100"/>
          <p14:tracePt t="84623" x="4806950" y="5626100"/>
          <p14:tracePt t="84640" x="4768850" y="5651500"/>
          <p14:tracePt t="84656" x="4743450" y="5664200"/>
          <p14:tracePt t="84673" x="4724400" y="5664200"/>
          <p14:tracePt t="84689" x="4692650" y="5676900"/>
          <p14:tracePt t="84706" x="4679950" y="5683250"/>
          <p14:tracePt t="84722" x="4667250" y="5689600"/>
          <p14:tracePt t="84739" x="4654550" y="5695950"/>
          <p14:tracePt t="84755" x="4648200" y="5695950"/>
          <p14:tracePt t="84773" x="4635500" y="5695950"/>
          <p14:tracePt t="84789" x="4635500" y="5702300"/>
          <p14:tracePt t="84900" x="4635500" y="5708650"/>
          <p14:tracePt t="84977" x="4629150" y="5715000"/>
          <p14:tracePt t="84991" x="4622800" y="5721350"/>
          <p14:tracePt t="84998" x="4622800" y="5727700"/>
          <p14:tracePt t="85007" x="4610100" y="5734050"/>
          <p14:tracePt t="85021" x="4603750" y="5740400"/>
          <p14:tracePt t="85038" x="4584700" y="5753100"/>
          <p14:tracePt t="85055" x="4546600" y="5791200"/>
          <p14:tracePt t="85071" x="4502150" y="5816600"/>
          <p14:tracePt t="85088" x="4438650" y="5854700"/>
          <p14:tracePt t="85105" x="4337050" y="5892800"/>
          <p14:tracePt t="85121" x="4248150" y="5930900"/>
          <p14:tracePt t="85137" x="4178300" y="5943600"/>
          <p14:tracePt t="85154" x="4057650" y="5962650"/>
          <p14:tracePt t="85171" x="3987800" y="5969000"/>
          <p14:tracePt t="85188" x="3930650" y="5962650"/>
          <p14:tracePt t="85205" x="3898900" y="5949950"/>
          <p14:tracePt t="85221" x="3867150" y="5943600"/>
          <p14:tracePt t="85238" x="3835400" y="5918200"/>
          <p14:tracePt t="85254" x="3816350" y="5899150"/>
          <p14:tracePt t="85271" x="3803650" y="5886450"/>
          <p14:tracePt t="85287" x="3790950" y="5867400"/>
          <p14:tracePt t="85304" x="3784600" y="5861050"/>
          <p14:tracePt t="85320" x="3778250" y="5854700"/>
          <p14:tracePt t="85353" x="3771900" y="5854700"/>
          <p14:tracePt t="85420" x="3765550" y="5861050"/>
          <p14:tracePt t="85491" x="3771900" y="5867400"/>
          <p14:tracePt t="85497" x="3778250" y="5867400"/>
          <p14:tracePt t="85511" x="3790950" y="5867400"/>
          <p14:tracePt t="85520" x="3803650" y="5867400"/>
          <p14:tracePt t="85536" x="3829050" y="5861050"/>
          <p14:tracePt t="85554" x="3886200" y="5854700"/>
          <p14:tracePt t="85569" x="3943350" y="5842000"/>
          <p14:tracePt t="85586" x="4019550" y="5822950"/>
          <p14:tracePt t="85604" x="4108450" y="5803900"/>
          <p14:tracePt t="85619" x="4165600" y="5784850"/>
          <p14:tracePt t="85636" x="4216400" y="5772150"/>
          <p14:tracePt t="85653" x="4267200" y="5753100"/>
          <p14:tracePt t="85670" x="4298950" y="5734050"/>
          <p14:tracePt t="85686" x="4305300" y="5727700"/>
          <p14:tracePt t="85702" x="4318000" y="5721350"/>
          <p14:tracePt t="85821" x="4318000" y="5727700"/>
          <p14:tracePt t="85849" x="4311650" y="5727700"/>
          <p14:tracePt t="85884" x="4311650" y="5734050"/>
          <p14:tracePt t="85919" x="4305300" y="5734050"/>
          <p14:tracePt t="85961" x="4305300" y="5740400"/>
          <p14:tracePt t="86236" x="4305300" y="5746750"/>
          <p14:tracePt t="86285" x="4305300" y="5753100"/>
          <p14:tracePt t="86355" x="4305300" y="5759450"/>
          <p14:tracePt t="86383" x="4305300" y="5765800"/>
          <p14:tracePt t="86404" x="4311650" y="5765800"/>
          <p14:tracePt t="86425" x="4318000" y="5765800"/>
          <p14:tracePt t="86432" x="4324350" y="5765800"/>
          <p14:tracePt t="86447" x="4337050" y="5765800"/>
          <p14:tracePt t="86454" x="4337050" y="5772150"/>
          <p14:tracePt t="86469" x="4349750" y="5772150"/>
          <p14:tracePt t="86483" x="4413250" y="5791200"/>
          <p14:tracePt t="86500" x="4451350" y="5803900"/>
          <p14:tracePt t="86517" x="4572000" y="5822950"/>
          <p14:tracePt t="86533" x="4648200" y="5835650"/>
          <p14:tracePt t="86549" x="4806950" y="5854700"/>
          <p14:tracePt t="86566" x="4940300" y="5873750"/>
          <p14:tracePt t="86583" x="5003800" y="5873750"/>
          <p14:tracePt t="86599" x="5092700" y="5880100"/>
          <p14:tracePt t="86616" x="5137150" y="5880100"/>
          <p14:tracePt t="86633" x="5194300" y="5886450"/>
          <p14:tracePt t="86650" x="5207000" y="5886450"/>
          <p14:tracePt t="86665" x="5226050" y="5886450"/>
          <p14:tracePt t="86682" x="5232400" y="5886450"/>
          <p14:tracePt t="86701" x="5238750" y="5886450"/>
          <p14:tracePt t="86732" x="5245100" y="5886450"/>
          <p14:tracePt t="86751" x="5251450" y="5886450"/>
          <p14:tracePt t="86765" x="5264150" y="5886450"/>
          <p14:tracePt t="86782" x="5295900" y="5892800"/>
          <p14:tracePt t="86799" x="5334000" y="5899150"/>
          <p14:tracePt t="86815" x="5372100" y="5905500"/>
          <p14:tracePt t="86832" x="5473700" y="5930900"/>
          <p14:tracePt t="86849" x="5594350" y="5956300"/>
          <p14:tracePt t="86865" x="5657850" y="5969000"/>
          <p14:tracePt t="86882" x="5822950" y="5988050"/>
          <p14:tracePt t="86898" x="5988050" y="5988050"/>
          <p14:tracePt t="86915" x="6064250" y="5988050"/>
          <p14:tracePt t="86932" x="6210300" y="5988050"/>
          <p14:tracePt t="86948" x="6286500" y="5988050"/>
          <p14:tracePt t="86965" x="6324600" y="5988050"/>
          <p14:tracePt t="86982" x="6369050" y="5981700"/>
          <p14:tracePt t="86998" x="6394450" y="5975350"/>
          <p14:tracePt t="87014" x="6400800" y="5969000"/>
          <p14:tracePt t="87018" x="6407150" y="5969000"/>
          <p14:tracePt t="87032" x="6407150" y="5962650"/>
          <p14:tracePt t="87047" x="6426200" y="5962650"/>
          <p14:tracePt t="87064" x="6432550" y="5956300"/>
          <p14:tracePt t="87081" x="6451600" y="5956300"/>
          <p14:tracePt t="87097" x="6457950" y="5956300"/>
          <p14:tracePt t="87115" x="6489700" y="5943600"/>
          <p14:tracePt t="87131" x="6515100" y="5943600"/>
          <p14:tracePt t="87147" x="6527800" y="5937250"/>
          <p14:tracePt t="87164" x="6572250" y="5930900"/>
          <p14:tracePt t="87181" x="6623050" y="5918200"/>
          <p14:tracePt t="87197" x="6648450" y="5911850"/>
          <p14:tracePt t="87214" x="6686550" y="5905500"/>
          <p14:tracePt t="87230" x="6718300" y="5886450"/>
          <p14:tracePt t="87247" x="6731000" y="5886450"/>
          <p14:tracePt t="87264" x="6750050" y="5886450"/>
          <p14:tracePt t="87280" x="6762750" y="5880100"/>
          <p14:tracePt t="87298" x="6788150" y="5867400"/>
          <p14:tracePt t="87313" x="6800850" y="5861050"/>
          <p14:tracePt t="87330" x="6819900" y="5842000"/>
          <p14:tracePt t="87347" x="6946900" y="5803900"/>
          <p14:tracePt t="87363" x="7016750" y="5772150"/>
          <p14:tracePt t="87380" x="7080250" y="5753100"/>
          <p14:tracePt t="87396" x="7245350" y="5695950"/>
          <p14:tracePt t="87413" x="7346950" y="5664200"/>
          <p14:tracePt t="87430" x="7556500" y="5600700"/>
          <p14:tracePt t="87446" x="7734300" y="5562600"/>
          <p14:tracePt t="87463" x="7816850" y="5537200"/>
          <p14:tracePt t="87480" x="7924800" y="5524500"/>
          <p14:tracePt t="87496" x="7988300" y="5524500"/>
          <p14:tracePt t="87513" x="8001000" y="5524500"/>
          <p14:tracePt t="87530" x="8020050" y="5524500"/>
          <p14:tracePt t="87572" x="8013700" y="5524500"/>
          <p14:tracePt t="87600" x="8007350" y="5524500"/>
          <p14:tracePt t="87607" x="8001000" y="5524500"/>
          <p14:tracePt t="87628" x="7988300" y="5524500"/>
          <p14:tracePt t="87642" x="7969250" y="5530850"/>
          <p14:tracePt t="87649" x="7950200" y="5530850"/>
          <p14:tracePt t="87665" x="7905750" y="5549900"/>
          <p14:tracePt t="87678" x="7867650" y="5556250"/>
          <p14:tracePt t="87695" x="7708900" y="5588000"/>
          <p14:tracePt t="87713" x="7524750" y="5619750"/>
          <p14:tracePt t="87729" x="7435850" y="5626100"/>
          <p14:tracePt t="87745" x="7308850" y="5645150"/>
          <p14:tracePt t="87763" x="7226300" y="5664200"/>
          <p14:tracePt t="87779" x="7200900" y="5664200"/>
          <p14:tracePt t="87795" x="7188200" y="5664200"/>
          <p14:tracePt t="87812" x="7181850" y="5670550"/>
          <p14:tracePt t="87853" x="7188200" y="5670550"/>
          <p14:tracePt t="87862" x="7200900" y="5670550"/>
          <p14:tracePt t="87877" x="7232650" y="5670550"/>
          <p14:tracePt t="87895" x="7289800" y="5670550"/>
          <p14:tracePt t="87911" x="7340600" y="5670550"/>
          <p14:tracePt t="87928" x="7391400" y="5670550"/>
          <p14:tracePt t="87945" x="7499350" y="5664200"/>
          <p14:tracePt t="87961" x="7537450" y="5664200"/>
          <p14:tracePt t="87978" x="7569200" y="5657850"/>
          <p14:tracePt t="87995" x="7575550" y="5657850"/>
          <p14:tracePt t="88011" x="7581900" y="5651500"/>
          <p14:tracePt t="88028" x="7575550" y="5651500"/>
          <p14:tracePt t="88031" x="7556500" y="5651500"/>
          <p14:tracePt t="88044" x="7454900" y="5645150"/>
          <p14:tracePt t="88061" x="7372350" y="5651500"/>
          <p14:tracePt t="88078" x="7194550" y="5670550"/>
          <p14:tracePt t="88094" x="7016750" y="5702300"/>
          <p14:tracePt t="88110" x="6908800" y="5721350"/>
          <p14:tracePt t="88128" x="6737350" y="5772150"/>
          <p14:tracePt t="88144" x="6597650" y="5797550"/>
          <p14:tracePt t="88160" x="6540500" y="5816600"/>
          <p14:tracePt t="88177" x="6483350" y="5829300"/>
          <p14:tracePt t="88194" x="6457950" y="5829300"/>
          <p14:tracePt t="88211" x="6451600" y="5835650"/>
          <p14:tracePt t="88227" x="6445250" y="5848350"/>
          <p14:tracePt t="88275" x="6451600" y="5854700"/>
          <p14:tracePt t="88282" x="6457950" y="5854700"/>
          <p14:tracePt t="88331" x="6464300" y="5854700"/>
          <p14:tracePt t="88359" x="6464300" y="5848350"/>
          <p14:tracePt t="88919" x="6438900" y="5848350"/>
          <p14:tracePt t="88926" x="6419850" y="5854700"/>
          <p14:tracePt t="88932" x="6388100" y="5867400"/>
          <p14:tracePt t="88947" x="6350000" y="5873750"/>
          <p14:tracePt t="88958" x="6305550" y="5892800"/>
          <p14:tracePt t="88975" x="6210300" y="5905500"/>
          <p14:tracePt t="88991" x="6172200" y="5905500"/>
          <p14:tracePt t="89008" x="6076950" y="5924550"/>
          <p14:tracePt t="89024" x="6038850" y="5930900"/>
          <p14:tracePt t="89041" x="5969000" y="5930900"/>
          <p14:tracePt t="89058" x="5930900" y="5930900"/>
          <p14:tracePt t="89060" x="5880100" y="5943600"/>
          <p14:tracePt t="89074" x="5784850" y="5949950"/>
          <p14:tracePt t="89090" x="5734050" y="5949950"/>
          <p14:tracePt t="89107" x="5657850" y="5949950"/>
          <p14:tracePt t="89124" x="5524500" y="5930900"/>
          <p14:tracePt t="89140" x="5365750" y="5880100"/>
          <p14:tracePt t="89158" x="5245100" y="5829300"/>
          <p14:tracePt t="89173" x="5187950" y="5810250"/>
          <p14:tracePt t="89190" x="5143500" y="5797550"/>
          <p14:tracePt t="89208" x="5130800" y="5797550"/>
          <p14:tracePt t="89240" x="5124450" y="5797550"/>
          <p14:tracePt t="89259" x="5118100" y="5797550"/>
          <p14:tracePt t="89284" x="5118100" y="5803900"/>
          <p14:tracePt t="89320" x="5111750" y="5803900"/>
          <p14:tracePt t="89326" x="5105400" y="5803900"/>
          <p14:tracePt t="89342" x="5099050" y="5803900"/>
          <p14:tracePt t="89356" x="5092700" y="5803900"/>
          <p14:tracePt t="89372" x="5086350" y="5803900"/>
          <p14:tracePt t="89392" x="5080000" y="5803900"/>
          <p14:tracePt t="89406" x="5067300" y="5803900"/>
          <p14:tracePt t="89423" x="5054600" y="5803900"/>
          <p14:tracePt t="89440" x="5041900" y="5803900"/>
          <p14:tracePt t="89456" x="5022850" y="5803900"/>
          <p14:tracePt t="89473" x="5003800" y="5797550"/>
          <p14:tracePt t="89489" x="4959350" y="5791200"/>
          <p14:tracePt t="89506" x="4946650" y="5784850"/>
          <p14:tracePt t="89522" x="4902200" y="5765800"/>
          <p14:tracePt t="89538" x="4857750" y="5753100"/>
          <p14:tracePt t="89556" x="4832350" y="5746750"/>
          <p14:tracePt t="89573" x="4781550" y="5734050"/>
          <p14:tracePt t="89589" x="4711700" y="5727700"/>
          <p14:tracePt t="89606" x="4686300" y="5715000"/>
          <p14:tracePt t="89623" x="4603750" y="5715000"/>
          <p14:tracePt t="89639" x="4540250" y="5715000"/>
          <p14:tracePt t="89655" x="4502150" y="5721350"/>
          <p14:tracePt t="89672" x="4457700" y="5721350"/>
          <p14:tracePt t="89688" x="4445000" y="5721350"/>
          <p14:tracePt t="89705" x="4432300" y="5721350"/>
          <p14:tracePt t="89722" x="4425950" y="5721350"/>
          <p14:tracePt t="89777" x="4425950" y="5727700"/>
          <p14:tracePt t="89812" x="4432300" y="5727700"/>
          <p14:tracePt t="89819" x="4445000" y="5727700"/>
          <p14:tracePt t="89833" x="4476750" y="5727700"/>
          <p14:tracePt t="89841" x="4502150" y="5727700"/>
          <p14:tracePt t="89855" x="4552950" y="5727700"/>
          <p14:tracePt t="89871" x="4705350" y="5734050"/>
          <p14:tracePt t="89888" x="4806950" y="5746750"/>
          <p14:tracePt t="89905" x="5022850" y="5753100"/>
          <p14:tracePt t="89921" x="5213350" y="5753100"/>
          <p14:tracePt t="89938" x="5353050" y="5753100"/>
          <p14:tracePt t="89954" x="5410200" y="5740400"/>
          <p14:tracePt t="89971" x="5448300" y="5740400"/>
          <p14:tracePt t="89988" x="5511800" y="5727700"/>
          <p14:tracePt t="90004" x="5518150" y="5727700"/>
          <p14:tracePt t="90021" x="5524500" y="5727700"/>
          <p14:tracePt t="90037" x="5524500" y="5721350"/>
          <p14:tracePt t="90114" x="5524500" y="5727700"/>
          <p14:tracePt t="90149" x="5524500" y="5734050"/>
          <p14:tracePt t="90170" x="5524500" y="5740400"/>
          <p14:tracePt t="90192" x="5524500" y="5746750"/>
          <p14:tracePt t="90213" x="5537200" y="5746750"/>
          <p14:tracePt t="90221" x="5549900" y="5753100"/>
          <p14:tracePt t="90234" x="5575300" y="5772150"/>
          <p14:tracePt t="90241" x="5600700" y="5778500"/>
          <p14:tracePt t="90256" x="5645150" y="5803900"/>
          <p14:tracePt t="90270" x="5803900" y="5854700"/>
          <p14:tracePt t="90286" x="5899150" y="5886450"/>
          <p14:tracePt t="90304" x="6134100" y="5956300"/>
          <p14:tracePt t="90320" x="6261100" y="5988050"/>
          <p14:tracePt t="90336" x="6527800" y="6032500"/>
          <p14:tracePt t="90354" x="6794500" y="6032500"/>
          <p14:tracePt t="90369" x="6908800" y="6032500"/>
          <p14:tracePt t="90386" x="7099300" y="6007100"/>
          <p14:tracePt t="90403" x="7245350" y="5981700"/>
          <p14:tracePt t="90419" x="7302500" y="5962650"/>
          <p14:tracePt t="90436" x="7378700" y="5930900"/>
          <p14:tracePt t="90453" x="7410450" y="5918200"/>
          <p14:tracePt t="90469" x="7423150" y="5905500"/>
          <p14:tracePt t="90486" x="7429500" y="5892800"/>
          <p14:tracePt t="90502" x="7435850" y="5886450"/>
          <p14:tracePt t="90550" x="7435850" y="5880100"/>
          <p14:tracePt t="90613" x="7423150" y="5880100"/>
          <p14:tracePt t="90621" x="7404100" y="5880100"/>
          <p14:tracePt t="90635" x="7385050" y="5886450"/>
          <p14:tracePt t="90642" x="7353300" y="5886450"/>
          <p14:tracePt t="90656" x="7302500" y="5886450"/>
          <p14:tracePt t="90669" x="7239000" y="5899150"/>
          <p14:tracePt t="90684" x="7061200" y="5918200"/>
          <p14:tracePt t="90702" x="6946900" y="5930900"/>
          <p14:tracePt t="90719" x="6692900" y="5949950"/>
          <p14:tracePt t="90735" x="6426200" y="5969000"/>
          <p14:tracePt t="90751" x="6286500" y="5981700"/>
          <p14:tracePt t="90769" x="6019800" y="6000750"/>
          <p14:tracePt t="90785" x="5778500" y="6000750"/>
          <p14:tracePt t="90801" x="5664200" y="6000750"/>
          <p14:tracePt t="90818" x="5486400" y="5988050"/>
          <p14:tracePt t="90835" x="5334000" y="5969000"/>
          <p14:tracePt t="90851" x="5251450" y="5962650"/>
          <p14:tracePt t="90868" x="5137150" y="5943600"/>
          <p14:tracePt t="90884" x="5092700" y="5943600"/>
          <p14:tracePt t="90902" x="4991100" y="5899150"/>
          <p14:tracePt t="90918" x="4972050" y="5892800"/>
          <p14:tracePt t="90934" x="4946650" y="5880100"/>
          <p14:tracePt t="90951" x="4889500" y="5854700"/>
          <p14:tracePt t="90967" x="4813300" y="5816600"/>
          <p14:tracePt t="90984" x="4756150" y="5784850"/>
          <p14:tracePt t="91001" x="4635500" y="5740400"/>
          <p14:tracePt t="91017" x="4514850" y="5702300"/>
          <p14:tracePt t="91034" x="4457700" y="5683250"/>
          <p14:tracePt t="91051" x="4375150" y="5664200"/>
          <p14:tracePt t="91067" x="4330700" y="5657850"/>
          <p14:tracePt t="91084" x="4305300" y="5651500"/>
          <p14:tracePt t="91106" x="4298950" y="5651500"/>
          <p14:tracePt t="91126" x="4292600" y="5651500"/>
          <p14:tracePt t="91155" x="4286250" y="5651500"/>
          <p14:tracePt t="91226" x="4279900" y="5651500"/>
          <p14:tracePt t="91267" x="4279900" y="5657850"/>
          <p14:tracePt t="91274" x="4286250" y="5657850"/>
          <p14:tracePt t="91289" x="4292600" y="5657850"/>
          <p14:tracePt t="91299" x="4298950" y="5657850"/>
          <p14:tracePt t="91317" x="4311650" y="5657850"/>
          <p14:tracePt t="91333" x="4375150" y="5657850"/>
          <p14:tracePt t="91349" x="4502150" y="5657850"/>
          <p14:tracePt t="91367" x="4692650" y="5657850"/>
          <p14:tracePt t="91383" x="4806950" y="5670550"/>
          <p14:tracePt t="91399" x="5067300" y="5676900"/>
          <p14:tracePt t="91416" x="5346700" y="5676900"/>
          <p14:tracePt t="91433" x="5486400" y="5676900"/>
          <p14:tracePt t="91449" x="5626100" y="5676900"/>
          <p14:tracePt t="91466" x="5943600" y="5664200"/>
          <p14:tracePt t="91482" x="6019800" y="5664200"/>
          <p14:tracePt t="91499" x="6140450" y="5645150"/>
          <p14:tracePt t="91515" x="6165850" y="5638800"/>
          <p14:tracePt t="91533" x="6197600" y="5632450"/>
          <p14:tracePt t="91549" x="6210300" y="5619750"/>
          <p14:tracePt t="91746" x="6216650" y="5619750"/>
          <p14:tracePt t="91766" x="6229350" y="5619750"/>
          <p14:tracePt t="91782" x="6235700" y="5619750"/>
          <p14:tracePt t="91802" x="6248400" y="5619750"/>
          <p14:tracePt t="91809" x="6280150" y="5619750"/>
          <p14:tracePt t="91817" x="6305550" y="5619750"/>
          <p14:tracePt t="91832" x="6356350" y="5619750"/>
          <p14:tracePt t="91848" x="6419850" y="5626100"/>
          <p14:tracePt t="91864" x="6572250" y="5632450"/>
          <p14:tracePt t="91880" x="6750050" y="5632450"/>
          <p14:tracePt t="91898" x="6826250" y="5632450"/>
          <p14:tracePt t="91915" x="6934200" y="5632450"/>
          <p14:tracePt t="91931" x="7004050" y="5626100"/>
          <p14:tracePt t="91947" x="7016750" y="5626100"/>
          <p14:tracePt t="91964" x="7035800" y="5619750"/>
          <p14:tracePt t="91981" x="7010400" y="5607050"/>
          <p14:tracePt t="91997" x="6953250" y="5600700"/>
          <p14:tracePt t="92014" x="6800850" y="5600700"/>
          <p14:tracePt t="92030" x="6553200" y="5600700"/>
          <p14:tracePt t="92048" x="6216650" y="5626100"/>
          <p14:tracePt t="92064" x="6032500" y="5626100"/>
          <p14:tracePt t="92080" x="5816600" y="5638800"/>
          <p14:tracePt t="92098" x="5327650" y="5676900"/>
          <p14:tracePt t="92113" x="5213350" y="5695950"/>
          <p14:tracePt t="92130" x="5099050" y="5708650"/>
          <p14:tracePt t="92147" x="4927600" y="5727700"/>
          <p14:tracePt t="92163" x="4806950" y="5746750"/>
          <p14:tracePt t="92180" x="4781550" y="5753100"/>
          <p14:tracePt t="92197" x="4749800" y="5753100"/>
          <p14:tracePt t="92213" x="4737100" y="5753100"/>
          <p14:tracePt t="92273" x="4743450" y="5746750"/>
          <p14:tracePt t="92281" x="4756150" y="5746750"/>
          <p14:tracePt t="92294" x="4768850" y="5740400"/>
          <p14:tracePt t="92301" x="4787900" y="5740400"/>
          <p14:tracePt t="92312" x="4813300" y="5740400"/>
          <p14:tracePt t="92330" x="4908550" y="5734050"/>
          <p14:tracePt t="92346" x="4984750" y="5734050"/>
          <p14:tracePt t="92363" x="5060950" y="5721350"/>
          <p14:tracePt t="92380" x="5353050" y="5715000"/>
          <p14:tracePt t="92396" x="5441950" y="5715000"/>
          <p14:tracePt t="92413" x="5543550" y="5715000"/>
          <p14:tracePt t="92429" x="5683250" y="5702300"/>
          <p14:tracePt t="92446" x="5778500" y="5695950"/>
          <p14:tracePt t="92463" x="5829300" y="5689600"/>
          <p14:tracePt t="92495" x="5835650" y="5689600"/>
          <p14:tracePt t="92533" x="5829300" y="5683250"/>
          <p14:tracePt t="92540" x="5816600" y="5683250"/>
          <p14:tracePt t="92554" x="5797550" y="5683250"/>
          <p14:tracePt t="92564" x="5759450" y="5683250"/>
          <p14:tracePt t="92578" x="5715000" y="5683250"/>
          <p14:tracePt t="92595" x="5588000" y="5683250"/>
          <p14:tracePt t="92612" x="5410200" y="5683250"/>
          <p14:tracePt t="92628" x="5308600" y="5683250"/>
          <p14:tracePt t="92647" x="5092700" y="5683250"/>
          <p14:tracePt t="92661" x="4914900" y="5683250"/>
          <p14:tracePt t="92678" x="4838700" y="5695950"/>
          <p14:tracePt t="92696" x="4749800" y="5695950"/>
          <p14:tracePt t="92711" x="4718050" y="5702300"/>
          <p14:tracePt t="92728" x="4667250" y="5708650"/>
          <p14:tracePt t="92745" x="4654550" y="5708650"/>
          <p14:tracePt t="92761" x="4629150" y="5708650"/>
          <p14:tracePt t="92778" x="4616450" y="5702300"/>
          <p14:tracePt t="92794" x="4597400" y="5676900"/>
          <p14:tracePt t="92811" x="4584700" y="5664200"/>
          <p14:tracePt t="93125" x="4533900" y="5664200"/>
          <p14:tracePt t="93132" x="4470400" y="5651500"/>
          <p14:tracePt t="93146" x="4413250" y="5645150"/>
          <p14:tracePt t="93161" x="4337050" y="5626100"/>
          <p14:tracePt t="93176" x="4191000" y="5607050"/>
          <p14:tracePt t="93193" x="4114800" y="5594350"/>
          <p14:tracePt t="93210" x="3962400" y="5581650"/>
          <p14:tracePt t="93226" x="3816350" y="5575300"/>
          <p14:tracePt t="93243" x="3752850" y="5575300"/>
          <p14:tracePt t="93260" x="3638550" y="5575300"/>
          <p14:tracePt t="93276" x="3562350" y="5575300"/>
          <p14:tracePt t="93294" x="3543300" y="5575300"/>
          <p14:tracePt t="93310" x="3505200" y="5581650"/>
          <p14:tracePt t="93326" x="3479800" y="5581650"/>
          <p14:tracePt t="93344" x="3397250" y="5581650"/>
          <p14:tracePt t="93359" x="3378200" y="5581650"/>
          <p14:tracePt t="93376" x="3346450" y="5581650"/>
          <p14:tracePt t="93393" x="3282950" y="5600700"/>
          <p14:tracePt t="93409" x="3232150" y="5613400"/>
          <p14:tracePt t="93426" x="3219450" y="5619750"/>
          <p14:tracePt t="93442" x="3200400" y="5626100"/>
          <p14:tracePt t="93483" x="3194050" y="5626100"/>
          <p14:tracePt t="93518" x="3194050" y="5632450"/>
          <p14:tracePt t="93526" x="3200400" y="5632450"/>
          <p14:tracePt t="93539" x="3213100" y="5632450"/>
          <p14:tracePt t="93546" x="3225800" y="5632450"/>
          <p14:tracePt t="93559" x="3238500" y="5632450"/>
          <p14:tracePt t="93576" x="3314700" y="5632450"/>
          <p14:tracePt t="93592" x="3378200" y="5632450"/>
          <p14:tracePt t="93609" x="3454400" y="5638800"/>
          <p14:tracePt t="93625" x="3746500" y="5651500"/>
          <p14:tracePt t="93641" x="3860800" y="5664200"/>
          <p14:tracePt t="93645" x="3968750" y="5670550"/>
          <p14:tracePt t="93661" x="4076700" y="5670550"/>
          <p14:tracePt t="93676" x="4178300" y="5670550"/>
          <p14:tracePt t="93692" x="4362450" y="5657850"/>
          <p14:tracePt t="93710" x="4489450" y="5657850"/>
          <p14:tracePt t="93725" x="4527550" y="5651500"/>
          <p14:tracePt t="93741" x="4578350" y="5651500"/>
          <p14:tracePt t="93759" x="4591050" y="5645150"/>
          <p14:tracePt t="93828" x="4584700" y="5645150"/>
          <p14:tracePt t="93835" x="4578350" y="5645150"/>
          <p14:tracePt t="93856" x="4572000" y="5645150"/>
          <p14:tracePt t="94116" x="4559300" y="5645150"/>
          <p14:tracePt t="94130" x="4546600" y="5645150"/>
          <p14:tracePt t="94137" x="4527550" y="5645150"/>
          <p14:tracePt t="94151" x="4495800" y="5645150"/>
          <p14:tracePt t="94159" x="4470400" y="5645150"/>
          <p14:tracePt t="94175" x="4432300" y="5645150"/>
          <p14:tracePt t="94189" x="4311650" y="5638800"/>
          <p14:tracePt t="94206" x="4273550" y="5638800"/>
          <p14:tracePt t="94223" x="4171950" y="5638800"/>
          <p14:tracePt t="94240" x="4127500" y="5638800"/>
          <p14:tracePt t="94257" x="4019550" y="5651500"/>
          <p14:tracePt t="94273" x="3987800" y="5657850"/>
          <p14:tracePt t="94289" x="3956050" y="5676900"/>
          <p14:tracePt t="94306" x="3924300" y="5689600"/>
          <p14:tracePt t="94323" x="3905250" y="5695950"/>
          <p14:tracePt t="94339" x="3898900" y="5702300"/>
          <p14:tracePt t="94356" x="3892550" y="5708650"/>
          <p14:tracePt t="94383" x="3886200" y="5715000"/>
          <p14:tracePt t="94418" x="3892550" y="5715000"/>
          <p14:tracePt t="94433" x="3898900" y="5721350"/>
          <p14:tracePt t="94441" x="3911600" y="5721350"/>
          <p14:tracePt t="94456" x="3924300" y="5721350"/>
          <p14:tracePt t="94472" x="3968750" y="5721350"/>
          <p14:tracePt t="94490" x="4038600" y="5727700"/>
          <p14:tracePt t="94505" x="4108450" y="5734050"/>
          <p14:tracePt t="94523" x="4171950" y="5734050"/>
          <p14:tracePt t="94539" x="4400550" y="5753100"/>
          <p14:tracePt t="94555" x="4476750" y="5753100"/>
          <p14:tracePt t="94571" x="4559300" y="5753100"/>
          <p14:tracePt t="94588" x="4686300" y="5753100"/>
          <p14:tracePt t="94604" x="4762500" y="5740400"/>
          <p14:tracePt t="94622" x="4787900" y="5740400"/>
          <p14:tracePt t="94638" x="4800600" y="5734050"/>
          <p14:tracePt t="94655" x="4806950" y="5734050"/>
          <p14:tracePt t="94693" x="4806950" y="5727700"/>
          <p14:tracePt t="94750" x="4800600" y="5727700"/>
          <p14:tracePt t="94792" x="4794250" y="5734050"/>
          <p14:tracePt t="94834" x="4787900" y="5734050"/>
          <p14:tracePt t="95364" x="4800600" y="5734050"/>
          <p14:tracePt t="95379" x="4813300" y="5734050"/>
          <p14:tracePt t="95387" x="4826000" y="5734050"/>
          <p14:tracePt t="95393" x="4838700" y="5734050"/>
          <p14:tracePt t="95407" x="4851400" y="5734050"/>
          <p14:tracePt t="95427" x="4857750" y="5734050"/>
          <p14:tracePt t="95438" x="4864100" y="5734050"/>
          <p14:tracePt t="95452" x="4870450" y="5734050"/>
          <p14:tracePt t="95468" x="4883150" y="5734050"/>
          <p14:tracePt t="95485" x="4889500" y="5734050"/>
          <p14:tracePt t="95519" x="4895850" y="5734050"/>
          <p14:tracePt t="95535" x="4902200" y="5734050"/>
          <p14:tracePt t="95551" x="4908550" y="5734050"/>
          <p14:tracePt t="95569" x="4914900" y="5734050"/>
          <p14:tracePt t="95585" x="4921250" y="5734050"/>
          <p14:tracePt t="95601" x="4927600" y="5734050"/>
          <p14:tracePt t="95619" x="4946650" y="5734050"/>
          <p14:tracePt t="95635" x="4959350" y="5734050"/>
          <p14:tracePt t="95651" x="4984750" y="5734050"/>
          <p14:tracePt t="95668" x="5016500" y="5734050"/>
          <p14:tracePt t="95684" x="5029200" y="5734050"/>
          <p14:tracePt t="95701" x="5060950" y="5734050"/>
          <p14:tracePt t="95718" x="5080000" y="5734050"/>
          <p14:tracePt t="95734" x="5086350" y="5734050"/>
          <p14:tracePt t="95751" x="5092700" y="5734050"/>
          <p14:tracePt t="95767" x="5099050" y="5734050"/>
          <p14:tracePt t="95801" x="5105400" y="5734050"/>
          <p14:tracePt t="95817" x="5105400" y="5740400"/>
          <p14:tracePt t="95851" x="5111750" y="5740400"/>
          <p14:tracePt t="95857" x="5118100" y="5746750"/>
          <p14:tracePt t="95878" x="5124450" y="5746750"/>
          <p14:tracePt t="95887" x="5130800" y="5753100"/>
          <p14:tracePt t="95901" x="5137150" y="5759450"/>
          <p14:tracePt t="95917" x="5149850" y="5765800"/>
          <p14:tracePt t="95934" x="5194300" y="5784850"/>
          <p14:tracePt t="95950" x="5270500" y="5816600"/>
          <p14:tracePt t="95967" x="5308600" y="5835650"/>
          <p14:tracePt t="95984" x="5435600" y="5873750"/>
          <p14:tracePt t="96000" x="5575300" y="5899150"/>
          <p14:tracePt t="96017" x="5657850" y="5911850"/>
          <p14:tracePt t="96033" x="5835650" y="5911850"/>
          <p14:tracePt t="96050" x="5988050" y="5905500"/>
          <p14:tracePt t="96066" x="6051550" y="5899150"/>
          <p14:tracePt t="96083" x="6210300" y="5867400"/>
          <p14:tracePt t="96100" x="6318250" y="5829300"/>
          <p14:tracePt t="96117" x="6394450" y="5810250"/>
          <p14:tracePt t="96133" x="6419850" y="5810250"/>
          <p14:tracePt t="96150" x="6438900" y="5797550"/>
          <p14:tracePt t="96153" x="6464300" y="5791200"/>
          <p14:tracePt t="96167" x="6489700" y="5784850"/>
          <p14:tracePt t="96183" x="6502400" y="5784850"/>
          <p14:tracePt t="96199" x="6515100" y="5778500"/>
          <p14:tracePt t="96216" x="6540500" y="5778500"/>
          <p14:tracePt t="96233" x="6553200" y="5778500"/>
          <p14:tracePt t="96249" x="6565900" y="5778500"/>
          <p14:tracePt t="96266" x="6578600" y="5778500"/>
          <p14:tracePt t="96283" x="6591300" y="5778500"/>
          <p14:tracePt t="96299" x="6597650" y="5778500"/>
          <p14:tracePt t="96316" x="6610350" y="5784850"/>
          <p14:tracePt t="96332" x="6635750" y="5791200"/>
          <p14:tracePt t="96349" x="6661150" y="5791200"/>
          <p14:tracePt t="96365" x="6680200" y="5791200"/>
          <p14:tracePt t="96382" x="6718300" y="5791200"/>
          <p14:tracePt t="96399" x="6775450" y="5791200"/>
          <p14:tracePt t="96415" x="6807200" y="5791200"/>
          <p14:tracePt t="96432" x="6838950" y="5791200"/>
          <p14:tracePt t="96449" x="6883400" y="5772150"/>
          <p14:tracePt t="96465" x="6927850" y="5753100"/>
          <p14:tracePt t="96482" x="6946900" y="5746750"/>
          <p14:tracePt t="96498" x="6965950" y="5734050"/>
          <p14:tracePt t="96515" x="6972300" y="5734050"/>
          <p14:tracePt t="96610" x="6965950" y="5734050"/>
          <p14:tracePt t="96652" x="6965950" y="5740400"/>
          <p14:tracePt t="96658" x="6959600" y="5740400"/>
          <p14:tracePt t="96673" x="6953250" y="5740400"/>
          <p14:tracePt t="96681" x="6946900" y="5746750"/>
          <p14:tracePt t="96697" x="6940550" y="5753100"/>
          <p14:tracePt t="96716" x="6915150" y="5765800"/>
          <p14:tracePt t="96731" x="6858000" y="5797550"/>
          <p14:tracePt t="96747" x="6800850" y="5822950"/>
          <p14:tracePt t="96765" x="6654800" y="5873750"/>
          <p14:tracePt t="96780" x="6572250" y="5905500"/>
          <p14:tracePt t="96797" x="6362700" y="5943600"/>
          <p14:tracePt t="96814" x="6146800" y="5962650"/>
          <p14:tracePt t="96830" x="6032500" y="5962650"/>
          <p14:tracePt t="96847" x="5842000" y="5962650"/>
          <p14:tracePt t="96864" x="5651500" y="5918200"/>
          <p14:tracePt t="96880" x="5556250" y="5899150"/>
          <p14:tracePt t="96897" x="5397500" y="5848350"/>
          <p14:tracePt t="96914" x="5264150" y="5791200"/>
          <p14:tracePt t="96930" x="5207000" y="5772150"/>
          <p14:tracePt t="96947" x="5130800" y="5740400"/>
          <p14:tracePt t="96963" x="5092700" y="5734050"/>
          <p14:tracePt t="96980" x="5086350" y="5734050"/>
          <p14:tracePt t="96997" x="5073650" y="5734050"/>
          <p14:tracePt t="97073" x="5080000" y="5734050"/>
          <p14:tracePt t="97081" x="5086350" y="5734050"/>
          <p14:tracePt t="97094" x="5105400" y="5734050"/>
          <p14:tracePt t="97102" x="5130800" y="5727700"/>
          <p14:tracePt t="97116" x="5162550" y="5727700"/>
          <p14:tracePt t="97130" x="5219700" y="5727700"/>
          <p14:tracePt t="97146" x="5384800" y="5727700"/>
          <p14:tracePt t="97163" x="5486400" y="5740400"/>
          <p14:tracePt t="97180" x="5753100" y="5759450"/>
          <p14:tracePt t="97196" x="6019800" y="5772150"/>
          <p14:tracePt t="97213" x="6134100" y="5765800"/>
          <p14:tracePt t="97229" x="6350000" y="5753100"/>
          <p14:tracePt t="97246" x="6508750" y="5727700"/>
          <p14:tracePt t="97262" x="6559550" y="5715000"/>
          <p14:tracePt t="97279" x="6623050" y="5683250"/>
          <p14:tracePt t="97296" x="6648450" y="5670550"/>
          <p14:tracePt t="97313" x="6661150" y="5664200"/>
          <p14:tracePt t="97376" x="6661150" y="5657850"/>
          <p14:tracePt t="97425" x="6654800" y="5657850"/>
          <p14:tracePt t="97446" x="6642100" y="5657850"/>
          <p14:tracePt t="97467" x="6623050" y="5657850"/>
          <p14:tracePt t="97475" x="6597650" y="5657850"/>
          <p14:tracePt t="97489" x="6572250" y="5657850"/>
          <p14:tracePt t="97497" x="6521450" y="5657850"/>
          <p14:tracePt t="97512" x="6457950" y="5657850"/>
          <p14:tracePt t="97528" x="6267450" y="5657850"/>
          <p14:tracePt t="97545" x="6032500" y="5657850"/>
          <p14:tracePt t="97561" x="5905500" y="5664200"/>
          <p14:tracePt t="97578" x="5651500" y="5676900"/>
          <p14:tracePt t="97595" x="5422900" y="5695950"/>
          <p14:tracePt t="97611" x="5321300" y="5708650"/>
          <p14:tracePt t="97628" x="5149850" y="5727700"/>
          <p14:tracePt t="97644" x="5060950" y="5734050"/>
          <p14:tracePt t="97660" x="5035550" y="5734050"/>
          <p14:tracePt t="97678" x="5022850" y="5734050"/>
          <p14:tracePt t="97681" x="5016500" y="5734050"/>
          <p14:tracePt t="97694" x="5010150" y="5740400"/>
          <p14:tracePt t="97711" x="5010150" y="5746750"/>
          <p14:tracePt t="97730" x="5016500" y="5746750"/>
          <p14:tracePt t="97744" x="5022850" y="5746750"/>
          <p14:tracePt t="97761" x="5060950" y="5746750"/>
          <p14:tracePt t="97778" x="5149850" y="5746750"/>
          <p14:tracePt t="97794" x="5238750" y="5759450"/>
          <p14:tracePt t="97810" x="5505450" y="5778500"/>
          <p14:tracePt t="97827" x="5797550" y="5791200"/>
          <p14:tracePt t="97844" x="5937250" y="5791200"/>
          <p14:tracePt t="97860" x="6210300" y="5784850"/>
          <p14:tracePt t="97877" x="6445250" y="5765800"/>
          <p14:tracePt t="97894" x="6534150" y="5746750"/>
          <p14:tracePt t="97912" x="6642100" y="5727700"/>
          <p14:tracePt t="97927" x="6680200" y="5715000"/>
          <p14:tracePt t="97943" x="6686550" y="5708650"/>
          <p14:tracePt t="97960" x="6686550" y="5702300"/>
          <p14:tracePt t="97976" x="6680200" y="5702300"/>
          <p14:tracePt t="97993" x="6673850" y="5702300"/>
          <p14:tracePt t="98010" x="6642100" y="5702300"/>
          <p14:tracePt t="98027" x="6610350" y="5702300"/>
          <p14:tracePt t="98043" x="6483350" y="5689600"/>
          <p14:tracePt t="98060" x="6273800" y="5683250"/>
          <p14:tracePt t="98076" x="6153150" y="5670550"/>
          <p14:tracePt t="98093" x="5854700" y="5651500"/>
          <p14:tracePt t="98109" x="5524500" y="5626100"/>
          <p14:tracePt t="98126" x="5359400" y="5613400"/>
          <p14:tracePt t="98143" x="5105400" y="5600700"/>
          <p14:tracePt t="98159" x="4902200" y="5581650"/>
          <p14:tracePt t="98176" x="4813300" y="5581650"/>
          <p14:tracePt t="98193" x="4673600" y="5562600"/>
          <p14:tracePt t="98209" x="4591050" y="5556250"/>
          <p14:tracePt t="98226" x="4565650" y="5556250"/>
          <p14:tracePt t="98243" x="4546600" y="5556250"/>
          <p14:tracePt t="98259" x="4533900" y="5556250"/>
          <p14:tracePt t="98276" x="4514850" y="5556250"/>
          <p14:tracePt t="98292" x="4502150" y="5549900"/>
          <p14:tracePt t="98308" x="4483100" y="5543550"/>
          <p14:tracePt t="98326" x="4464050" y="5530850"/>
          <p14:tracePt t="98342" x="4445000" y="5524500"/>
        </p14:tracePtLst>
      </p14:laserTraceLst>
    </p:ext>
  </p:extLs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r>
              <a:rPr lang="en-US" altLang="en-US" b="1" dirty="0" err="1"/>
              <a:t>Dataclasses</a:t>
            </a:r>
            <a:r>
              <a:rPr lang="en-US" altLang="en-US" b="1" dirty="0"/>
              <a:t> without type annotations</a:t>
            </a:r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-228600" y="762000"/>
            <a:ext cx="9372600" cy="5870448"/>
          </a:xfrm>
        </p:spPr>
        <p:txBody>
          <a:bodyPr/>
          <a:lstStyle/>
          <a:p>
            <a:pPr marL="457200" lvl="1" indent="-5715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FF0000"/>
                </a:solidFill>
              </a:rPr>
              <a:t>Q: What if you: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FF0000"/>
                </a:solidFill>
              </a:rPr>
              <a:t>Want to use </a:t>
            </a:r>
            <a:r>
              <a:rPr lang="en-US" altLang="en-US" sz="2800" dirty="0" err="1">
                <a:solidFill>
                  <a:srgbClr val="FF0000"/>
                </a:solidFill>
              </a:rPr>
              <a:t>dataclasses</a:t>
            </a:r>
            <a:r>
              <a:rPr lang="en-US" altLang="en-US" sz="2800" dirty="0">
                <a:solidFill>
                  <a:srgbClr val="FF0000"/>
                </a:solidFill>
              </a:rPr>
              <a:t> to avoid writing boilerplate.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FF0000"/>
                </a:solidFill>
              </a:rPr>
              <a:t>But </a:t>
            </a:r>
            <a:r>
              <a:rPr lang="en-US" altLang="en-US" sz="2800" spc="-50" dirty="0">
                <a:solidFill>
                  <a:srgbClr val="FF0000"/>
                </a:solidFill>
              </a:rPr>
              <a:t>don't wan</a:t>
            </a:r>
            <a:r>
              <a:rPr lang="en-US" altLang="en-US" sz="2800" dirty="0">
                <a:solidFill>
                  <a:srgbClr val="FF0000"/>
                </a:solidFill>
              </a:rPr>
              <a:t>t to annotate t</a:t>
            </a:r>
            <a:r>
              <a:rPr lang="en-US" altLang="en-US" sz="2800" spc="-50" dirty="0">
                <a:solidFill>
                  <a:srgbClr val="FF0000"/>
                </a:solidFill>
              </a:rPr>
              <a:t>he types of your</a:t>
            </a:r>
            <a:r>
              <a:rPr lang="en-US" altLang="en-US" sz="2800" dirty="0">
                <a:solidFill>
                  <a:srgbClr val="FF0000"/>
                </a:solidFill>
              </a:rPr>
              <a:t> attribut</a:t>
            </a:r>
            <a:r>
              <a:rPr lang="en-US" altLang="en-US" sz="2800" spc="-60" dirty="0">
                <a:solidFill>
                  <a:srgbClr val="FF0000"/>
                </a:solidFill>
              </a:rPr>
              <a:t>es.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1400" dirty="0">
              <a:solidFill>
                <a:srgbClr val="FF0000"/>
              </a:solidFill>
            </a:endParaRPr>
          </a:p>
          <a:p>
            <a:pPr marL="457200" lvl="1" indent="-5715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B050"/>
                </a:solidFill>
              </a:rPr>
              <a:t>A: Just annotate your attributes anyway.</a:t>
            </a:r>
          </a:p>
          <a:p>
            <a:pPr marL="457200" lvl="1" indent="-57150"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2800" dirty="0">
              <a:solidFill>
                <a:srgbClr val="FF0000"/>
              </a:solidFill>
            </a:endParaRPr>
          </a:p>
          <a:p>
            <a:pPr marL="457200" lvl="1" indent="-5715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800" spc="-50" dirty="0">
                <a:solidFill>
                  <a:srgbClr val="FF0000"/>
                </a:solidFill>
              </a:rPr>
              <a:t>Q: But what if you don't want to annotate the types,</a:t>
            </a:r>
            <a:r>
              <a:rPr lang="en-US" altLang="en-US" spc="-50" dirty="0">
                <a:solidFill>
                  <a:srgbClr val="FF0000"/>
                </a:solidFill>
              </a:rPr>
              <a:t> </a:t>
            </a:r>
            <a:r>
              <a:rPr lang="en-US" altLang="en-US" sz="2800" spc="-50" dirty="0">
                <a:solidFill>
                  <a:srgbClr val="FF0000"/>
                </a:solidFill>
              </a:rPr>
              <a:t>either: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2800" spc="-40" dirty="0">
                <a:solidFill>
                  <a:srgbClr val="FF0000"/>
                </a:solidFill>
              </a:rPr>
              <a:t>Because your attributes might allow changing types.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2800" spc="-40" dirty="0">
                <a:solidFill>
                  <a:srgbClr val="FF0000"/>
                </a:solidFill>
              </a:rPr>
              <a:t>Or because it seems like a waste of time (since </a:t>
            </a:r>
            <a:r>
              <a:rPr lang="en-US" altLang="en-US" sz="2800" dirty="0">
                <a:solidFill>
                  <a:srgbClr val="FF0000"/>
                </a:solidFill>
              </a:rPr>
              <a:t>you aren't using a type checker software).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1400" dirty="0">
              <a:solidFill>
                <a:srgbClr val="FF0000"/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22618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994"/>
    </mc:Choice>
    <mc:Fallback xmlns="">
      <p:transition spd="slow" advTm="869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1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083" x="4451350" y="5511800"/>
          <p14:tracePt t="4090" x="4451350" y="5505450"/>
          <p14:tracePt t="4100" x="4457700" y="5492750"/>
          <p14:tracePt t="4115" x="4464050" y="5461000"/>
          <p14:tracePt t="4132" x="4489450" y="5422900"/>
          <p14:tracePt t="4148" x="4546600" y="5314950"/>
          <p14:tracePt t="4165" x="4578350" y="5232400"/>
          <p14:tracePt t="4182" x="4660900" y="4997450"/>
          <p14:tracePt t="4198" x="4699000" y="4819650"/>
          <p14:tracePt t="4215" x="4813300" y="4406900"/>
          <p14:tracePt t="4231" x="4895850" y="3930650"/>
          <p14:tracePt t="4248" x="4908550" y="3689350"/>
          <p14:tracePt t="4265" x="4927600" y="3219450"/>
          <p14:tracePt t="4281" x="4902200" y="2736850"/>
          <p14:tracePt t="4298" x="4857750" y="2514600"/>
          <p14:tracePt t="4315" x="4775200" y="2012950"/>
          <p14:tracePt t="4331" x="4667250" y="1530350"/>
          <p14:tracePt t="4348" x="4648200" y="1358900"/>
          <p14:tracePt t="4365" x="4622800" y="1168400"/>
          <p14:tracePt t="4381" x="4616450" y="1092200"/>
          <p14:tracePt t="4397" x="4616450" y="1073150"/>
          <p14:tracePt t="4414" x="4616450" y="1066800"/>
          <p14:tracePt t="4456" x="4622800" y="1066800"/>
          <p14:tracePt t="4491" x="4622800" y="1073150"/>
          <p14:tracePt t="4568" x="4616450" y="1066800"/>
          <p14:tracePt t="4575" x="4610100" y="1066800"/>
          <p14:tracePt t="4589" x="4603750" y="1054100"/>
          <p14:tracePt t="4599" x="4597400" y="1054100"/>
          <p14:tracePt t="4613" x="4591050" y="1047750"/>
          <p14:tracePt t="4630" x="4584700" y="1041400"/>
          <p14:tracePt t="4647" x="4565650" y="1009650"/>
          <p14:tracePt t="4663" x="4559300" y="1003300"/>
          <p14:tracePt t="4681" x="4559300" y="996950"/>
          <p14:tracePt t="4696" x="4552950" y="990600"/>
          <p14:tracePt t="4751" x="4565650" y="990600"/>
          <p14:tracePt t="4758" x="4578350" y="984250"/>
          <p14:tracePt t="4772" x="4591050" y="984250"/>
          <p14:tracePt t="4782" x="4610100" y="977900"/>
          <p14:tracePt t="4796" x="4641850" y="977900"/>
          <p14:tracePt t="4813" x="4743450" y="965200"/>
          <p14:tracePt t="4829" x="4883150" y="958850"/>
          <p14:tracePt t="4846" x="4972050" y="946150"/>
          <p14:tracePt t="4863" x="5168900" y="927100"/>
          <p14:tracePt t="4879" x="5257800" y="914400"/>
          <p14:tracePt t="4896" x="5448300" y="895350"/>
          <p14:tracePt t="4913" x="5537200" y="895350"/>
          <p14:tracePt t="4929" x="5727700" y="876300"/>
          <p14:tracePt t="4945" x="5822950" y="863600"/>
          <p14:tracePt t="4963" x="5962650" y="844550"/>
          <p14:tracePt t="4979" x="6032500" y="838200"/>
          <p14:tracePt t="4995" x="6070600" y="825500"/>
          <p14:tracePt t="5012" x="6165850" y="819150"/>
          <p14:tracePt t="5029" x="6203950" y="819150"/>
          <p14:tracePt t="5046" x="6242050" y="812800"/>
          <p14:tracePt t="5061" x="6292850" y="812800"/>
          <p14:tracePt t="5079" x="6324600" y="812800"/>
          <p14:tracePt t="5095" x="6343650" y="812800"/>
          <p14:tracePt t="5111" x="6375400" y="806450"/>
          <p14:tracePt t="5128" x="6381750" y="806450"/>
          <p14:tracePt t="5146" x="6394450" y="800100"/>
          <p14:tracePt t="5161" x="6400800" y="800100"/>
          <p14:tracePt t="5178" x="6407150" y="800100"/>
          <p14:tracePt t="5195" x="6413500" y="800100"/>
          <p14:tracePt t="5215" x="6419850" y="800100"/>
          <p14:tracePt t="5532" x="6407150" y="800100"/>
          <p14:tracePt t="5546" x="6388100" y="812800"/>
          <p14:tracePt t="5553" x="6356350" y="825500"/>
          <p14:tracePt t="5562" x="6324600" y="850900"/>
          <p14:tracePt t="5576" x="6292850" y="876300"/>
          <p14:tracePt t="5593" x="6229350" y="927100"/>
          <p14:tracePt t="5610" x="6102350" y="1035050"/>
          <p14:tracePt t="5626" x="5937250" y="1181100"/>
          <p14:tracePt t="5643" x="5842000" y="1263650"/>
          <p14:tracePt t="5660" x="5651500" y="1473200"/>
          <p14:tracePt t="5676" x="5448300" y="1727200"/>
          <p14:tracePt t="5694" x="5276850" y="1936750"/>
          <p14:tracePt t="5710" x="5200650" y="2032000"/>
          <p14:tracePt t="5726" x="5073650" y="2203450"/>
          <p14:tracePt t="5743" x="4965700" y="2362200"/>
          <p14:tracePt t="5759" x="4914900" y="2432050"/>
          <p14:tracePt t="5776" x="4813300" y="2559050"/>
          <p14:tracePt t="5793" x="4730750" y="2673350"/>
          <p14:tracePt t="5809" x="4692650" y="2730500"/>
          <p14:tracePt t="5826" x="4648200" y="2768600"/>
          <p14:tracePt t="5842" x="4559300" y="2857500"/>
          <p14:tracePt t="5859" x="4552950" y="2870200"/>
          <p14:tracePt t="35745" x="4514850" y="2870200"/>
          <p14:tracePt t="35751" x="4476750" y="2870200"/>
          <p14:tracePt t="35766" x="4432300" y="2870200"/>
          <p14:tracePt t="35775" x="4381500" y="2882900"/>
          <p14:tracePt t="35788" x="4343400" y="2882900"/>
          <p14:tracePt t="35805" x="4235450" y="2889250"/>
          <p14:tracePt t="35823" x="4108450" y="2901950"/>
          <p14:tracePt t="35839" x="4032250" y="2908300"/>
          <p14:tracePt t="35855" x="3848100" y="2940050"/>
          <p14:tracePt t="35872" x="3708400" y="2959100"/>
          <p14:tracePt t="35889" x="3619500" y="2959100"/>
          <p14:tracePt t="35906" x="3524250" y="2965450"/>
          <p14:tracePt t="35921" x="3333750" y="2965450"/>
          <p14:tracePt t="35938" x="3143250" y="2952750"/>
          <p14:tracePt t="35955" x="3016250" y="2946400"/>
          <p14:tracePt t="35972" x="2914650" y="2978150"/>
          <p14:tracePt t="76148" x="2914650" y="2997200"/>
          <p14:tracePt t="76155" x="2914650" y="3028950"/>
          <p14:tracePt t="76165" x="2933700" y="3060700"/>
          <p14:tracePt t="76183" x="2965450" y="3155950"/>
          <p14:tracePt t="76199" x="2984500" y="3206750"/>
          <p14:tracePt t="76216" x="3016250" y="3257550"/>
          <p14:tracePt t="76233" x="3105150" y="3346450"/>
          <p14:tracePt t="76249" x="3200400" y="3429000"/>
          <p14:tracePt t="76266" x="3289300" y="3517900"/>
          <p14:tracePt t="76282" x="3435350" y="3606800"/>
          <p14:tracePt t="76299" x="3536950" y="3670300"/>
          <p14:tracePt t="76315" x="3625850" y="3727450"/>
          <p14:tracePt t="76332" x="3727450" y="3759200"/>
          <p14:tracePt t="76349" x="3778250" y="3771900"/>
          <p14:tracePt t="76366" x="3835400" y="3778250"/>
          <p14:tracePt t="76382" x="3873500" y="3784600"/>
          <p14:tracePt t="76399" x="3924300" y="3797300"/>
          <p14:tracePt t="76415" x="3994150" y="3822700"/>
          <p14:tracePt t="76431" x="4044950" y="3829050"/>
          <p14:tracePt t="76448" x="4095750" y="3841750"/>
          <p14:tracePt t="76465" x="4165600" y="3841750"/>
          <p14:tracePt t="76482" x="4235450" y="3841750"/>
          <p14:tracePt t="76499" x="4298950" y="3848100"/>
          <p14:tracePt t="76514" x="4419600" y="3860800"/>
          <p14:tracePt t="76531" x="4533900" y="3867150"/>
          <p14:tracePt t="76549" x="4667250" y="3873500"/>
          <p14:tracePt t="76564" x="4756150" y="3873500"/>
          <p14:tracePt t="76581" x="4838700" y="3873500"/>
          <p14:tracePt t="76599" x="4984750" y="3886200"/>
          <p14:tracePt t="76614" x="5048250" y="3886200"/>
          <p14:tracePt t="76631" x="5118100" y="3879850"/>
          <p14:tracePt t="76648" x="5156200" y="3873500"/>
          <p14:tracePt t="76664" x="5168900" y="3873500"/>
          <p14:tracePt t="76703" x="5168900" y="3867150"/>
          <p14:tracePt t="76724" x="5162550" y="3867150"/>
          <p14:tracePt t="76733" x="5143500" y="3873500"/>
          <p14:tracePt t="76747" x="5099050" y="3886200"/>
          <p14:tracePt t="76763" x="5010150" y="3917950"/>
          <p14:tracePt t="76781" x="4838700" y="3962400"/>
          <p14:tracePt t="76797" x="4692650" y="3994150"/>
          <p14:tracePt t="76814" x="4521200" y="4044950"/>
          <p14:tracePt t="76830" x="4273550" y="4095750"/>
          <p14:tracePt t="76847" x="4064000" y="4152900"/>
          <p14:tracePt t="76863" x="3949700" y="4178300"/>
          <p14:tracePt t="76880" x="3778250" y="4235450"/>
          <p14:tracePt t="76897" x="3644900" y="4286250"/>
          <p14:tracePt t="76914" x="3530600" y="4343400"/>
          <p14:tracePt t="76930" x="3473450" y="4362450"/>
          <p14:tracePt t="76947" x="3416300" y="4381500"/>
          <p14:tracePt t="76964" x="3352800" y="4413250"/>
          <p14:tracePt t="76979" x="3333750" y="4419600"/>
          <p14:tracePt t="76996" x="3308350" y="4432300"/>
          <p14:tracePt t="77013" x="3244850" y="4457700"/>
          <p14:tracePt t="77029" x="3225800" y="4457700"/>
          <p14:tracePt t="77046" x="3213100" y="4464050"/>
          <p14:tracePt t="77063" x="3162300" y="4470400"/>
          <p14:tracePt t="77079" x="3124200" y="4476750"/>
          <p14:tracePt t="77096" x="3092450" y="4476750"/>
          <p14:tracePt t="77112" x="3035300" y="4476750"/>
          <p14:tracePt t="77129" x="2965450" y="4470400"/>
          <p14:tracePt t="77147" x="2895600" y="4451350"/>
          <p14:tracePt t="77162" x="2851150" y="4432300"/>
          <p14:tracePt t="77179" x="2755900" y="4406900"/>
          <p14:tracePt t="77196" x="2692400" y="4375150"/>
          <p14:tracePt t="77212" x="2673350" y="4343400"/>
          <p14:tracePt t="77888" x="2673350" y="4298950"/>
          <p14:tracePt t="77902" x="2679700" y="4248150"/>
          <p14:tracePt t="77909" x="2692400" y="4203700"/>
          <p14:tracePt t="77923" x="2705100" y="4165600"/>
          <p14:tracePt t="77930" x="2724150" y="4108450"/>
          <p14:tracePt t="77943" x="2736850" y="4057650"/>
          <p14:tracePt t="77959" x="2743200" y="3975100"/>
          <p14:tracePt t="77976" x="2755900" y="3810000"/>
          <p14:tracePt t="77993" x="2736850" y="3536950"/>
          <p14:tracePt t="78009" x="2698750" y="3333750"/>
          <p14:tracePt t="78026" x="2603500" y="2952750"/>
          <p14:tracePt t="78043" x="2495550" y="2673350"/>
          <p14:tracePt t="78059" x="2444750" y="2565400"/>
          <p14:tracePt t="78076" x="2349500" y="2387600"/>
          <p14:tracePt t="78093" x="2279650" y="2273300"/>
          <p14:tracePt t="78109" x="2241550" y="2228850"/>
          <p14:tracePt t="78126" x="2171700" y="2159000"/>
          <p14:tracePt t="78142" x="2114550" y="2114550"/>
          <p14:tracePt t="78159" x="2095500" y="2108200"/>
          <p14:tracePt t="78162" x="2070100" y="2095500"/>
          <p14:tracePt t="78176" x="2057400" y="2089150"/>
          <p14:tracePt t="78191" x="2044700" y="2089150"/>
          <p14:tracePt t="78212" x="2032000" y="2082800"/>
          <p14:tracePt t="78226" x="2025650" y="2076450"/>
          <p14:tracePt t="78242" x="2012950" y="2070100"/>
          <p14:tracePt t="78258" x="2006600" y="2070100"/>
          <p14:tracePt t="78359" x="2006600" y="2076450"/>
          <p14:tracePt t="78380" x="2012950" y="2076450"/>
          <p14:tracePt t="78394" x="2025650" y="2076450"/>
          <p14:tracePt t="78401" x="2038350" y="2076450"/>
          <p14:tracePt t="78415" x="2057400" y="2076450"/>
          <p14:tracePt t="78424" x="2070100" y="2082800"/>
          <p14:tracePt t="78441" x="2095500" y="2082800"/>
          <p14:tracePt t="78458" x="2203450" y="2101850"/>
          <p14:tracePt t="78475" x="2368550" y="2120900"/>
          <p14:tracePt t="78491" x="2476500" y="2133600"/>
          <p14:tracePt t="78508" x="2711450" y="2139950"/>
          <p14:tracePt t="78524" x="3009900" y="2152650"/>
          <p14:tracePt t="78541" x="3143250" y="2165350"/>
          <p14:tracePt t="78558" x="3467100" y="2178050"/>
          <p14:tracePt t="78574" x="3619500" y="2178050"/>
          <p14:tracePt t="78591" x="3943350" y="2190750"/>
          <p14:tracePt t="78607" x="4184650" y="2209800"/>
          <p14:tracePt t="78624" x="4286250" y="2209800"/>
          <p14:tracePt t="78641" x="4591050" y="2209800"/>
          <p14:tracePt t="78658" x="4667250" y="2216150"/>
          <p14:tracePt t="78674" x="4730750" y="2216150"/>
          <p14:tracePt t="78677" x="4781550" y="2216150"/>
          <p14:tracePt t="78690" x="4838700" y="2216150"/>
          <p14:tracePt t="78707" x="4940300" y="2197100"/>
          <p14:tracePt t="78724" x="5041900" y="2171700"/>
          <p14:tracePt t="78740" x="5067300" y="2171700"/>
          <p14:tracePt t="78757" x="5149850" y="2146300"/>
          <p14:tracePt t="78774" x="5207000" y="2146300"/>
          <p14:tracePt t="78790" x="5226050" y="2139950"/>
          <p14:tracePt t="78807" x="5270500" y="2133600"/>
          <p14:tracePt t="78823" x="5283200" y="2133600"/>
          <p14:tracePt t="78840" x="5295900" y="2133600"/>
          <p14:tracePt t="78907" x="5295900" y="2127250"/>
          <p14:tracePt t="78921" x="5289550" y="2127250"/>
          <p14:tracePt t="78964" x="5283200" y="2127250"/>
          <p14:tracePt t="78985" x="5270500" y="2127250"/>
          <p14:tracePt t="78991" x="5264150" y="2127250"/>
          <p14:tracePt t="79007" x="5257800" y="2127250"/>
          <p14:tracePt t="79013" x="5238750" y="2133600"/>
          <p14:tracePt t="79027" x="5226050" y="2139950"/>
          <p14:tracePt t="79039" x="5213350" y="2146300"/>
          <p14:tracePt t="79056" x="5156200" y="2165350"/>
          <p14:tracePt t="79073" x="5099050" y="2184400"/>
          <p14:tracePt t="79090" x="4978400" y="2241550"/>
          <p14:tracePt t="79106" x="4806950" y="2305050"/>
          <p14:tracePt t="79122" x="4699000" y="2349500"/>
          <p14:tracePt t="79139" x="4464050" y="2419350"/>
          <p14:tracePt t="79155" x="4171950" y="2527300"/>
          <p14:tracePt t="79172" x="4032250" y="2571750"/>
          <p14:tracePt t="79189" x="3727450" y="2692400"/>
          <p14:tracePt t="79205" x="3448050" y="2813050"/>
          <p14:tracePt t="79222" x="3302000" y="2882900"/>
          <p14:tracePt t="79239" x="3073400" y="3016250"/>
          <p14:tracePt t="79255" x="2965450" y="3092450"/>
          <p14:tracePt t="79272" x="2787650" y="3238500"/>
          <p14:tracePt t="79288" x="2647950" y="3371850"/>
          <p14:tracePt t="79305" x="2584450" y="3429000"/>
          <p14:tracePt t="79323" x="2463800" y="3517900"/>
          <p14:tracePt t="79338" x="2432050" y="3517900"/>
          <p14:tracePt t="79355" x="2419350" y="3524250"/>
          <p14:tracePt t="79371" x="2413000" y="3524250"/>
          <p14:tracePt t="79909" x="2393950" y="3549650"/>
          <p14:tracePt t="79916" x="2355850" y="3606800"/>
          <p14:tracePt t="79930" x="2330450" y="3651250"/>
          <p14:tracePt t="79939" x="2279650" y="3714750"/>
          <p14:tracePt t="79952" x="2254250" y="3759200"/>
          <p14:tracePt t="79969" x="2228850" y="3803650"/>
          <p14:tracePt t="79987" x="2178050" y="3879850"/>
          <p14:tracePt t="80003" x="2152650" y="3930650"/>
          <p14:tracePt t="80020" x="2139950" y="3949700"/>
          <p14:tracePt t="80036" x="2133600" y="3968750"/>
          <p14:tracePt t="80052" x="2120900" y="3981450"/>
          <p14:tracePt t="80085" x="2120900" y="3987800"/>
          <p14:tracePt t="80218" x="2127250" y="3987800"/>
          <p14:tracePt t="80239" x="2133600" y="3987800"/>
          <p14:tracePt t="80253" x="2139950" y="3987800"/>
          <p14:tracePt t="80261" x="2146300" y="3987800"/>
          <p14:tracePt t="80269" x="2152650" y="3987800"/>
          <p14:tracePt t="80289" x="2165350" y="3994150"/>
          <p14:tracePt t="80304" x="2190750" y="4000500"/>
          <p14:tracePt t="80318" x="2216150" y="4000500"/>
          <p14:tracePt t="80335" x="2286000" y="4013200"/>
          <p14:tracePt t="80352" x="2374900" y="4038600"/>
          <p14:tracePt t="80368" x="2438400" y="4051300"/>
          <p14:tracePt t="80385" x="2546350" y="4076700"/>
          <p14:tracePt t="80402" x="2679700" y="4095750"/>
          <p14:tracePt t="80418" x="2743200" y="4095750"/>
          <p14:tracePt t="80435" x="2857500" y="4114800"/>
          <p14:tracePt t="80451" x="2965450" y="4114800"/>
          <p14:tracePt t="80468" x="2990850" y="4114800"/>
          <p14:tracePt t="80485" x="3048000" y="4102100"/>
          <p14:tracePt t="80500" x="3067050" y="4102100"/>
          <p14:tracePt t="80518" x="3073400" y="4102100"/>
          <p14:tracePt t="80534" x="3079750" y="4102100"/>
          <p14:tracePt t="80619" x="3079750" y="4095750"/>
          <p14:tracePt t="80626" x="3079750" y="4089400"/>
          <p14:tracePt t="81046" x="3086100" y="4089400"/>
          <p14:tracePt t="81053" x="3111500" y="4083050"/>
          <p14:tracePt t="81068" x="3136900" y="4076700"/>
          <p14:tracePt t="81082" x="3206750" y="4057650"/>
          <p14:tracePt t="81099" x="3257550" y="4051300"/>
          <p14:tracePt t="81116" x="3308350" y="4051300"/>
          <p14:tracePt t="81132" x="3460750" y="4051300"/>
          <p14:tracePt t="81149" x="3651250" y="4051300"/>
          <p14:tracePt t="81166" x="3892550" y="4038600"/>
          <p14:tracePt t="81181" x="4006850" y="4038600"/>
          <p14:tracePt t="81199" x="4248150" y="4019550"/>
          <p14:tracePt t="81216" x="4451350" y="4006850"/>
          <p14:tracePt t="81231" x="4540250" y="4000500"/>
          <p14:tracePt t="81249" x="4711700" y="3975100"/>
          <p14:tracePt t="81265" x="4845050" y="3949700"/>
          <p14:tracePt t="81281" x="4908550" y="3930650"/>
          <p14:tracePt t="81298" x="4997450" y="3898900"/>
          <p14:tracePt t="81314" x="5067300" y="3879850"/>
          <p14:tracePt t="81331" x="5099050" y="3873500"/>
          <p14:tracePt t="81349" x="5143500" y="3867150"/>
          <p14:tracePt t="81364" x="5194300" y="3854450"/>
          <p14:tracePt t="81381" x="5207000" y="3848100"/>
          <p14:tracePt t="81398" x="5238750" y="3841750"/>
          <p14:tracePt t="81414" x="5251450" y="3841750"/>
          <p14:tracePt t="81431" x="5289550" y="3829050"/>
          <p14:tracePt t="81448" x="5308600" y="3822700"/>
          <p14:tracePt t="81464" x="5314950" y="3816350"/>
          <p14:tracePt t="81481" x="5321300" y="3803650"/>
          <p14:tracePt t="81513" x="5321300" y="3810000"/>
          <p14:tracePt t="81538" x="5314950" y="3810000"/>
          <p14:tracePt t="81886" x="5384800" y="3810000"/>
          <p14:tracePt t="81900" x="5461000" y="3790950"/>
          <p14:tracePt t="81907" x="5543550" y="3784600"/>
          <p14:tracePt t="81921" x="5632450" y="3771900"/>
          <p14:tracePt t="81930" x="5721350" y="3740150"/>
          <p14:tracePt t="81946" x="5816600" y="3721100"/>
          <p14:tracePt t="81963" x="6007100" y="3670300"/>
          <p14:tracePt t="81979" x="6197600" y="3600450"/>
          <p14:tracePt t="81996" x="6286500" y="3568700"/>
          <p14:tracePt t="82013" x="6464300" y="3473450"/>
          <p14:tracePt t="82029" x="6597650" y="3397250"/>
          <p14:tracePt t="82045" x="6654800" y="3359150"/>
          <p14:tracePt t="82063" x="6724650" y="3308350"/>
          <p14:tracePt t="82079" x="6750050" y="3289300"/>
          <p14:tracePt t="82095" x="6750050" y="3276600"/>
          <p14:tracePt t="82111" x="6756400" y="3270250"/>
          <p14:tracePt t="82237" x="6762750" y="3276600"/>
          <p14:tracePt t="82259" x="6769100" y="3276600"/>
          <p14:tracePt t="82273" x="6775450" y="3276600"/>
          <p14:tracePt t="82281" x="6781800" y="3282950"/>
          <p14:tracePt t="82295" x="6794500" y="3282950"/>
          <p14:tracePt t="82311" x="6851650" y="3282950"/>
          <p14:tracePt t="82328" x="6883400" y="3282950"/>
          <p14:tracePt t="82344" x="6959600" y="3289300"/>
          <p14:tracePt t="82361" x="7061200" y="3295650"/>
          <p14:tracePt t="82378" x="7194550" y="3295650"/>
          <p14:tracePt t="82394" x="7245350" y="3295650"/>
          <p14:tracePt t="82411" x="7296150" y="3295650"/>
          <p14:tracePt t="82428" x="7442200" y="3295650"/>
          <p14:tracePt t="82444" x="7473950" y="3295650"/>
          <p14:tracePt t="82461" x="7493000" y="3295650"/>
          <p14:tracePt t="82477" x="7524750" y="3289300"/>
          <p14:tracePt t="82494" x="7543800" y="3289300"/>
          <p14:tracePt t="82527" x="7550150" y="3282950"/>
          <p14:tracePt t="82751" x="7537450" y="3282950"/>
          <p14:tracePt t="82765" x="7524750" y="3282950"/>
          <p14:tracePt t="82772" x="7505700" y="3282950"/>
          <p14:tracePt t="82779" x="7467600" y="3289300"/>
          <p14:tracePt t="82795" x="7423150" y="3302000"/>
          <p14:tracePt t="82810" x="7359650" y="3308350"/>
          <p14:tracePt t="82826" x="7200900" y="3346450"/>
          <p14:tracePt t="82843" x="7004050" y="3390900"/>
          <p14:tracePt t="82859" x="6915150" y="3409950"/>
          <p14:tracePt t="82876" x="6731000" y="3460750"/>
          <p14:tracePt t="82892" x="6597650" y="3517900"/>
          <p14:tracePt t="82909" x="6540500" y="3536950"/>
          <p14:tracePt t="82926" x="6457950" y="3575050"/>
          <p14:tracePt t="82942" x="6400800" y="3594100"/>
          <p14:tracePt t="82959" x="6381750" y="3606800"/>
          <p14:tracePt t="82976" x="6337300" y="3632200"/>
          <p14:tracePt t="82992" x="6311900" y="3644900"/>
          <p14:tracePt t="83009" x="6299200" y="3651250"/>
          <p14:tracePt t="83026" x="6280150" y="3663950"/>
          <p14:tracePt t="83042" x="6273800" y="3670300"/>
          <p14:tracePt t="83059" x="6261100" y="3670300"/>
          <p14:tracePt t="83075" x="6242050" y="3695700"/>
          <p14:tracePt t="83092" x="6229350" y="3702050"/>
          <p14:tracePt t="83110" x="6197600" y="3740150"/>
          <p14:tracePt t="83125" x="6146800" y="3784600"/>
          <p14:tracePt t="83142" x="6108700" y="3822700"/>
          <p14:tracePt t="83159" x="6019800" y="3905250"/>
          <p14:tracePt t="83175" x="5911850" y="4000500"/>
          <p14:tracePt t="83191" x="5854700" y="4038600"/>
          <p14:tracePt t="83208" x="5740400" y="4133850"/>
          <p14:tracePt t="83224" x="5613400" y="4241800"/>
          <p14:tracePt t="83241" x="5537200" y="4305300"/>
          <p14:tracePt t="83258" x="5422900" y="4419600"/>
          <p14:tracePt t="83275" x="5327650" y="4527550"/>
          <p14:tracePt t="83293" x="5276850" y="4584700"/>
          <p14:tracePt t="83308" x="5264150" y="4603750"/>
          <p14:tracePt t="83324" x="5245100" y="4616450"/>
          <p14:tracePt t="83827" x="5219700" y="4616450"/>
          <p14:tracePt t="83834" x="5181600" y="4616450"/>
          <p14:tracePt t="83848" x="5130800" y="4616450"/>
          <p14:tracePt t="83856" x="5060950" y="4616450"/>
          <p14:tracePt t="83872" x="4984750" y="4616450"/>
          <p14:tracePt t="83890" x="4857750" y="4622800"/>
          <p14:tracePt t="83906" x="4718050" y="4622800"/>
          <p14:tracePt t="83922" x="4654550" y="4635500"/>
          <p14:tracePt t="83940" x="4508500" y="4622800"/>
          <p14:tracePt t="83955" x="4432300" y="4622800"/>
          <p14:tracePt t="83972" x="4267200" y="4610100"/>
          <p14:tracePt t="83989" x="4133850" y="4603750"/>
          <p14:tracePt t="84005" x="4083050" y="4603750"/>
          <p14:tracePt t="84022" x="3981450" y="4603750"/>
          <p14:tracePt t="84039" x="3905250" y="4648200"/>
          <p14:tracePt t="84055" x="3854450" y="4686300"/>
          <p14:tracePt t="84072" x="3829050" y="4730750"/>
          <p14:tracePt t="84089" x="3816350" y="4730750"/>
        </p14:tracePtLst>
      </p14:laserTraceLst>
    </p:ext>
  </p:extLs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r>
              <a:rPr lang="en-US" altLang="en-US" b="1" dirty="0" err="1"/>
              <a:t>Dataclasses</a:t>
            </a:r>
            <a:r>
              <a:rPr lang="en-US" altLang="en-US" b="1" dirty="0"/>
              <a:t> without type annotations</a:t>
            </a:r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-228600" y="762000"/>
            <a:ext cx="9372600" cy="5870448"/>
          </a:xfrm>
        </p:spPr>
        <p:txBody>
          <a:bodyPr/>
          <a:lstStyle/>
          <a:p>
            <a:pPr marL="457200" lvl="1" indent="-5715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Q: What if you: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</a:rPr>
              <a:t>Want to use </a:t>
            </a:r>
            <a:r>
              <a:rPr lang="en-US" altLang="en-US" sz="2800" dirty="0" err="1">
                <a:solidFill>
                  <a:schemeClr val="tx1"/>
                </a:solidFill>
              </a:rPr>
              <a:t>dataclasses</a:t>
            </a:r>
            <a:r>
              <a:rPr lang="en-US" altLang="en-US" sz="2800" dirty="0">
                <a:solidFill>
                  <a:schemeClr val="tx1"/>
                </a:solidFill>
              </a:rPr>
              <a:t> to avoid writing boilerplate.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</a:rPr>
              <a:t>But </a:t>
            </a:r>
            <a:r>
              <a:rPr lang="en-US" altLang="en-US" sz="2800" spc="-50" dirty="0">
                <a:solidFill>
                  <a:schemeClr val="tx1"/>
                </a:solidFill>
              </a:rPr>
              <a:t>don't wan</a:t>
            </a:r>
            <a:r>
              <a:rPr lang="en-US" altLang="en-US" sz="2800" dirty="0">
                <a:solidFill>
                  <a:schemeClr val="tx1"/>
                </a:solidFill>
              </a:rPr>
              <a:t>t to annotate t</a:t>
            </a:r>
            <a:r>
              <a:rPr lang="en-US" altLang="en-US" sz="2800" spc="-50" dirty="0">
                <a:solidFill>
                  <a:schemeClr val="tx1"/>
                </a:solidFill>
              </a:rPr>
              <a:t>he types of your</a:t>
            </a:r>
            <a:r>
              <a:rPr lang="en-US" altLang="en-US" sz="2800" dirty="0">
                <a:solidFill>
                  <a:schemeClr val="tx1"/>
                </a:solidFill>
              </a:rPr>
              <a:t> attribut</a:t>
            </a:r>
            <a:r>
              <a:rPr lang="en-US" altLang="en-US" sz="2800" spc="-60" dirty="0">
                <a:solidFill>
                  <a:schemeClr val="tx1"/>
                </a:solidFill>
              </a:rPr>
              <a:t>es.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1400" dirty="0">
              <a:solidFill>
                <a:schemeClr val="tx1"/>
              </a:solidFill>
            </a:endParaRPr>
          </a:p>
          <a:p>
            <a:pPr marL="457200" lvl="1" indent="-5715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tx1"/>
                </a:solidFill>
              </a:rPr>
              <a:t>A: Just annotate your attributes anyway.</a:t>
            </a:r>
          </a:p>
          <a:p>
            <a:pPr marL="457200" lvl="1" indent="-57150"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2800" dirty="0">
              <a:solidFill>
                <a:srgbClr val="FF0000"/>
              </a:solidFill>
            </a:endParaRPr>
          </a:p>
          <a:p>
            <a:pPr marL="457200" lvl="1" indent="-5715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800" spc="-50" dirty="0">
                <a:solidFill>
                  <a:schemeClr val="tx1"/>
                </a:solidFill>
              </a:rPr>
              <a:t>Q: But what if you don't want to annotate the types,</a:t>
            </a:r>
            <a:r>
              <a:rPr lang="en-US" altLang="en-US" spc="-50" dirty="0">
                <a:solidFill>
                  <a:schemeClr val="tx1"/>
                </a:solidFill>
              </a:rPr>
              <a:t> </a:t>
            </a:r>
            <a:r>
              <a:rPr lang="en-US" altLang="en-US" sz="2800" spc="-50" dirty="0">
                <a:solidFill>
                  <a:schemeClr val="tx1"/>
                </a:solidFill>
              </a:rPr>
              <a:t>either: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2800" spc="-40" dirty="0">
                <a:solidFill>
                  <a:schemeClr val="tx1"/>
                </a:solidFill>
              </a:rPr>
              <a:t>Because your attributes might allow changing types.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2800" spc="-40" dirty="0">
                <a:solidFill>
                  <a:schemeClr val="tx1"/>
                </a:solidFill>
              </a:rPr>
              <a:t>Or because it seems like a waste of time (since </a:t>
            </a:r>
            <a:r>
              <a:rPr lang="en-US" altLang="en-US" sz="2800" dirty="0">
                <a:solidFill>
                  <a:schemeClr val="tx1"/>
                </a:solidFill>
              </a:rPr>
              <a:t>you aren't using a type checker software).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1400" dirty="0">
              <a:solidFill>
                <a:srgbClr val="FF0000"/>
              </a:solidFill>
            </a:endParaRP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sz="2800" dirty="0">
                <a:solidFill>
                  <a:srgbClr val="00B050"/>
                </a:solidFill>
              </a:rPr>
              <a:t>A: Well</a:t>
            </a:r>
            <a:r>
              <a:rPr lang="en-US" sz="2800" dirty="0">
                <a:solidFill>
                  <a:srgbClr val="00B050"/>
                </a:solidFill>
              </a:rPr>
              <a:t>: </a:t>
            </a:r>
            <a:r>
              <a:rPr lang="en-US" sz="2800" dirty="0" err="1">
                <a:solidFill>
                  <a:srgbClr val="00B050"/>
                </a:solidFill>
              </a:rPr>
              <a:t>dataclasses</a:t>
            </a:r>
            <a:r>
              <a:rPr lang="en-US" sz="2800" dirty="0">
                <a:solidFill>
                  <a:srgbClr val="00B050"/>
                </a:solidFill>
              </a:rPr>
              <a:t> do not require</a:t>
            </a:r>
            <a:r>
              <a:rPr lang="en-US" sz="2800" b="1" dirty="0">
                <a:solidFill>
                  <a:srgbClr val="00B050"/>
                </a:solidFill>
              </a:rPr>
              <a:t> </a:t>
            </a:r>
            <a:r>
              <a:rPr lang="en-US" sz="2800" i="1" dirty="0">
                <a:solidFill>
                  <a:srgbClr val="00B050"/>
                </a:solidFill>
              </a:rPr>
              <a:t>type</a:t>
            </a:r>
            <a:r>
              <a:rPr lang="en-US" sz="2800" b="1" dirty="0">
                <a:solidFill>
                  <a:srgbClr val="00B050"/>
                </a:solidFill>
              </a:rPr>
              <a:t> </a:t>
            </a:r>
            <a:r>
              <a:rPr lang="en-US" sz="2800" dirty="0">
                <a:solidFill>
                  <a:srgbClr val="00B050"/>
                </a:solidFill>
              </a:rPr>
              <a:t>annotations. Despite what most examples show, you can annotate with "whatever". And there are two other easy choices: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B050"/>
                </a:solidFill>
              </a:rPr>
              <a:t>Use a … (ellipse), or use "object" (without the </a:t>
            </a:r>
            <a:r>
              <a:rPr lang="en-US" sz="2800" dirty="0" err="1">
                <a:solidFill>
                  <a:srgbClr val="00B050"/>
                </a:solidFill>
              </a:rPr>
              <a:t>qoutes</a:t>
            </a:r>
            <a:r>
              <a:rPr lang="en-US" sz="2800" dirty="0">
                <a:solidFill>
                  <a:srgbClr val="00B050"/>
                </a:solidFill>
              </a:rPr>
              <a:t>).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16100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206"/>
    </mc:Choice>
    <mc:Fallback xmlns="">
      <p:transition spd="slow" advTm="612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" dur="500"/>
                                        <p:tgtEl>
                                          <p:spTgt spid="317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17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3805" x="3797300" y="4699000"/>
          <p14:tracePt t="3812" x="3771900" y="4629150"/>
          <p14:tracePt t="3820" x="3752850" y="4559300"/>
          <p14:tracePt t="3838" x="3702050" y="4387850"/>
          <p14:tracePt t="3855" x="3549650" y="4044950"/>
          <p14:tracePt t="3871" x="3441700" y="3790950"/>
          <p14:tracePt t="3888" x="3352800" y="3568700"/>
          <p14:tracePt t="3904" x="3206750" y="3263900"/>
          <p14:tracePt t="3921" x="3117850" y="3105150"/>
          <p14:tracePt t="3938" x="3028950" y="2965450"/>
          <p14:tracePt t="3941" x="2990850" y="2908300"/>
          <p14:tracePt t="3954" x="2933700" y="2806700"/>
          <p14:tracePt t="3971" x="2882900" y="2736850"/>
          <p14:tracePt t="3988" x="2844800" y="2705100"/>
          <p14:tracePt t="4004" x="2832100" y="2698750"/>
          <p14:tracePt t="4020" x="2832100" y="2692400"/>
          <p14:tracePt t="4038" x="2819400" y="2686050"/>
          <p14:tracePt t="4054" x="2800350" y="2679700"/>
          <p14:tracePt t="4070" x="2787650" y="2660650"/>
          <p14:tracePt t="4087" x="2755900" y="2641600"/>
          <p14:tracePt t="4104" x="2730500" y="2628900"/>
          <p14:tracePt t="4120" x="2686050" y="2597150"/>
          <p14:tracePt t="4137" x="2609850" y="2527300"/>
          <p14:tracePt t="4153" x="2546350" y="2495550"/>
          <p14:tracePt t="4171" x="2463800" y="2444750"/>
          <p14:tracePt t="4186" x="2413000" y="2419350"/>
          <p14:tracePt t="4203" x="2387600" y="2413000"/>
          <p14:tracePt t="4221" x="2374900" y="2413000"/>
          <p14:tracePt t="4236" x="2368550" y="2413000"/>
          <p14:tracePt t="4389" x="2368550" y="2419350"/>
          <p14:tracePt t="4458" x="2368550" y="2425700"/>
          <p14:tracePt t="4495" x="2368550" y="2432050"/>
          <p14:tracePt t="4516" x="2368550" y="2438400"/>
          <p14:tracePt t="4565" x="2368550" y="2444750"/>
          <p14:tracePt t="4656" x="2368550" y="2451100"/>
          <p14:tracePt t="4670" x="2381250" y="2457450"/>
          <p14:tracePt t="4677" x="2387600" y="2457450"/>
          <p14:tracePt t="4686" x="2400300" y="2463800"/>
          <p14:tracePt t="4701" x="2432050" y="2470150"/>
          <p14:tracePt t="4718" x="2482850" y="2476500"/>
          <p14:tracePt t="4734" x="2616200" y="2495550"/>
          <p14:tracePt t="4751" x="2717800" y="2495550"/>
          <p14:tracePt t="4770" x="2908300" y="2495550"/>
          <p14:tracePt t="4784" x="3054350" y="2495550"/>
          <p14:tracePt t="4801" x="3168650" y="2495550"/>
          <p14:tracePt t="4818" x="3340100" y="2482850"/>
          <p14:tracePt t="4834" x="3403600" y="2482850"/>
          <p14:tracePt t="4851" x="3460750" y="2482850"/>
          <p14:tracePt t="4868" x="3517900" y="2476500"/>
          <p14:tracePt t="4884" x="3549650" y="2476500"/>
          <p14:tracePt t="4901" x="3562350" y="2476500"/>
          <p14:tracePt t="4917" x="3581400" y="2476500"/>
          <p14:tracePt t="4934" x="3594100" y="2476500"/>
          <p14:tracePt t="4951" x="3606800" y="2476500"/>
          <p14:tracePt t="4967" x="3613150" y="2476500"/>
          <p14:tracePt t="4984" x="3625850" y="2482850"/>
          <p14:tracePt t="5001" x="3676650" y="2495550"/>
          <p14:tracePt t="5017" x="3695700" y="2501900"/>
          <p14:tracePt t="5034" x="3790950" y="2527300"/>
          <p14:tracePt t="5051" x="3949700" y="2559050"/>
          <p14:tracePt t="5066" x="4038600" y="2565400"/>
          <p14:tracePt t="5083" x="4241800" y="2571750"/>
          <p14:tracePt t="5100" x="4457700" y="2565400"/>
          <p14:tracePt t="5116" x="4559300" y="2552700"/>
          <p14:tracePt t="5134" x="4775200" y="2540000"/>
          <p14:tracePt t="5150" x="4933950" y="2514600"/>
          <p14:tracePt t="5166" x="4997450" y="2501900"/>
          <p14:tracePt t="5184" x="5073650" y="2482850"/>
          <p14:tracePt t="5199" x="5111750" y="2476500"/>
          <p14:tracePt t="5216" x="5137150" y="2476500"/>
          <p14:tracePt t="5233" x="5156200" y="2476500"/>
          <p14:tracePt t="5250" x="5181600" y="2476500"/>
          <p14:tracePt t="5266" x="5194300" y="2476500"/>
          <p14:tracePt t="5283" x="5226050" y="2476500"/>
          <p14:tracePt t="5300" x="5289550" y="2476500"/>
          <p14:tracePt t="5316" x="5327650" y="2476500"/>
          <p14:tracePt t="5333" x="5410200" y="2476500"/>
          <p14:tracePt t="5349" x="5486400" y="2476500"/>
          <p14:tracePt t="5367" x="5549900" y="2476500"/>
          <p14:tracePt t="5382" x="5600700" y="2476500"/>
          <p14:tracePt t="5399" x="5619750" y="2463800"/>
          <p14:tracePt t="5416" x="5645150" y="2463800"/>
          <p14:tracePt t="5432" x="5657850" y="2463800"/>
          <p14:tracePt t="5449" x="5664200" y="2463800"/>
          <p14:tracePt t="5634" x="5657850" y="2463800"/>
          <p14:tracePt t="5704" x="5651500" y="2463800"/>
          <p14:tracePt t="5746" x="5645150" y="2463800"/>
          <p14:tracePt t="5802" x="5638800" y="2463800"/>
          <p14:tracePt t="5816" x="5632450" y="2463800"/>
          <p14:tracePt t="5823" x="5626100" y="2463800"/>
          <p14:tracePt t="5833" x="5619750" y="2463800"/>
          <p14:tracePt t="5847" x="5613400" y="2470150"/>
          <p14:tracePt t="5864" x="5607050" y="2476500"/>
          <p14:tracePt t="5881" x="5588000" y="2495550"/>
          <p14:tracePt t="5897" x="5562600" y="2508250"/>
          <p14:tracePt t="5914" x="5499100" y="2565400"/>
          <p14:tracePt t="5930" x="5403850" y="2654300"/>
          <p14:tracePt t="5947" x="5359400" y="2686050"/>
          <p14:tracePt t="5964" x="5251450" y="2774950"/>
          <p14:tracePt t="5980" x="5162550" y="2863850"/>
          <p14:tracePt t="5997" x="5086350" y="2959100"/>
          <p14:tracePt t="6014" x="5035550" y="3035300"/>
          <p14:tracePt t="6030" x="5016500" y="3079750"/>
          <p14:tracePt t="6046" x="5010150" y="3117850"/>
          <p14:tracePt t="6063" x="5010150" y="3187700"/>
          <p14:tracePt t="6080" x="5010150" y="3238500"/>
          <p14:tracePt t="6097" x="5048250" y="3371850"/>
          <p14:tracePt t="6113" x="5143500" y="3536950"/>
          <p14:tracePt t="6130" x="5181600" y="3619500"/>
          <p14:tracePt t="6147" x="5257800" y="3746500"/>
          <p14:tracePt t="6163" x="5327650" y="3854450"/>
          <p14:tracePt t="6180" x="5353050" y="3892550"/>
          <p14:tracePt t="6197" x="5416550" y="3987800"/>
          <p14:tracePt t="6213" x="5429250" y="4013200"/>
          <p14:tracePt t="6232" x="5441950" y="4044950"/>
          <p14:tracePt t="6246" x="5454650" y="4057650"/>
          <p14:tracePt t="6279" x="5454650" y="4064000"/>
          <p14:tracePt t="6365" x="5454650" y="4076700"/>
          <p14:tracePt t="6380" x="5454650" y="4083050"/>
          <p14:tracePt t="6386" x="5454650" y="4095750"/>
          <p14:tracePt t="6395" x="5454650" y="4102100"/>
          <p14:tracePt t="6412" x="5454650" y="4114800"/>
          <p14:tracePt t="6429" x="5454650" y="4127500"/>
          <p14:tracePt t="6445" x="5454650" y="4133850"/>
          <p14:tracePt t="6464" x="5454650" y="4159250"/>
          <p14:tracePt t="6495" x="5454650" y="4165600"/>
          <p14:tracePt t="6534" x="5448300" y="4171950"/>
          <p14:tracePt t="6569" x="5448300" y="4178300"/>
          <p14:tracePt t="6576" x="5441950" y="4184650"/>
          <p14:tracePt t="6590" x="5441950" y="4191000"/>
          <p14:tracePt t="6603" x="5441950" y="4197350"/>
          <p14:tracePt t="6625" x="5441950" y="4203700"/>
          <p14:tracePt t="6646" x="5435600" y="4210050"/>
          <p14:tracePt t="6662" x="5435600" y="4216400"/>
          <p14:tracePt t="6667" x="5429250" y="4222750"/>
          <p14:tracePt t="6678" x="5429250" y="4235450"/>
          <p14:tracePt t="6694" x="5422900" y="4248150"/>
          <p14:tracePt t="6711" x="5410200" y="4273550"/>
          <p14:tracePt t="6728" x="5397500" y="4292600"/>
          <p14:tracePt t="6745" x="5372100" y="4349750"/>
          <p14:tracePt t="6761" x="5365750" y="4362450"/>
          <p14:tracePt t="6778" x="5359400" y="4368800"/>
          <p14:tracePt t="6794" x="5353050" y="4387850"/>
          <p14:tracePt t="6811" x="5353050" y="4394200"/>
          <p14:tracePt t="6844" x="5346700" y="4400550"/>
          <p14:tracePt t="6860" x="5340350" y="4406900"/>
          <p14:tracePt t="6878" x="5340350" y="4413250"/>
          <p14:tracePt t="6893" x="5327650" y="4419600"/>
          <p14:tracePt t="6910" x="5321300" y="4425950"/>
          <p14:tracePt t="6928" x="5308600" y="4438650"/>
          <p14:tracePt t="6944" x="5295900" y="4451350"/>
          <p14:tracePt t="6960" x="5276850" y="4476750"/>
          <p14:tracePt t="6977" x="5251450" y="4495800"/>
          <p14:tracePt t="6994" x="5232400" y="4521200"/>
          <p14:tracePt t="7010" x="5219700" y="4540250"/>
          <p14:tracePt t="7027" x="5168900" y="4635500"/>
          <p14:tracePt t="7043" x="5143500" y="4667250"/>
          <p14:tracePt t="7061" x="5124450" y="4686300"/>
          <p14:tracePt t="7076" x="5092700" y="4756150"/>
          <p14:tracePt t="7109" x="5099050" y="4749800"/>
          <p14:tracePt t="7520" x="5092700" y="4768850"/>
          <p14:tracePt t="7534" x="5073650" y="4787900"/>
          <p14:tracePt t="7543" x="5060950" y="4813300"/>
          <p14:tracePt t="7549" x="5048250" y="4826000"/>
          <p14:tracePt t="7562" x="5022850" y="4857750"/>
          <p14:tracePt t="7575" x="5010150" y="4876800"/>
          <p14:tracePt t="7591" x="4972050" y="4921250"/>
          <p14:tracePt t="7608" x="4959350" y="4940300"/>
          <p14:tracePt t="7626" x="4927600" y="4972050"/>
          <p14:tracePt t="7641" x="4889500" y="5003800"/>
          <p14:tracePt t="7658" x="4870450" y="5016500"/>
          <p14:tracePt t="7675" x="4794250" y="5060950"/>
          <p14:tracePt t="7691" x="4705350" y="5092700"/>
          <p14:tracePt t="7708" x="4648200" y="5124450"/>
          <p14:tracePt t="7725" x="4559300" y="5137150"/>
          <p14:tracePt t="7741" x="4489450" y="5149850"/>
          <p14:tracePt t="7758" x="4368800" y="5168900"/>
          <p14:tracePt t="7774" x="4241800" y="5168900"/>
          <p14:tracePt t="7791" x="4178300" y="5168900"/>
          <p14:tracePt t="7807" x="4025900" y="5156200"/>
          <p14:tracePt t="7824" x="3879850" y="5143500"/>
          <p14:tracePt t="7840" x="3803650" y="5137150"/>
          <p14:tracePt t="7858" x="3663950" y="5124450"/>
          <p14:tracePt t="7874" x="3568700" y="5118100"/>
          <p14:tracePt t="7890" x="3505200" y="5105400"/>
          <p14:tracePt t="7907" x="3397250" y="5092700"/>
          <p14:tracePt t="7924" x="3289300" y="5054600"/>
          <p14:tracePt t="7940" x="3232150" y="5022850"/>
          <p14:tracePt t="7957" x="3130550" y="4991100"/>
          <p14:tracePt t="7973" x="3048000" y="4946650"/>
          <p14:tracePt t="7990" x="3016250" y="4927600"/>
          <p14:tracePt t="8006" x="2927350" y="4902200"/>
          <p14:tracePt t="8023" x="2889250" y="4895850"/>
          <p14:tracePt t="8041" x="2800350" y="4864100"/>
          <p14:tracePt t="8056" x="2774950" y="4857750"/>
          <p14:tracePt t="8073" x="2755900" y="4857750"/>
          <p14:tracePt t="8090" x="2717800" y="4851400"/>
          <p14:tracePt t="8106" x="2692400" y="4845050"/>
          <p14:tracePt t="8123" x="2686050" y="4845050"/>
          <p14:tracePt t="8139" x="2673350" y="4845050"/>
          <p14:tracePt t="8173" x="2667000" y="4845050"/>
          <p14:tracePt t="8195" x="2667000" y="4838700"/>
          <p14:tracePt t="8308" x="2679700" y="4838700"/>
          <p14:tracePt t="8315" x="2686050" y="4838700"/>
          <p14:tracePt t="8324" x="2698750" y="4838700"/>
          <p14:tracePt t="8338" x="2717800" y="4838700"/>
          <p14:tracePt t="8355" x="2743200" y="4838700"/>
          <p14:tracePt t="8373" x="2870200" y="4838700"/>
          <p14:tracePt t="8388" x="3086100" y="4864100"/>
          <p14:tracePt t="8406" x="3232150" y="4889500"/>
          <p14:tracePt t="8421" x="3581400" y="4959350"/>
          <p14:tracePt t="8438" x="4006850" y="5029200"/>
          <p14:tracePt t="8456" x="4400550" y="5099050"/>
          <p14:tracePt t="8472" x="4565650" y="5111750"/>
          <p14:tracePt t="8488" x="4819650" y="5118100"/>
          <p14:tracePt t="8506" x="5048250" y="5118100"/>
          <p14:tracePt t="8522" x="5137150" y="5105400"/>
          <p14:tracePt t="8539" x="5289550" y="5073650"/>
          <p14:tracePt t="8555" x="5391150" y="5048250"/>
          <p14:tracePt t="8571" x="5429250" y="5041900"/>
          <p14:tracePt t="8589" x="5461000" y="5035550"/>
          <p14:tracePt t="8604" x="5505450" y="5035550"/>
          <p14:tracePt t="8621" x="5518150" y="5035550"/>
          <p14:tracePt t="8639" x="5530850" y="5035550"/>
          <p14:tracePt t="8654" x="5537200" y="5035550"/>
          <p14:tracePt t="8671" x="5562600" y="5035550"/>
          <p14:tracePt t="8688" x="5575300" y="5035550"/>
          <p14:tracePt t="8704" x="5600700" y="5035550"/>
          <p14:tracePt t="8721" x="5632450" y="5035550"/>
          <p14:tracePt t="8737" x="5664200" y="5041900"/>
          <p14:tracePt t="8754" x="5683250" y="5041900"/>
          <p14:tracePt t="8771" x="5734050" y="5048250"/>
          <p14:tracePt t="8787" x="5784850" y="5048250"/>
          <p14:tracePt t="8804" x="5803900" y="5048250"/>
          <p14:tracePt t="8821" x="5848350" y="5054600"/>
          <p14:tracePt t="8839" x="5867400" y="5054600"/>
          <p14:tracePt t="8854" x="5892800" y="5054600"/>
          <p14:tracePt t="8871" x="5956300" y="5073650"/>
          <p14:tracePt t="8886" x="5975350" y="5073650"/>
          <p14:tracePt t="8904" x="6013450" y="5073650"/>
          <p14:tracePt t="8920" x="6045200" y="5080000"/>
          <p14:tracePt t="8936" x="6057900" y="5080000"/>
          <p14:tracePt t="8953" x="6089650" y="5080000"/>
          <p14:tracePt t="8970" x="6121400" y="5092700"/>
          <p14:tracePt t="8986" x="6134100" y="5092700"/>
          <p14:tracePt t="9004" x="6184900" y="5105400"/>
          <p14:tracePt t="9020" x="6216650" y="5111750"/>
          <p14:tracePt t="9036" x="6235700" y="5118100"/>
          <p14:tracePt t="9054" x="6254750" y="5137150"/>
          <p14:tracePt t="9070" x="6261100" y="5149850"/>
          <p14:tracePt t="22199" x="6146800" y="5156200"/>
          <p14:tracePt t="22206" x="5962650" y="5168900"/>
          <p14:tracePt t="22213" x="5772150" y="5181600"/>
          <p14:tracePt t="22228" x="5568950" y="5219700"/>
          <p14:tracePt t="22241" x="5302250" y="5251450"/>
          <p14:tracePt t="22257" x="4813300" y="5295900"/>
          <p14:tracePt t="22274" x="4572000" y="5321300"/>
          <p14:tracePt t="22291" x="4095750" y="5410200"/>
          <p14:tracePt t="22307" x="3714750" y="5486400"/>
          <p14:tracePt t="22324" x="3536950" y="5543550"/>
          <p14:tracePt t="22341" x="3194050" y="5645150"/>
          <p14:tracePt t="22357" x="3003550" y="5708650"/>
          <p14:tracePt t="22361" x="2832100" y="5746750"/>
          <p14:tracePt t="22375" x="2590800" y="5822950"/>
          <p14:tracePt t="22390" x="2495550" y="5867400"/>
          <p14:tracePt t="22407" x="2419350" y="5905500"/>
          <p14:tracePt t="22424" x="2184400" y="6026150"/>
          <p14:tracePt t="22440" x="2127250" y="6051550"/>
          <p14:tracePt t="22457" x="2082800" y="6089650"/>
          <p14:tracePt t="22473" x="2006600" y="6153150"/>
          <p14:tracePt t="22490" x="1930400" y="6203950"/>
          <p14:tracePt t="22506" x="1898650" y="6210300"/>
          <p14:tracePt t="22523" x="1847850" y="6229350"/>
          <p14:tracePt t="22539" x="1784350" y="6223000"/>
          <p14:tracePt t="22557" x="1714500" y="6191250"/>
          <p14:tracePt t="22573" x="1682750" y="6178550"/>
          <p14:tracePt t="22590" x="1644650" y="6153150"/>
          <p14:tracePt t="22607" x="1644650" y="6121400"/>
          <p14:tracePt t="22926" x="1638300" y="6102350"/>
          <p14:tracePt t="22940" x="1625600" y="6070600"/>
          <p14:tracePt t="22947" x="1587500" y="6026150"/>
          <p14:tracePt t="22961" x="1568450" y="5981700"/>
          <p14:tracePt t="22971" x="1530350" y="5937250"/>
          <p14:tracePt t="22988" x="1517650" y="5905500"/>
          <p14:tracePt t="23004" x="1473200" y="5848350"/>
          <p14:tracePt t="23021" x="1460500" y="5829300"/>
          <p14:tracePt t="23038" x="1435100" y="5784850"/>
          <p14:tracePt t="23055" x="1416050" y="5740400"/>
          <p14:tracePt t="23071" x="1390650" y="5708650"/>
          <p14:tracePt t="23089" x="1377950" y="5676900"/>
          <p14:tracePt t="23104" x="1371600" y="5670550"/>
          <p14:tracePt t="23121" x="1371600" y="5664200"/>
          <p14:tracePt t="23138" x="1358900" y="5657850"/>
          <p14:tracePt t="23411" x="1352550" y="5657850"/>
          <p14:tracePt t="23439" x="1358900" y="5657850"/>
          <p14:tracePt t="23461" x="1365250" y="5657850"/>
          <p14:tracePt t="23481" x="1371600" y="5657850"/>
          <p14:tracePt t="23488" x="1377950" y="5657850"/>
          <p14:tracePt t="23503" x="1390650" y="5657850"/>
          <p14:tracePt t="23509" x="1409700" y="5657850"/>
          <p14:tracePt t="23524" x="1441450" y="5657850"/>
          <p14:tracePt t="23536" x="1466850" y="5657850"/>
          <p14:tracePt t="23553" x="1593850" y="5664200"/>
          <p14:tracePt t="23569" x="1670050" y="5664200"/>
          <p14:tracePt t="23587" x="1885950" y="5676900"/>
          <p14:tracePt t="23603" x="2114550" y="5689600"/>
          <p14:tracePt t="23620" x="2222500" y="5689600"/>
          <p14:tracePt t="23636" x="2451100" y="5689600"/>
          <p14:tracePt t="23652" x="2628900" y="5689600"/>
          <p14:tracePt t="23669" x="2705100" y="5689600"/>
          <p14:tracePt t="23686" x="2825750" y="5683250"/>
          <p14:tracePt t="23702" x="2895600" y="5676900"/>
          <p14:tracePt t="23719" x="2921000" y="5676900"/>
          <p14:tracePt t="23736" x="2952750" y="5676900"/>
          <p14:tracePt t="23752" x="2959100" y="5676900"/>
          <p14:tracePt t="23769" x="2978150" y="5670550"/>
          <p14:tracePt t="23785" x="2990850" y="5670550"/>
          <p14:tracePt t="23882" x="2984500" y="5670550"/>
          <p14:tracePt t="23903" x="2978150" y="5664200"/>
          <p14:tracePt t="23910" x="2971800" y="5664200"/>
          <p14:tracePt t="23924" x="2965450" y="5664200"/>
          <p14:tracePt t="23939" x="2952750" y="5670550"/>
          <p14:tracePt t="23952" x="2940050" y="5676900"/>
          <p14:tracePt t="23968" x="2870200" y="5721350"/>
          <p14:tracePt t="23985" x="2730500" y="5791200"/>
          <p14:tracePt t="24002" x="2533650" y="5880100"/>
          <p14:tracePt t="24018" x="2425700" y="5937250"/>
          <p14:tracePt t="24035" x="2305050" y="6000750"/>
          <p14:tracePt t="24052" x="1974850" y="6146800"/>
          <p14:tracePt t="24068" x="1873250" y="6203950"/>
          <p14:tracePt t="24084" x="1765300" y="6242050"/>
          <p14:tracePt t="24101" x="1593850" y="6305550"/>
          <p14:tracePt t="24118" x="1447800" y="6343650"/>
          <p14:tracePt t="24134" x="1397000" y="6350000"/>
          <p14:tracePt t="24151" x="1327150" y="6369050"/>
          <p14:tracePt t="24167" x="1282700" y="6375400"/>
          <p14:tracePt t="24185" x="1263650" y="6375400"/>
          <p14:tracePt t="24200" x="1250950" y="6375400"/>
          <p14:tracePt t="24217" x="1250950" y="6381750"/>
          <p14:tracePt t="24234" x="1238250" y="6381750"/>
          <p14:tracePt t="24251" x="1231900" y="6381750"/>
          <p14:tracePt t="24267" x="1219200" y="6375400"/>
          <p14:tracePt t="24284" x="1206500" y="6356350"/>
          <p14:tracePt t="24300" x="1200150" y="6343650"/>
          <p14:tracePt t="24317" x="1187450" y="6337300"/>
          <p14:tracePt t="24333" x="1123950" y="6273800"/>
          <p14:tracePt t="24350" x="1111250" y="6242050"/>
          <p14:tracePt t="24367" x="1079500" y="6229350"/>
          <p14:tracePt t="24809" x="1092200" y="6229350"/>
          <p14:tracePt t="24816" x="1123950" y="6229350"/>
          <p14:tracePt t="24830" x="1149350" y="6216650"/>
          <p14:tracePt t="24838" x="1181100" y="6210300"/>
          <p14:tracePt t="24848" x="1200150" y="6210300"/>
          <p14:tracePt t="24866" x="1231900" y="6197600"/>
          <p14:tracePt t="24882" x="1244600" y="6191250"/>
          <p14:tracePt t="24898" x="1257300" y="6184900"/>
          <p14:tracePt t="24901" x="1282700" y="6178550"/>
          <p14:tracePt t="24915" x="1295400" y="6172200"/>
          <p14:tracePt t="24931" x="1301750" y="6165850"/>
          <p14:tracePt t="24948" x="1314450" y="6165850"/>
          <p14:tracePt t="24965" x="1327150" y="6159500"/>
          <p14:tracePt t="24981" x="1339850" y="6159500"/>
          <p14:tracePt t="25014" x="1358900" y="6159500"/>
          <p14:tracePt t="25031" x="1365250" y="6159500"/>
          <p14:tracePt t="25048" x="1371600" y="6159500"/>
          <p14:tracePt t="25081" x="1377950" y="6159500"/>
          <p14:tracePt t="25112" x="1384300" y="6159500"/>
          <p14:tracePt t="25182" x="1390650" y="6159500"/>
          <p14:tracePt t="25189" x="1397000" y="6159500"/>
          <p14:tracePt t="25198" x="1403350" y="6159500"/>
          <p14:tracePt t="25217" x="1409700" y="6165850"/>
          <p14:tracePt t="25233" x="1416050" y="6165850"/>
          <p14:tracePt t="25247" x="1422400" y="6165850"/>
          <p14:tracePt t="25264" x="1435100" y="6172200"/>
          <p14:tracePt t="25281" x="1466850" y="6178550"/>
          <p14:tracePt t="25297" x="1479550" y="6178550"/>
          <p14:tracePt t="25314" x="1524000" y="6191250"/>
          <p14:tracePt t="25331" x="1581150" y="6210300"/>
          <p14:tracePt t="25346" x="1600200" y="6210300"/>
          <p14:tracePt t="25363" x="1657350" y="6216650"/>
          <p14:tracePt t="25380" x="1708150" y="6223000"/>
          <p14:tracePt t="25396" x="1727200" y="6223000"/>
          <p14:tracePt t="25414" x="1758950" y="6223000"/>
          <p14:tracePt t="25430" x="1797050" y="6223000"/>
          <p14:tracePt t="25446" x="1809750" y="6223000"/>
          <p14:tracePt t="25463" x="1822450" y="6229350"/>
          <p14:tracePt t="25479" x="1841500" y="6235700"/>
          <p14:tracePt t="25496" x="1847850" y="6235700"/>
          <p14:tracePt t="25513" x="1860550" y="6235700"/>
          <p14:tracePt t="25529" x="1873250" y="6235700"/>
          <p14:tracePt t="25583" x="1879600" y="6235700"/>
          <p14:tracePt t="27971" x="1917700" y="6235700"/>
          <p14:tracePt t="27978" x="1955800" y="6235700"/>
          <p14:tracePt t="27992" x="2006600" y="6235700"/>
          <p14:tracePt t="28004" x="2057400" y="6235700"/>
          <p14:tracePt t="28021" x="2159000" y="6235700"/>
          <p14:tracePt t="28037" x="2209800" y="6235700"/>
          <p14:tracePt t="28054" x="2362200" y="6235700"/>
          <p14:tracePt t="28071" x="2565400" y="6235700"/>
          <p14:tracePt t="28087" x="2679700" y="6235700"/>
          <p14:tracePt t="28105" x="2959100" y="6235700"/>
          <p14:tracePt t="28120" x="3244850" y="6216650"/>
          <p14:tracePt t="28137" x="3371850" y="6210300"/>
          <p14:tracePt t="28154" x="3587750" y="6178550"/>
          <p14:tracePt t="28170" x="3695700" y="6153150"/>
          <p14:tracePt t="28187" x="3873500" y="6134100"/>
          <p14:tracePt t="28204" x="4019550" y="6115050"/>
          <p14:tracePt t="28220" x="4070350" y="6096000"/>
          <p14:tracePt t="28237" x="4140200" y="6076950"/>
          <p14:tracePt t="28253" x="4248150" y="6051550"/>
          <p14:tracePt t="28270" x="4305300" y="6045200"/>
          <p14:tracePt t="28287" x="4343400" y="6038850"/>
          <p14:tracePt t="28303" x="4387850" y="6038850"/>
          <p14:tracePt t="28320" x="4406900" y="6038850"/>
          <p14:tracePt t="28337" x="4432300" y="6038850"/>
          <p14:tracePt t="28353" x="4457700" y="6038850"/>
          <p14:tracePt t="28369" x="4470400" y="6038850"/>
          <p14:tracePt t="28386" x="4483100" y="6038850"/>
          <p14:tracePt t="28403" x="4489450" y="6038850"/>
          <p14:tracePt t="28420" x="4495800" y="6045200"/>
          <p14:tracePt t="28436" x="4514850" y="6051550"/>
          <p14:tracePt t="28453" x="4521200" y="6051550"/>
          <p14:tracePt t="28457" x="4533900" y="6057900"/>
          <p14:tracePt t="28470" x="4559300" y="6064250"/>
          <p14:tracePt t="28486" x="4565650" y="6064250"/>
          <p14:tracePt t="28502" x="4578350" y="6070600"/>
          <p14:tracePt t="28520" x="4616450" y="6070600"/>
          <p14:tracePt t="28536" x="4635500" y="6070600"/>
          <p14:tracePt t="28552" x="4641850" y="6070600"/>
          <p14:tracePt t="28569" x="4654550" y="6070600"/>
          <p14:tracePt t="28585" x="4660900" y="6070600"/>
          <p14:tracePt t="28927" x="4667250" y="6070600"/>
          <p14:tracePt t="28935" x="4673600" y="6070600"/>
          <p14:tracePt t="28948" x="4679950" y="6070600"/>
          <p14:tracePt t="28955" x="4686300" y="6070600"/>
          <p14:tracePt t="28967" x="4699000" y="6070600"/>
          <p14:tracePt t="28984" x="4724400" y="6076950"/>
          <p14:tracePt t="29001" x="4756150" y="6076950"/>
          <p14:tracePt t="29017" x="4775200" y="6076950"/>
          <p14:tracePt t="29034" x="4838700" y="6089650"/>
          <p14:tracePt t="29051" x="4933950" y="6089650"/>
          <p14:tracePt t="29068" x="5035550" y="6096000"/>
          <p14:tracePt t="29084" x="5099050" y="6096000"/>
          <p14:tracePt t="29101" x="5207000" y="6096000"/>
          <p14:tracePt t="29117" x="5276850" y="6096000"/>
          <p14:tracePt t="29134" x="5295900" y="6096000"/>
          <p14:tracePt t="29150" x="5321300" y="6096000"/>
          <p14:tracePt t="29167" x="5334000" y="6096000"/>
          <p14:tracePt t="29243" x="5334000" y="6102350"/>
          <p14:tracePt t="29265" x="5327650" y="6102350"/>
          <p14:tracePt t="32884" x="5276850" y="6102350"/>
          <p14:tracePt t="32891" x="5245100" y="6102350"/>
          <p14:tracePt t="32907" x="5200650" y="6108700"/>
          <p14:tracePt t="32920" x="5143500" y="6102350"/>
          <p14:tracePt t="32937" x="5041900" y="6102350"/>
          <p14:tracePt t="32954" x="4946650" y="6089650"/>
          <p14:tracePt t="32970" x="4895850" y="6089650"/>
          <p14:tracePt t="32987" x="4762500" y="6076950"/>
          <p14:tracePt t="33004" x="4622800" y="6070600"/>
          <p14:tracePt t="33020" x="4559300" y="6057900"/>
          <p14:tracePt t="33037" x="4464050" y="6057900"/>
          <p14:tracePt t="33054" x="4419600" y="6051550"/>
          <p14:tracePt t="33070" x="4394200" y="6051550"/>
          <p14:tracePt t="33087" x="4381500" y="6045200"/>
          <p14:tracePt t="33103" x="4368800" y="6045200"/>
          <p14:tracePt t="33137" x="4362450" y="6045200"/>
          <p14:tracePt t="33153" x="4356100" y="6051550"/>
          <p14:tracePt t="33173" x="4349750" y="6051550"/>
          <p14:tracePt t="33643" x="4349750" y="6057900"/>
          <p14:tracePt t="33763" x="4349750" y="6064250"/>
          <p14:tracePt t="33882" x="4343400" y="6064250"/>
          <p14:tracePt t="33903" x="4337050" y="6064250"/>
          <p14:tracePt t="33910" x="4324350" y="6064250"/>
          <p14:tracePt t="33925" x="4311650" y="6064250"/>
          <p14:tracePt t="33933" x="4292600" y="6064250"/>
          <p14:tracePt t="33950" x="4273550" y="6064250"/>
          <p14:tracePt t="33967" x="4152900" y="6051550"/>
          <p14:tracePt t="33983" x="3975100" y="6013450"/>
          <p14:tracePt t="34000" x="3854450" y="5981700"/>
          <p14:tracePt t="34017" x="3600450" y="5924550"/>
          <p14:tracePt t="34033" x="3435350" y="5892800"/>
          <p14:tracePt t="34050" x="3136900" y="5835650"/>
          <p14:tracePt t="34066" x="2844800" y="5784850"/>
          <p14:tracePt t="34083" x="2679700" y="5778500"/>
          <p14:tracePt t="34100" x="2406650" y="5740400"/>
          <p14:tracePt t="34116" x="2165350" y="5721350"/>
          <p14:tracePt t="34133" x="2051050" y="5721350"/>
          <p14:tracePt t="34150" x="1847850" y="5727700"/>
          <p14:tracePt t="34166" x="1695450" y="5746750"/>
          <p14:tracePt t="34183" x="1638300" y="5765800"/>
          <p14:tracePt t="34200" x="1543050" y="5791200"/>
          <p14:tracePt t="34216" x="1473200" y="5816600"/>
          <p14:tracePt t="34233" x="1447800" y="5822950"/>
          <p14:tracePt t="34249" x="1409700" y="5829300"/>
          <p14:tracePt t="34266" x="1384300" y="5835650"/>
          <p14:tracePt t="34283" x="1358900" y="5842000"/>
          <p14:tracePt t="34299" x="1339850" y="5842000"/>
          <p14:tracePt t="34315" x="1320800" y="5842000"/>
          <p14:tracePt t="34333" x="1282700" y="5842000"/>
          <p14:tracePt t="34349" x="1250950" y="5842000"/>
          <p14:tracePt t="34365" x="1238250" y="5835650"/>
          <p14:tracePt t="34382" x="1219200" y="5835650"/>
          <p14:tracePt t="34399" x="1212850" y="5835650"/>
          <p14:tracePt t="34416" x="1206500" y="5829300"/>
          <p14:tracePt t="34449" x="1200150" y="5829300"/>
          <p14:tracePt t="34528" x="1200150" y="5822950"/>
          <p14:tracePt t="34536" x="1193800" y="5822950"/>
          <p14:tracePt t="34548" x="1193800" y="5816600"/>
          <p14:tracePt t="34567" x="1187450" y="5810250"/>
          <p14:tracePt t="34586" x="1187450" y="5803900"/>
          <p14:tracePt t="34607" x="1187450" y="5797550"/>
          <p14:tracePt t="34634" x="1187450" y="5791200"/>
          <p14:tracePt t="34649" x="1187450" y="5784850"/>
          <p14:tracePt t="34656" x="1187450" y="5778500"/>
          <p14:tracePt t="34670" x="1187450" y="5772150"/>
          <p14:tracePt t="34684" x="1187450" y="5765800"/>
          <p14:tracePt t="34719" x="1187450" y="5759450"/>
          <p14:tracePt t="34747" x="1187450" y="5753100"/>
          <p14:tracePt t="34754" x="1187450" y="5746750"/>
          <p14:tracePt t="34796" x="1187450" y="5740400"/>
          <p14:tracePt t="34824" x="1187450" y="5734050"/>
          <p14:tracePt t="34845" x="1187450" y="5727700"/>
          <p14:tracePt t="34880" x="1181100" y="5727700"/>
          <p14:tracePt t="34894" x="1181100" y="5721350"/>
          <p14:tracePt t="34930" x="1181100" y="5715000"/>
          <p14:tracePt t="34965" x="1193800" y="5708650"/>
          <p14:tracePt t="34980" x="1200150" y="5708650"/>
          <p14:tracePt t="34986" x="1212850" y="5708650"/>
          <p14:tracePt t="35000" x="1231900" y="5702300"/>
          <p14:tracePt t="35014" x="1270000" y="5702300"/>
          <p14:tracePt t="35030" x="1365250" y="5702300"/>
          <p14:tracePt t="35046" x="1416050" y="5689600"/>
          <p14:tracePt t="35064" x="1555750" y="5689600"/>
          <p14:tracePt t="35080" x="1720850" y="5683250"/>
          <p14:tracePt t="35096" x="1809750" y="5683250"/>
          <p14:tracePt t="35113" x="1993900" y="5664200"/>
          <p14:tracePt t="35129" x="2171700" y="5645150"/>
          <p14:tracePt t="35146" x="2235200" y="5632450"/>
          <p14:tracePt t="35163" x="2343150" y="5613400"/>
          <p14:tracePt t="35179" x="2400300" y="5613400"/>
          <p14:tracePt t="35197" x="2432050" y="5607050"/>
          <p14:tracePt t="35212" x="2463800" y="5607050"/>
          <p14:tracePt t="35229" x="2476500" y="5607050"/>
          <p14:tracePt t="35246" x="2495550" y="5607050"/>
          <p14:tracePt t="35528" x="2495550" y="5613400"/>
          <p14:tracePt t="35570" x="2508250" y="5613400"/>
          <p14:tracePt t="35584" x="2508250" y="5619750"/>
          <p14:tracePt t="35591" x="2520950" y="5626100"/>
          <p14:tracePt t="35598" x="2546350" y="5632450"/>
          <p14:tracePt t="35614" x="2578100" y="5664200"/>
          <p14:tracePt t="35628" x="2635250" y="5689600"/>
          <p14:tracePt t="35644" x="2819400" y="5803900"/>
          <p14:tracePt t="35661" x="3181350" y="6007100"/>
          <p14:tracePt t="35677" x="3422650" y="6115050"/>
          <p14:tracePt t="35694" x="3924300" y="6280150"/>
          <p14:tracePt t="35711" x="4381500" y="6381750"/>
          <p14:tracePt t="35727" x="4603750" y="6426200"/>
          <p14:tracePt t="35744" x="4870450" y="6445250"/>
          <p14:tracePt t="35761" x="5048250" y="6445250"/>
          <p14:tracePt t="35777" x="5118100" y="6432550"/>
          <p14:tracePt t="35795" x="5175250" y="6419850"/>
          <p14:tracePt t="35810" x="5213350" y="6407150"/>
          <p14:tracePt t="35827" x="5219700" y="6400800"/>
          <p14:tracePt t="35860" x="5219700" y="6394450"/>
          <p14:tracePt t="35992" x="5213350" y="6394450"/>
          <p14:tracePt t="36006" x="5207000" y="6388100"/>
          <p14:tracePt t="36013" x="5200650" y="6381750"/>
          <p14:tracePt t="36027" x="5187950" y="6375400"/>
          <p14:tracePt t="36043" x="5156200" y="6362700"/>
          <p14:tracePt t="36060" x="5124450" y="6343650"/>
          <p14:tracePt t="36077" x="5022850" y="6286500"/>
          <p14:tracePt t="36093" x="4889500" y="6216650"/>
          <p14:tracePt t="36110" x="4819650" y="6178550"/>
          <p14:tracePt t="36113" x="4749800" y="6146800"/>
          <p14:tracePt t="36126" x="4686300" y="6127750"/>
          <p14:tracePt t="36143" x="4641850" y="6115050"/>
          <p14:tracePt t="36159" x="4565650" y="6089650"/>
          <p14:tracePt t="36175" x="4533900" y="6064250"/>
          <p14:tracePt t="36192" x="4527550" y="6064250"/>
          <p14:tracePt t="36210" x="4514850" y="6064250"/>
          <p14:tracePt t="36245" x="4514850" y="6057900"/>
          <p14:tracePt t="36252" x="4521200" y="6057900"/>
          <p14:tracePt t="36266" x="4533900" y="6057900"/>
          <p14:tracePt t="36275" x="4552950" y="6057900"/>
          <p14:tracePt t="36292" x="4584700" y="6057900"/>
          <p14:tracePt t="36308" x="4660900" y="6051550"/>
          <p14:tracePt t="36325" x="4775200" y="6051550"/>
          <p14:tracePt t="36342" x="4826000" y="6051550"/>
          <p14:tracePt t="36359" x="4946650" y="6045200"/>
          <p14:tracePt t="36375" x="5022850" y="6045200"/>
          <p14:tracePt t="36393" x="5067300" y="6038850"/>
          <p14:tracePt t="36408" x="5080000" y="6038850"/>
          <p14:tracePt t="36463" x="5080000" y="6032500"/>
          <p14:tracePt t="36477" x="5073650" y="6032500"/>
          <p14:tracePt t="36484" x="5060950" y="6032500"/>
          <p14:tracePt t="36498" x="5041900" y="6032500"/>
          <p14:tracePt t="36508" x="5016500" y="6038850"/>
          <p14:tracePt t="36524" x="4978400" y="6038850"/>
          <p14:tracePt t="36541" x="4876800" y="6057900"/>
          <p14:tracePt t="36558" x="4756150" y="6064250"/>
          <p14:tracePt t="36577" x="4667250" y="6064250"/>
          <p14:tracePt t="36591" x="4635500" y="6064250"/>
          <p14:tracePt t="36608" x="4603750" y="6064250"/>
          <p14:tracePt t="36625" x="4584700" y="6064250"/>
          <p14:tracePt t="36646" x="4591050" y="6064250"/>
          <p14:tracePt t="36657" x="4603750" y="6064250"/>
          <p14:tracePt t="36675" x="4673600" y="6064250"/>
          <p14:tracePt t="36691" x="4724400" y="6057900"/>
          <p14:tracePt t="36709" x="4857750" y="6057900"/>
          <p14:tracePt t="36724" x="4984750" y="6057900"/>
          <p14:tracePt t="36740" x="5035550" y="6051550"/>
          <p14:tracePt t="36758" x="5086350" y="6051550"/>
          <p14:tracePt t="36774" x="5168900" y="6038850"/>
          <p14:tracePt t="36790" x="5232400" y="6026150"/>
          <p14:tracePt t="36808" x="5251450" y="6019800"/>
          <p14:tracePt t="36824" x="5264150" y="6013450"/>
          <p14:tracePt t="36859" x="5270500" y="6007100"/>
          <p14:tracePt t="36906" x="5276850" y="6000750"/>
          <p14:tracePt t="36955" x="5283200" y="6000750"/>
          <p14:tracePt t="37004" x="5289550" y="6000750"/>
          <p14:tracePt t="37068" x="5295900" y="6000750"/>
          <p14:tracePt t="37131" x="5302250" y="6000750"/>
          <p14:tracePt t="37342" x="5295900" y="6007100"/>
          <p14:tracePt t="37349" x="5270500" y="6019800"/>
          <p14:tracePt t="37358" x="5245100" y="6026150"/>
          <p14:tracePt t="37372" x="5213350" y="6045200"/>
          <p14:tracePt t="37388" x="5168900" y="6064250"/>
          <p14:tracePt t="37406" x="5086350" y="6089650"/>
          <p14:tracePt t="37422" x="4984750" y="6121400"/>
          <p14:tracePt t="37438" x="4946650" y="6134100"/>
          <p14:tracePt t="37455" x="4908550" y="6134100"/>
          <p14:tracePt t="54642" x="4914900" y="6134100"/>
          <p14:tracePt t="54649" x="4940300" y="6121400"/>
          <p14:tracePt t="54661" x="4972050" y="6115050"/>
          <p14:tracePt t="54678" x="5067300" y="6057900"/>
          <p14:tracePt t="54695" x="5149850" y="6032500"/>
          <p14:tracePt t="54712" x="5270500" y="5994400"/>
          <p14:tracePt t="54728" x="5327650" y="5975350"/>
          <p14:tracePt t="54745" x="5378450" y="5956300"/>
          <p14:tracePt t="54762" x="5429250" y="5937250"/>
          <p14:tracePt t="54778" x="5448300" y="5937250"/>
          <p14:tracePt t="54795" x="5448300" y="5930900"/>
          <p14:tracePt t="54812" x="5454650" y="5924550"/>
          <p14:tracePt t="54881" x="5441950" y="5924550"/>
          <p14:tracePt t="54888" x="5429250" y="5918200"/>
          <p14:tracePt t="54897" x="5422900" y="5918200"/>
          <p14:tracePt t="54911" x="5391150" y="5911850"/>
          <p14:tracePt t="54928" x="5346700" y="5905500"/>
          <p14:tracePt t="54945" x="5251450" y="5905500"/>
          <p14:tracePt t="54961" x="5187950" y="5905500"/>
          <p14:tracePt t="54978" x="5092700" y="5905500"/>
          <p14:tracePt t="54994" x="4972050" y="5924550"/>
          <p14:tracePt t="55011" x="4914900" y="5943600"/>
          <p14:tracePt t="55028" x="4857750" y="5975350"/>
          <p14:tracePt t="55030" x="4832350" y="5981700"/>
          <p14:tracePt t="55044" x="4800600" y="6013450"/>
          <p14:tracePt t="55061" x="4781550" y="6032500"/>
          <p14:tracePt t="55078" x="4768850" y="6051550"/>
          <p14:tracePt t="55093" x="4762500" y="6057900"/>
          <p14:tracePt t="55155" x="4768850" y="6057900"/>
          <p14:tracePt t="55169" x="4775200" y="6057900"/>
          <p14:tracePt t="55177" x="4787900" y="6051550"/>
          <p14:tracePt t="55190" x="4800600" y="6051550"/>
          <p14:tracePt t="55197" x="4826000" y="6038850"/>
          <p14:tracePt t="55210" x="4838700" y="6026150"/>
          <p14:tracePt t="55226" x="4902200" y="6000750"/>
          <p14:tracePt t="55243" x="4940300" y="5981700"/>
          <p14:tracePt t="55261" x="4997450" y="5943600"/>
          <p14:tracePt t="55277" x="5022850" y="5924550"/>
          <p14:tracePt t="55293" x="5041900" y="5911850"/>
          <p14:tracePt t="55310" x="5048250" y="5899150"/>
          <p14:tracePt t="55326" x="5048250" y="5886450"/>
          <p14:tracePt t="55343" x="5054600" y="5880100"/>
          <p14:tracePt t="55360" x="5054600" y="5867400"/>
          <p14:tracePt t="55407" x="5048250" y="5867400"/>
          <p14:tracePt t="55429" x="5041900" y="5880100"/>
          <p14:tracePt t="55436" x="5035550" y="5880100"/>
          <p14:tracePt t="55450" x="5035550" y="5886450"/>
          <p14:tracePt t="55459" x="5022850" y="5892800"/>
          <p14:tracePt t="55476" x="5003800" y="5905500"/>
          <p14:tracePt t="55493" x="4965700" y="5930900"/>
          <p14:tracePt t="55509" x="4933950" y="5956300"/>
          <p14:tracePt t="55526" x="4914900" y="5981700"/>
          <p14:tracePt t="55542" x="4889500" y="6000750"/>
          <p14:tracePt t="55559" x="4883150" y="6000750"/>
          <p14:tracePt t="56111" x="4883150" y="5988050"/>
          <p14:tracePt t="56118" x="4876800" y="5969000"/>
          <p14:tracePt t="56126" x="4864100" y="5949950"/>
          <p14:tracePt t="56140" x="4857750" y="5905500"/>
          <p14:tracePt t="56157" x="4851400" y="5880100"/>
          <p14:tracePt t="56174" x="4851400" y="5861050"/>
          <p14:tracePt t="56190" x="4851400" y="5854700"/>
          <p14:tracePt t="56207" x="4851400" y="5848350"/>
          <p14:tracePt t="56294" x="4857750" y="5848350"/>
          <p14:tracePt t="56364" x="4864100" y="5848350"/>
          <p14:tracePt t="56435" x="4864100" y="5854700"/>
          <p14:tracePt t="56491" x="4870450" y="5854700"/>
          <p14:tracePt t="57329" x="4864100" y="5854700"/>
          <p14:tracePt t="57337" x="4851400" y="5835650"/>
          <p14:tracePt t="57344" x="4838700" y="5822950"/>
          <p14:tracePt t="57352" x="4813300" y="5810250"/>
          <p14:tracePt t="57369" x="4768850" y="5772150"/>
          <p14:tracePt t="57386" x="4673600" y="5702300"/>
          <p14:tracePt t="57402" x="4559300" y="5626100"/>
          <p14:tracePt t="57419" x="4432300" y="5537200"/>
          <p14:tracePt t="57436" x="4210050" y="5403850"/>
          <p14:tracePt t="57452" x="4019550" y="5302250"/>
          <p14:tracePt t="57469" x="3860800" y="5219700"/>
          <p14:tracePt t="57486" x="3619500" y="5118100"/>
          <p14:tracePt t="57502" x="3448050" y="5092700"/>
          <p14:tracePt t="57520" x="3200400" y="5041900"/>
          <p14:tracePt t="57535" x="3073400" y="5041900"/>
          <p14:tracePt t="57552" x="2971800" y="5041900"/>
          <p14:tracePt t="57570" x="2794000" y="5111750"/>
          <p14:tracePt t="57585" x="2679700" y="5162550"/>
          <p14:tracePt t="57602" x="2565400" y="5238750"/>
          <p14:tracePt t="57605" x="2520950" y="5276850"/>
          <p14:tracePt t="57619" x="2451100" y="5346700"/>
          <p14:tracePt t="57635" x="2362200" y="5441950"/>
          <p14:tracePt t="57652" x="2317750" y="5499100"/>
          <p14:tracePt t="57668" x="2266950" y="5549900"/>
          <p14:tracePt t="57685" x="2228850" y="5588000"/>
          <p14:tracePt t="57702" x="2184400" y="5657850"/>
          <p14:tracePt t="57718" x="2165350" y="5702300"/>
          <p14:tracePt t="57735" x="2127250" y="5746750"/>
          <p14:tracePt t="57752" x="2101850" y="5784850"/>
          <p14:tracePt t="57767" x="2089150" y="5816600"/>
          <p14:tracePt t="57785" x="2070100" y="5848350"/>
          <p14:tracePt t="57801" x="2051050" y="5867400"/>
          <p14:tracePt t="57818" x="2051050" y="5880100"/>
          <p14:tracePt t="57834" x="2044700" y="5892800"/>
          <p14:tracePt t="57851" x="2038350" y="5905500"/>
          <p14:tracePt t="57867" x="2025650" y="5924550"/>
          <p14:tracePt t="57885" x="2006600" y="5943600"/>
          <p14:tracePt t="57900" x="1974850" y="5956300"/>
          <p14:tracePt t="57917" x="1943100" y="5969000"/>
          <p14:tracePt t="57935" x="1885950" y="5981700"/>
          <p14:tracePt t="57951" x="1854200" y="5994400"/>
          <p14:tracePt t="57967" x="1816100" y="6000750"/>
          <p14:tracePt t="57984" x="1765300" y="6038850"/>
          <p14:tracePt t="58000" x="1727200" y="6064250"/>
          <p14:tracePt t="58539" x="1720850" y="6064250"/>
          <p14:tracePt t="58546" x="1714500" y="6064250"/>
          <p14:tracePt t="58553" x="1708150" y="6064250"/>
          <p14:tracePt t="58565" x="1695450" y="6064250"/>
          <p14:tracePt t="58582" x="1682750" y="6064250"/>
          <p14:tracePt t="58598" x="1670050" y="6070600"/>
          <p14:tracePt t="58615" x="1651000" y="6070600"/>
          <p14:tracePt t="58631" x="1644650" y="6076950"/>
          <p14:tracePt t="58648" x="1638300" y="6076950"/>
          <p14:tracePt t="58665" x="1625600" y="6076950"/>
          <p14:tracePt t="58681" x="1619250" y="6076950"/>
          <p14:tracePt t="58698" x="1612900" y="6076950"/>
          <p14:tracePt t="58743" x="1606550" y="6076950"/>
          <p14:tracePt t="58771" x="1600200" y="6076950"/>
          <p14:tracePt t="58806" x="1593850" y="6070600"/>
          <p14:tracePt t="58828" x="1587500" y="6064250"/>
          <p14:tracePt t="58834" x="1581150" y="6057900"/>
          <p14:tracePt t="58848" x="1574800" y="6045200"/>
          <p14:tracePt t="58864" x="1568450" y="6026150"/>
          <p14:tracePt t="58881" x="1549400" y="6007100"/>
          <p14:tracePt t="58898" x="1530350" y="5975350"/>
          <p14:tracePt t="58914" x="1511300" y="5956300"/>
          <p14:tracePt t="58947" x="1498600" y="5943600"/>
          <p14:tracePt t="58964" x="1492250" y="5943600"/>
          <p14:tracePt t="59235" x="1485900" y="5943600"/>
          <p14:tracePt t="59242" x="1479550" y="5943600"/>
          <p14:tracePt t="59277" x="1473200" y="5943600"/>
          <p14:tracePt t="59305" x="1473200" y="5937250"/>
          <p14:tracePt t="59314" x="1466850" y="5937250"/>
          <p14:tracePt t="59333" x="1460500" y="5937250"/>
          <p14:tracePt t="59354" x="1454150" y="5937250"/>
          <p14:tracePt t="59446" x="1454150" y="5930900"/>
          <p14:tracePt t="59474" x="1454150" y="5924550"/>
          <p14:tracePt t="59488" x="1460500" y="5924550"/>
          <p14:tracePt t="59496" x="1466850" y="5924550"/>
          <p14:tracePt t="59509" x="1473200" y="5924550"/>
          <p14:tracePt t="59516" x="1479550" y="5918200"/>
          <p14:tracePt t="59532" x="1485900" y="5918200"/>
          <p14:tracePt t="59546" x="1492250" y="5918200"/>
          <p14:tracePt t="59562" x="1498600" y="5918200"/>
          <p14:tracePt t="59578" x="1511300" y="5918200"/>
          <p14:tracePt t="59594" x="1543050" y="5911850"/>
          <p14:tracePt t="59611" x="1574800" y="5911850"/>
          <p14:tracePt t="59629" x="1587500" y="5911850"/>
          <p14:tracePt t="59645" x="1631950" y="5905500"/>
          <p14:tracePt t="59661" x="1657350" y="5905500"/>
          <p14:tracePt t="59679" x="1689100" y="5899150"/>
          <p14:tracePt t="59694" x="1695450" y="5892800"/>
          <p14:tracePt t="59711" x="1708150" y="5892800"/>
          <p14:tracePt t="59728" x="1714500" y="5892800"/>
          <p14:tracePt t="59745" x="1720850" y="5892800"/>
          <p14:tracePt t="59761" x="1727200" y="5892800"/>
          <p14:tracePt t="59778" x="1733550" y="5892800"/>
          <p14:tracePt t="59819" x="1739900" y="5892800"/>
          <p14:tracePt t="59959" x="1733550" y="5892800"/>
          <p14:tracePt t="59980" x="1727200" y="5892800"/>
          <p14:tracePt t="59987" x="1720850" y="5892800"/>
          <p14:tracePt t="60001" x="1714500" y="5892800"/>
          <p14:tracePt t="60022" x="1701800" y="5892800"/>
          <p14:tracePt t="60037" x="1695450" y="5892800"/>
          <p14:tracePt t="60051" x="1676400" y="5892800"/>
          <p14:tracePt t="60060" x="1663700" y="5892800"/>
          <p14:tracePt t="60077" x="1631950" y="5892800"/>
          <p14:tracePt t="60093" x="1587500" y="5892800"/>
          <p14:tracePt t="60110" x="1536700" y="5892800"/>
          <p14:tracePt t="60126" x="1517650" y="5892800"/>
          <p14:tracePt t="60143" x="1485900" y="5892800"/>
          <p14:tracePt t="60160" x="1460500" y="5886450"/>
          <p14:tracePt t="60177" x="1454150" y="5886450"/>
          <p14:tracePt t="60219" x="1454150" y="5880100"/>
          <p14:tracePt t="60233" x="1454150" y="5873750"/>
          <p14:tracePt t="60248" x="1473200" y="5873750"/>
          <p14:tracePt t="60262" x="1485900" y="5873750"/>
          <p14:tracePt t="60268" x="1504950" y="5873750"/>
          <p14:tracePt t="60283" x="1530350" y="5867400"/>
          <p14:tracePt t="60292" x="1574800" y="5867400"/>
          <p14:tracePt t="60309" x="1625600" y="5867400"/>
          <p14:tracePt t="60326" x="1752600" y="5848350"/>
          <p14:tracePt t="60342" x="1873250" y="5848350"/>
          <p14:tracePt t="60359" x="1924050" y="5842000"/>
          <p14:tracePt t="60376" x="2006600" y="5829300"/>
          <p14:tracePt t="60392" x="2076450" y="5822950"/>
          <p14:tracePt t="60410" x="2108200" y="5816600"/>
          <p14:tracePt t="60426" x="2120900" y="5816600"/>
          <p14:tracePt t="60459" x="2133600" y="5816600"/>
          <p14:tracePt t="60475" x="2146300" y="5810250"/>
        </p14:tracePtLst>
      </p14:laserTraceLst>
    </p:ext>
  </p:extLs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attrib2=4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attrib3: ...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attrib4:...=4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['__annotations__', '__class__',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'__doc__',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'__format__',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'__hash__',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'__le__',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'__module__', '__ne__', '__new__', '__reduce__',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'attrib2', 'attrib4']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Some of these methods are not very interesting, so let's filter them out...</a:t>
            </a:r>
            <a:endParaRPr kumimoji="0" 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1918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045"/>
    </mc:Choice>
    <mc:Fallback xmlns="">
      <p:transition spd="slow" advTm="1260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2" grpId="0" animBg="1"/>
    </p:bldLst>
  </p:timing>
  <p:extLst>
    <p:ext uri="{3A86A75C-4F4B-4683-9AE1-C65F6400EC91}">
      <p14:laserTraceLst xmlns:p14="http://schemas.microsoft.com/office/powerpoint/2010/main">
        <p14:tracePtLst>
          <p14:tracePt t="2778" x="2152650" y="5784850"/>
          <p14:tracePt t="2792" x="2165350" y="5753100"/>
          <p14:tracePt t="2798" x="2190750" y="5695950"/>
          <p14:tracePt t="2813" x="2209800" y="5651500"/>
          <p14:tracePt t="2823" x="2228850" y="5588000"/>
          <p14:tracePt t="2841" x="2273300" y="5441950"/>
          <p14:tracePt t="2857" x="2298700" y="5346700"/>
          <p14:tracePt t="2873" x="2355850" y="5175250"/>
          <p14:tracePt t="2890" x="2374900" y="5111750"/>
          <p14:tracePt t="2906" x="2406650" y="4940300"/>
          <p14:tracePt t="2923" x="2432050" y="4794250"/>
          <p14:tracePt t="2940" x="2476500" y="4603750"/>
          <p14:tracePt t="2956" x="2482850" y="4502150"/>
          <p14:tracePt t="2973" x="2495550" y="4394200"/>
          <p14:tracePt t="2990" x="2508250" y="4070350"/>
          <p14:tracePt t="3006" x="2514600" y="3962400"/>
          <p14:tracePt t="3023" x="2514600" y="3879850"/>
          <p14:tracePt t="3040" x="2527300" y="3746500"/>
          <p14:tracePt t="3056" x="2520950" y="3651250"/>
          <p14:tracePt t="3073" x="2514600" y="3613150"/>
          <p14:tracePt t="3089" x="2508250" y="3562350"/>
          <p14:tracePt t="3106" x="2501900" y="3536950"/>
          <p14:tracePt t="3123" x="2495550" y="3467100"/>
          <p14:tracePt t="3139" x="2482850" y="3435350"/>
          <p14:tracePt t="3156" x="2476500" y="3416300"/>
          <p14:tracePt t="3172" x="2470150" y="3384550"/>
          <p14:tracePt t="3189" x="2463800" y="3378200"/>
          <p14:tracePt t="3206" x="2463800" y="3371850"/>
          <p14:tracePt t="3238" x="2463800" y="3346450"/>
          <p14:tracePt t="3256" x="2432050" y="3251200"/>
          <p14:tracePt t="3272" x="2374900" y="3130550"/>
          <p14:tracePt t="3289" x="2343150" y="3073400"/>
          <p14:tracePt t="3306" x="2266950" y="2908300"/>
          <p14:tracePt t="3322" x="2222500" y="2838450"/>
          <p14:tracePt t="3339" x="2146300" y="2711450"/>
          <p14:tracePt t="3356" x="2082800" y="2609850"/>
          <p14:tracePt t="3371" x="2063750" y="2571750"/>
          <p14:tracePt t="3388" x="2025650" y="2501900"/>
          <p14:tracePt t="3404" x="1987550" y="2451100"/>
          <p14:tracePt t="3421" x="1962150" y="2419350"/>
          <p14:tracePt t="3439" x="1924050" y="2374900"/>
          <p14:tracePt t="3455" x="1892300" y="2336800"/>
          <p14:tracePt t="3471" x="1866900" y="2317750"/>
          <p14:tracePt t="3488" x="1835150" y="2279650"/>
          <p14:tracePt t="3914" x="1835150" y="2254250"/>
          <p14:tracePt t="3928" x="1841500" y="2209800"/>
          <p14:tracePt t="3934" x="1841500" y="2184400"/>
          <p14:tracePt t="3949" x="1847850" y="2146300"/>
          <p14:tracePt t="3956" x="1860550" y="2101850"/>
          <p14:tracePt t="3970" x="1866900" y="2070100"/>
          <p14:tracePt t="3986" x="1866900" y="1955800"/>
          <p14:tracePt t="4002" x="1873250" y="1892300"/>
          <p14:tracePt t="4020" x="1873250" y="1689100"/>
          <p14:tracePt t="4036" x="1873250" y="1422400"/>
          <p14:tracePt t="4053" x="1860550" y="1295400"/>
          <p14:tracePt t="4069" x="1860550" y="1193800"/>
          <p14:tracePt t="4086" x="1860550" y="1041400"/>
          <p14:tracePt t="4102" x="1860550" y="990600"/>
          <p14:tracePt t="4119" x="1866900" y="971550"/>
          <p14:tracePt t="4136" x="1873250" y="946150"/>
          <p14:tracePt t="4343" x="1873250" y="933450"/>
          <p14:tracePt t="4357" x="1873250" y="920750"/>
          <p14:tracePt t="4364" x="1866900" y="908050"/>
          <p14:tracePt t="4371" x="1860550" y="882650"/>
          <p14:tracePt t="4387" x="1854200" y="857250"/>
          <p14:tracePt t="4401" x="1841500" y="793750"/>
          <p14:tracePt t="4418" x="1835150" y="755650"/>
          <p14:tracePt t="4435" x="1809750" y="692150"/>
          <p14:tracePt t="4451" x="1790700" y="660400"/>
          <p14:tracePt t="4469" x="1784350" y="641350"/>
          <p14:tracePt t="4484" x="1778000" y="603250"/>
          <p14:tracePt t="4501" x="1758950" y="571500"/>
          <p14:tracePt t="4519" x="1739900" y="539750"/>
          <p14:tracePt t="4534" x="1733550" y="514350"/>
          <p14:tracePt t="4551" x="1714500" y="482600"/>
          <p14:tracePt t="4569" x="1701800" y="444500"/>
          <p14:tracePt t="4583" x="1682750" y="425450"/>
          <p14:tracePt t="4601" x="1670050" y="387350"/>
          <p14:tracePt t="4618" x="1651000" y="349250"/>
          <p14:tracePt t="4634" x="1644650" y="336550"/>
          <p14:tracePt t="4650" x="1638300" y="323850"/>
          <p14:tracePt t="4667" x="1631950" y="304800"/>
          <p14:tracePt t="4800" x="1631950" y="311150"/>
          <p14:tracePt t="4828" x="1625600" y="317500"/>
          <p14:tracePt t="4849" x="1619250" y="317500"/>
          <p14:tracePt t="4870" x="1612900" y="330200"/>
          <p14:tracePt t="4891" x="1606550" y="330200"/>
          <p14:tracePt t="4898" x="1600200" y="336550"/>
          <p14:tracePt t="4912" x="1593850" y="342900"/>
          <p14:tracePt t="4920" x="1581150" y="349250"/>
          <p14:tracePt t="4936" x="1568450" y="361950"/>
          <p14:tracePt t="4950" x="1536700" y="381000"/>
          <p14:tracePt t="4966" x="1511300" y="387350"/>
          <p14:tracePt t="4983" x="1485900" y="406400"/>
          <p14:tracePt t="4999" x="1466850" y="412750"/>
          <p14:tracePt t="5016" x="1447800" y="425450"/>
          <p14:tracePt t="5032" x="1435100" y="431800"/>
          <p14:tracePt t="5049" x="1428750" y="431800"/>
          <p14:tracePt t="5066" x="1422400" y="431800"/>
          <p14:tracePt t="5130" x="1422400" y="425450"/>
          <p14:tracePt t="5151" x="1428750" y="425450"/>
          <p14:tracePt t="5158" x="1435100" y="425450"/>
          <p14:tracePt t="5179" x="1441450" y="419100"/>
          <p14:tracePt t="5201" x="1447800" y="419100"/>
          <p14:tracePt t="5216" x="1454150" y="419100"/>
          <p14:tracePt t="5229" x="1454150" y="412750"/>
          <p14:tracePt t="5243" x="1460500" y="412750"/>
          <p14:tracePt t="5251" x="1466850" y="412750"/>
          <p14:tracePt t="5266" x="1473200" y="412750"/>
          <p14:tracePt t="5282" x="1479550" y="406400"/>
          <p14:tracePt t="5300" x="1517650" y="393700"/>
          <p14:tracePt t="5315" x="1536700" y="393700"/>
          <p14:tracePt t="5331" x="1568450" y="387350"/>
          <p14:tracePt t="5349" x="1612900" y="368300"/>
          <p14:tracePt t="5365" x="1695450" y="355600"/>
          <p14:tracePt t="5381" x="1739900" y="349250"/>
          <p14:tracePt t="5398" x="1835150" y="336550"/>
          <p14:tracePt t="5415" x="1911350" y="330200"/>
          <p14:tracePt t="5431" x="1962150" y="317500"/>
          <p14:tracePt t="5448" x="2082800" y="311150"/>
          <p14:tracePt t="5464" x="2133600" y="304800"/>
          <p14:tracePt t="5482" x="2254250" y="292100"/>
          <p14:tracePt t="5498" x="2406650" y="285750"/>
          <p14:tracePt t="5514" x="2482850" y="273050"/>
          <p14:tracePt t="5531" x="2654300" y="254000"/>
          <p14:tracePt t="5547" x="2806700" y="247650"/>
          <p14:tracePt t="5564" x="2882900" y="234950"/>
          <p14:tracePt t="5581" x="3035300" y="222250"/>
          <p14:tracePt t="5597" x="3206750" y="203200"/>
          <p14:tracePt t="5614" x="3282950" y="196850"/>
          <p14:tracePt t="5631" x="3435350" y="196850"/>
          <p14:tracePt t="5647" x="3587750" y="196850"/>
          <p14:tracePt t="5666" x="3740150" y="184150"/>
          <p14:tracePt t="5680" x="3810000" y="184150"/>
          <p14:tracePt t="5697" x="3898900" y="190500"/>
          <p14:tracePt t="5714" x="3943350" y="190500"/>
          <p14:tracePt t="5730" x="3956050" y="190500"/>
          <p14:tracePt t="5747" x="3962400" y="190500"/>
          <p14:tracePt t="5764" x="3962400" y="184150"/>
          <p14:tracePt t="5780" x="3956050" y="184150"/>
          <p14:tracePt t="5797" x="3930650" y="184150"/>
          <p14:tracePt t="5813" x="3835400" y="209550"/>
          <p14:tracePt t="5830" x="3771900" y="234950"/>
          <p14:tracePt t="5847" x="3689350" y="260350"/>
          <p14:tracePt t="5863" x="3409950" y="361950"/>
          <p14:tracePt t="5880" x="3308350" y="400050"/>
          <p14:tracePt t="5897" x="3086100" y="476250"/>
          <p14:tracePt t="5912" x="2959100" y="508000"/>
          <p14:tracePt t="5930" x="2724150" y="571500"/>
          <p14:tracePt t="5947" x="2533650" y="609600"/>
          <p14:tracePt t="5963" x="2438400" y="635000"/>
          <p14:tracePt t="5979" x="2279650" y="673100"/>
          <p14:tracePt t="5996" x="2178050" y="692150"/>
          <p14:tracePt t="6012" x="2133600" y="692150"/>
          <p14:tracePt t="6030" x="2063750" y="698500"/>
          <p14:tracePt t="6046" x="2025650" y="698500"/>
          <p14:tracePt t="6062" x="2012950" y="698500"/>
          <p14:tracePt t="6079" x="2000250" y="698500"/>
          <p14:tracePt t="6185" x="2000250" y="692150"/>
          <p14:tracePt t="6276" x="2000250" y="685800"/>
          <p14:tracePt t="6283" x="1993900" y="685800"/>
          <p14:tracePt t="6298" x="1981200" y="685800"/>
          <p14:tracePt t="6312" x="1955800" y="685800"/>
          <p14:tracePt t="6328" x="1917700" y="685800"/>
          <p14:tracePt t="6344" x="1885950" y="685800"/>
          <p14:tracePt t="6362" x="1828800" y="685800"/>
          <p14:tracePt t="6377" x="1765300" y="685800"/>
          <p14:tracePt t="6395" x="1727200" y="685800"/>
          <p14:tracePt t="6411" x="1657350" y="685800"/>
          <p14:tracePt t="6428" x="1606550" y="685800"/>
          <p14:tracePt t="6445" x="1593850" y="679450"/>
          <p14:tracePt t="6460" x="1581150" y="679450"/>
          <p14:tracePt t="6606" x="1587500" y="679450"/>
          <p14:tracePt t="6628" x="1593850" y="679450"/>
          <p14:tracePt t="6635" x="1600200" y="679450"/>
          <p14:tracePt t="6655" x="1606550" y="679450"/>
          <p14:tracePt t="6670" x="1612900" y="679450"/>
          <p14:tracePt t="6698" x="1619250" y="679450"/>
          <p14:tracePt t="6706" x="1625600" y="679450"/>
          <p14:tracePt t="6720" x="1631950" y="679450"/>
          <p14:tracePt t="6729" x="1651000" y="673100"/>
          <p14:tracePt t="6743" x="1670050" y="673100"/>
          <p14:tracePt t="6760" x="1701800" y="673100"/>
          <p14:tracePt t="6777" x="1822450" y="660400"/>
          <p14:tracePt t="6793" x="1873250" y="660400"/>
          <p14:tracePt t="6810" x="1936750" y="647700"/>
          <p14:tracePt t="6826" x="2044700" y="641350"/>
          <p14:tracePt t="6843" x="2133600" y="628650"/>
          <p14:tracePt t="6860" x="2197100" y="615950"/>
          <p14:tracePt t="6876" x="2216150" y="615950"/>
          <p14:tracePt t="6893" x="2241550" y="615950"/>
          <p14:tracePt t="6910" x="2247900" y="609600"/>
          <p14:tracePt t="6926" x="2254250" y="609600"/>
          <p14:tracePt t="6986" x="2254250" y="603250"/>
          <p14:tracePt t="7434" x="2260600" y="603250"/>
          <p14:tracePt t="7442" x="2273300" y="603250"/>
          <p14:tracePt t="7455" x="2292350" y="590550"/>
          <p14:tracePt t="7462" x="2311400" y="584200"/>
          <p14:tracePt t="7474" x="2324100" y="584200"/>
          <p14:tracePt t="7490" x="2362200" y="571500"/>
          <p14:tracePt t="7507" x="2387600" y="565150"/>
          <p14:tracePt t="7524" x="2400300" y="558800"/>
          <p14:tracePt t="7540" x="2463800" y="533400"/>
          <p14:tracePt t="7557" x="2476500" y="527050"/>
          <p14:tracePt t="7574" x="2495550" y="520700"/>
          <p14:tracePt t="7590" x="2508250" y="520700"/>
          <p14:tracePt t="7607" x="2514600" y="520700"/>
          <p14:tracePt t="7644" x="2514600" y="514350"/>
          <p14:tracePt t="7701" x="2508250" y="514350"/>
          <p14:tracePt t="7714" x="2495550" y="514350"/>
          <p14:tracePt t="7736" x="2482850" y="514350"/>
          <p14:tracePt t="7743" x="2457450" y="520700"/>
          <p14:tracePt t="7757" x="2432050" y="520700"/>
          <p14:tracePt t="7773" x="2374900" y="533400"/>
          <p14:tracePt t="7790" x="2336800" y="533400"/>
          <p14:tracePt t="7807" x="2279650" y="533400"/>
          <p14:tracePt t="7823" x="2133600" y="546100"/>
          <p14:tracePt t="7840" x="2082800" y="546100"/>
          <p14:tracePt t="7856" x="1981200" y="546100"/>
          <p14:tracePt t="7872" x="1930400" y="546100"/>
          <p14:tracePt t="7890" x="1873250" y="546100"/>
          <p14:tracePt t="7906" x="1841500" y="546100"/>
          <p14:tracePt t="7922" x="1835150" y="546100"/>
          <p14:tracePt t="7940" x="1822450" y="546100"/>
          <p14:tracePt t="8003" x="1828800" y="546100"/>
          <p14:tracePt t="8017" x="1835150" y="546100"/>
          <p14:tracePt t="8025" x="1847850" y="546100"/>
          <p14:tracePt t="8039" x="1860550" y="546100"/>
          <p14:tracePt t="8056" x="1879600" y="539750"/>
          <p14:tracePt t="8072" x="1917700" y="539750"/>
          <p14:tracePt t="8089" x="1955800" y="533400"/>
          <p14:tracePt t="8105" x="1981200" y="527050"/>
          <p14:tracePt t="8122" x="2044700" y="520700"/>
          <p14:tracePt t="8138" x="2070100" y="514350"/>
          <p14:tracePt t="8155" x="2101850" y="514350"/>
          <p14:tracePt t="8172" x="2114550" y="514350"/>
          <p14:tracePt t="8188" x="2120900" y="508000"/>
          <p14:tracePt t="8228" x="2120900" y="501650"/>
          <p14:tracePt t="8249" x="2108200" y="501650"/>
          <p14:tracePt t="8258" x="2089150" y="501650"/>
          <p14:tracePt t="8271" x="2057400" y="501650"/>
          <p14:tracePt t="8288" x="1981200" y="501650"/>
          <p14:tracePt t="8305" x="1943100" y="501650"/>
          <p14:tracePt t="8321" x="1835150" y="501650"/>
          <p14:tracePt t="8337" x="1746250" y="501650"/>
          <p14:tracePt t="8355" x="1676400" y="508000"/>
          <p14:tracePt t="8371" x="1651000" y="508000"/>
          <p14:tracePt t="8388" x="1625600" y="508000"/>
          <p14:tracePt t="8405" x="1619250" y="508000"/>
          <p14:tracePt t="8421" x="1606550" y="508000"/>
          <p14:tracePt t="8454" x="1600200" y="514350"/>
          <p14:tracePt t="8509" x="1606550" y="514350"/>
          <p14:tracePt t="8516" x="1625600" y="514350"/>
          <p14:tracePt t="8524" x="1644650" y="514350"/>
          <p14:tracePt t="8540" x="1676400" y="520700"/>
          <p14:tracePt t="8553" x="1714500" y="520700"/>
          <p14:tracePt t="8570" x="1778000" y="520700"/>
          <p14:tracePt t="8588" x="1917700" y="520700"/>
          <p14:tracePt t="8604" x="1993900" y="520700"/>
          <p14:tracePt t="8620" x="2076450" y="508000"/>
          <p14:tracePt t="8637" x="2203450" y="495300"/>
          <p14:tracePt t="8653" x="2247900" y="495300"/>
          <p14:tracePt t="8670" x="2266950" y="476250"/>
          <p14:tracePt t="8687" x="2298700" y="469900"/>
          <p14:tracePt t="8703" x="2305050" y="469900"/>
          <p14:tracePt t="8721" x="2311400" y="463550"/>
          <p14:tracePt t="8756" x="2305050" y="463550"/>
          <p14:tracePt t="8772" x="2298700" y="463550"/>
          <p14:tracePt t="8786" x="2286000" y="469900"/>
          <p14:tracePt t="8803" x="2266950" y="469900"/>
          <p14:tracePt t="8820" x="2108200" y="488950"/>
          <p14:tracePt t="8836" x="2032000" y="495300"/>
          <p14:tracePt t="8853" x="1879600" y="508000"/>
          <p14:tracePt t="8869" x="1746250" y="514350"/>
          <p14:tracePt t="8886" x="1695450" y="514350"/>
          <p14:tracePt t="8903" x="1625600" y="527050"/>
          <p14:tracePt t="8919" x="1593850" y="533400"/>
          <p14:tracePt t="8936" x="1581150" y="533400"/>
          <p14:tracePt t="8953" x="1574800" y="539750"/>
          <p14:tracePt t="8985" x="1568450" y="539750"/>
          <p14:tracePt t="9135" x="1574800" y="539750"/>
          <p14:tracePt t="9150" x="1581150" y="533400"/>
          <p14:tracePt t="10018" x="1600200" y="533400"/>
          <p14:tracePt t="10033" x="1612900" y="533400"/>
          <p14:tracePt t="10046" x="1625600" y="533400"/>
          <p14:tracePt t="10060" x="1638300" y="533400"/>
          <p14:tracePt t="10068" x="1663700" y="533400"/>
          <p14:tracePt t="10083" x="1695450" y="539750"/>
          <p14:tracePt t="10098" x="1733550" y="546100"/>
          <p14:tracePt t="10115" x="1778000" y="558800"/>
          <p14:tracePt t="10131" x="1847850" y="565150"/>
          <p14:tracePt t="10148" x="1885950" y="571500"/>
          <p14:tracePt t="10165" x="1905000" y="577850"/>
          <p14:tracePt t="10181" x="1936750" y="577850"/>
          <p14:tracePt t="10198" x="1949450" y="577850"/>
          <p14:tracePt t="10215" x="1962150" y="577850"/>
          <p14:tracePt t="10307" x="1955800" y="577850"/>
          <p14:tracePt t="10314" x="1955800" y="584200"/>
          <p14:tracePt t="10328" x="1949450" y="590550"/>
          <p14:tracePt t="10335" x="1949450" y="596900"/>
          <p14:tracePt t="10356" x="1949450" y="603250"/>
          <p14:tracePt t="10364" x="1949450" y="615950"/>
          <p14:tracePt t="10384" x="1943100" y="615950"/>
          <p14:tracePt t="10400" x="1943100" y="622300"/>
          <p14:tracePt t="10414" x="1936750" y="641350"/>
          <p14:tracePt t="10430" x="1936750" y="654050"/>
          <p14:tracePt t="10448" x="1930400" y="685800"/>
          <p14:tracePt t="10464" x="1930400" y="704850"/>
          <p14:tracePt t="10481" x="1924050" y="730250"/>
          <p14:tracePt t="10497" x="1924050" y="762000"/>
          <p14:tracePt t="10514" x="1924050" y="774700"/>
          <p14:tracePt t="10532" x="1924050" y="787400"/>
          <p14:tracePt t="10547" x="1924050" y="800100"/>
          <p14:tracePt t="10564" x="1930400" y="806450"/>
          <p14:tracePt t="10596" x="1936750" y="806450"/>
          <p14:tracePt t="10658" x="1943100" y="806450"/>
          <p14:tracePt t="10686" x="1943100" y="800100"/>
          <p14:tracePt t="10714" x="1943100" y="793750"/>
          <p14:tracePt t="10764" x="1936750" y="793750"/>
          <p14:tracePt t="10785" x="1930400" y="793750"/>
          <p14:tracePt t="10799" x="1924050" y="793750"/>
          <p14:tracePt t="10806" x="1917700" y="793750"/>
          <p14:tracePt t="10820" x="1911350" y="793750"/>
          <p14:tracePt t="10829" x="1898650" y="793750"/>
          <p14:tracePt t="10845" x="1885950" y="793750"/>
          <p14:tracePt t="10863" x="1854200" y="800100"/>
          <p14:tracePt t="10879" x="1803400" y="806450"/>
          <p14:tracePt t="10896" x="1784350" y="819150"/>
          <p14:tracePt t="10912" x="1746250" y="825500"/>
          <p14:tracePt t="10929" x="1708150" y="831850"/>
          <p14:tracePt t="10947" x="1689100" y="831850"/>
          <p14:tracePt t="10962" x="1682750" y="838200"/>
          <p14:tracePt t="10979" x="1676400" y="844550"/>
          <p14:tracePt t="11045" x="1676400" y="850900"/>
          <p14:tracePt t="11108" x="1682750" y="850900"/>
          <p14:tracePt t="11115" x="1689100" y="850900"/>
          <p14:tracePt t="11131" x="1695450" y="850900"/>
          <p14:tracePt t="11145" x="1701800" y="850900"/>
          <p14:tracePt t="11161" x="1714500" y="850900"/>
          <p14:tracePt t="11179" x="1739900" y="850900"/>
          <p14:tracePt t="11194" x="1771650" y="850900"/>
          <p14:tracePt t="11211" x="1835150" y="850900"/>
          <p14:tracePt t="11228" x="1930400" y="857250"/>
          <p14:tracePt t="11244" x="1981200" y="857250"/>
          <p14:tracePt t="11261" x="2095500" y="857250"/>
          <p14:tracePt t="11277" x="2146300" y="857250"/>
          <p14:tracePt t="11294" x="2254250" y="863600"/>
          <p14:tracePt t="11311" x="2305050" y="863600"/>
          <p14:tracePt t="11327" x="2400300" y="863600"/>
          <p14:tracePt t="11343" x="2413000" y="863600"/>
          <p14:tracePt t="11362" x="2438400" y="869950"/>
          <p14:tracePt t="11377" x="2444750" y="869950"/>
          <p14:tracePt t="11394" x="2451100" y="869950"/>
          <p14:tracePt t="11411" x="2457450" y="869950"/>
          <p14:tracePt t="11460" x="2463800" y="876300"/>
          <p14:tracePt t="11558" x="2463800" y="882650"/>
          <p14:tracePt t="11572" x="2470150" y="882650"/>
          <p14:tracePt t="11580" x="2470150" y="889000"/>
          <p14:tracePt t="11596" x="2476500" y="895350"/>
          <p14:tracePt t="11610" x="2489200" y="901700"/>
          <p14:tracePt t="11626" x="2495550" y="914400"/>
          <p14:tracePt t="11643" x="2520950" y="952500"/>
          <p14:tracePt t="11660" x="2540000" y="990600"/>
          <p14:tracePt t="11676" x="2571750" y="1079500"/>
          <p14:tracePt t="11693" x="2609850" y="1200150"/>
          <p14:tracePt t="11710" x="2628900" y="1276350"/>
          <p14:tracePt t="11727" x="2647950" y="1409700"/>
          <p14:tracePt t="11743" x="2679700" y="1555750"/>
          <p14:tracePt t="11759" x="2686050" y="1619250"/>
          <p14:tracePt t="11777" x="2717800" y="1752600"/>
          <p14:tracePt t="11793" x="2755900" y="1885950"/>
          <p14:tracePt t="11809" x="2774950" y="1949450"/>
          <p14:tracePt t="11826" x="2806700" y="2063750"/>
          <p14:tracePt t="11843" x="2825750" y="2133600"/>
          <p14:tracePt t="11859" x="2832100" y="2146300"/>
          <p14:tracePt t="11876" x="2838450" y="2165350"/>
          <p14:tracePt t="11892" x="2838450" y="2178050"/>
          <p14:tracePt t="11908" x="2844800" y="2184400"/>
          <p14:tracePt t="11925" x="2844800" y="2190750"/>
          <p14:tracePt t="14295" x="2844800" y="2184400"/>
          <p14:tracePt t="14302" x="2838450" y="2152650"/>
          <p14:tracePt t="14317" x="2838450" y="2127250"/>
          <p14:tracePt t="14323" x="2819400" y="2089150"/>
          <p14:tracePt t="14334" x="2806700" y="2044700"/>
          <p14:tracePt t="14351" x="2768600" y="1943100"/>
          <p14:tracePt t="14367" x="2749550" y="1905000"/>
          <p14:tracePt t="14383" x="2736850" y="1860550"/>
          <p14:tracePt t="14401" x="2698750" y="1771650"/>
          <p14:tracePt t="14417" x="2686050" y="1727200"/>
          <p14:tracePt t="14433" x="2654300" y="1682750"/>
          <p14:tracePt t="14450" x="2590800" y="1581150"/>
          <p14:tracePt t="14467" x="2527300" y="1479550"/>
          <p14:tracePt t="14483" x="2501900" y="1447800"/>
          <p14:tracePt t="14500" x="2457450" y="1403350"/>
          <p14:tracePt t="14516" x="2425700" y="1377950"/>
          <p14:tracePt t="14534" x="2400300" y="1346200"/>
          <p14:tracePt t="14550" x="2393950" y="1339850"/>
          <p14:tracePt t="14566" x="2387600" y="1333500"/>
          <p14:tracePt t="14583" x="2381250" y="1327150"/>
          <p14:tracePt t="14615" x="2374900" y="1327150"/>
          <p14:tracePt t="14635" x="2368550" y="1320800"/>
          <p14:tracePt t="14649" x="2368550" y="1314450"/>
          <p14:tracePt t="14666" x="2362200" y="1308100"/>
          <p14:tracePt t="14682" x="2349500" y="1295400"/>
          <p14:tracePt t="14699" x="2343150" y="1289050"/>
          <p14:tracePt t="14716" x="2330450" y="1276350"/>
          <p14:tracePt t="14733" x="2324100" y="1263650"/>
          <p14:tracePt t="14749" x="2305050" y="1250950"/>
          <p14:tracePt t="14766" x="2286000" y="1225550"/>
          <p14:tracePt t="14782" x="2273300" y="1219200"/>
          <p14:tracePt t="14799" x="2247900" y="1187450"/>
          <p14:tracePt t="14816" x="2228850" y="1168400"/>
          <p14:tracePt t="14832" x="2216150" y="1155700"/>
          <p14:tracePt t="14849" x="2197100" y="1143000"/>
          <p14:tracePt t="14865" x="2197100" y="1136650"/>
          <p14:tracePt t="14900" x="2190750" y="1130300"/>
          <p14:tracePt t="14934" x="2184400" y="1130300"/>
          <p14:tracePt t="14956" x="2184400" y="1136650"/>
          <p14:tracePt t="14977" x="2184400" y="1143000"/>
          <p14:tracePt t="14984" x="2184400" y="1155700"/>
          <p14:tracePt t="14999" x="2190750" y="1168400"/>
          <p14:tracePt t="15012" x="2197100" y="1181100"/>
          <p14:tracePt t="15019" x="2216150" y="1206500"/>
          <p14:tracePt t="15034" x="2241550" y="1250950"/>
          <p14:tracePt t="15048" x="2311400" y="1390650"/>
          <p14:tracePt t="15064" x="2362200" y="1473200"/>
          <p14:tracePt t="15081" x="2463800" y="1638300"/>
          <p14:tracePt t="15098" x="2565400" y="1797050"/>
          <p14:tracePt t="15114" x="2603500" y="1866900"/>
          <p14:tracePt t="15132" x="2667000" y="1968500"/>
          <p14:tracePt t="15147" x="2698750" y="2025650"/>
          <p14:tracePt t="15164" x="2711450" y="2038350"/>
          <p14:tracePt t="15181" x="2724150" y="2057400"/>
          <p14:tracePt t="15197" x="2730500" y="2063750"/>
          <p14:tracePt t="15314" x="2736850" y="2070100"/>
          <p14:tracePt t="15328" x="2736850" y="2082800"/>
          <p14:tracePt t="15335" x="2736850" y="2089150"/>
          <p14:tracePt t="15350" x="2743200" y="2101850"/>
          <p14:tracePt t="15364" x="2743200" y="2114550"/>
          <p14:tracePt t="15380" x="2749550" y="2120900"/>
          <p14:tracePt t="17559" x="2755900" y="2108200"/>
          <p14:tracePt t="17566" x="2762250" y="2095500"/>
          <p14:tracePt t="17581" x="2768600" y="2089150"/>
          <p14:tracePt t="17589" x="2774950" y="2082800"/>
          <p14:tracePt t="17606" x="2774950" y="2076450"/>
          <p14:tracePt t="17623" x="2781300" y="2063750"/>
          <p14:tracePt t="17638" x="2787650" y="2044700"/>
          <p14:tracePt t="17656" x="2794000" y="2032000"/>
          <p14:tracePt t="17672" x="2794000" y="2019300"/>
          <p14:tracePt t="17689" x="2794000" y="2006600"/>
          <p14:tracePt t="17722" x="2794000" y="2000250"/>
          <p14:tracePt t="17738" x="2794000" y="1993900"/>
          <p14:tracePt t="17756" x="2794000" y="1987550"/>
          <p14:tracePt t="17772" x="2794000" y="1981200"/>
          <p14:tracePt t="17788" x="2787650" y="1974850"/>
          <p14:tracePt t="17806" x="2787650" y="1955800"/>
          <p14:tracePt t="17822" x="2781300" y="1949450"/>
          <p14:tracePt t="17838" x="2774950" y="1930400"/>
          <p14:tracePt t="17855" x="2762250" y="1898650"/>
          <p14:tracePt t="17872" x="2749550" y="1835150"/>
          <p14:tracePt t="17888" x="2749550" y="1816100"/>
          <p14:tracePt t="17905" x="2736850" y="1771650"/>
          <p14:tracePt t="17921" x="2730500" y="1752600"/>
          <p14:tracePt t="17938" x="2724150" y="1746250"/>
          <p14:tracePt t="17954" x="2724150" y="1733550"/>
          <p14:tracePt t="17971" x="2724150" y="1727200"/>
          <p14:tracePt t="18073" x="2717800" y="1727200"/>
          <p14:tracePt t="18080" x="2711450" y="1727200"/>
          <p14:tracePt t="18088" x="2705100" y="1727200"/>
          <p14:tracePt t="18104" x="2698750" y="1720850"/>
          <p14:tracePt t="18121" x="2698750" y="1714500"/>
          <p14:tracePt t="18137" x="2679700" y="1701800"/>
          <p14:tracePt t="18154" x="2647950" y="1663700"/>
          <p14:tracePt t="18172" x="2616200" y="1619250"/>
          <p14:tracePt t="18187" x="2590800" y="1574800"/>
          <p14:tracePt t="18204" x="2533650" y="1473200"/>
          <p14:tracePt t="18221" x="2482850" y="1352550"/>
          <p14:tracePt t="18237" x="2457450" y="1270000"/>
          <p14:tracePt t="18254" x="2425700" y="1206500"/>
          <p14:tracePt t="18270" x="2368550" y="1054100"/>
          <p14:tracePt t="18287" x="2349500" y="990600"/>
          <p14:tracePt t="18303" x="2317750" y="933450"/>
          <p14:tracePt t="18307" x="2311400" y="882650"/>
          <p14:tracePt t="18321" x="2292350" y="825500"/>
          <p14:tracePt t="18337" x="2286000" y="793750"/>
          <p14:tracePt t="18354" x="2279650" y="762000"/>
          <p14:tracePt t="18370" x="2273300" y="749300"/>
          <p14:tracePt t="18488" x="2279650" y="749300"/>
          <p14:tracePt t="18551" x="2286000" y="755650"/>
          <p14:tracePt t="18558" x="2286000" y="762000"/>
          <p14:tracePt t="18600" x="2286000" y="768350"/>
          <p14:tracePt t="18607" x="2286000" y="774700"/>
          <p14:tracePt t="18622" x="2286000" y="781050"/>
          <p14:tracePt t="18650" x="2286000" y="787400"/>
          <p14:tracePt t="18656" x="2286000" y="793750"/>
          <p14:tracePt t="18672" x="2292350" y="806450"/>
          <p14:tracePt t="18685" x="2311400" y="831850"/>
          <p14:tracePt t="18702" x="2324100" y="863600"/>
          <p14:tracePt t="18719" x="2349500" y="908050"/>
          <p14:tracePt t="18735" x="2381250" y="965200"/>
          <p14:tracePt t="18752" x="2393950" y="996950"/>
          <p14:tracePt t="18769" x="2432050" y="1060450"/>
          <p14:tracePt t="18785" x="2451100" y="1104900"/>
          <p14:tracePt t="18802" x="2457450" y="1117600"/>
          <p14:tracePt t="18819" x="2463800" y="1136650"/>
          <p14:tracePt t="18835" x="2463800" y="1143000"/>
          <p14:tracePt t="18854" x="2470150" y="1149350"/>
          <p14:tracePt t="19093" x="2476500" y="1149350"/>
          <p14:tracePt t="19135" x="2482850" y="1149350"/>
          <p14:tracePt t="19163" x="2495550" y="1149350"/>
          <p14:tracePt t="19185" x="2501900" y="1149350"/>
          <p14:tracePt t="19198" x="2508250" y="1143000"/>
          <p14:tracePt t="19205" x="2520950" y="1143000"/>
          <p14:tracePt t="19216" x="2540000" y="1143000"/>
          <p14:tracePt t="19234" x="2590800" y="1136650"/>
          <p14:tracePt t="19250" x="2616200" y="1123950"/>
          <p14:tracePt t="19267" x="2647950" y="1117600"/>
          <p14:tracePt t="19283" x="2768600" y="1104900"/>
          <p14:tracePt t="19300" x="2806700" y="1104900"/>
          <p14:tracePt t="19317" x="2838450" y="1098550"/>
          <p14:tracePt t="19333" x="2901950" y="1085850"/>
          <p14:tracePt t="19350" x="2952750" y="1085850"/>
          <p14:tracePt t="19367" x="2978150" y="1079500"/>
          <p14:tracePt t="19383" x="2990850" y="1079500"/>
          <p14:tracePt t="19399" x="3003550" y="1073150"/>
          <p14:tracePt t="19417" x="3009900" y="1073150"/>
          <p14:tracePt t="19606" x="3003550" y="1073150"/>
          <p14:tracePt t="20539" x="3009900" y="1073150"/>
          <p14:tracePt t="20553" x="3016250" y="1073150"/>
          <p14:tracePt t="20580" x="3028950" y="1073150"/>
          <p14:tracePt t="20588" x="3048000" y="1073150"/>
          <p14:tracePt t="20602" x="3073400" y="1073150"/>
          <p14:tracePt t="20616" x="3098800" y="1073150"/>
          <p14:tracePt t="20632" x="3136900" y="1085850"/>
          <p14:tracePt t="20645" x="3187700" y="1085850"/>
          <p14:tracePt t="20662" x="3257550" y="1085850"/>
          <p14:tracePt t="20679" x="3409950" y="1092200"/>
          <p14:tracePt t="20695" x="3486150" y="1092200"/>
          <p14:tracePt t="20712" x="3575050" y="1092200"/>
          <p14:tracePt t="20729" x="3651250" y="1092200"/>
          <p14:tracePt t="20745" x="3740150" y="1079500"/>
          <p14:tracePt t="20761" x="3829050" y="1066800"/>
          <p14:tracePt t="20779" x="3924300" y="1060450"/>
          <p14:tracePt t="20795" x="4114800" y="1041400"/>
          <p14:tracePt t="20811" x="4165600" y="1041400"/>
          <p14:tracePt t="20828" x="4216400" y="1041400"/>
          <p14:tracePt t="20844" x="4260850" y="1035050"/>
          <p14:tracePt t="20862" x="4273550" y="1028700"/>
          <p14:tracePt t="20878" x="4279900" y="1028700"/>
          <p14:tracePt t="20894" x="4286250" y="1028700"/>
          <p14:tracePt t="20933" x="4292600" y="1028700"/>
          <p14:tracePt t="20982" x="4298950" y="1028700"/>
          <p14:tracePt t="21024" x="4305300" y="1028700"/>
          <p14:tracePt t="21045" x="4311650" y="1028700"/>
          <p14:tracePt t="21059" x="4318000" y="1028700"/>
          <p14:tracePt t="21087" x="4324350" y="1028700"/>
          <p14:tracePt t="21095" x="4330700" y="1028700"/>
          <p14:tracePt t="21109" x="4343400" y="1028700"/>
          <p14:tracePt t="21122" x="4362450" y="1035050"/>
          <p14:tracePt t="21130" x="4394200" y="1035050"/>
          <p14:tracePt t="21146" x="4432300" y="1041400"/>
          <p14:tracePt t="21160" x="4483100" y="1047750"/>
          <p14:tracePt t="21177" x="4565650" y="1060450"/>
          <p14:tracePt t="21194" x="4743450" y="1079500"/>
          <p14:tracePt t="21210" x="4857750" y="1092200"/>
          <p14:tracePt t="21227" x="4984750" y="1092200"/>
          <p14:tracePt t="21244" x="5264150" y="1111250"/>
          <p14:tracePt t="21260" x="5397500" y="1111250"/>
          <p14:tracePt t="21277" x="5695950" y="1104900"/>
          <p14:tracePt t="21293" x="5835650" y="1104900"/>
          <p14:tracePt t="21310" x="5988050" y="1104900"/>
          <p14:tracePt t="21327" x="6242050" y="1098550"/>
          <p14:tracePt t="21359" x="6369050" y="1085850"/>
          <p14:tracePt t="21376" x="6597650" y="1073150"/>
          <p14:tracePt t="21393" x="6711950" y="1066800"/>
          <p14:tracePt t="21409" x="6838950" y="1066800"/>
          <p14:tracePt t="21426" x="7042150" y="1054100"/>
          <p14:tracePt t="21442" x="7131050" y="1041400"/>
          <p14:tracePt t="21459" x="7207250" y="1041400"/>
          <p14:tracePt t="21475" x="7372350" y="1047750"/>
          <p14:tracePt t="21493" x="7461250" y="1047750"/>
          <p14:tracePt t="21510" x="7600950" y="1054100"/>
          <p14:tracePt t="21525" x="7670800" y="1054100"/>
          <p14:tracePt t="21542" x="7734300" y="1054100"/>
          <p14:tracePt t="21559" x="7848600" y="1054100"/>
          <p14:tracePt t="21575" x="7912100" y="1054100"/>
          <p14:tracePt t="21592" x="8001000" y="1066800"/>
          <p14:tracePt t="21609" x="8134350" y="1085850"/>
          <p14:tracePt t="21625" x="8197850" y="1092200"/>
          <p14:tracePt t="21643" x="8255000" y="1104900"/>
          <p14:tracePt t="21658" x="8356600" y="1111250"/>
          <p14:tracePt t="21675" x="8388350" y="1117600"/>
          <p14:tracePt t="21692" x="8426450" y="1117600"/>
          <p14:tracePt t="21708" x="8458200" y="1117600"/>
          <p14:tracePt t="21724" x="8470900" y="1117600"/>
          <p14:tracePt t="21742" x="8502650" y="1130300"/>
          <p14:tracePt t="21758" x="8521700" y="1123950"/>
          <p14:tracePt t="21774" x="8534400" y="1123950"/>
          <p14:tracePt t="21791" x="8553450" y="1123950"/>
          <p14:tracePt t="21825" x="8572500" y="1123950"/>
          <p14:tracePt t="21841" x="8578850" y="1123950"/>
          <p14:tracePt t="21858" x="8585200" y="1123950"/>
          <p14:tracePt t="21875" x="8597900" y="1123950"/>
          <p14:tracePt t="21891" x="8604250" y="1123950"/>
          <p14:tracePt t="21931" x="8610600" y="1123950"/>
          <p14:tracePt t="22170" x="8604250" y="1123950"/>
          <p14:tracePt t="22184" x="8597900" y="1123950"/>
          <p14:tracePt t="22207" x="8585200" y="1123950"/>
          <p14:tracePt t="22219" x="8578850" y="1123950"/>
          <p14:tracePt t="22233" x="8559800" y="1123950"/>
          <p14:tracePt t="22247" x="8540750" y="1130300"/>
          <p14:tracePt t="22256" x="8502650" y="1143000"/>
          <p14:tracePt t="22273" x="8426450" y="1149350"/>
          <p14:tracePt t="22290" x="8185150" y="1174750"/>
          <p14:tracePt t="22306" x="8026400" y="1181100"/>
          <p14:tracePt t="22339" x="7448550" y="1200150"/>
          <p14:tracePt t="22356" x="7080250" y="1212850"/>
          <p14:tracePt t="22373" x="6153150" y="1231900"/>
          <p14:tracePt t="22389" x="5657850" y="1231900"/>
          <p14:tracePt t="22406" x="5168900" y="1250950"/>
          <p14:tracePt t="22409" x="4648200" y="1270000"/>
          <p14:tracePt t="22422" x="4159250" y="1270000"/>
          <p14:tracePt t="22439" x="3168650" y="1308100"/>
          <p14:tracePt t="22456" x="2406650" y="1358900"/>
          <p14:tracePt t="22473" x="1822450" y="1403350"/>
          <p14:tracePt t="22489" x="1390650" y="1441450"/>
          <p14:tracePt t="22505" x="1244600" y="1466850"/>
          <p14:tracePt t="22522" x="996950" y="1498600"/>
          <p14:tracePt t="22539" x="908050" y="1517650"/>
          <p14:tracePt t="22555" x="762000" y="1555750"/>
          <p14:tracePt t="22572" x="679450" y="1581150"/>
          <p14:tracePt t="22588" x="647700" y="1587500"/>
          <p14:tracePt t="22606" x="615950" y="1606550"/>
          <p14:tracePt t="22621" x="596900" y="1612900"/>
          <p14:tracePt t="22662" x="590550" y="1619250"/>
          <p14:tracePt t="22698" x="584200" y="1619250"/>
          <p14:tracePt t="22761" x="590550" y="1612900"/>
          <p14:tracePt t="22768" x="596900" y="1612900"/>
          <p14:tracePt t="22782" x="603250" y="1612900"/>
          <p14:tracePt t="22790" x="609600" y="1612900"/>
          <p14:tracePt t="22805" x="615950" y="1612900"/>
          <p14:tracePt t="22821" x="628650" y="1612900"/>
          <p14:tracePt t="22838" x="717550" y="1600200"/>
          <p14:tracePt t="22854" x="762000" y="1606550"/>
          <p14:tracePt t="22871" x="825500" y="1606550"/>
          <p14:tracePt t="22888" x="977900" y="1612900"/>
          <p14:tracePt t="22904" x="1143000" y="1631950"/>
          <p14:tracePt t="22921" x="1231900" y="1631950"/>
          <p14:tracePt t="22938" x="1390650" y="1651000"/>
          <p14:tracePt t="22954" x="1517650" y="1651000"/>
          <p14:tracePt t="22970" x="1568450" y="1651000"/>
          <p14:tracePt t="22987" x="1663700" y="1644650"/>
          <p14:tracePt t="23004" x="1727200" y="1619250"/>
          <p14:tracePt t="23021" x="1765300" y="1600200"/>
          <p14:tracePt t="23037" x="1790700" y="1593850"/>
          <p14:tracePt t="23054" x="1822450" y="1568450"/>
          <p14:tracePt t="23071" x="1860550" y="1549400"/>
          <p14:tracePt t="23087" x="1873250" y="1543050"/>
          <p14:tracePt t="23103" x="1885950" y="1536700"/>
          <p14:tracePt t="23120" x="1917700" y="1517650"/>
          <p14:tracePt t="23137" x="1924050" y="1511300"/>
          <p14:tracePt t="23153" x="1930400" y="1504950"/>
          <p14:tracePt t="23171" x="1943100" y="1498600"/>
          <p14:tracePt t="23187" x="1949450" y="1498600"/>
          <p14:tracePt t="23204" x="1955800" y="1498600"/>
          <p14:tracePt t="23219" x="1962150" y="1492250"/>
          <p14:tracePt t="23240" x="1968500" y="1492250"/>
          <p14:tracePt t="23267" x="1968500" y="1485900"/>
          <p14:tracePt t="23274" x="1974850" y="1485900"/>
          <p14:tracePt t="23304" x="1981200" y="1479550"/>
          <p14:tracePt t="23324" x="1987550" y="1479550"/>
          <p14:tracePt t="23352" x="1993900" y="1479550"/>
          <p14:tracePt t="23358" x="2000250" y="1479550"/>
          <p14:tracePt t="23387" x="2006600" y="1479550"/>
          <p14:tracePt t="23422" x="2012950" y="1479550"/>
          <p14:tracePt t="23443" x="2019300" y="1479550"/>
          <p14:tracePt t="23457" x="2025650" y="1479550"/>
          <p14:tracePt t="23471" x="2032000" y="1479550"/>
          <p14:tracePt t="23487" x="2044700" y="1479550"/>
          <p14:tracePt t="23507" x="2063750" y="1479550"/>
          <p14:tracePt t="23520" x="2089150" y="1479550"/>
          <p14:tracePt t="23528" x="2108200" y="1479550"/>
          <p14:tracePt t="23541" x="2120900" y="1479550"/>
          <p14:tracePt t="23556" x="2146300" y="1479550"/>
          <p14:tracePt t="23571" x="2178050" y="1479550"/>
          <p14:tracePt t="23585" x="2197100" y="1473200"/>
          <p14:tracePt t="23602" x="2222500" y="1473200"/>
          <p14:tracePt t="23619" x="2292350" y="1466850"/>
          <p14:tracePt t="23635" x="2324100" y="1460500"/>
          <p14:tracePt t="23652" x="2349500" y="1460500"/>
          <p14:tracePt t="23669" x="2400300" y="1454150"/>
          <p14:tracePt t="23685" x="2425700" y="1454150"/>
          <p14:tracePt t="23701" x="2476500" y="1441450"/>
          <p14:tracePt t="23718" x="2489200" y="1441450"/>
          <p14:tracePt t="23734" x="2508250" y="1441450"/>
          <p14:tracePt t="23751" x="2527300" y="1441450"/>
          <p14:tracePt t="23768" x="2533650" y="1441450"/>
          <p14:tracePt t="23784" x="2546350" y="1441450"/>
          <p14:tracePt t="23844" x="2552700" y="1441450"/>
          <p14:tracePt t="23914" x="2559050" y="1441450"/>
          <p14:tracePt t="24167" x="2565400" y="1441450"/>
          <p14:tracePt t="24210" x="2571750" y="1441450"/>
          <p14:tracePt t="24245" x="2578100" y="1441450"/>
          <p14:tracePt t="24294" x="2584450" y="1441450"/>
          <p14:tracePt t="24379" x="2590800" y="1441450"/>
          <p14:tracePt t="24414" x="2597150" y="1441450"/>
          <p14:tracePt t="24449" x="2603500" y="1441450"/>
          <p14:tracePt t="24470" x="2609850" y="1441450"/>
          <p14:tracePt t="24498" x="2616200" y="1441450"/>
          <p14:tracePt t="24519" x="2622550" y="1441450"/>
          <p14:tracePt t="24582" x="2628900" y="1441450"/>
          <p14:tracePt t="24603" x="2635250" y="1441450"/>
          <p14:tracePt t="24646" x="2641600" y="1441450"/>
          <p14:tracePt t="24688" x="2647950" y="1435100"/>
          <p14:tracePt t="24695" x="2647950" y="1428750"/>
          <p14:tracePt t="25218" x="2660650" y="1428750"/>
          <p14:tracePt t="25233" x="2660650" y="1422400"/>
          <p14:tracePt t="25254" x="2667000" y="1416050"/>
          <p14:tracePt t="25261" x="2673350" y="1416050"/>
          <p14:tracePt t="25268" x="2679700" y="1416050"/>
          <p14:tracePt t="25289" x="2686050" y="1416050"/>
          <p14:tracePt t="25310" x="2692400" y="1416050"/>
          <p14:tracePt t="25916" x="2692400" y="1403350"/>
          <p14:tracePt t="25923" x="2679700" y="1384300"/>
          <p14:tracePt t="25937" x="2673350" y="1371600"/>
          <p14:tracePt t="25947" x="2654300" y="1339850"/>
          <p14:tracePt t="25960" x="2647950" y="1320800"/>
          <p14:tracePt t="25977" x="2628900" y="1276350"/>
          <p14:tracePt t="25994" x="2622550" y="1225550"/>
          <p14:tracePt t="26010" x="2609850" y="1206500"/>
          <p14:tracePt t="26027" x="2603500" y="1187450"/>
          <p14:tracePt t="26043" x="2590800" y="1155700"/>
          <p14:tracePt t="26060" x="2590800" y="1143000"/>
          <p14:tracePt t="26155" x="2590800" y="1149350"/>
          <p14:tracePt t="26169" x="2590800" y="1155700"/>
          <p14:tracePt t="26177" x="2590800" y="1162050"/>
          <p14:tracePt t="26183" x="2597150" y="1162050"/>
          <p14:tracePt t="26197" x="2597150" y="1174750"/>
          <p14:tracePt t="26209" x="2609850" y="1187450"/>
          <p14:tracePt t="26226" x="2635250" y="1231900"/>
          <p14:tracePt t="26243" x="2641600" y="1263650"/>
          <p14:tracePt t="26260" x="2673350" y="1333500"/>
          <p14:tracePt t="26276" x="2705100" y="1422400"/>
          <p14:tracePt t="26292" x="2724150" y="1466850"/>
          <p14:tracePt t="26310" x="2762250" y="1562100"/>
          <p14:tracePt t="26325" x="2768600" y="1619250"/>
          <p14:tracePt t="26342" x="2774950" y="1631950"/>
          <p14:tracePt t="26359" x="2774950" y="1657350"/>
          <p14:tracePt t="26392" x="2774950" y="1663700"/>
          <p14:tracePt t="26415" x="2774950" y="1657350"/>
          <p14:tracePt t="26429" x="2774950" y="1651000"/>
          <p14:tracePt t="26442" x="2768600" y="1644650"/>
          <p14:tracePt t="26458" x="2749550" y="1606550"/>
          <p14:tracePt t="26475" x="2730500" y="1574800"/>
          <p14:tracePt t="26492" x="2705100" y="1492250"/>
          <p14:tracePt t="26508" x="2667000" y="1403350"/>
          <p14:tracePt t="26525" x="2647950" y="1352550"/>
          <p14:tracePt t="26542" x="2622550" y="1289050"/>
          <p14:tracePt t="26558" x="2609850" y="1257300"/>
          <p14:tracePt t="26575" x="2609850" y="1250950"/>
          <p14:tracePt t="26591" x="2603500" y="1244600"/>
          <p14:tracePt t="26626" x="2597150" y="1244600"/>
          <p14:tracePt t="26641" x="2590800" y="1250950"/>
          <p14:tracePt t="26647" x="2578100" y="1257300"/>
          <p14:tracePt t="26661" x="2565400" y="1263650"/>
          <p14:tracePt t="26676" x="2527300" y="1282700"/>
          <p14:tracePt t="26691" x="2495550" y="1308100"/>
          <p14:tracePt t="26708" x="2463800" y="1320800"/>
          <p14:tracePt t="26725" x="2387600" y="1371600"/>
          <p14:tracePt t="26741" x="2330450" y="1428750"/>
          <p14:tracePt t="26757" x="2298700" y="1447800"/>
          <p14:tracePt t="26774" x="2273300" y="1466850"/>
          <p14:tracePt t="26791" x="2260600" y="1473200"/>
          <p14:tracePt t="26807" x="2254250" y="1473200"/>
          <p14:tracePt t="26841" x="2247900" y="1473200"/>
          <p14:tracePt t="26860" x="2247900" y="1466850"/>
          <p14:tracePt t="26873" x="2247900" y="1460500"/>
          <p14:tracePt t="26891" x="2247900" y="1447800"/>
          <p14:tracePt t="26907" x="2247900" y="1435100"/>
          <p14:tracePt t="26923" x="2247900" y="1422400"/>
          <p14:tracePt t="26940" x="2247900" y="1409700"/>
          <p14:tracePt t="26957" x="2247900" y="1365250"/>
          <p14:tracePt t="26973" x="2247900" y="1358900"/>
          <p14:tracePt t="26990" x="2247900" y="1352550"/>
          <p14:tracePt t="27007" x="2241550" y="1352550"/>
          <p14:tracePt t="27062" x="2241550" y="1358900"/>
          <p14:tracePt t="27083" x="2241550" y="1365250"/>
          <p14:tracePt t="27132" x="2241550" y="1371600"/>
          <p14:tracePt t="27140" x="2247900" y="1371600"/>
          <p14:tracePt t="27182" x="2247900" y="1377950"/>
          <p14:tracePt t="27189" x="2254250" y="1377950"/>
          <p14:tracePt t="27210" x="2260600" y="1371600"/>
          <p14:tracePt t="27238" x="2260600" y="1365250"/>
          <p14:tracePt t="27259" x="2260600" y="1358900"/>
          <p14:tracePt t="27280" x="2260600" y="1352550"/>
          <p14:tracePt t="27308" x="2260600" y="1346200"/>
          <p14:tracePt t="27343" x="2266950" y="1339850"/>
          <p14:tracePt t="27393" x="2273300" y="1339850"/>
          <p14:tracePt t="27449" x="2279650" y="1346200"/>
          <p14:tracePt t="27505" x="2279650" y="1352550"/>
          <p14:tracePt t="27533" x="2286000" y="1358900"/>
          <p14:tracePt t="27561" x="2292350" y="1358900"/>
          <p14:tracePt t="27604" x="2298700" y="1365250"/>
          <p14:tracePt t="27646" x="2305050" y="1365250"/>
          <p14:tracePt t="27660" x="2311400" y="1365250"/>
          <p14:tracePt t="27674" x="2317750" y="1365250"/>
          <p14:tracePt t="27681" x="2324100" y="1365250"/>
          <p14:tracePt t="27695" x="2330450" y="1365250"/>
          <p14:tracePt t="27704" x="2343150" y="1365250"/>
          <p14:tracePt t="27724" x="2349500" y="1365250"/>
          <p14:tracePt t="27738" x="2368550" y="1365250"/>
          <p14:tracePt t="27754" x="2387600" y="1365250"/>
          <p14:tracePt t="27771" x="2400300" y="1365250"/>
          <p14:tracePt t="27787" x="2425700" y="1358900"/>
          <p14:tracePt t="27804" x="2432050" y="1358900"/>
          <p14:tracePt t="27823" x="2438400" y="1358900"/>
          <p14:tracePt t="27857" x="2444750" y="1358900"/>
          <p14:tracePt t="27864" x="2451100" y="1358900"/>
          <p14:tracePt t="27941" x="2457450" y="1358900"/>
          <p14:tracePt t="28053" x="2457450" y="1352550"/>
          <p14:tracePt t="28082" x="2457450" y="1346200"/>
          <p14:tracePt t="28806" x="2463800" y="1346200"/>
          <p14:tracePt t="28821" x="2470150" y="1346200"/>
          <p14:tracePt t="28828" x="2476500" y="1346200"/>
          <p14:tracePt t="28836" x="2489200" y="1346200"/>
          <p14:tracePt t="28850" x="2501900" y="1352550"/>
          <p14:tracePt t="28867" x="2520950" y="1352550"/>
          <p14:tracePt t="28884" x="2571750" y="1358900"/>
          <p14:tracePt t="28900" x="2667000" y="1377950"/>
          <p14:tracePt t="28917" x="2717800" y="1377950"/>
          <p14:tracePt t="28934" x="2863850" y="1397000"/>
          <p14:tracePt t="28950" x="3003550" y="1403350"/>
          <p14:tracePt t="28967" x="3092450" y="1403350"/>
          <p14:tracePt t="28969" x="3168650" y="1416050"/>
          <p14:tracePt t="28983" x="3257550" y="1416050"/>
          <p14:tracePt t="29000" x="3422650" y="1422400"/>
          <p14:tracePt t="29016" x="3498850" y="1422400"/>
          <p14:tracePt t="29033" x="3644900" y="1435100"/>
          <p14:tracePt t="29049" x="3771900" y="1441450"/>
          <p14:tracePt t="29067" x="3924300" y="1441450"/>
          <p14:tracePt t="29083" x="4000500" y="1441450"/>
          <p14:tracePt t="29099" x="4070350" y="1428750"/>
          <p14:tracePt t="29117" x="4273550" y="1409700"/>
          <p14:tracePt t="29132" x="4343400" y="1403350"/>
          <p14:tracePt t="29149" x="4394200" y="1390650"/>
          <p14:tracePt t="29166" x="4514850" y="1371600"/>
          <p14:tracePt t="29183" x="4660900" y="1346200"/>
          <p14:tracePt t="29199" x="4749800" y="1333500"/>
          <p14:tracePt t="29216" x="4914900" y="1314450"/>
          <p14:tracePt t="29232" x="5092700" y="1314450"/>
          <p14:tracePt t="29249" x="5181600" y="1308100"/>
          <p14:tracePt t="29265" x="5372100" y="1308100"/>
          <p14:tracePt t="29282" x="5461000" y="1308100"/>
          <p14:tracePt t="29300" x="5695950" y="1295400"/>
          <p14:tracePt t="29315" x="5772150" y="1295400"/>
          <p14:tracePt t="29332" x="5835650" y="1308100"/>
          <p14:tracePt t="29349" x="6083300" y="1314450"/>
          <p14:tracePt t="29365" x="6134100" y="1314450"/>
          <p14:tracePt t="29382" x="6197600" y="1314450"/>
          <p14:tracePt t="29398" x="6330950" y="1327150"/>
          <p14:tracePt t="29415" x="6369050" y="1327150"/>
          <p14:tracePt t="29432" x="6407150" y="1333500"/>
          <p14:tracePt t="29448" x="6477000" y="1339850"/>
          <p14:tracePt t="29465" x="6559550" y="1358900"/>
          <p14:tracePt t="29468" x="6591300" y="1365250"/>
          <p14:tracePt t="29484" x="6629400" y="1365250"/>
          <p14:tracePt t="29498" x="6648450" y="1377950"/>
          <p14:tracePt t="29515" x="6699250" y="1390650"/>
          <p14:tracePt t="29532" x="6737350" y="1403350"/>
          <p14:tracePt t="29548" x="6762750" y="1409700"/>
          <p14:tracePt t="29564" x="6781800" y="1422400"/>
          <p14:tracePt t="29581" x="6788150" y="1422400"/>
          <p14:tracePt t="29614" x="6788150" y="1416050"/>
          <p14:tracePt t="29631" x="6775450" y="1384300"/>
          <p14:tracePt t="30097" x="6807200" y="1384300"/>
          <p14:tracePt t="30103" x="6845300" y="1384300"/>
          <p14:tracePt t="30112" x="6870700" y="1384300"/>
          <p14:tracePt t="30129" x="6921500" y="1384300"/>
          <p14:tracePt t="30147" x="7010400" y="1384300"/>
          <p14:tracePt t="30162" x="7073900" y="1384300"/>
          <p14:tracePt t="30179" x="7207250" y="1384300"/>
          <p14:tracePt t="30196" x="7346950" y="1384300"/>
          <p14:tracePt t="30212" x="7410450" y="1384300"/>
          <p14:tracePt t="30229" x="7537450" y="1384300"/>
          <p14:tracePt t="30245" x="7588250" y="1384300"/>
          <p14:tracePt t="30262" x="7664450" y="1384300"/>
          <p14:tracePt t="30279" x="7721600" y="1384300"/>
          <p14:tracePt t="30295" x="7766050" y="1384300"/>
          <p14:tracePt t="30312" x="7785100" y="1384300"/>
          <p14:tracePt t="30330" x="7810500" y="1390650"/>
          <p14:tracePt t="30345" x="7829550" y="1390650"/>
          <p14:tracePt t="30362" x="7835900" y="1390650"/>
          <p14:tracePt t="30395" x="7842250" y="1390650"/>
          <p14:tracePt t="30414" x="7848600" y="1390650"/>
          <p14:tracePt t="30429" x="7854950" y="1390650"/>
          <p14:tracePt t="30445" x="7861300" y="1390650"/>
          <p14:tracePt t="30462" x="7880350" y="1390650"/>
          <p14:tracePt t="30478" x="7886700" y="1390650"/>
          <p14:tracePt t="30494" x="7893050" y="1390650"/>
          <p14:tracePt t="30497" x="7899400" y="1390650"/>
          <p14:tracePt t="30512" x="7912100" y="1390650"/>
          <p14:tracePt t="30527" x="7924800" y="1390650"/>
          <p14:tracePt t="30544" x="7931150" y="1390650"/>
          <p14:tracePt t="30561" x="7937500" y="1397000"/>
          <p14:tracePt t="30577" x="7969250" y="1397000"/>
          <p14:tracePt t="30594" x="7988300" y="1403350"/>
          <p14:tracePt t="30611" x="8032750" y="1409700"/>
          <p14:tracePt t="30627" x="8070850" y="1409700"/>
          <p14:tracePt t="30644" x="8102600" y="1416050"/>
          <p14:tracePt t="30660" x="8134350" y="1416050"/>
          <p14:tracePt t="30677" x="8166100" y="1422400"/>
          <p14:tracePt t="30695" x="8178800" y="1422400"/>
          <p14:tracePt t="30711" x="8185150" y="1422400"/>
          <p14:tracePt t="30744" x="8197850" y="1422400"/>
          <p14:tracePt t="30760" x="8204200" y="1422400"/>
          <p14:tracePt t="30777" x="8210550" y="1422400"/>
          <p14:tracePt t="30794" x="8229600" y="1428750"/>
          <p14:tracePt t="30810" x="8235950" y="1428750"/>
          <p14:tracePt t="30826" x="8255000" y="1428750"/>
          <p14:tracePt t="30843" x="8274050" y="1428750"/>
          <p14:tracePt t="30860" x="8305800" y="1435100"/>
          <p14:tracePt t="30877" x="8350250" y="1441450"/>
          <p14:tracePt t="30893" x="8369300" y="1441450"/>
          <p14:tracePt t="30910" x="8407400" y="1441450"/>
          <p14:tracePt t="30927" x="8439150" y="1441450"/>
          <p14:tracePt t="30943" x="8445500" y="1441450"/>
          <p14:tracePt t="30960" x="8458200" y="1441450"/>
          <p14:tracePt t="30976" x="8464550" y="1441450"/>
          <p14:tracePt t="31222" x="8445500" y="1441450"/>
          <p14:tracePt t="31228" x="8401050" y="1435100"/>
          <p14:tracePt t="31242" x="8337550" y="1435100"/>
          <p14:tracePt t="31259" x="8185150" y="1416050"/>
          <p14:tracePt t="31275" x="8083550" y="1409700"/>
          <p14:tracePt t="31292" x="7867650" y="1397000"/>
          <p14:tracePt t="31308" x="7639050" y="1397000"/>
          <p14:tracePt t="31325" x="7524750" y="1397000"/>
          <p14:tracePt t="31342" x="7296150" y="1397000"/>
          <p14:tracePt t="31358" x="7207250" y="1397000"/>
          <p14:tracePt t="31376" x="7029450" y="1422400"/>
          <p14:tracePt t="31391" x="6870700" y="1447800"/>
          <p14:tracePt t="31408" x="6794500" y="1447800"/>
          <p14:tracePt t="31426" x="6623050" y="1466850"/>
          <p14:tracePt t="31441" x="6413500" y="1466850"/>
          <p14:tracePt t="31458" x="6299200" y="1466850"/>
          <p14:tracePt t="31475" x="6032500" y="1466850"/>
          <p14:tracePt t="31491" x="5734050" y="1454150"/>
          <p14:tracePt t="31507" x="5556250" y="1454150"/>
          <p14:tracePt t="31525" x="5264150" y="1454150"/>
          <p14:tracePt t="31540" x="4997450" y="1441450"/>
          <p14:tracePt t="31558" x="4857750" y="1441450"/>
          <p14:tracePt t="31574" x="4603750" y="1435100"/>
          <p14:tracePt t="31591" x="4375150" y="1422400"/>
          <p14:tracePt t="31607" x="4273550" y="1422400"/>
          <p14:tracePt t="31623" x="4044950" y="1409700"/>
          <p14:tracePt t="31641" x="3956050" y="1409700"/>
          <p14:tracePt t="31658" x="3689350" y="1422400"/>
          <p14:tracePt t="31674" x="3613150" y="1422400"/>
          <p14:tracePt t="31691" x="3536950" y="1435100"/>
          <p14:tracePt t="31707" x="3390900" y="1435100"/>
          <p14:tracePt t="31723" x="3251200" y="1435100"/>
          <p14:tracePt t="31740" x="3175000" y="1435100"/>
          <p14:tracePt t="31757" x="3086100" y="1435100"/>
          <p14:tracePt t="31773" x="3016250" y="1435100"/>
          <p14:tracePt t="31790" x="2990850" y="1435100"/>
          <p14:tracePt t="31806" x="2959100" y="1435100"/>
          <p14:tracePt t="31823" x="2933700" y="1435100"/>
          <p14:tracePt t="31841" x="2914650" y="1435100"/>
          <p14:tracePt t="31856" x="2901950" y="1435100"/>
          <p14:tracePt t="31873" x="2889250" y="1428750"/>
          <p14:tracePt t="31890" x="2870200" y="1428750"/>
          <p14:tracePt t="31906" x="2844800" y="1422400"/>
          <p14:tracePt t="31922" x="2819400" y="1422400"/>
          <p14:tracePt t="31940" x="2730500" y="1409700"/>
          <p14:tracePt t="31956" x="2711450" y="1409700"/>
          <p14:tracePt t="31972" x="2686050" y="1409700"/>
          <p14:tracePt t="31989" x="2647950" y="1409700"/>
          <p14:tracePt t="32006" x="2628900" y="1409700"/>
          <p14:tracePt t="32023" x="2616200" y="1409700"/>
          <p14:tracePt t="32072" x="2622550" y="1403350"/>
          <p14:tracePt t="32080" x="2635250" y="1403350"/>
          <p14:tracePt t="32094" x="2667000" y="1397000"/>
          <p14:tracePt t="32105" x="2717800" y="1397000"/>
          <p14:tracePt t="32122" x="2908300" y="1397000"/>
          <p14:tracePt t="32139" x="3022600" y="1397000"/>
          <p14:tracePt t="32155" x="3276600" y="1397000"/>
          <p14:tracePt t="32172" x="3536950" y="1397000"/>
          <p14:tracePt t="32189" x="3663950" y="1397000"/>
          <p14:tracePt t="32206" x="3829050" y="1397000"/>
          <p14:tracePt t="32222" x="3911600" y="1397000"/>
          <p14:tracePt t="32238" x="3930650" y="1397000"/>
          <p14:tracePt t="32256" x="3949700" y="1397000"/>
          <p14:tracePt t="32291" x="3956050" y="1397000"/>
          <p14:tracePt t="32396" x="3962400" y="1397000"/>
          <p14:tracePt t="32403" x="3968750" y="1397000"/>
          <p14:tracePt t="32417" x="3975100" y="1397000"/>
          <p14:tracePt t="32424" x="3981450" y="1397000"/>
          <p14:tracePt t="32438" x="3994150" y="1397000"/>
          <p14:tracePt t="32454" x="4025900" y="1403350"/>
          <p14:tracePt t="32471" x="4044950" y="1409700"/>
          <p14:tracePt t="32488" x="4127500" y="1422400"/>
          <p14:tracePt t="32504" x="4235450" y="1441450"/>
          <p14:tracePt t="32521" x="4286250" y="1447800"/>
          <p14:tracePt t="32538" x="4387850" y="1454150"/>
          <p14:tracePt t="32554" x="4432300" y="1454150"/>
          <p14:tracePt t="32571" x="4508500" y="1454150"/>
          <p14:tracePt t="32587" x="4559300" y="1454150"/>
          <p14:tracePt t="32604" x="4572000" y="1454150"/>
          <p14:tracePt t="32621" x="4584700" y="1454150"/>
          <p14:tracePt t="32663" x="4572000" y="1454150"/>
          <p14:tracePt t="32677" x="4559300" y="1454150"/>
          <p14:tracePt t="32687" x="4540250" y="1454150"/>
          <p14:tracePt t="32703" x="4508500" y="1447800"/>
          <p14:tracePt t="32720" x="4419600" y="1441450"/>
          <p14:tracePt t="32737" x="4298950" y="1428750"/>
          <p14:tracePt t="32753" x="4248150" y="1422400"/>
          <p14:tracePt t="32770" x="4178300" y="1422400"/>
          <p14:tracePt t="32786" x="4152900" y="1422400"/>
          <p14:tracePt t="32804" x="4140200" y="1422400"/>
          <p14:tracePt t="32839" x="4146550" y="1422400"/>
          <p14:tracePt t="32853" x="4191000" y="1422400"/>
          <p14:tracePt t="32870" x="4216400" y="1422400"/>
          <p14:tracePt t="32886" x="4267200" y="1422400"/>
          <p14:tracePt t="32903" x="4445000" y="1441450"/>
          <p14:tracePt t="32919" x="4660900" y="1454150"/>
          <p14:tracePt t="32936" x="4775200" y="1460500"/>
          <p14:tracePt t="32952" x="4978400" y="1460500"/>
          <p14:tracePt t="32969" x="5105400" y="1460500"/>
          <p14:tracePt t="32987" x="5162550" y="1460500"/>
          <p14:tracePt t="33002" x="5168900" y="1460500"/>
          <p14:tracePt t="33019" x="5175250" y="1460500"/>
          <p14:tracePt t="33052" x="5168900" y="1460500"/>
          <p14:tracePt t="33069" x="5111750" y="1460500"/>
          <p14:tracePt t="33086" x="5022850" y="1460500"/>
          <p14:tracePt t="33102" x="4972050" y="1460500"/>
          <p14:tracePt t="33119" x="4914900" y="1460500"/>
          <p14:tracePt t="33135" x="4813300" y="1460500"/>
          <p14:tracePt t="33152" x="4787900" y="1460500"/>
          <p14:tracePt t="33169" x="4768850" y="1460500"/>
          <p14:tracePt t="33205" x="4781550" y="1460500"/>
          <p14:tracePt t="33221" x="4794250" y="1454150"/>
          <p14:tracePt t="33235" x="4826000" y="1454150"/>
          <p14:tracePt t="33252" x="4895850" y="1447800"/>
          <p14:tracePt t="33269" x="4978400" y="1441450"/>
          <p14:tracePt t="33285" x="5003800" y="1435100"/>
          <p14:tracePt t="33302" x="5048250" y="1428750"/>
          <p14:tracePt t="33318" x="5048250" y="1422400"/>
          <p14:tracePt t="33351" x="5022850" y="1422400"/>
          <p14:tracePt t="33367" x="4953000" y="1422400"/>
          <p14:tracePt t="33385" x="4889500" y="1409700"/>
          <p14:tracePt t="33403" x="4737100" y="1409700"/>
          <p14:tracePt t="33418" x="4546600" y="1409700"/>
          <p14:tracePt t="33434" x="4457700" y="1409700"/>
          <p14:tracePt t="33451" x="4318000" y="1403350"/>
          <p14:tracePt t="33467" x="4260850" y="1403350"/>
          <p14:tracePt t="33484" x="4216400" y="1403350"/>
          <p14:tracePt t="33501" x="4197350" y="1403350"/>
          <p14:tracePt t="33517" x="4191000" y="1403350"/>
          <p14:tracePt t="33534" x="4171950" y="1403350"/>
          <p14:tracePt t="33550" x="4140200" y="1390650"/>
          <p14:tracePt t="33567" x="4127500" y="1390650"/>
          <p14:tracePt t="33584" x="4121150" y="1384300"/>
          <p14:tracePt t="33888" x="4159250" y="1390650"/>
          <p14:tracePt t="33902" x="4229100" y="1403350"/>
          <p14:tracePt t="33909" x="4292600" y="1409700"/>
          <p14:tracePt t="33923" x="4330700" y="1416050"/>
          <p14:tracePt t="33932" x="4381500" y="1416050"/>
          <p14:tracePt t="33949" x="4413250" y="1422400"/>
          <p14:tracePt t="33966" x="4470400" y="1435100"/>
          <p14:tracePt t="33982" x="4521200" y="1435100"/>
          <p14:tracePt t="33999" x="4540250" y="1435100"/>
          <p14:tracePt t="34015" x="4572000" y="1435100"/>
          <p14:tracePt t="34032" x="4603750" y="1435100"/>
          <p14:tracePt t="34049" x="4629150" y="1441450"/>
          <p14:tracePt t="34066" x="4641850" y="1441450"/>
          <p14:tracePt t="34083" x="4654550" y="1441450"/>
          <p14:tracePt t="34099" x="4673600" y="1441450"/>
          <p14:tracePt t="34115" x="4679950" y="1441450"/>
          <p14:tracePt t="34373" x="4673600" y="1441450"/>
          <p14:tracePt t="34381" x="4660900" y="1441450"/>
          <p14:tracePt t="34394" x="4641850" y="1447800"/>
          <p14:tracePt t="34401" x="4610100" y="1447800"/>
          <p14:tracePt t="34417" x="4565650" y="1454150"/>
          <p14:tracePt t="34431" x="4495800" y="1460500"/>
          <p14:tracePt t="34447" x="4279900" y="1504950"/>
          <p14:tracePt t="34465" x="3994150" y="1536700"/>
          <p14:tracePt t="34481" x="3841750" y="1574800"/>
          <p14:tracePt t="34497" x="3524250" y="1619250"/>
          <p14:tracePt t="34514" x="3232150" y="1663700"/>
          <p14:tracePt t="34531" x="3117850" y="1682750"/>
          <p14:tracePt t="34549" x="2914650" y="1714500"/>
          <p14:tracePt t="34564" x="2755900" y="1733550"/>
          <p14:tracePt t="34580" x="2679700" y="1733550"/>
          <p14:tracePt t="34598" x="2590800" y="1746250"/>
          <p14:tracePt t="34614" x="2520950" y="1746250"/>
          <p14:tracePt t="34630" x="2501900" y="1733550"/>
          <p14:tracePt t="34647" x="2451100" y="1720850"/>
          <p14:tracePt t="34663" x="2425700" y="1708150"/>
          <p14:tracePt t="34680" x="2413000" y="1701800"/>
          <p14:tracePt t="34697" x="2387600" y="1682750"/>
          <p14:tracePt t="34713" x="2368550" y="1670050"/>
          <p14:tracePt t="34730" x="2336800" y="1651000"/>
          <p14:tracePt t="34747" x="2311400" y="1612900"/>
          <p14:tracePt t="34764" x="2298700" y="1600200"/>
          <p14:tracePt t="34781" x="2266950" y="1581150"/>
          <p14:tracePt t="34796" x="2241550" y="1555750"/>
          <p14:tracePt t="34812" x="2235200" y="1543050"/>
          <p14:tracePt t="34830" x="2216150" y="1517650"/>
          <p14:tracePt t="34846" x="2203450" y="1511300"/>
          <p14:tracePt t="34863" x="2197100" y="1511300"/>
          <p14:tracePt t="34879" x="2197100" y="1498600"/>
          <p14:tracePt t="34896" x="2190750" y="1492250"/>
          <p14:tracePt t="34929" x="2184400" y="1485900"/>
          <p14:tracePt t="34945" x="2184400" y="1479550"/>
          <p14:tracePt t="35006" x="2190750" y="1466850"/>
          <p14:tracePt t="35013" x="2197100" y="1466850"/>
          <p14:tracePt t="35027" x="2197100" y="1454150"/>
          <p14:tracePt t="35041" x="2197100" y="1447800"/>
          <p14:tracePt t="35055" x="2197100" y="1441450"/>
          <p14:tracePt t="35065" x="2209800" y="1435100"/>
          <p14:tracePt t="35079" x="2216150" y="1422400"/>
          <p14:tracePt t="35095" x="2222500" y="1409700"/>
          <p14:tracePt t="35112" x="2254250" y="1377950"/>
          <p14:tracePt t="35129" x="2260600" y="1365250"/>
          <p14:tracePt t="35146" x="2273300" y="1346200"/>
          <p14:tracePt t="35162" x="2292350" y="1320800"/>
          <p14:tracePt t="35178" x="2298700" y="1308100"/>
          <p14:tracePt t="35196" x="2311400" y="1301750"/>
          <p14:tracePt t="35231" x="2317750" y="1295400"/>
          <p14:tracePt t="35280" x="2317750" y="1289050"/>
          <p14:tracePt t="35357" x="2317750" y="1295400"/>
          <p14:tracePt t="35819" x="2317750" y="1320800"/>
          <p14:tracePt t="35827" x="2324100" y="1365250"/>
          <p14:tracePt t="35841" x="2324100" y="1403350"/>
          <p14:tracePt t="35855" x="2330450" y="1447800"/>
          <p14:tracePt t="35868" x="2330450" y="1485900"/>
          <p14:tracePt t="35878" x="2336800" y="1530350"/>
          <p14:tracePt t="35892" x="2336800" y="1555750"/>
          <p14:tracePt t="35909" x="2355850" y="1606550"/>
          <p14:tracePt t="35926" x="2368550" y="1657350"/>
          <p14:tracePt t="35942" x="2374900" y="1682750"/>
          <p14:tracePt t="35960" x="2374900" y="1695450"/>
          <p14:tracePt t="35975" x="2381250" y="1708150"/>
          <p14:tracePt t="36023" x="2381250" y="1714500"/>
          <p14:tracePt t="36059" x="2387600" y="1720850"/>
          <p14:tracePt t="36361" x="2393950" y="1720850"/>
          <p14:tracePt t="36382" x="2400300" y="1720850"/>
          <p14:tracePt t="36403" x="2413000" y="1720850"/>
          <p14:tracePt t="36410" x="2419350" y="1720850"/>
          <p14:tracePt t="36426" x="2432050" y="1720850"/>
          <p14:tracePt t="36441" x="2451100" y="1727200"/>
          <p14:tracePt t="36457" x="2508250" y="1733550"/>
          <p14:tracePt t="36474" x="2578100" y="1752600"/>
          <p14:tracePt t="36490" x="2622550" y="1758950"/>
          <p14:tracePt t="36507" x="2717800" y="1778000"/>
          <p14:tracePt t="36524" x="2787650" y="1790700"/>
          <p14:tracePt t="36540" x="2825750" y="1790700"/>
          <p14:tracePt t="36558" x="2870200" y="1803400"/>
          <p14:tracePt t="36573" x="2901950" y="1803400"/>
          <p14:tracePt t="36590" x="2908300" y="1803400"/>
          <p14:tracePt t="36607" x="2921000" y="1803400"/>
          <p14:tracePt t="36705" x="2908300" y="1809750"/>
          <p14:tracePt t="36727" x="2901950" y="1809750"/>
          <p14:tracePt t="36733" x="2889250" y="1809750"/>
          <p14:tracePt t="36742" x="2882900" y="1809750"/>
          <p14:tracePt t="36756" x="2870200" y="1809750"/>
          <p14:tracePt t="36773" x="2851150" y="1816100"/>
          <p14:tracePt t="36790" x="2774950" y="1816100"/>
          <p14:tracePt t="36806" x="2679700" y="1809750"/>
          <p14:tracePt t="36823" x="2628900" y="1809750"/>
          <p14:tracePt t="36840" x="2552700" y="1809750"/>
          <p14:tracePt t="36856" x="2495550" y="1809750"/>
          <p14:tracePt t="36872" x="2482850" y="1809750"/>
          <p14:tracePt t="36889" x="2463800" y="1809750"/>
          <p14:tracePt t="36924" x="2470150" y="1809750"/>
          <p14:tracePt t="36937" x="2476500" y="1809750"/>
          <p14:tracePt t="36945" x="2501900" y="1809750"/>
          <p14:tracePt t="36955" x="2520950" y="1809750"/>
          <p14:tracePt t="36973" x="2597150" y="1803400"/>
          <p14:tracePt t="36989" x="2654300" y="1797050"/>
          <p14:tracePt t="37005" x="2705100" y="1784350"/>
          <p14:tracePt t="37022" x="2851150" y="1771650"/>
          <p14:tracePt t="37038" x="2889250" y="1771650"/>
          <p14:tracePt t="37055" x="2914650" y="1758950"/>
          <p14:tracePt t="37072" x="2946400" y="1746250"/>
          <p14:tracePt t="37088" x="2965450" y="1739900"/>
          <p14:tracePt t="37156" x="2952750" y="1739900"/>
          <p14:tracePt t="37183" x="2946400" y="1739900"/>
          <p14:tracePt t="37197" x="2940050" y="1739900"/>
          <p14:tracePt t="37212" x="2927350" y="1739900"/>
          <p14:tracePt t="37226" x="2921000" y="1739900"/>
          <p14:tracePt t="37232" x="2914650" y="1739900"/>
          <p14:tracePt t="37247" x="2908300" y="1739900"/>
          <p14:tracePt t="37256" x="2895600" y="1739900"/>
          <p14:tracePt t="37274" x="2882900" y="1739900"/>
          <p14:tracePt t="37291" x="2870200" y="1733550"/>
          <p14:tracePt t="37304" x="2844800" y="1733550"/>
          <p14:tracePt t="37321" x="2838450" y="1727200"/>
          <p14:tracePt t="37338" x="2819400" y="1727200"/>
          <p14:tracePt t="37371" x="2813050" y="1727200"/>
          <p14:tracePt t="37430" x="2819400" y="1727200"/>
          <p14:tracePt t="37438" x="2825750" y="1727200"/>
          <p14:tracePt t="37444" x="2832100" y="1727200"/>
          <p14:tracePt t="37458" x="2844800" y="1727200"/>
          <p14:tracePt t="37470" x="2857500" y="1727200"/>
          <p14:tracePt t="37487" x="2889250" y="1727200"/>
          <p14:tracePt t="37504" x="2908300" y="1720850"/>
          <p14:tracePt t="37521" x="2940050" y="1720850"/>
          <p14:tracePt t="37537" x="2965450" y="1714500"/>
          <p14:tracePt t="37554" x="2971800" y="1714500"/>
          <p14:tracePt t="37570" x="2978150" y="1714500"/>
          <p14:tracePt t="37586" x="2978150" y="1708150"/>
          <p14:tracePt t="37621" x="2971800" y="1708150"/>
          <p14:tracePt t="37627" x="2965450" y="1708150"/>
          <p14:tracePt t="37641" x="2959100" y="1708150"/>
          <p14:tracePt t="37653" x="2952750" y="1708150"/>
          <p14:tracePt t="37670" x="2933700" y="1708150"/>
          <p14:tracePt t="37686" x="2908300" y="1701800"/>
          <p14:tracePt t="37704" x="2863850" y="1701800"/>
          <p14:tracePt t="37720" x="2832100" y="1695450"/>
          <p14:tracePt t="37736" x="2806700" y="1695450"/>
          <p14:tracePt t="37753" x="2787650" y="1695450"/>
          <p14:tracePt t="37770" x="2781300" y="1695450"/>
          <p14:tracePt t="37816" x="2794000" y="1695450"/>
          <p14:tracePt t="37830" x="2800350" y="1695450"/>
          <p14:tracePt t="37839" x="2806700" y="1689100"/>
          <p14:tracePt t="37853" x="2819400" y="1689100"/>
          <p14:tracePt t="37869" x="2838450" y="1689100"/>
          <p14:tracePt t="37886" x="2863850" y="1689100"/>
          <p14:tracePt t="37902" x="2901950" y="1682750"/>
          <p14:tracePt t="37919" x="2921000" y="1682750"/>
          <p14:tracePt t="37937" x="2971800" y="1676400"/>
          <p14:tracePt t="38020" x="2965450" y="1676400"/>
          <p14:tracePt t="38027" x="2959100" y="1676400"/>
          <p14:tracePt t="38042" x="2952750" y="1676400"/>
          <p14:tracePt t="38051" x="2940050" y="1676400"/>
          <p14:tracePt t="38068" x="2927350" y="1676400"/>
          <p14:tracePt t="38085" x="2889250" y="1676400"/>
          <p14:tracePt t="38101" x="2838450" y="1676400"/>
          <p14:tracePt t="38119" x="2794000" y="1676400"/>
          <p14:tracePt t="38135" x="2762250" y="1676400"/>
          <p14:tracePt t="38151" x="2736850" y="1676400"/>
          <p14:tracePt t="38168" x="2717800" y="1676400"/>
          <p14:tracePt t="38171" x="2711450" y="1676400"/>
          <p14:tracePt t="38185" x="2705100" y="1682750"/>
          <p14:tracePt t="38219" x="2711450" y="1682750"/>
          <p14:tracePt t="38225" x="2717800" y="1682750"/>
          <p14:tracePt t="38239" x="2724150" y="1682750"/>
          <p14:tracePt t="38251" x="2736850" y="1682750"/>
          <p14:tracePt t="38270" x="2749550" y="1682750"/>
          <p14:tracePt t="38284" x="2762250" y="1676400"/>
          <p14:tracePt t="38301" x="2774950" y="1676400"/>
          <p14:tracePt t="38318" x="2819400" y="1663700"/>
          <p14:tracePt t="38334" x="2832100" y="1657350"/>
          <p14:tracePt t="38350" x="2844800" y="1651000"/>
          <p14:tracePt t="38367" x="2863850" y="1638300"/>
          <p14:tracePt t="38384" x="2863850" y="1631950"/>
          <p14:tracePt t="38422" x="2863850" y="1625600"/>
          <p14:tracePt t="38436" x="2851150" y="1625600"/>
          <p14:tracePt t="38451" x="2844800" y="1625600"/>
          <p14:tracePt t="38457" x="2825750" y="1619250"/>
          <p14:tracePt t="38471" x="2806700" y="1619250"/>
          <p14:tracePt t="38487" x="2787650" y="1612900"/>
          <p14:tracePt t="38502" x="2755900" y="1600200"/>
          <p14:tracePt t="38517" x="2736850" y="1600200"/>
          <p14:tracePt t="38533" x="2711450" y="1600200"/>
          <p14:tracePt t="38550" x="2673350" y="1600200"/>
          <p14:tracePt t="38567" x="2660650" y="1600200"/>
          <p14:tracePt t="38584" x="2654300" y="1600200"/>
          <p14:tracePt t="38620" x="2667000" y="1600200"/>
          <p14:tracePt t="38636" x="2679700" y="1600200"/>
          <p14:tracePt t="38650" x="2692400" y="1600200"/>
          <p14:tracePt t="38666" x="2705100" y="1600200"/>
          <p14:tracePt t="38683" x="2736850" y="1600200"/>
          <p14:tracePt t="38700" x="2762250" y="1600200"/>
          <p14:tracePt t="38716" x="2774950" y="1600200"/>
          <p14:tracePt t="38733" x="2794000" y="1600200"/>
          <p14:tracePt t="38749" x="2800350" y="1600200"/>
          <p14:tracePt t="38809" x="2794000" y="1600200"/>
          <p14:tracePt t="38817" x="2781300" y="1600200"/>
          <p14:tracePt t="38823" x="2768600" y="1600200"/>
          <p14:tracePt t="38837" x="2749550" y="1606550"/>
          <p14:tracePt t="38849" x="2717800" y="1619250"/>
          <p14:tracePt t="38866" x="2635250" y="1657350"/>
          <p14:tracePt t="38882" x="2546350" y="1708150"/>
          <p14:tracePt t="38899" x="2501900" y="1727200"/>
          <p14:tracePt t="38915" x="2451100" y="1752600"/>
          <p14:tracePt t="38932" x="2425700" y="1771650"/>
          <p14:tracePt t="38949" x="2419350" y="1778000"/>
          <p14:tracePt t="38965" x="2413000" y="1790700"/>
          <p14:tracePt t="38982" x="2425700" y="1790700"/>
          <p14:tracePt t="38999" x="2463800" y="1784350"/>
          <p14:tracePt t="39015" x="2489200" y="1778000"/>
          <p14:tracePt t="39032" x="2584450" y="1758950"/>
          <p14:tracePt t="39049" x="2641600" y="1739900"/>
          <p14:tracePt t="39065" x="2749550" y="1701800"/>
          <p14:tracePt t="39081" x="2819400" y="1682750"/>
          <p14:tracePt t="39098" x="2876550" y="1657350"/>
          <p14:tracePt t="39115" x="2971800" y="1612900"/>
          <p14:tracePt t="39131" x="3003550" y="1593850"/>
          <p14:tracePt t="39148" x="3041650" y="1568450"/>
          <p14:tracePt t="39182" x="3041650" y="1562100"/>
          <p14:tracePt t="39198" x="3041650" y="1555750"/>
          <p14:tracePt t="39217" x="3035300" y="1555750"/>
          <p14:tracePt t="39233" x="3022600" y="1549400"/>
          <p14:tracePt t="39248" x="3003550" y="1549400"/>
          <p14:tracePt t="39265" x="2984500" y="1549400"/>
          <p14:tracePt t="39281" x="2908300" y="1549400"/>
          <p14:tracePt t="39297" x="2851150" y="1549400"/>
          <p14:tracePt t="39314" x="2800350" y="1549400"/>
          <p14:tracePt t="39330" x="2711450" y="1549400"/>
          <p14:tracePt t="39347" x="2667000" y="1562100"/>
          <p14:tracePt t="39365" x="2622550" y="1581150"/>
          <p14:tracePt t="39380" x="2616200" y="1587500"/>
          <p14:tracePt t="39397" x="2609850" y="1600200"/>
          <p14:tracePt t="39414" x="2616200" y="1600200"/>
          <p14:tracePt t="39430" x="2628900" y="1600200"/>
          <p14:tracePt t="39447" x="2660650" y="1606550"/>
          <p14:tracePt t="39464" x="2698750" y="1619250"/>
          <p14:tracePt t="39480" x="2730500" y="1625600"/>
          <p14:tracePt t="39498" x="2755900" y="1625600"/>
          <p14:tracePt t="39513" x="2838450" y="1625600"/>
          <p14:tracePt t="39530" x="2863850" y="1625600"/>
          <p14:tracePt t="39548" x="2908300" y="1600200"/>
          <p14:tracePt t="39563" x="2921000" y="1593850"/>
          <p14:tracePt t="39580" x="2933700" y="1587500"/>
          <p14:tracePt t="39597" x="2940050" y="1568450"/>
          <p14:tracePt t="39613" x="2940050" y="1555750"/>
          <p14:tracePt t="39630" x="2940050" y="1549400"/>
          <p14:tracePt t="39647" x="2933700" y="1536700"/>
          <p14:tracePt t="39663" x="2921000" y="1536700"/>
          <p14:tracePt t="39680" x="2914650" y="1536700"/>
          <p14:tracePt t="39696" x="2895600" y="1530350"/>
          <p14:tracePt t="39712" x="2882900" y="1530350"/>
          <p14:tracePt t="39730" x="2863850" y="1530350"/>
          <p14:tracePt t="39746" x="2825750" y="1536700"/>
          <p14:tracePt t="39762" x="2762250" y="1581150"/>
          <p14:tracePt t="39779" x="2705100" y="1625600"/>
          <p14:tracePt t="39796" x="2673350" y="1689100"/>
          <p14:tracePt t="39812" x="2667000" y="1727200"/>
          <p14:tracePt t="39829" x="2667000" y="1797050"/>
          <p14:tracePt t="39845" x="2679700" y="1847850"/>
          <p14:tracePt t="39862" x="2698750" y="1866900"/>
          <p14:tracePt t="39879" x="2743200" y="1898650"/>
          <p14:tracePt t="39895" x="2800350" y="1911350"/>
          <p14:tracePt t="39912" x="2832100" y="1924050"/>
          <p14:tracePt t="39928" x="2889250" y="1917700"/>
          <p14:tracePt t="39945" x="2940050" y="1898650"/>
          <p14:tracePt t="39963" x="2984500" y="1866900"/>
          <p14:tracePt t="39978" x="3003550" y="1854200"/>
          <p14:tracePt t="39995" x="3022600" y="1835150"/>
          <p14:tracePt t="40012" x="3041650" y="1784350"/>
          <p14:tracePt t="40028" x="3048000" y="1765300"/>
          <p14:tracePt t="40045" x="3041650" y="1701800"/>
          <p14:tracePt t="40061" x="2971800" y="1587500"/>
          <p14:tracePt t="40078" x="2863850" y="1447800"/>
          <p14:tracePt t="40095" x="2813050" y="1403350"/>
          <p14:tracePt t="40111" x="2692400" y="1346200"/>
          <p14:tracePt t="40128" x="2584450" y="1314450"/>
          <p14:tracePt t="40145" x="2482850" y="1314450"/>
          <p14:tracePt t="40161" x="2438400" y="1320800"/>
          <p14:tracePt t="40178" x="2387600" y="1358900"/>
          <p14:tracePt t="40195" x="2374900" y="1371600"/>
          <p14:tracePt t="40211" x="2355850" y="1390650"/>
          <p14:tracePt t="40228" x="2343150" y="1435100"/>
          <p14:tracePt t="40244" x="2355850" y="1485900"/>
          <p14:tracePt t="40261" x="2368550" y="1517650"/>
          <p14:tracePt t="40277" x="2381250" y="1530350"/>
          <p14:tracePt t="40294" x="2400300" y="1555750"/>
          <p14:tracePt t="40311" x="2425700" y="1562100"/>
          <p14:tracePt t="40328" x="2451100" y="1574800"/>
          <p14:tracePt t="40344" x="2463800" y="1581150"/>
          <p14:tracePt t="40360" x="2508250" y="1587500"/>
          <p14:tracePt t="40378" x="2552700" y="1593850"/>
          <p14:tracePt t="40394" x="2578100" y="1593850"/>
          <p14:tracePt t="40410" x="2616200" y="1593850"/>
          <p14:tracePt t="40427" x="2641600" y="1593850"/>
          <p14:tracePt t="40443" x="2654300" y="1593850"/>
          <p14:tracePt t="40460" x="2667000" y="1581150"/>
          <p14:tracePt t="40476" x="2679700" y="1568450"/>
          <p14:tracePt t="40493" x="2692400" y="1562100"/>
          <p14:tracePt t="40817" x="2686050" y="1562100"/>
          <p14:tracePt t="40832" x="2673350" y="1568450"/>
          <p14:tracePt t="40838" x="2660650" y="1587500"/>
          <p14:tracePt t="40845" x="2647950" y="1593850"/>
          <p14:tracePt t="40861" x="2641600" y="1606550"/>
          <p14:tracePt t="40875" x="2635250" y="1606550"/>
          <p14:tracePt t="40892" x="2616200" y="1612900"/>
          <p14:tracePt t="40910" x="2609850" y="1619250"/>
          <p14:tracePt t="40941" x="2597150" y="1619250"/>
          <p14:tracePt t="40959" x="2590800" y="1625600"/>
          <p14:tracePt t="40975" x="2584450" y="1625600"/>
          <p14:tracePt t="40992" x="2578100" y="1625600"/>
          <p14:tracePt t="41008" x="2571750" y="1625600"/>
          <p14:tracePt t="41025" x="2565400" y="1625600"/>
          <p14:tracePt t="41057" x="2552700" y="1625600"/>
          <p14:tracePt t="41094" x="2546350" y="1625600"/>
          <p14:tracePt t="41120" x="2540000" y="1625600"/>
          <p14:tracePt t="41169" x="2540000" y="1619250"/>
          <p14:tracePt t="41183" x="2546350" y="1619250"/>
          <p14:tracePt t="41189" x="2552700" y="1619250"/>
          <p14:tracePt t="41196" x="2559050" y="1619250"/>
          <p14:tracePt t="41211" x="2571750" y="1619250"/>
          <p14:tracePt t="41224" x="2597150" y="1619250"/>
          <p14:tracePt t="41241" x="2679700" y="1625600"/>
          <p14:tracePt t="41257" x="2743200" y="1631950"/>
          <p14:tracePt t="41274" x="2876550" y="1657350"/>
          <p14:tracePt t="41290" x="3016250" y="1670050"/>
          <p14:tracePt t="41307" x="3073400" y="1676400"/>
          <p14:tracePt t="41324" x="3143250" y="1676400"/>
          <p14:tracePt t="41340" x="3181350" y="1676400"/>
          <p14:tracePt t="41357" x="3194050" y="1676400"/>
          <p14:tracePt t="41373" x="3206750" y="1682750"/>
          <p14:tracePt t="41409" x="3206750" y="1689100"/>
          <p14:tracePt t="41471" x="3200400" y="1689100"/>
          <p14:tracePt t="41513" x="3194050" y="1689100"/>
          <p14:tracePt t="41541" x="3187700" y="1689100"/>
          <p14:tracePt t="41584" x="3181350" y="1682750"/>
          <p14:tracePt t="41612" x="3175000" y="1682750"/>
          <p14:tracePt t="41661" x="3168650" y="1682750"/>
          <p14:tracePt t="41675" x="3162300" y="1682750"/>
          <p14:tracePt t="41682" x="3155950" y="1682750"/>
          <p14:tracePt t="41692" x="3149600" y="1682750"/>
          <p14:tracePt t="41705" x="3136900" y="1676400"/>
          <p14:tracePt t="41722" x="3130550" y="1676400"/>
          <p14:tracePt t="41739" x="3092450" y="1663700"/>
          <p14:tracePt t="41755" x="3009900" y="1638300"/>
          <p14:tracePt t="41772" x="2940050" y="1631950"/>
          <p14:tracePt t="41789" x="2787650" y="1612900"/>
          <p14:tracePt t="41806" x="2628900" y="1581150"/>
          <p14:tracePt t="41823" x="2476500" y="1562100"/>
          <p14:tracePt t="41839" x="2413000" y="1562100"/>
          <p14:tracePt t="41855" x="2317750" y="1562100"/>
          <p14:tracePt t="41873" x="2273300" y="1562100"/>
          <p14:tracePt t="41889" x="2260600" y="1562100"/>
          <p14:tracePt t="41905" x="2247900" y="1562100"/>
          <p14:tracePt t="41922" x="2241550" y="1562100"/>
          <p14:tracePt t="41938" x="2235200" y="1562100"/>
          <p14:tracePt t="41955" x="2222500" y="1562100"/>
          <p14:tracePt t="42354" x="2222500" y="1574800"/>
          <p14:tracePt t="42368" x="2241550" y="1593850"/>
          <p14:tracePt t="42375" x="2241550" y="1600200"/>
          <p14:tracePt t="42387" x="2247900" y="1619250"/>
          <p14:tracePt t="42406" x="2254250" y="1625600"/>
          <p14:tracePt t="42420" x="2254250" y="1631950"/>
          <p14:tracePt t="42446" x="2260600" y="1644650"/>
          <p14:tracePt t="42474" x="2266950" y="1651000"/>
          <p14:tracePt t="42565" x="2273300" y="1657350"/>
          <p14:tracePt t="42650" x="2273300" y="1663700"/>
          <p14:tracePt t="42720" x="2279650" y="1663700"/>
          <p14:tracePt t="42769" x="2286000" y="1663700"/>
          <p14:tracePt t="42818" x="2286000" y="1657350"/>
          <p14:tracePt t="42825" x="2286000" y="1651000"/>
          <p14:tracePt t="42839" x="2292350" y="1644650"/>
          <p14:tracePt t="42853" x="2292350" y="1638300"/>
          <p14:tracePt t="42869" x="2298700" y="1631950"/>
          <p14:tracePt t="42889" x="2298700" y="1625600"/>
          <p14:tracePt t="42910" x="2298700" y="1619250"/>
          <p14:tracePt t="42938" x="2305050" y="1612900"/>
          <p14:tracePt t="42966" x="2311400" y="1606550"/>
          <p14:tracePt t="43001" x="2311400" y="1600200"/>
          <p14:tracePt t="43016" x="2324100" y="1593850"/>
          <p14:tracePt t="43037" x="2330450" y="1593850"/>
          <p14:tracePt t="43071" x="2336800" y="1593850"/>
          <p14:tracePt t="43079" x="2349500" y="1593850"/>
          <p14:tracePt t="43087" x="2362200" y="1593850"/>
          <p14:tracePt t="43100" x="2381250" y="1593850"/>
          <p14:tracePt t="43117" x="2406650" y="1593850"/>
          <p14:tracePt t="43135" x="2470150" y="1606550"/>
          <p14:tracePt t="43151" x="2559050" y="1606550"/>
          <p14:tracePt t="43167" x="2616200" y="1606550"/>
          <p14:tracePt t="43185" x="2717800" y="1612900"/>
          <p14:tracePt t="43200" x="2819400" y="1612900"/>
          <p14:tracePt t="43217" x="2876550" y="1612900"/>
          <p14:tracePt t="43234" x="2940050" y="1612900"/>
          <p14:tracePt t="43250" x="3003550" y="1612900"/>
          <p14:tracePt t="43267" x="3028950" y="1612900"/>
          <p14:tracePt t="43270" x="3041650" y="1612900"/>
          <p14:tracePt t="43284" x="3060700" y="1612900"/>
          <p14:tracePt t="43300" x="3086100" y="1612900"/>
          <p14:tracePt t="43318" x="3105150" y="1612900"/>
          <p14:tracePt t="43333" x="3117850" y="1612900"/>
          <p14:tracePt t="43367" x="3143250" y="1612900"/>
          <p14:tracePt t="43383" x="3155950" y="1612900"/>
          <p14:tracePt t="43400" x="3162300" y="1612900"/>
          <p14:tracePt t="43417" x="3175000" y="1612900"/>
          <p14:tracePt t="43433" x="3181350" y="1612900"/>
          <p14:tracePt t="43449" x="3187700" y="1612900"/>
          <p14:tracePt t="43501" x="3181350" y="1612900"/>
          <p14:tracePt t="43508" x="3175000" y="1612900"/>
          <p14:tracePt t="43522" x="3162300" y="1612900"/>
          <p14:tracePt t="43533" x="3149600" y="1612900"/>
          <p14:tracePt t="43550" x="3086100" y="1606550"/>
          <p14:tracePt t="43566" x="3028950" y="1593850"/>
          <p14:tracePt t="43582" x="2889250" y="1574800"/>
          <p14:tracePt t="43600" x="2711450" y="1568450"/>
          <p14:tracePt t="43616" x="2616200" y="1555750"/>
          <p14:tracePt t="43632" x="2527300" y="1555750"/>
          <p14:tracePt t="43649" x="2336800" y="1555750"/>
          <p14:tracePt t="43666" x="2298700" y="1555750"/>
          <p14:tracePt t="43682" x="2266950" y="1555750"/>
          <p14:tracePt t="43699" x="2235200" y="1568450"/>
          <p14:tracePt t="43715" x="2222500" y="1574800"/>
          <p14:tracePt t="43733" x="2216150" y="1574800"/>
          <p14:tracePt t="43749" x="2216150" y="1581150"/>
          <p14:tracePt t="43765" x="2216150" y="1587500"/>
          <p14:tracePt t="43783" x="2228850" y="1587500"/>
          <p14:tracePt t="43798" x="2235200" y="1587500"/>
          <p14:tracePt t="43815" x="2279650" y="1593850"/>
          <p14:tracePt t="43832" x="2381250" y="1612900"/>
          <p14:tracePt t="43848" x="2463800" y="1631950"/>
          <p14:tracePt t="43865" x="2622550" y="1663700"/>
          <p14:tracePt t="43882" x="2774950" y="1682750"/>
          <p14:tracePt t="43898" x="2838450" y="1689100"/>
          <p14:tracePt t="43916" x="2946400" y="1689100"/>
          <p14:tracePt t="43931" x="3009900" y="1689100"/>
          <p14:tracePt t="43948" x="3035300" y="1682750"/>
          <p14:tracePt t="43965" x="3060700" y="1676400"/>
          <p14:tracePt t="43981" x="3067050" y="1676400"/>
          <p14:tracePt t="43998" x="3067050" y="1670050"/>
          <p14:tracePt t="44063" x="3067050" y="1663700"/>
          <p14:tracePt t="44092" x="3060700" y="1663700"/>
          <p14:tracePt t="44105" x="3048000" y="1663700"/>
          <p14:tracePt t="44112" x="3028950" y="1663700"/>
          <p14:tracePt t="44127" x="2990850" y="1657350"/>
          <p14:tracePt t="44134" x="2933700" y="1651000"/>
          <p14:tracePt t="44148" x="2857500" y="1638300"/>
          <p14:tracePt t="44164" x="2692400" y="1625600"/>
          <p14:tracePt t="44180" x="2590800" y="1625600"/>
          <p14:tracePt t="44197" x="2406650" y="1619250"/>
          <p14:tracePt t="44213" x="2254250" y="1631950"/>
          <p14:tracePt t="44231" x="2203450" y="1631950"/>
          <p14:tracePt t="44247" x="2139950" y="1644650"/>
          <p14:tracePt t="44263" x="2127250" y="1644650"/>
          <p14:tracePt t="44281" x="2108200" y="1651000"/>
          <p14:tracePt t="44303" x="2114550" y="1651000"/>
          <p14:tracePt t="44317" x="2127250" y="1651000"/>
          <p14:tracePt t="44331" x="2159000" y="1651000"/>
          <p14:tracePt t="44346" x="2247900" y="1663700"/>
          <p14:tracePt t="44363" x="2336800" y="1670050"/>
          <p14:tracePt t="44380" x="2527300" y="1682750"/>
          <p14:tracePt t="44396" x="2705100" y="1689100"/>
          <p14:tracePt t="44413" x="2794000" y="1689100"/>
          <p14:tracePt t="44430" x="2914650" y="1701800"/>
          <p14:tracePt t="44446" x="2984500" y="1701800"/>
          <p14:tracePt t="44463" x="3003550" y="1701800"/>
          <p14:tracePt t="44480" x="3009900" y="1701800"/>
          <p14:tracePt t="44514" x="3009900" y="1695450"/>
          <p14:tracePt t="44549" x="3003550" y="1695450"/>
          <p14:tracePt t="44556" x="2971800" y="1695450"/>
          <p14:tracePt t="44565" x="2946400" y="1695450"/>
          <p14:tracePt t="44579" x="2895600" y="1689100"/>
          <p14:tracePt t="44596" x="2844800" y="1676400"/>
          <p14:tracePt t="44612" x="2711450" y="1670050"/>
          <p14:tracePt t="44629" x="2571750" y="1670050"/>
          <p14:tracePt t="44646" x="2508250" y="1657350"/>
          <p14:tracePt t="44662" x="2400300" y="1657350"/>
          <p14:tracePt t="44679" x="2336800" y="1657350"/>
          <p14:tracePt t="44696" x="2311400" y="1657350"/>
          <p14:tracePt t="44712" x="2305050" y="1657350"/>
          <p14:tracePt t="44746" x="2305050" y="1663700"/>
          <p14:tracePt t="44762" x="2317750" y="1670050"/>
          <p14:tracePt t="44778" x="2349500" y="1676400"/>
          <p14:tracePt t="44795" x="2432050" y="1701800"/>
          <p14:tracePt t="44811" x="2514600" y="1733550"/>
          <p14:tracePt t="44828" x="2616200" y="1752600"/>
          <p14:tracePt t="44845" x="2927350" y="1822450"/>
          <p14:tracePt t="44861" x="2990850" y="1835150"/>
          <p14:tracePt t="44879" x="3073400" y="1847850"/>
          <p14:tracePt t="44895" x="3098800" y="1847850"/>
          <p14:tracePt t="44912" x="3117850" y="1847850"/>
          <p14:tracePt t="44928" x="3124200" y="1847850"/>
          <p14:tracePt t="44956" x="3124200" y="1841500"/>
          <p14:tracePt t="44970" x="3117850" y="1841500"/>
          <p14:tracePt t="44980" x="3105150" y="1835150"/>
          <p14:tracePt t="44994" x="3086100" y="1835150"/>
          <p14:tracePt t="45011" x="3016250" y="1816100"/>
          <p14:tracePt t="45027" x="2882900" y="1790700"/>
          <p14:tracePt t="45044" x="2819400" y="1778000"/>
          <p14:tracePt t="45061" x="2711450" y="1771650"/>
          <p14:tracePt t="45077" x="2628900" y="1758950"/>
          <p14:tracePt t="45094" x="2609850" y="1758950"/>
          <p14:tracePt t="45112" x="2590800" y="1758950"/>
          <p14:tracePt t="45127" x="2584450" y="1758950"/>
          <p14:tracePt t="45195" x="2590800" y="1758950"/>
          <p14:tracePt t="45210" x="2597150" y="1758950"/>
          <p14:tracePt t="45217" x="2603500" y="1752600"/>
          <p14:tracePt t="45230" x="2609850" y="1752600"/>
          <p14:tracePt t="45243" x="2622550" y="1746250"/>
          <p14:tracePt t="45260" x="2647950" y="1739900"/>
          <p14:tracePt t="45277" x="2667000" y="1739900"/>
          <p14:tracePt t="45294" x="2730500" y="1720850"/>
          <p14:tracePt t="45310" x="2787650" y="1701800"/>
          <p14:tracePt t="45327" x="2819400" y="1695450"/>
          <p14:tracePt t="45344" x="2876550" y="1670050"/>
          <p14:tracePt t="45360" x="2927350" y="1651000"/>
          <p14:tracePt t="45376" x="2952750" y="1638300"/>
          <p14:tracePt t="45393" x="2965450" y="1638300"/>
          <p14:tracePt t="45409" x="2965450" y="1631950"/>
          <p14:tracePt t="45477" x="2959100" y="1631950"/>
          <p14:tracePt t="45498" x="2952750" y="1631950"/>
          <p14:tracePt t="45505" x="2946400" y="1631950"/>
          <p14:tracePt t="45519" x="2940050" y="1625600"/>
          <p14:tracePt t="46644" x="2921000" y="1625600"/>
          <p14:tracePt t="46658" x="2901950" y="1625600"/>
          <p14:tracePt t="46665" x="2870200" y="1631950"/>
          <p14:tracePt t="46675" x="2844800" y="1638300"/>
          <p14:tracePt t="46688" x="2825750" y="1638300"/>
          <p14:tracePt t="46705" x="2781300" y="1651000"/>
          <p14:tracePt t="46722" x="2711450" y="1657350"/>
          <p14:tracePt t="46738" x="2654300" y="1663700"/>
          <p14:tracePt t="46755" x="2628900" y="1670050"/>
          <p14:tracePt t="46771" x="2571750" y="1676400"/>
          <p14:tracePt t="46788" x="2508250" y="1689100"/>
          <p14:tracePt t="46806" x="2463800" y="1695450"/>
          <p14:tracePt t="46821" x="2438400" y="1701800"/>
          <p14:tracePt t="46838" x="2406650" y="1714500"/>
          <p14:tracePt t="46856" x="2381250" y="1720850"/>
          <p14:tracePt t="46871" x="2368550" y="1727200"/>
          <p14:tracePt t="46888" x="2349500" y="1733550"/>
          <p14:tracePt t="46905" x="2336800" y="1733550"/>
          <p14:tracePt t="46938" x="2324100" y="1739900"/>
          <p14:tracePt t="46974" x="2317750" y="1746250"/>
          <p14:tracePt t="47002" x="2311400" y="1746250"/>
          <p14:tracePt t="47044" x="2311400" y="1752600"/>
          <p14:tracePt t="47066" x="2305050" y="1758950"/>
          <p14:tracePt t="47087" x="2305050" y="1765300"/>
          <p14:tracePt t="47115" x="2305050" y="1771650"/>
          <p14:tracePt t="47136" x="2305050" y="1778000"/>
          <p14:tracePt t="47157" x="2305050" y="1790700"/>
          <p14:tracePt t="47164" x="2311400" y="1797050"/>
          <p14:tracePt t="47178" x="2317750" y="1809750"/>
          <p14:tracePt t="47186" x="2324100" y="1828800"/>
          <p14:tracePt t="47203" x="2330450" y="1860550"/>
          <p14:tracePt t="47221" x="2362200" y="1924050"/>
          <p14:tracePt t="47236" x="2393950" y="1987550"/>
          <p14:tracePt t="47253" x="2419350" y="2019300"/>
          <p14:tracePt t="47270" x="2438400" y="2063750"/>
          <p14:tracePt t="47286" x="2463800" y="2089150"/>
          <p14:tracePt t="47303" x="2470150" y="2101850"/>
          <p14:tracePt t="47320" x="2476500" y="2108200"/>
          <p14:tracePt t="47336" x="2476500" y="2114550"/>
          <p14:tracePt t="47354" x="2482850" y="2114550"/>
          <p14:tracePt t="47370" x="2489200" y="2114550"/>
          <p14:tracePt t="47396" x="2495550" y="2114550"/>
          <p14:tracePt t="47417" x="2501900" y="2114550"/>
          <p14:tracePt t="47425" x="2508250" y="2114550"/>
          <p14:tracePt t="47445" x="2508250" y="2108200"/>
          <p14:tracePt t="47481" x="2514600" y="2108200"/>
          <p14:tracePt t="47495" x="2520950" y="2101850"/>
          <p14:tracePt t="47537" x="2527300" y="2095500"/>
          <p14:tracePt t="47558" x="2533650" y="2095500"/>
          <p14:tracePt t="47565" x="2533650" y="2089150"/>
          <p14:tracePt t="47587" x="2540000" y="2089150"/>
          <p14:tracePt t="47600" x="2546350" y="2089150"/>
          <p14:tracePt t="47621" x="2552700" y="2082800"/>
          <p14:tracePt t="47628" x="2559050" y="2082800"/>
          <p14:tracePt t="47642" x="2571750" y="2076450"/>
          <p14:tracePt t="47652" x="2584450" y="2076450"/>
          <p14:tracePt t="47669" x="2603500" y="2070100"/>
          <p14:tracePt t="47685" x="2660650" y="2063750"/>
          <p14:tracePt t="47702" x="2743200" y="2051050"/>
          <p14:tracePt t="47718" x="2800350" y="2032000"/>
          <p14:tracePt t="47735" x="2914650" y="2019300"/>
          <p14:tracePt t="47751" x="3022600" y="2000250"/>
          <p14:tracePt t="47769" x="3105150" y="1993900"/>
          <p14:tracePt t="47785" x="3124200" y="1987550"/>
          <p14:tracePt t="47801" x="3155950" y="1981200"/>
          <p14:tracePt t="47819" x="3168650" y="1981200"/>
          <p14:tracePt t="47835" x="3175000" y="1981200"/>
          <p14:tracePt t="47889" x="3168650" y="1981200"/>
          <p14:tracePt t="47924" x="3162300" y="1981200"/>
          <p14:tracePt t="47959" x="3149600" y="1974850"/>
          <p14:tracePt t="47973" x="3143250" y="1974850"/>
          <p14:tracePt t="47980" x="3130550" y="1974850"/>
          <p14:tracePt t="47993" x="3124200" y="1968500"/>
          <p14:tracePt t="48003" x="3105150" y="1968500"/>
          <p14:tracePt t="48017" x="3079750" y="1968500"/>
          <p14:tracePt t="48034" x="3009900" y="1955800"/>
          <p14:tracePt t="48051" x="2914650" y="1949450"/>
          <p14:tracePt t="48067" x="2838450" y="1949450"/>
          <p14:tracePt t="48084" x="2698750" y="1936750"/>
          <p14:tracePt t="48100" x="2559050" y="1936750"/>
          <p14:tracePt t="48117" x="2501900" y="1936750"/>
          <p14:tracePt t="48134" x="2413000" y="1936750"/>
          <p14:tracePt t="48150" x="2349500" y="1936750"/>
          <p14:tracePt t="48167" x="2330450" y="1936750"/>
          <p14:tracePt t="48184" x="2311400" y="1936750"/>
          <p14:tracePt t="48200" x="2305050" y="1936750"/>
          <p14:tracePt t="48310" x="2305050" y="1930400"/>
          <p14:tracePt t="48331" x="2305050" y="1924050"/>
          <p14:tracePt t="48338" x="2305050" y="1917700"/>
          <p14:tracePt t="48754" x="2343150" y="1917700"/>
          <p14:tracePt t="48761" x="2393950" y="1930400"/>
          <p14:tracePt t="48776" x="2463800" y="1949450"/>
          <p14:tracePt t="48784" x="2527300" y="1955800"/>
          <p14:tracePt t="48798" x="2603500" y="1968500"/>
          <p14:tracePt t="48814" x="2698750" y="1987550"/>
          <p14:tracePt t="48832" x="2908300" y="2025650"/>
          <p14:tracePt t="48848" x="2971800" y="2044700"/>
          <p14:tracePt t="48864" x="3035300" y="2044700"/>
          <p14:tracePt t="48881" x="3155950" y="2044700"/>
          <p14:tracePt t="48897" x="3225800" y="2032000"/>
          <p14:tracePt t="48914" x="3257550" y="2025650"/>
          <p14:tracePt t="48930" x="3289300" y="2019300"/>
          <p14:tracePt t="48947" x="3314700" y="2012950"/>
          <p14:tracePt t="48964" x="3321050" y="2006600"/>
          <p14:tracePt t="48980" x="3327400" y="2006600"/>
          <p14:tracePt t="48997" x="3340100" y="2000250"/>
          <p14:tracePt t="49015" x="3346450" y="2000250"/>
          <p14:tracePt t="49031" x="3352800" y="2000250"/>
          <p14:tracePt t="49047" x="3365500" y="1993900"/>
          <p14:tracePt t="49085" x="3371850" y="1993900"/>
          <p14:tracePt t="49106" x="3378200" y="1987550"/>
          <p14:tracePt t="49134" x="3384550" y="1987550"/>
          <p14:tracePt t="49155" x="3390900" y="1987550"/>
          <p14:tracePt t="50132" x="3384550" y="1987550"/>
          <p14:tracePt t="50139" x="3378200" y="1987550"/>
          <p14:tracePt t="50153" x="3371850" y="1987550"/>
          <p14:tracePt t="50162" x="3365500" y="1987550"/>
          <p14:tracePt t="50176" x="3359150" y="1987550"/>
          <p14:tracePt t="50193" x="3346450" y="1987550"/>
          <p14:tracePt t="50210" x="3340100" y="1981200"/>
          <p14:tracePt t="50226" x="3333750" y="1981200"/>
          <p14:tracePt t="50243" x="3327400" y="1981200"/>
          <p14:tracePt t="50260" x="3314700" y="1981200"/>
          <p14:tracePt t="50276" x="3308350" y="1974850"/>
          <p14:tracePt t="50294" x="3289300" y="1974850"/>
          <p14:tracePt t="50309" x="3282950" y="1968500"/>
          <p14:tracePt t="50326" x="3270250" y="1968500"/>
          <p14:tracePt t="50343" x="3238500" y="1962150"/>
          <p14:tracePt t="50359" x="3213100" y="1962150"/>
          <p14:tracePt t="50376" x="3175000" y="1962150"/>
          <p14:tracePt t="50392" x="3136900" y="1962150"/>
          <p14:tracePt t="50409" x="3111500" y="1962150"/>
          <p14:tracePt t="50426" x="3086100" y="1955800"/>
          <p14:tracePt t="50443" x="3073400" y="1955800"/>
          <p14:tracePt t="50462" x="3067050" y="1955800"/>
          <p14:tracePt t="50743" x="3073400" y="1955800"/>
          <p14:tracePt t="50806" x="3079750" y="1955800"/>
          <p14:tracePt t="50813" x="3086100" y="1955800"/>
          <p14:tracePt t="50824" x="3092450" y="1955800"/>
          <p14:tracePt t="50863" x="3098800" y="1955800"/>
          <p14:tracePt t="50884" x="3105150" y="1955800"/>
          <p14:tracePt t="50912" x="3111500" y="1949450"/>
          <p14:tracePt t="50954" x="3117850" y="1949450"/>
          <p14:tracePt t="51004" x="3124200" y="1943100"/>
          <p14:tracePt t="51025" x="3130550" y="1943100"/>
          <p14:tracePt t="51046" x="3130550" y="1936750"/>
          <p14:tracePt t="51053" x="3136900" y="1930400"/>
          <p14:tracePt t="52453" x="3130550" y="1930400"/>
          <p14:tracePt t="52461" x="3117850" y="1924050"/>
          <p14:tracePt t="52474" x="3105150" y="1917700"/>
          <p14:tracePt t="52485" x="3092450" y="1917700"/>
          <p14:tracePt t="52502" x="3086100" y="1911350"/>
          <p14:tracePt t="52518" x="3079750" y="1911350"/>
          <p14:tracePt t="52545" x="3073400" y="1911350"/>
          <p14:tracePt t="54600" x="3060700" y="1911350"/>
          <p14:tracePt t="54615" x="3041650" y="1911350"/>
          <p14:tracePt t="54621" x="3016250" y="1911350"/>
          <p14:tracePt t="54631" x="2997200" y="1911350"/>
          <p14:tracePt t="54644" x="2978150" y="1911350"/>
          <p14:tracePt t="54661" x="2959100" y="1911350"/>
          <p14:tracePt t="54677" x="2921000" y="1924050"/>
          <p14:tracePt t="54694" x="2908300" y="1930400"/>
          <p14:tracePt t="54711" x="2895600" y="1936750"/>
          <p14:tracePt t="54727" x="2889250" y="1943100"/>
          <p14:tracePt t="54744" x="2889250" y="1949450"/>
          <p14:tracePt t="54763" x="2889250" y="1955800"/>
          <p14:tracePt t="54782" x="2895600" y="1955800"/>
          <p14:tracePt t="54804" x="2901950" y="1955800"/>
          <p14:tracePt t="54813" x="2908300" y="1955800"/>
          <p14:tracePt t="54826" x="2921000" y="1955800"/>
          <p14:tracePt t="54844" x="2952750" y="1955800"/>
          <p14:tracePt t="54861" x="2990850" y="1955800"/>
          <p14:tracePt t="54877" x="3016250" y="1955800"/>
          <p14:tracePt t="54894" x="3035300" y="1955800"/>
          <p14:tracePt t="54910" x="3073400" y="1949450"/>
          <p14:tracePt t="54926" x="3086100" y="1949450"/>
          <p14:tracePt t="54944" x="3092450" y="1943100"/>
          <p14:tracePt t="54972" x="3092450" y="1936750"/>
          <p14:tracePt t="55000" x="3086100" y="1936750"/>
          <p14:tracePt t="55022" x="3079750" y="1930400"/>
          <p14:tracePt t="55036" x="3073400" y="1930400"/>
          <p14:tracePt t="55044" x="3067050" y="1924050"/>
          <p14:tracePt t="55070" x="3060700" y="1917700"/>
          <p14:tracePt t="55085" x="3054350" y="1917700"/>
          <p14:tracePt t="55093" x="3041650" y="1917700"/>
          <p14:tracePt t="55106" x="3028950" y="1917700"/>
          <p14:tracePt t="55113" x="3009900" y="1905000"/>
          <p14:tracePt t="55126" x="2984500" y="1898650"/>
          <p14:tracePt t="55142" x="2940050" y="1879600"/>
          <p14:tracePt t="55159" x="2908300" y="1866900"/>
          <p14:tracePt t="55176" x="2851150" y="1841500"/>
          <p14:tracePt t="55192" x="2813050" y="1828800"/>
          <p14:tracePt t="55209" x="2787650" y="1822450"/>
          <p14:tracePt t="55226" x="2774950" y="1822450"/>
          <p14:tracePt t="55242" x="2768600" y="1822450"/>
          <p14:tracePt t="55259" x="2755900" y="1816100"/>
          <p14:tracePt t="55275" x="2749550" y="1816100"/>
          <p14:tracePt t="55292" x="2743200" y="1816100"/>
          <p14:tracePt t="55326" x="2736850" y="1816100"/>
          <p14:tracePt t="55443" x="2743200" y="1816100"/>
          <p14:tracePt t="55458" x="2749550" y="1816100"/>
          <p14:tracePt t="55464" x="2755900" y="1816100"/>
          <p14:tracePt t="55475" x="2762250" y="1822450"/>
          <p14:tracePt t="55491" x="2774950" y="1828800"/>
          <p14:tracePt t="55508" x="2800350" y="1835150"/>
          <p14:tracePt t="55819" x="2774950" y="1822450"/>
          <p14:tracePt t="55826" x="2743200" y="1809750"/>
          <p14:tracePt t="55840" x="2698750" y="1790700"/>
          <p14:tracePt t="55857" x="2609850" y="1739900"/>
          <p14:tracePt t="55873" x="2571750" y="1720850"/>
          <p14:tracePt t="55890" x="2470150" y="1657350"/>
          <p14:tracePt t="55907" x="2343150" y="1587500"/>
          <p14:tracePt t="55923" x="2286000" y="1549400"/>
          <p14:tracePt t="55940" x="2184400" y="1492250"/>
          <p14:tracePt t="55956" x="2120900" y="1454150"/>
          <p14:tracePt t="55974" x="2082800" y="1428750"/>
          <p14:tracePt t="55989" x="2070100" y="1409700"/>
          <p14:tracePt t="56006" x="2057400" y="1403350"/>
          <p14:tracePt t="56009" x="2044700" y="1384300"/>
          <p14:tracePt t="56023" x="2025650" y="1365250"/>
          <p14:tracePt t="56039" x="1993900" y="1320800"/>
          <p14:tracePt t="56056" x="1968500" y="1295400"/>
          <p14:tracePt t="56073" x="1911350" y="1231900"/>
          <p14:tracePt t="56089" x="1854200" y="1181100"/>
          <p14:tracePt t="56106" x="1822450" y="1168400"/>
          <p14:tracePt t="56123" x="1790700" y="1149350"/>
          <p14:tracePt t="56139" x="1765300" y="1143000"/>
          <p14:tracePt t="56156" x="1752600" y="1143000"/>
          <p14:tracePt t="56172" x="1746250" y="1143000"/>
          <p14:tracePt t="56206" x="1733550" y="1143000"/>
          <p14:tracePt t="56239" x="1727200" y="1143000"/>
          <p14:tracePt t="56256" x="1727200" y="1149350"/>
          <p14:tracePt t="56291" x="1720850" y="1149350"/>
          <p14:tracePt t="56298" x="1720850" y="1155700"/>
          <p14:tracePt t="56312" x="1720850" y="1162050"/>
          <p14:tracePt t="56321" x="1714500" y="1162050"/>
          <p14:tracePt t="56338" x="1714500" y="1174750"/>
          <p14:tracePt t="56355" x="1714500" y="1200150"/>
          <p14:tracePt t="56372" x="1714500" y="1257300"/>
          <p14:tracePt t="56390" x="1733550" y="1352550"/>
          <p14:tracePt t="56405" x="1739900" y="1403350"/>
          <p14:tracePt t="56421" x="1758950" y="1536700"/>
          <p14:tracePt t="56439" x="1778000" y="1663700"/>
          <p14:tracePt t="56455" x="1784350" y="1720850"/>
          <p14:tracePt t="56471" x="1797050" y="1809750"/>
          <p14:tracePt t="56488" x="1797050" y="1860550"/>
          <p14:tracePt t="56505" x="1797050" y="1879600"/>
          <p14:tracePt t="56521" x="1797050" y="1892300"/>
          <p14:tracePt t="56538" x="1797050" y="1911350"/>
          <p14:tracePt t="56571" x="1797050" y="1917700"/>
          <p14:tracePt t="56620" x="1797050" y="1924050"/>
          <p14:tracePt t="56874" x="1803400" y="1924050"/>
          <p14:tracePt t="56881" x="1803400" y="1917700"/>
          <p14:tracePt t="56889" x="1809750" y="1898650"/>
          <p14:tracePt t="56904" x="1816100" y="1879600"/>
          <p14:tracePt t="56919" x="1822450" y="1866900"/>
          <p14:tracePt t="56936" x="1835150" y="1784350"/>
          <p14:tracePt t="56953" x="1854200" y="1689100"/>
          <p14:tracePt t="56970" x="1854200" y="1625600"/>
          <p14:tracePt t="56986" x="1860550" y="1498600"/>
          <p14:tracePt t="57003" x="1873250" y="1377950"/>
          <p14:tracePt t="57019" x="1873250" y="1327150"/>
          <p14:tracePt t="57023" x="1879600" y="1282700"/>
          <p14:tracePt t="57036" x="1879600" y="1257300"/>
          <p14:tracePt t="57052" x="1885950" y="1225550"/>
          <p14:tracePt t="57069" x="1885950" y="1219200"/>
          <p14:tracePt t="57086" x="1885950" y="1212850"/>
          <p14:tracePt t="57102" x="1885950" y="1206500"/>
          <p14:tracePt t="57141" x="1885950" y="1212850"/>
          <p14:tracePt t="57163" x="1885950" y="1219200"/>
          <p14:tracePt t="57191" x="1885950" y="1231900"/>
          <p14:tracePt t="57226" x="1879600" y="1244600"/>
          <p14:tracePt t="57233" x="1879600" y="1250950"/>
          <p14:tracePt t="57239" x="1879600" y="1270000"/>
          <p14:tracePt t="57255" x="1879600" y="1289050"/>
          <p14:tracePt t="57269" x="1879600" y="1320800"/>
          <p14:tracePt t="57286" x="1885950" y="1409700"/>
          <p14:tracePt t="57302" x="1885950" y="1460500"/>
          <p14:tracePt t="57318" x="1892300" y="1593850"/>
          <p14:tracePt t="57335" x="1905000" y="1720850"/>
          <p14:tracePt t="57353" x="1930400" y="1854200"/>
          <p14:tracePt t="57368" x="1936750" y="1885950"/>
          <p14:tracePt t="57385" x="1955800" y="1955800"/>
          <p14:tracePt t="57402" x="1968500" y="1987550"/>
          <p14:tracePt t="57418" x="1968500" y="2000250"/>
          <p14:tracePt t="57435" x="1974850" y="2006600"/>
          <p14:tracePt t="57452" x="1981200" y="2006600"/>
          <p14:tracePt t="57484" x="1987550" y="2006600"/>
          <p14:tracePt t="57501" x="2000250" y="2006600"/>
          <p14:tracePt t="57518" x="2019300" y="2000250"/>
          <p14:tracePt t="57536" x="2044700" y="1993900"/>
          <p14:tracePt t="57551" x="2063750" y="1993900"/>
          <p14:tracePt t="57567" x="2120900" y="1981200"/>
          <p14:tracePt t="57585" x="2216150" y="1962150"/>
          <p14:tracePt t="57601" x="2286000" y="1949450"/>
          <p14:tracePt t="57617" x="2413000" y="1943100"/>
          <p14:tracePt t="57634" x="2565400" y="1930400"/>
          <p14:tracePt t="57651" x="2654300" y="1924050"/>
          <p14:tracePt t="57667" x="2800350" y="1905000"/>
          <p14:tracePt t="57684" x="2908300" y="1885950"/>
          <p14:tracePt t="57700" x="2946400" y="1879600"/>
          <p14:tracePt t="57718" x="2971800" y="1873250"/>
          <p14:tracePt t="57733" x="3022600" y="1873250"/>
          <p14:tracePt t="57767" x="3028950" y="1873250"/>
          <p14:tracePt t="57803" x="3022600" y="1873250"/>
          <p14:tracePt t="57818" x="3016250" y="1873250"/>
          <p14:tracePt t="57838" x="3009900" y="1873250"/>
          <p14:tracePt t="57844" x="3003550" y="1873250"/>
          <p14:tracePt t="57858" x="2971800" y="1873250"/>
          <p14:tracePt t="57867" x="2946400" y="1873250"/>
          <p14:tracePt t="57883" x="2895600" y="1873250"/>
          <p14:tracePt t="57900" x="2794000" y="1873250"/>
          <p14:tracePt t="57916" x="2635250" y="1866900"/>
          <p14:tracePt t="57933" x="2559050" y="1854200"/>
          <p14:tracePt t="57950" x="2393950" y="1847850"/>
          <p14:tracePt t="57966" x="2241550" y="1847850"/>
          <p14:tracePt t="57983" x="2178050" y="1847850"/>
          <p14:tracePt t="58000" x="2082800" y="1847850"/>
          <p14:tracePt t="58016" x="2025650" y="1847850"/>
          <p14:tracePt t="58033" x="2019300" y="1847850"/>
          <p14:tracePt t="58049" x="1993900" y="1847850"/>
          <p14:tracePt t="58066" x="1987550" y="1847850"/>
          <p14:tracePt t="58082" x="1981200" y="1847850"/>
          <p14:tracePt t="58126" x="1974850" y="1847850"/>
          <p14:tracePt t="58175" x="1981200" y="1847850"/>
          <p14:tracePt t="58197" x="1987550" y="1847850"/>
          <p14:tracePt t="58225" x="2000250" y="1847850"/>
          <p14:tracePt t="58246" x="2006600" y="1847850"/>
          <p14:tracePt t="58260" x="2012950" y="1847850"/>
          <p14:tracePt t="58268" x="2032000" y="1854200"/>
          <p14:tracePt t="58282" x="2051050" y="1854200"/>
          <p14:tracePt t="58298" x="2133600" y="1860550"/>
          <p14:tracePt t="58316" x="2254250" y="1866900"/>
          <p14:tracePt t="58332" x="2330450" y="1879600"/>
          <p14:tracePt t="58348" x="2406650" y="1885950"/>
          <p14:tracePt t="58365" x="2660650" y="1885950"/>
          <p14:tracePt t="58381" x="2736850" y="1885950"/>
          <p14:tracePt t="58398" x="2800350" y="1885950"/>
          <p14:tracePt t="58415" x="2895600" y="1885950"/>
          <p14:tracePt t="58431" x="2946400" y="1885950"/>
          <p14:tracePt t="58448" x="2959100" y="1885950"/>
          <p14:tracePt t="58499" x="2952750" y="1892300"/>
          <p14:tracePt t="58520" x="2940050" y="1892300"/>
          <p14:tracePt t="58527" x="2933700" y="1892300"/>
          <p14:tracePt t="59159" x="2908300" y="1892300"/>
          <p14:tracePt t="59173" x="2870200" y="1892300"/>
          <p14:tracePt t="59181" x="2838450" y="1898650"/>
          <p14:tracePt t="59196" x="2813050" y="1898650"/>
          <p14:tracePt t="59212" x="2774950" y="1898650"/>
          <p14:tracePt t="59230" x="2667000" y="1898650"/>
          <p14:tracePt t="59245" x="2635250" y="1898650"/>
          <p14:tracePt t="59261" x="2597150" y="1898650"/>
          <p14:tracePt t="59279" x="2533650" y="1892300"/>
          <p14:tracePt t="59295" x="2482850" y="1885950"/>
          <p14:tracePt t="59311" x="2457450" y="1885950"/>
          <p14:tracePt t="59328" x="2425700" y="1879600"/>
          <p14:tracePt t="59345" x="2400300" y="1879600"/>
          <p14:tracePt t="59361" x="2393950" y="1879600"/>
          <p14:tracePt t="59378" x="2374900" y="1879600"/>
          <p14:tracePt t="59394" x="2368550" y="1879600"/>
          <p14:tracePt t="59440" x="2362200" y="1873250"/>
          <p14:tracePt t="59531" x="2368550" y="1873250"/>
          <p14:tracePt t="59545" x="2374900" y="1873250"/>
          <p14:tracePt t="59552" x="2387600" y="1873250"/>
          <p14:tracePt t="59567" x="2400300" y="1873250"/>
          <p14:tracePt t="59577" x="2425700" y="1873250"/>
          <p14:tracePt t="59595" x="2501900" y="1873250"/>
          <p14:tracePt t="59611" x="2571750" y="1873250"/>
          <p14:tracePt t="59627" x="2711450" y="1892300"/>
          <p14:tracePt t="59644" x="2889250" y="1892300"/>
          <p14:tracePt t="59660" x="2971800" y="1905000"/>
          <p14:tracePt t="59677" x="3111500" y="1911350"/>
          <p14:tracePt t="59694" x="3232150" y="1930400"/>
          <p14:tracePt t="59710" x="3270250" y="1930400"/>
          <p14:tracePt t="59727" x="3327400" y="1936750"/>
          <p14:tracePt t="59743" x="3359150" y="1936750"/>
          <p14:tracePt t="59760" x="3365500" y="1936750"/>
          <p14:tracePt t="59777" x="3371850" y="1936750"/>
          <p14:tracePt t="59925" x="3365500" y="1936750"/>
          <p14:tracePt t="59953" x="3359150" y="1943100"/>
          <p14:tracePt t="60205" x="3327400" y="1943100"/>
          <p14:tracePt t="60218" x="3289300" y="1943100"/>
          <p14:tracePt t="60227" x="3251200" y="1943100"/>
          <p14:tracePt t="60241" x="3206750" y="1943100"/>
          <p14:tracePt t="60258" x="3130550" y="1943100"/>
          <p14:tracePt t="60275" x="3067050" y="1943100"/>
          <p14:tracePt t="60291" x="3009900" y="1943100"/>
          <p14:tracePt t="60308" x="2959100" y="1943100"/>
          <p14:tracePt t="60325" x="2762250" y="1924050"/>
          <p14:tracePt t="60341" x="2698750" y="1905000"/>
          <p14:tracePt t="60358" x="2641600" y="1892300"/>
          <p14:tracePt t="60374" x="2552700" y="1873250"/>
          <p14:tracePt t="60391" x="2508250" y="1854200"/>
          <p14:tracePt t="60408" x="2495550" y="1847850"/>
          <p14:tracePt t="60424" x="2489200" y="1841500"/>
          <p14:tracePt t="60528" x="2501900" y="1841500"/>
          <p14:tracePt t="60535" x="2508250" y="1841500"/>
          <p14:tracePt t="60549" x="2520950" y="1841500"/>
          <p14:tracePt t="60558" x="2540000" y="1835150"/>
          <p14:tracePt t="60574" x="2559050" y="1835150"/>
          <p14:tracePt t="60591" x="2628900" y="1847850"/>
          <p14:tracePt t="60607" x="2774950" y="1854200"/>
          <p14:tracePt t="60624" x="2863850" y="1854200"/>
          <p14:tracePt t="60641" x="3028950" y="1885950"/>
          <p14:tracePt t="60657" x="3130550" y="1905000"/>
          <p14:tracePt t="60673" x="3302000" y="1924050"/>
          <p14:tracePt t="60690" x="3435350" y="1943100"/>
          <p14:tracePt t="60706" x="3454400" y="1949450"/>
          <p14:tracePt t="60723" x="3505200" y="1955800"/>
          <p14:tracePt t="60740" x="3511550" y="1955800"/>
          <p14:tracePt t="60756" x="3517900" y="1955800"/>
          <p14:tracePt t="60790" x="3524250" y="1955800"/>
          <p14:tracePt t="60817" x="3530600" y="1955800"/>
          <p14:tracePt t="60837" x="3536950" y="1955800"/>
          <p14:tracePt t="60851" x="3543300" y="1955800"/>
          <p14:tracePt t="60874" x="3556000" y="1955800"/>
          <p14:tracePt t="60880" x="3568700" y="1955800"/>
          <p14:tracePt t="60889" x="3581400" y="1955800"/>
          <p14:tracePt t="60906" x="3594100" y="1955800"/>
          <p14:tracePt t="60923" x="3625850" y="1949450"/>
          <p14:tracePt t="60939" x="3657600" y="1943100"/>
          <p14:tracePt t="60956" x="3708400" y="1936750"/>
          <p14:tracePt t="60972" x="3765550" y="1924050"/>
          <p14:tracePt t="60989" x="3797300" y="1924050"/>
          <p14:tracePt t="61007" x="3835400" y="1911350"/>
          <p14:tracePt t="61022" x="3854450" y="1905000"/>
          <p14:tracePt t="61039" x="3860800" y="1905000"/>
          <p14:tracePt t="61056" x="3867150" y="1898650"/>
          <p14:tracePt t="61133" x="3854450" y="1898650"/>
          <p14:tracePt t="61140" x="3841750" y="1898650"/>
          <p14:tracePt t="61154" x="3829050" y="1898650"/>
          <p14:tracePt t="61161" x="3803650" y="1898650"/>
          <p14:tracePt t="61172" x="3771900" y="1892300"/>
          <p14:tracePt t="61189" x="3670300" y="1892300"/>
          <p14:tracePt t="61205" x="3587750" y="1892300"/>
          <p14:tracePt t="61221" x="3524250" y="1905000"/>
          <p14:tracePt t="61240" x="3314700" y="1930400"/>
          <p14:tracePt t="61255" x="3251200" y="1949450"/>
          <p14:tracePt t="61271" x="3194050" y="1962150"/>
          <p14:tracePt t="61288" x="3111500" y="1974850"/>
          <p14:tracePt t="61305" x="3041650" y="1993900"/>
          <p14:tracePt t="61321" x="3022600" y="2000250"/>
          <p14:tracePt t="61338" x="2997200" y="2006600"/>
          <p14:tracePt t="61354" x="2984500" y="2012950"/>
          <p14:tracePt t="61449" x="2997200" y="2012950"/>
          <p14:tracePt t="61463" x="3003550" y="2012950"/>
          <p14:tracePt t="61471" x="3009900" y="2012950"/>
          <p14:tracePt t="61484" x="3016250" y="2012950"/>
          <p14:tracePt t="61492" x="3028950" y="2012950"/>
          <p14:tracePt t="61507" x="3035300" y="2012950"/>
          <p14:tracePt t="61520" x="3060700" y="2012950"/>
          <p14:tracePt t="61537" x="3073400" y="2006600"/>
          <p14:tracePt t="61554" x="3092450" y="2000250"/>
          <p14:tracePt t="61570" x="3117850" y="1987550"/>
          <p14:tracePt t="61587" x="3136900" y="1968500"/>
          <p14:tracePt t="61604" x="3155950" y="1943100"/>
          <p14:tracePt t="61620" x="3155950" y="1936750"/>
          <p14:tracePt t="61637" x="3155950" y="1911350"/>
          <p14:tracePt t="61654" x="3149600" y="1892300"/>
          <p14:tracePt t="61670" x="3136900" y="1885950"/>
          <p14:tracePt t="61687" x="3111500" y="1866900"/>
          <p14:tracePt t="61703" x="3079750" y="1847850"/>
          <p14:tracePt t="61720" x="3060700" y="1847850"/>
          <p14:tracePt t="61736" x="3009900" y="1847850"/>
          <p14:tracePt t="61753" x="2978150" y="1847850"/>
          <p14:tracePt t="61770" x="2952750" y="1847850"/>
          <p14:tracePt t="61787" x="2946400" y="1860550"/>
          <p14:tracePt t="61803" x="2933700" y="1873250"/>
          <p14:tracePt t="61820" x="2927350" y="1879600"/>
          <p14:tracePt t="61836" x="2927350" y="1892300"/>
          <p14:tracePt t="61853" x="2927350" y="1898650"/>
          <p14:tracePt t="61870" x="2940050" y="1911350"/>
          <p14:tracePt t="61886" x="2965450" y="1924050"/>
          <p14:tracePt t="61902" x="2984500" y="1930400"/>
          <p14:tracePt t="61919" x="3028950" y="1943100"/>
          <p14:tracePt t="61935" x="3073400" y="1949450"/>
          <p14:tracePt t="61952" x="3105150" y="1949450"/>
          <p14:tracePt t="61970" x="3149600" y="1949450"/>
          <p14:tracePt t="61985" x="3187700" y="1943100"/>
          <p14:tracePt t="62002" x="3200400" y="1936750"/>
          <p14:tracePt t="62019" x="3206750" y="1924050"/>
          <p14:tracePt t="62035" x="3206750" y="1911350"/>
          <p14:tracePt t="62069" x="3206750" y="1898650"/>
          <p14:tracePt t="62085" x="3194050" y="1892300"/>
          <p14:tracePt t="62102" x="3181350" y="1885950"/>
          <p14:tracePt t="62119" x="3155950" y="1879600"/>
          <p14:tracePt t="62135" x="3143250" y="1879600"/>
          <p14:tracePt t="62153" x="3086100" y="1873250"/>
          <p14:tracePt t="62168" x="3048000" y="1873250"/>
          <p14:tracePt t="62185" x="3016250" y="1873250"/>
          <p14:tracePt t="62202" x="2952750" y="1905000"/>
          <p14:tracePt t="62218" x="2908300" y="1930400"/>
          <p14:tracePt t="62235" x="2889250" y="1949450"/>
          <p14:tracePt t="62251" x="2870200" y="1974850"/>
          <p14:tracePt t="62268" x="2870200" y="1993900"/>
          <p14:tracePt t="62284" x="2870200" y="2000250"/>
          <p14:tracePt t="62301" x="2882900" y="2006600"/>
          <p14:tracePt t="62318" x="2901950" y="2019300"/>
          <p14:tracePt t="62336" x="2921000" y="2025650"/>
          <p14:tracePt t="62351" x="2946400" y="2025650"/>
          <p14:tracePt t="62368" x="2984500" y="2025650"/>
          <p14:tracePt t="62385" x="3035300" y="2012950"/>
          <p14:tracePt t="62401" x="3054350" y="2006600"/>
          <p14:tracePt t="62417" x="3086100" y="1987550"/>
          <p14:tracePt t="62435" x="3136900" y="1930400"/>
          <p14:tracePt t="62450" x="3149600" y="1911350"/>
          <p14:tracePt t="62467" x="3149600" y="1892300"/>
          <p14:tracePt t="62484" x="3149600" y="1847850"/>
          <p14:tracePt t="62501" x="3143250" y="1816100"/>
          <p14:tracePt t="62518" x="3130550" y="1797050"/>
          <p14:tracePt t="62534" x="3105150" y="1765300"/>
          <p14:tracePt t="62550" x="3067050" y="1739900"/>
          <p14:tracePt t="62568" x="3035300" y="1727200"/>
          <p14:tracePt t="62584" x="3016250" y="1727200"/>
          <p14:tracePt t="62600" x="2990850" y="1727200"/>
          <p14:tracePt t="62617" x="2971800" y="1727200"/>
          <p14:tracePt t="62633" x="2959100" y="1727200"/>
          <p14:tracePt t="62650" x="2946400" y="1733550"/>
          <p14:tracePt t="62667" x="2940050" y="1739900"/>
          <p14:tracePt t="62683" x="2933700" y="1746250"/>
          <p14:tracePt t="62700" x="2933700" y="1758950"/>
          <p14:tracePt t="62716" x="2921000" y="1790700"/>
          <p14:tracePt t="62733" x="2921000" y="1803400"/>
          <p14:tracePt t="62750" x="2921000" y="1828800"/>
          <p14:tracePt t="62766" x="2927350" y="1828800"/>
          <p14:tracePt t="63343" x="2921000" y="1828800"/>
          <p14:tracePt t="63350" x="2914650" y="1828800"/>
          <p14:tracePt t="63365" x="2901950" y="1828800"/>
          <p14:tracePt t="63371" x="2895600" y="1828800"/>
          <p14:tracePt t="63380" x="2889250" y="1828800"/>
          <p14:tracePt t="63397" x="2863850" y="1828800"/>
          <p14:tracePt t="63414" x="2832100" y="1822450"/>
          <p14:tracePt t="63430" x="2819400" y="1816100"/>
          <p14:tracePt t="63447" x="2774950" y="1803400"/>
          <p14:tracePt t="63464" x="2736850" y="1790700"/>
          <p14:tracePt t="63481" x="2717800" y="1784350"/>
          <p14:tracePt t="63498" x="2673350" y="1771650"/>
          <p14:tracePt t="63514" x="2641600" y="1758950"/>
          <p14:tracePt t="63530" x="2635250" y="1758950"/>
          <p14:tracePt t="63547" x="2622550" y="1752600"/>
          <p14:tracePt t="63564" x="2603500" y="1739900"/>
          <p14:tracePt t="63580" x="2603500" y="1733550"/>
          <p14:tracePt t="63597" x="2590800" y="1727200"/>
          <p14:tracePt t="63613" x="2571750" y="1714500"/>
          <p14:tracePt t="63630" x="2559050" y="1708150"/>
          <p14:tracePt t="63646" x="2546350" y="1701800"/>
          <p14:tracePt t="63663" x="2527300" y="1682750"/>
          <p14:tracePt t="63680" x="2514600" y="1670050"/>
          <p14:tracePt t="63696" x="2508250" y="1657350"/>
          <p14:tracePt t="63713" x="2501900" y="1651000"/>
          <p14:tracePt t="63730" x="2501900" y="1638300"/>
          <p14:tracePt t="63746" x="2501900" y="1631950"/>
          <p14:tracePt t="63763" x="2501900" y="1625600"/>
          <p14:tracePt t="63779" x="2501900" y="1606550"/>
          <p14:tracePt t="63796" x="2501900" y="1581150"/>
          <p14:tracePt t="63814" x="2501900" y="1562100"/>
          <p14:tracePt t="63829" x="2501900" y="1524000"/>
          <p14:tracePt t="63845" x="2508250" y="1479550"/>
          <p14:tracePt t="63863" x="2508250" y="1447800"/>
          <p14:tracePt t="63879" x="2508250" y="1441450"/>
          <p14:tracePt t="63896" x="2508250" y="1422400"/>
          <p14:tracePt t="63934" x="2508250" y="1416050"/>
          <p14:tracePt t="64011" x="2508250" y="1409700"/>
          <p14:tracePt t="64031" x="2508250" y="1397000"/>
          <p14:tracePt t="64046" x="2508250" y="1390650"/>
          <p14:tracePt t="64053" x="2501900" y="1390650"/>
          <p14:tracePt t="64067" x="2501900" y="1384300"/>
          <p14:tracePt t="64078" x="2501900" y="1377950"/>
          <p14:tracePt t="64102" x="2501900" y="1371600"/>
          <p14:tracePt t="64124" x="2501900" y="1365250"/>
          <p14:tracePt t="64138" x="2495550" y="1358900"/>
          <p14:tracePt t="64152" x="2495550" y="1352550"/>
          <p14:tracePt t="64172" x="2489200" y="1346200"/>
          <p14:tracePt t="64195" x="2482850" y="1333500"/>
          <p14:tracePt t="64222" x="2482850" y="1327150"/>
          <p14:tracePt t="64236" x="2476500" y="1320800"/>
          <p14:tracePt t="64246" x="2476500" y="1314450"/>
          <p14:tracePt t="64264" x="2470150" y="1308100"/>
          <p14:tracePt t="64279" x="2470150" y="1301750"/>
          <p14:tracePt t="64292" x="2463800" y="1295400"/>
          <p14:tracePt t="64306" x="2463800" y="1289050"/>
          <p14:tracePt t="64314" x="2457450" y="1270000"/>
          <p14:tracePt t="64330" x="2451100" y="1263650"/>
          <p14:tracePt t="64344" x="2451100" y="1250950"/>
          <p14:tracePt t="64360" x="2432050" y="1219200"/>
          <p14:tracePt t="64377" x="2419350" y="1181100"/>
          <p14:tracePt t="64394" x="2406650" y="1162050"/>
          <p14:tracePt t="64411" x="2387600" y="1130300"/>
          <p14:tracePt t="64427" x="2374900" y="1085850"/>
          <p14:tracePt t="64444" x="2368550" y="1073150"/>
          <p14:tracePt t="64461" x="2349500" y="1041400"/>
          <p14:tracePt t="64477" x="2336800" y="1016000"/>
          <p14:tracePt t="64494" x="2336800" y="1009650"/>
          <p14:tracePt t="64511" x="2336800" y="996950"/>
          <p14:tracePt t="64527" x="2336800" y="984250"/>
          <p14:tracePt t="64561" x="2336800" y="977900"/>
          <p14:tracePt t="64637" x="2343150" y="977900"/>
          <p14:tracePt t="64679" x="2349500" y="977900"/>
          <p14:tracePt t="64686" x="2355850" y="977900"/>
          <p14:tracePt t="64707" x="2355850" y="984250"/>
          <p14:tracePt t="64735" x="2362200" y="990600"/>
          <p14:tracePt t="64756" x="2368550" y="990600"/>
          <p14:tracePt t="64777" x="2368550" y="996950"/>
          <p14:tracePt t="64784" x="2368550" y="1003300"/>
          <p14:tracePt t="64827" x="2374900" y="1003300"/>
          <p14:tracePt t="64869" x="2374900" y="1009650"/>
          <p14:tracePt t="64876" x="2374900" y="1016000"/>
          <p14:tracePt t="64918" x="2374900" y="1022350"/>
          <p14:tracePt t="64946" x="2374900" y="1028700"/>
          <p14:tracePt t="65010" x="2374900" y="1035050"/>
          <p14:tracePt t="65101" x="2368550" y="1035050"/>
          <p14:tracePt t="65150" x="2362200" y="1035050"/>
          <p14:tracePt t="65193" x="2355850" y="1035050"/>
          <p14:tracePt t="65241" x="2349500" y="1035050"/>
          <p14:tracePt t="65277" x="2343150" y="1035050"/>
          <p14:tracePt t="65333" x="2343150" y="1041400"/>
          <p14:tracePt t="65474" x="2349500" y="1041400"/>
          <p14:tracePt t="65530" x="2349500" y="1047750"/>
          <p14:tracePt t="65558" x="2343150" y="1054100"/>
          <p14:tracePt t="65579" x="2343150" y="1060450"/>
          <p14:tracePt t="65593" x="2336800" y="1066800"/>
          <p14:tracePt t="65599" x="2336800" y="1079500"/>
          <p14:tracePt t="65614" x="2336800" y="1085850"/>
          <p14:tracePt t="65623" x="2336800" y="1092200"/>
          <p14:tracePt t="65640" x="2330450" y="1117600"/>
          <p14:tracePt t="65657" x="2324100" y="1155700"/>
          <p14:tracePt t="65673" x="2311400" y="1219200"/>
          <p14:tracePt t="65689" x="2305050" y="1238250"/>
          <p14:tracePt t="65706" x="2298700" y="1295400"/>
          <p14:tracePt t="65723" x="2298700" y="1333500"/>
          <p14:tracePt t="65740" x="2298700" y="1358900"/>
          <p14:tracePt t="65756" x="2298700" y="1390650"/>
          <p14:tracePt t="65772" x="2298700" y="1409700"/>
          <p14:tracePt t="65790" x="2298700" y="1422400"/>
          <p14:tracePt t="65805" x="2305050" y="1435100"/>
          <p14:tracePt t="65822" x="2305050" y="1441450"/>
          <p14:tracePt t="65840" x="2305050" y="1460500"/>
          <p14:tracePt t="65872" x="2305050" y="1466850"/>
          <p14:tracePt t="65889" x="2305050" y="1473200"/>
          <p14:tracePt t="65905" x="2305050" y="1479550"/>
          <p14:tracePt t="65922" x="2311400" y="1485900"/>
          <p14:tracePt t="65939" x="2311400" y="1492250"/>
          <p14:tracePt t="65955" x="2311400" y="1498600"/>
          <p14:tracePt t="65972" x="2311400" y="1504950"/>
          <p14:tracePt t="65988" x="2311400" y="1511300"/>
          <p14:tracePt t="66005" x="2311400" y="1524000"/>
          <p14:tracePt t="66022" x="2311400" y="1530350"/>
          <p14:tracePt t="66038" x="2317750" y="1536700"/>
          <p14:tracePt t="66086" x="2317750" y="1543050"/>
          <p14:tracePt t="66114" x="2317750" y="1549400"/>
          <p14:tracePt t="66122" x="2317750" y="1555750"/>
          <p14:tracePt t="66163" x="2317750" y="1562100"/>
          <p14:tracePt t="66184" x="2324100" y="1568450"/>
          <p14:tracePt t="66191" x="2324100" y="1574800"/>
          <p14:tracePt t="66247" x="2324100" y="1581150"/>
          <p14:tracePt t="66255" x="2324100" y="1587500"/>
          <p14:tracePt t="66276" x="2324100" y="1600200"/>
          <p14:tracePt t="66283" x="2317750" y="1600200"/>
          <p14:tracePt t="66297" x="2317750" y="1612900"/>
          <p14:tracePt t="66306" x="2317750" y="1625600"/>
          <p14:tracePt t="66320" x="2317750" y="1638300"/>
          <p14:tracePt t="66337" x="2317750" y="1676400"/>
          <p14:tracePt t="66354" x="2311400" y="1733550"/>
          <p14:tracePt t="66371" x="2311400" y="1765300"/>
          <p14:tracePt t="66388" x="2305050" y="1828800"/>
          <p14:tracePt t="66403" x="2305050" y="1898650"/>
          <p14:tracePt t="66420" x="2305050" y="1924050"/>
          <p14:tracePt t="66438" x="2298700" y="1968500"/>
          <p14:tracePt t="66453" x="2298700" y="1987550"/>
          <p14:tracePt t="66470" x="2298700" y="2006600"/>
          <p14:tracePt t="66487" x="2298700" y="2012950"/>
          <p14:tracePt t="66503" x="2298700" y="2019300"/>
          <p14:tracePt t="66718" x="2298700" y="2012950"/>
          <p14:tracePt t="66746" x="2298700" y="2006600"/>
          <p14:tracePt t="66753" x="2298700" y="2000250"/>
          <p14:tracePt t="66774" x="2298700" y="1987550"/>
          <p14:tracePt t="66795" x="2298700" y="1981200"/>
          <p14:tracePt t="66809" x="2298700" y="1968500"/>
          <p14:tracePt t="66816" x="2298700" y="1949450"/>
          <p14:tracePt t="66823" x="2298700" y="1917700"/>
          <p14:tracePt t="66839" x="2298700" y="1892300"/>
          <p14:tracePt t="66854" x="2298700" y="1860550"/>
          <p14:tracePt t="66869" x="2298700" y="1784350"/>
          <p14:tracePt t="66886" x="2298700" y="1746250"/>
          <p14:tracePt t="66902" x="2292350" y="1663700"/>
          <p14:tracePt t="66919" x="2292350" y="1581150"/>
          <p14:tracePt t="66935" x="2292350" y="1555750"/>
          <p14:tracePt t="66952" x="2292350" y="1511300"/>
          <p14:tracePt t="66968" x="2292350" y="1479550"/>
          <p14:tracePt t="67001" x="2292350" y="1460500"/>
          <p14:tracePt t="67018" x="2292350" y="1447800"/>
          <p14:tracePt t="67035" x="2292350" y="1428750"/>
          <p14:tracePt t="67051" x="2292350" y="1416050"/>
          <p14:tracePt t="67068" x="2292350" y="1397000"/>
          <p14:tracePt t="67085" x="2292350" y="1358900"/>
          <p14:tracePt t="67102" x="2292350" y="1301750"/>
          <p14:tracePt t="67118" x="2292350" y="1270000"/>
          <p14:tracePt t="67135" x="2305050" y="1181100"/>
          <p14:tracePt t="67151" x="2311400" y="1085850"/>
          <p14:tracePt t="67168" x="2311400" y="1047750"/>
          <p14:tracePt t="67184" x="2311400" y="977900"/>
          <p14:tracePt t="67201" x="2317750" y="939800"/>
          <p14:tracePt t="67218" x="2317750" y="920750"/>
          <p14:tracePt t="67234" x="2317750" y="914400"/>
          <p14:tracePt t="67251" x="2324100" y="908050"/>
          <p14:tracePt t="67380" x="2324100" y="914400"/>
          <p14:tracePt t="67401" x="2324100" y="920750"/>
          <p14:tracePt t="67422" x="2324100" y="927100"/>
          <p14:tracePt t="67450" x="2324100" y="933450"/>
          <p14:tracePt t="67457" x="2317750" y="946150"/>
          <p14:tracePt t="67471" x="2317750" y="952500"/>
          <p14:tracePt t="67483" x="2317750" y="971550"/>
          <p14:tracePt t="67500" x="2317750" y="1028700"/>
          <p14:tracePt t="67516" x="2311400" y="1073150"/>
          <p14:tracePt t="67534" x="2298700" y="1212850"/>
          <p14:tracePt t="67550" x="2292350" y="1390650"/>
          <p14:tracePt t="67567" x="2292350" y="1479550"/>
          <p14:tracePt t="67584" x="2279650" y="1631950"/>
          <p14:tracePt t="67600" x="2273300" y="1739900"/>
          <p14:tracePt t="67616" x="2273300" y="1790700"/>
          <p14:tracePt t="67633" x="2273300" y="1822450"/>
          <p14:tracePt t="67649" x="2273300" y="1860550"/>
          <p14:tracePt t="67666" x="2266950" y="1873250"/>
          <p14:tracePt t="67683" x="2266950" y="1879600"/>
          <p14:tracePt t="67759" x="2273300" y="1879600"/>
          <p14:tracePt t="67879" x="2273300" y="1873250"/>
          <p14:tracePt t="67942" x="2279650" y="1866900"/>
          <p14:tracePt t="68019" x="2279650" y="1860550"/>
          <p14:tracePt t="68083" x="2279650" y="1854200"/>
          <p14:tracePt t="68125" x="2279650" y="1847850"/>
          <p14:tracePt t="68153" x="2279650" y="1841500"/>
          <p14:tracePt t="68160" x="2279650" y="1828800"/>
          <p14:tracePt t="68174" x="2279650" y="1822450"/>
          <p14:tracePt t="68183" x="2279650" y="1809750"/>
          <p14:tracePt t="68197" x="2279650" y="1790700"/>
          <p14:tracePt t="68214" x="2279650" y="1765300"/>
          <p14:tracePt t="68231" x="2286000" y="1606550"/>
          <p14:tracePt t="68247" x="2286000" y="1543050"/>
          <p14:tracePt t="68251" x="2286000" y="1492250"/>
          <p14:tracePt t="68280" x="2286000" y="1377950"/>
          <p14:tracePt t="68297" x="2286000" y="1295400"/>
          <p14:tracePt t="68315" x="2286000" y="1238250"/>
          <p14:tracePt t="68330" x="2286000" y="1219200"/>
          <p14:tracePt t="68347" x="2286000" y="1193800"/>
          <p14:tracePt t="68365" x="2286000" y="1174750"/>
          <p14:tracePt t="68396" x="2286000" y="1168400"/>
          <p14:tracePt t="68483" x="2286000" y="1162050"/>
          <p14:tracePt t="68512" x="2286000" y="1155700"/>
          <p14:tracePt t="68546" x="2286000" y="1149350"/>
          <p14:tracePt t="68624" x="2286000" y="1143000"/>
          <p14:tracePt t="68666" x="2286000" y="1136650"/>
          <p14:tracePt t="68722" x="2286000" y="1143000"/>
          <p14:tracePt t="68737" x="2286000" y="1149350"/>
          <p14:tracePt t="68744" x="2286000" y="1162050"/>
          <p14:tracePt t="68758" x="2286000" y="1174750"/>
          <p14:tracePt t="68765" x="2286000" y="1193800"/>
          <p14:tracePt t="68781" x="2286000" y="1219200"/>
          <p14:tracePt t="68795" x="2286000" y="1308100"/>
          <p14:tracePt t="68812" x="2286000" y="1365250"/>
          <p14:tracePt t="68829" x="2298700" y="1479550"/>
          <p14:tracePt t="68845" x="2305050" y="1530350"/>
          <p14:tracePt t="68862" x="2311400" y="1625600"/>
          <p14:tracePt t="68878" x="2317750" y="1682750"/>
          <p14:tracePt t="68895" x="2317750" y="1701800"/>
          <p14:tracePt t="68912" x="2317750" y="1733550"/>
          <p14:tracePt t="68928" x="2324100" y="1746250"/>
          <p14:tracePt t="68945" x="2324100" y="1752600"/>
          <p14:tracePt t="68962" x="2324100" y="1758950"/>
          <p14:tracePt t="68994" x="2324100" y="1765300"/>
          <p14:tracePt t="69025" x="2330450" y="1771650"/>
          <p14:tracePt t="69109" x="2336800" y="1771650"/>
          <p14:tracePt t="69215" x="2343150" y="1771650"/>
          <p14:tracePt t="69278" x="2349500" y="1771650"/>
          <p14:tracePt t="69327" x="2349500" y="1765300"/>
          <p14:tracePt t="69355" x="2355850" y="1765300"/>
          <p14:tracePt t="69390" x="2362200" y="1758950"/>
          <p14:tracePt t="69425" x="2362200" y="1752600"/>
          <p14:tracePt t="69461" x="2368550" y="1752600"/>
          <p14:tracePt t="69468" x="2368550" y="1746250"/>
          <p14:tracePt t="69489" x="2374900" y="1739900"/>
          <p14:tracePt t="69511" x="2381250" y="1733550"/>
          <p14:tracePt t="69517" x="2381250" y="1720850"/>
          <p14:tracePt t="69531" x="2387600" y="1708150"/>
          <p14:tracePt t="69542" x="2387600" y="1689100"/>
          <p14:tracePt t="69560" x="2400300" y="1625600"/>
          <p14:tracePt t="69576" x="2400300" y="1600200"/>
          <p14:tracePt t="69593" x="2400300" y="1536700"/>
          <p14:tracePt t="69610" x="2400300" y="1441450"/>
          <p14:tracePt t="69626" x="2400300" y="1403350"/>
          <p14:tracePt t="69643" x="2381250" y="1308100"/>
          <p14:tracePt t="69659" x="2355850" y="1219200"/>
          <p14:tracePt t="69675" x="2336800" y="1181100"/>
          <p14:tracePt t="69693" x="2324100" y="1117600"/>
          <p14:tracePt t="69709" x="2311400" y="1079500"/>
          <p14:tracePt t="69725" x="2311400" y="1060450"/>
          <p14:tracePt t="69743" x="2305050" y="1041400"/>
          <p14:tracePt t="69775" x="2305050" y="1035050"/>
          <p14:tracePt t="70009" x="2305050" y="1041400"/>
          <p14:tracePt t="70025" x="2305050" y="1047750"/>
          <p14:tracePt t="70044" x="2305050" y="1060450"/>
          <p14:tracePt t="70051" x="2305050" y="1092200"/>
          <p14:tracePt t="70060" x="2305050" y="1117600"/>
          <p14:tracePt t="70074" x="2305050" y="1168400"/>
          <p14:tracePt t="70091" x="2305050" y="1206500"/>
          <p14:tracePt t="70108" x="2305050" y="1320800"/>
          <p14:tracePt t="70124" x="2317750" y="1428750"/>
          <p14:tracePt t="70140" x="2324100" y="1473200"/>
          <p14:tracePt t="70157" x="2324100" y="1536700"/>
          <p14:tracePt t="70174" x="2324100" y="1581150"/>
          <p14:tracePt t="70190" x="2324100" y="1593850"/>
          <p14:tracePt t="70207" x="2324100" y="1600200"/>
          <p14:tracePt t="70224" x="2324100" y="1612900"/>
          <p14:tracePt t="70257" x="2324100" y="1619250"/>
          <p14:tracePt t="70333" x="2324100" y="1625600"/>
          <p14:tracePt t="70382" x="2324100" y="1631950"/>
          <p14:tracePt t="70396" x="2324100" y="1638300"/>
          <p14:tracePt t="70403" x="2324100" y="1644650"/>
          <p14:tracePt t="70410" x="2324100" y="1651000"/>
          <p14:tracePt t="70426" x="2324100" y="1657350"/>
          <p14:tracePt t="70440" x="2330450" y="1670050"/>
          <p14:tracePt t="70456" x="2336800" y="1689100"/>
          <p14:tracePt t="70474" x="2349500" y="1739900"/>
          <p14:tracePt t="70490" x="2362200" y="1784350"/>
          <p14:tracePt t="70506" x="2387600" y="1879600"/>
          <p14:tracePt t="70523" x="2425700" y="1987550"/>
          <p14:tracePt t="70539" x="2438400" y="2032000"/>
          <p14:tracePt t="70556" x="2476500" y="2120900"/>
          <p14:tracePt t="70573" x="2495550" y="2171700"/>
          <p14:tracePt t="70589" x="2501900" y="2184400"/>
          <p14:tracePt t="70606" x="2501900" y="2197100"/>
          <p14:tracePt t="70622" x="2514600" y="2203450"/>
          <p14:tracePt t="70642" x="2520950" y="2203450"/>
          <p14:tracePt t="70881" x="2520950" y="2197100"/>
          <p14:tracePt t="70895" x="2520950" y="2190750"/>
          <p14:tracePt t="71620" x="2514600" y="2159000"/>
          <p14:tracePt t="71627" x="2501900" y="2101850"/>
          <p14:tracePt t="71641" x="2495550" y="2051050"/>
          <p14:tracePt t="71652" x="2476500" y="1981200"/>
          <p14:tracePt t="71669" x="2463800" y="1879600"/>
          <p14:tracePt t="71685" x="2444750" y="1809750"/>
          <p14:tracePt t="71702" x="2425700" y="1631950"/>
          <p14:tracePt t="71719" x="2387600" y="1435100"/>
          <p14:tracePt t="71735" x="2368550" y="1358900"/>
          <p14:tracePt t="71752" x="2305050" y="1149350"/>
          <p14:tracePt t="71768" x="2254250" y="977900"/>
          <p14:tracePt t="71785" x="2235200" y="908050"/>
          <p14:tracePt t="71788" x="2228850" y="869950"/>
          <p14:tracePt t="71805" x="2216150" y="838200"/>
          <p14:tracePt t="71818" x="2209800" y="819150"/>
          <p14:tracePt t="71992" x="2209800" y="825500"/>
          <p14:tracePt t="71999" x="2209800" y="831850"/>
          <p14:tracePt t="72041" x="2209800" y="838200"/>
          <p14:tracePt t="72049" x="2209800" y="850900"/>
          <p14:tracePt t="72069" x="2209800" y="863600"/>
          <p14:tracePt t="72085" x="2203450" y="889000"/>
          <p14:tracePt t="72091" x="2203450" y="901700"/>
          <p14:tracePt t="72100" x="2190750" y="920750"/>
          <p14:tracePt t="72117" x="2190750" y="933450"/>
          <p14:tracePt t="72134" x="2184400" y="971550"/>
          <p14:tracePt t="72150" x="2184400" y="990600"/>
          <p14:tracePt t="72168" x="2178050" y="1016000"/>
          <p14:tracePt t="72184" x="2171700" y="1035050"/>
          <p14:tracePt t="72200" x="2165350" y="1041400"/>
          <p14:tracePt t="72231" x="2165350" y="1047750"/>
          <p14:tracePt t="72470" x="2165350" y="1041400"/>
          <p14:tracePt t="72513" x="2171700" y="1035050"/>
          <p14:tracePt t="72555" x="2178050" y="1035050"/>
          <p14:tracePt t="72562" x="2184400" y="1028700"/>
          <p14:tracePt t="72584" x="2190750" y="1028700"/>
          <p14:tracePt t="72625" x="2197100" y="1022350"/>
          <p14:tracePt t="72660" x="2197100" y="1016000"/>
          <p14:tracePt t="72674" x="2203450" y="1016000"/>
          <p14:tracePt t="72682" x="2209800" y="1009650"/>
          <p14:tracePt t="72766" x="2216150" y="1009650"/>
          <p14:tracePt t="72794" x="2216150" y="1016000"/>
          <p14:tracePt t="72801" x="2216150" y="1022350"/>
          <p14:tracePt t="72816" x="2209800" y="1028700"/>
          <p14:tracePt t="72835" x="2203450" y="1035050"/>
          <p14:tracePt t="72842" x="2203450" y="1047750"/>
          <p14:tracePt t="72857" x="2197100" y="1066800"/>
          <p14:tracePt t="72867" x="2190750" y="1092200"/>
          <p14:tracePt t="72881" x="2184400" y="1117600"/>
          <p14:tracePt t="72898" x="2152650" y="1206500"/>
          <p14:tracePt t="72915" x="2127250" y="1289050"/>
          <p14:tracePt t="72931" x="2108200" y="1333500"/>
          <p14:tracePt t="72948" x="2089150" y="1416050"/>
          <p14:tracePt t="72964" x="2076450" y="1473200"/>
          <p14:tracePt t="72981" x="2070100" y="1498600"/>
          <p14:tracePt t="72998" x="2070100" y="1536700"/>
          <p14:tracePt t="73014" x="2070100" y="1562100"/>
          <p14:tracePt t="73031" x="2070100" y="1568450"/>
          <p14:tracePt t="73048" x="2070100" y="1574800"/>
          <p14:tracePt t="73075" x="2076450" y="1581150"/>
          <p14:tracePt t="73103" x="2076450" y="1587500"/>
          <p14:tracePt t="73167" x="2082800" y="1593850"/>
          <p14:tracePt t="73209" x="2089150" y="1593850"/>
          <p14:tracePt t="73258" x="2095500" y="1593850"/>
          <p14:tracePt t="73265" x="2101850" y="1593850"/>
          <p14:tracePt t="73314" x="2108200" y="1593850"/>
          <p14:tracePt t="73384" x="2101850" y="1593850"/>
          <p14:tracePt t="73398" x="2101850" y="1600200"/>
          <p14:tracePt t="73406" x="2101850" y="1606550"/>
          <p14:tracePt t="73427" x="2101850" y="1612900"/>
          <p14:tracePt t="73433" x="2101850" y="1619250"/>
          <p14:tracePt t="73449" x="2101850" y="1625600"/>
          <p14:tracePt t="73463" x="2101850" y="1638300"/>
          <p14:tracePt t="73479" x="2108200" y="1663700"/>
          <p14:tracePt t="73497" x="2114550" y="1682750"/>
          <p14:tracePt t="73512" x="2133600" y="1727200"/>
          <p14:tracePt t="73529" x="2165350" y="1778000"/>
          <p14:tracePt t="73547" x="2190750" y="1822450"/>
          <p14:tracePt t="73562" x="2209800" y="1835150"/>
          <p14:tracePt t="73579" x="2235200" y="1879600"/>
          <p14:tracePt t="73596" x="2260600" y="1911350"/>
          <p14:tracePt t="73612" x="2279650" y="1917700"/>
          <p14:tracePt t="73629" x="2286000" y="1930400"/>
          <p14:tracePt t="73646" x="2298700" y="1936750"/>
          <p14:tracePt t="73678" x="2305050" y="1943100"/>
          <p14:tracePt t="74341" x="2336800" y="1949450"/>
          <p14:tracePt t="74348" x="2393950" y="1955800"/>
          <p14:tracePt t="74362" x="2438400" y="1974850"/>
          <p14:tracePt t="74376" x="2489200" y="1993900"/>
          <p14:tracePt t="74392" x="2565400" y="2019300"/>
          <p14:tracePt t="74409" x="2603500" y="2025650"/>
          <p14:tracePt t="74426" x="2673350" y="2038350"/>
          <p14:tracePt t="74442" x="2755900" y="2051050"/>
          <p14:tracePt t="74460" x="2851150" y="2044700"/>
          <p14:tracePt t="74476" x="2876550" y="2038350"/>
          <p14:tracePt t="74492" x="2946400" y="2032000"/>
          <p14:tracePt t="74510" x="2997200" y="2019300"/>
          <p14:tracePt t="74525" x="3009900" y="2019300"/>
          <p14:tracePt t="74542" x="3022600" y="2012950"/>
          <p14:tracePt t="74559" x="3048000" y="2006600"/>
          <p14:tracePt t="74592" x="3054350" y="2006600"/>
          <p14:tracePt t="74769" x="3048000" y="2006600"/>
          <p14:tracePt t="74790" x="3041650" y="2006600"/>
          <p14:tracePt t="74804" x="3035300" y="2006600"/>
          <p14:tracePt t="74811" x="3028950" y="2006600"/>
          <p14:tracePt t="74827" x="3022600" y="2006600"/>
          <p14:tracePt t="74841" x="2984500" y="2000250"/>
          <p14:tracePt t="74858" x="2965450" y="1993900"/>
          <p14:tracePt t="74876" x="2876550" y="1974850"/>
          <p14:tracePt t="74891" x="2832100" y="1968500"/>
          <p14:tracePt t="74908" x="2717800" y="1955800"/>
          <p14:tracePt t="74925" x="2622550" y="1943100"/>
          <p14:tracePt t="74941" x="2578100" y="1930400"/>
          <p14:tracePt t="74957" x="2514600" y="1917700"/>
          <p14:tracePt t="74974" x="2482850" y="1911350"/>
          <p14:tracePt t="74991" x="2470150" y="1911350"/>
          <p14:tracePt t="75008" x="2463800" y="1911350"/>
          <p14:tracePt t="75024" x="2457450" y="1905000"/>
          <p14:tracePt t="75050" x="2463800" y="1905000"/>
          <p14:tracePt t="75065" x="2470150" y="1905000"/>
          <p14:tracePt t="75073" x="2489200" y="1911350"/>
          <p14:tracePt t="75090" x="2508250" y="1917700"/>
          <p14:tracePt t="75107" x="2578100" y="1924050"/>
          <p14:tracePt t="75123" x="2724150" y="1943100"/>
          <p14:tracePt t="75140" x="2800350" y="1955800"/>
          <p14:tracePt t="75157" x="2965450" y="1955800"/>
          <p14:tracePt t="75173" x="3041650" y="1962150"/>
          <p14:tracePt t="75191" x="3213100" y="1974850"/>
          <p14:tracePt t="75206" x="3251200" y="1974850"/>
          <p14:tracePt t="75223" x="3263900" y="1974850"/>
          <p14:tracePt t="75240" x="3282950" y="1974850"/>
          <p14:tracePt t="75304" x="3270250" y="1974850"/>
          <p14:tracePt t="75310" x="3263900" y="1974850"/>
          <p14:tracePt t="75325" x="3251200" y="1974850"/>
          <p14:tracePt t="75340" x="3225800" y="1968500"/>
          <p14:tracePt t="75356" x="3149600" y="1968500"/>
          <p14:tracePt t="75373" x="3098800" y="1955800"/>
          <p14:tracePt t="75376" x="3028950" y="1949450"/>
          <p14:tracePt t="75390" x="2965450" y="1936750"/>
          <p14:tracePt t="75406" x="2832100" y="1911350"/>
          <p14:tracePt t="75423" x="2781300" y="1911350"/>
          <p14:tracePt t="75439" x="2686050" y="1892300"/>
          <p14:tracePt t="75456" x="2660650" y="1892300"/>
          <p14:tracePt t="75473" x="2628900" y="1892300"/>
          <p14:tracePt t="75489" x="2622550" y="1892300"/>
          <p14:tracePt t="75505" x="2616200" y="1892300"/>
          <p14:tracePt t="77585" x="2622550" y="1892300"/>
          <p14:tracePt t="77592" x="2628900" y="1892300"/>
          <p14:tracePt t="77613" x="2635250" y="1892300"/>
          <p14:tracePt t="77626" x="2647950" y="1898650"/>
          <p14:tracePt t="77635" x="2667000" y="1898650"/>
          <p14:tracePt t="77651" x="2679700" y="1905000"/>
          <p14:tracePt t="77665" x="2717800" y="1911350"/>
          <p14:tracePt t="77681" x="2749550" y="1911350"/>
          <p14:tracePt t="77698" x="2806700" y="1917700"/>
          <p14:tracePt t="77714" x="2838450" y="1924050"/>
          <p14:tracePt t="77732" x="2914650" y="1936750"/>
          <p14:tracePt t="77748" x="2971800" y="1943100"/>
          <p14:tracePt t="77764" x="3003550" y="1943100"/>
          <p14:tracePt t="77781" x="3054350" y="1943100"/>
          <p14:tracePt t="77798" x="3086100" y="1943100"/>
          <p14:tracePt t="77814" x="3105150" y="1943100"/>
          <p14:tracePt t="77831" x="3124200" y="1943100"/>
          <p14:tracePt t="77848" x="3136900" y="1936750"/>
          <p14:tracePt t="77864" x="3143250" y="1930400"/>
          <p14:tracePt t="77881" x="3149600" y="1930400"/>
          <p14:tracePt t="78014" x="3143250" y="1930400"/>
          <p14:tracePt t="78056" x="3136900" y="1924050"/>
          <p14:tracePt t="78091" x="3130550" y="1917700"/>
          <p14:tracePt t="78971" x="3124200" y="1917700"/>
          <p14:tracePt t="78978" x="3117850" y="1924050"/>
          <p14:tracePt t="78992" x="3105150" y="1924050"/>
          <p14:tracePt t="78999" x="3098800" y="1930400"/>
          <p14:tracePt t="79013" x="3098800" y="1936750"/>
          <p14:tracePt t="79027" x="3086100" y="1943100"/>
          <p14:tracePt t="79043" x="3073400" y="1949450"/>
          <p14:tracePt t="79060" x="3054350" y="1949450"/>
          <p14:tracePt t="79077" x="3028950" y="1949450"/>
          <p14:tracePt t="79093" x="2997200" y="1930400"/>
          <p14:tracePt t="79110" x="2965450" y="1924050"/>
          <p14:tracePt t="79126" x="2908300" y="1911350"/>
          <p14:tracePt t="79143" x="2838450" y="1879600"/>
          <p14:tracePt t="79161" x="2762250" y="1860550"/>
          <p14:tracePt t="79176" x="2730500" y="1847850"/>
          <p14:tracePt t="79193" x="2679700" y="1828800"/>
          <p14:tracePt t="79210" x="2660650" y="1822450"/>
          <p14:tracePt t="79226" x="2628900" y="1816100"/>
          <p14:tracePt t="79243" x="2616200" y="1816100"/>
          <p14:tracePt t="79259" x="2597150" y="1816100"/>
          <p14:tracePt t="79322" x="2590800" y="1816100"/>
          <p14:tracePt t="79540" x="2590800" y="1822450"/>
          <p14:tracePt t="79582" x="2597150" y="1822450"/>
          <p14:tracePt t="79596" x="2603500" y="1822450"/>
          <p14:tracePt t="79604" x="2616200" y="1828800"/>
          <p14:tracePt t="79611" x="2622550" y="1828800"/>
          <p14:tracePt t="79627" x="2641600" y="1828800"/>
          <p14:tracePt t="79641" x="2654300" y="1835150"/>
          <p14:tracePt t="79657" x="2705100" y="1841500"/>
          <p14:tracePt t="79675" x="2768600" y="1847850"/>
          <p14:tracePt t="79691" x="2800350" y="1847850"/>
          <p14:tracePt t="79707" x="2870200" y="1854200"/>
          <p14:tracePt t="79724" x="2914650" y="1866900"/>
          <p14:tracePt t="79741" x="2940050" y="1866900"/>
          <p14:tracePt t="79758" x="2959100" y="1873250"/>
          <p14:tracePt t="79774" x="2965450" y="1873250"/>
          <p14:tracePt t="80639" x="2959100" y="1873250"/>
          <p14:tracePt t="80646" x="2946400" y="1873250"/>
          <p14:tracePt t="80661" x="2921000" y="1873250"/>
          <p14:tracePt t="80670" x="2914650" y="1873250"/>
          <p14:tracePt t="80688" x="2876550" y="1873250"/>
          <p14:tracePt t="80704" x="2857500" y="1873250"/>
          <p14:tracePt t="80721" x="2832100" y="1873250"/>
          <p14:tracePt t="80738" x="2813050" y="1879600"/>
          <p14:tracePt t="80770" x="2800350" y="1879600"/>
          <p14:tracePt t="80787" x="2787650" y="1879600"/>
          <p14:tracePt t="80804" x="2781300" y="1879600"/>
          <p14:tracePt t="80837" x="2774950" y="1879600"/>
          <p14:tracePt t="80906" x="2768600" y="1879600"/>
          <p14:tracePt t="80942" x="2762250" y="1879600"/>
          <p14:tracePt t="80991" x="2755900" y="1879600"/>
          <p14:tracePt t="81061" x="2749550" y="1873250"/>
          <p14:tracePt t="81110" x="2749550" y="1860550"/>
          <p14:tracePt t="81117" x="2743200" y="1854200"/>
          <p14:tracePt t="81131" x="2743200" y="1847850"/>
          <p14:tracePt t="81139" x="2736850" y="1841500"/>
          <p14:tracePt t="81155" x="2736850" y="1816100"/>
          <p14:tracePt t="81169" x="2730500" y="1790700"/>
          <p14:tracePt t="81186" x="2705100" y="1701800"/>
          <p14:tracePt t="81202" x="2679700" y="1587500"/>
          <p14:tracePt t="81219" x="2660650" y="1504950"/>
          <p14:tracePt t="81236" x="2628900" y="1371600"/>
          <p14:tracePt t="81252" x="2590800" y="1263650"/>
          <p14:tracePt t="81269" x="2584450" y="1212850"/>
          <p14:tracePt t="81286" x="2559050" y="1136650"/>
          <p14:tracePt t="81302" x="2546350" y="1092200"/>
          <p14:tracePt t="81319" x="2546350" y="1085850"/>
          <p14:tracePt t="81336" x="2540000" y="1066800"/>
          <p14:tracePt t="81352" x="2540000" y="1060450"/>
          <p14:tracePt t="81385" x="2540000" y="1054100"/>
          <p14:tracePt t="81419" x="2540000" y="1047750"/>
          <p14:tracePt t="81631" x="2546350" y="1047750"/>
          <p14:tracePt t="81652" x="2546350" y="1054100"/>
          <p14:tracePt t="81673" x="2546350" y="1060450"/>
          <p14:tracePt t="81680" x="2546350" y="1066800"/>
          <p14:tracePt t="81694" x="2546350" y="1073150"/>
          <p14:tracePt t="81715" x="2546350" y="1079500"/>
          <p14:tracePt t="81722" x="2546350" y="1092200"/>
          <p14:tracePt t="81737" x="2552700" y="1111250"/>
          <p14:tracePt t="81751" x="2559050" y="1181100"/>
          <p14:tracePt t="81768" x="2559050" y="1231900"/>
          <p14:tracePt t="81784" x="2559050" y="1308100"/>
          <p14:tracePt t="81800" x="2578100" y="1466850"/>
          <p14:tracePt t="81817" x="2590800" y="1631950"/>
          <p14:tracePt t="81835" x="2597150" y="1797050"/>
          <p14:tracePt t="81850" x="2597150" y="1873250"/>
          <p14:tracePt t="81866" x="2616200" y="1993900"/>
          <p14:tracePt t="81884" x="2616200" y="2070100"/>
          <p14:tracePt t="81900" x="2622550" y="2101850"/>
          <p14:tracePt t="81917" x="2622550" y="2133600"/>
          <p14:tracePt t="81934" x="2622550" y="2146300"/>
          <p14:tracePt t="81950" x="2622550" y="2152650"/>
          <p14:tracePt t="82235" x="2622550" y="2146300"/>
          <p14:tracePt t="82285" x="2622550" y="2139950"/>
          <p14:tracePt t="82327" x="2622550" y="2133600"/>
          <p14:tracePt t="82355" x="2622550" y="2127250"/>
          <p14:tracePt t="82383" x="2622550" y="2120900"/>
          <p14:tracePt t="82425" x="2622550" y="2114550"/>
          <p14:tracePt t="82439" x="2622550" y="2108200"/>
          <p14:tracePt t="82446" x="2622550" y="2095500"/>
          <p14:tracePt t="82454" x="2622550" y="2089150"/>
          <p14:tracePt t="82468" x="2616200" y="2076450"/>
          <p14:tracePt t="82482" x="2609850" y="2051050"/>
          <p14:tracePt t="82498" x="2565400" y="1987550"/>
          <p14:tracePt t="82515" x="2540000" y="1949450"/>
          <p14:tracePt t="82531" x="2463800" y="1835150"/>
          <p14:tracePt t="82548" x="2374900" y="1708150"/>
          <p14:tracePt t="82564" x="2330450" y="1651000"/>
          <p14:tracePt t="82581" x="2241550" y="1549400"/>
          <p14:tracePt t="82597" x="2171700" y="1466850"/>
          <p14:tracePt t="82615" x="2114550" y="1409700"/>
          <p14:tracePt t="82631" x="2082800" y="1384300"/>
          <p14:tracePt t="82648" x="2051050" y="1371600"/>
          <p14:tracePt t="82665" x="1974850" y="1327150"/>
          <p14:tracePt t="82681" x="1949450" y="1320800"/>
          <p14:tracePt t="82697" x="1917700" y="1301750"/>
          <p14:tracePt t="82714" x="1841500" y="1263650"/>
          <p14:tracePt t="82730" x="1778000" y="1219200"/>
          <p14:tracePt t="82747" x="1752600" y="1200150"/>
          <p14:tracePt t="82764" x="1720850" y="1162050"/>
          <p14:tracePt t="82780" x="1689100" y="1117600"/>
          <p14:tracePt t="82798" x="1676400" y="1066800"/>
          <p14:tracePt t="82813" x="1670050" y="1041400"/>
          <p14:tracePt t="82830" x="1663700" y="990600"/>
          <p14:tracePt t="82847" x="1663700" y="965200"/>
          <p14:tracePt t="82863" x="1663700" y="958850"/>
          <p14:tracePt t="82939" x="1663700" y="965200"/>
          <p14:tracePt t="82945" x="1663700" y="971550"/>
          <p14:tracePt t="82960" x="1663700" y="977900"/>
          <p14:tracePt t="82966" x="1663700" y="984250"/>
          <p14:tracePt t="82983" x="1670050" y="996950"/>
          <p14:tracePt t="82996" x="1670050" y="1003300"/>
          <p14:tracePt t="83013" x="1676400" y="1041400"/>
          <p14:tracePt t="83030" x="1695450" y="1130300"/>
          <p14:tracePt t="83046" x="1714500" y="1187450"/>
          <p14:tracePt t="83062" x="1752600" y="1358900"/>
          <p14:tracePt t="83080" x="1803400" y="1536700"/>
          <p14:tracePt t="83096" x="1835150" y="1631950"/>
          <p14:tracePt t="83112" x="1873250" y="1790700"/>
          <p14:tracePt t="83130" x="1911350" y="1885950"/>
          <p14:tracePt t="83146" x="1917700" y="1911350"/>
          <p14:tracePt t="83163" x="1924050" y="1936750"/>
          <p14:tracePt t="83178" x="1930400" y="1949450"/>
          <p14:tracePt t="83845" x="1936750" y="1949450"/>
          <p14:tracePt t="83923" x="1936750" y="1943100"/>
          <p14:tracePt t="83950" x="1936750" y="1936750"/>
          <p14:tracePt t="83986" x="1936750" y="1930400"/>
          <p14:tracePt t="83994" x="1943100" y="1930400"/>
          <p14:tracePt t="83999" x="1943100" y="1924050"/>
          <p14:tracePt t="84020" x="1943100" y="1917700"/>
          <p14:tracePt t="84043" x="1943100" y="1911350"/>
          <p14:tracePt t="84056" x="1943100" y="1905000"/>
          <p14:tracePt t="84063" x="1943100" y="1898650"/>
          <p14:tracePt t="84077" x="1943100" y="1892300"/>
          <p14:tracePt t="84093" x="1949450" y="1866900"/>
          <p14:tracePt t="84110" x="1955800" y="1847850"/>
          <p14:tracePt t="84127" x="1974850" y="1797050"/>
          <p14:tracePt t="84142" x="1993900" y="1746250"/>
          <p14:tracePt t="84159" x="2012950" y="1714500"/>
          <p14:tracePt t="84176" x="2025650" y="1657350"/>
          <p14:tracePt t="84192" x="2032000" y="1625600"/>
          <p14:tracePt t="84209" x="2057400" y="1587500"/>
          <p14:tracePt t="84226" x="2070100" y="1549400"/>
          <p14:tracePt t="84242" x="2076450" y="1530350"/>
          <p14:tracePt t="84259" x="2089150" y="1504950"/>
          <p14:tracePt t="84275" x="2101850" y="1479550"/>
          <p14:tracePt t="84292" x="2108200" y="1454150"/>
          <p14:tracePt t="84309" x="2108200" y="1416050"/>
          <p14:tracePt t="84325" x="2108200" y="1358900"/>
          <p14:tracePt t="84342" x="2108200" y="1320800"/>
          <p14:tracePt t="84359" x="2108200" y="1250950"/>
          <p14:tracePt t="84375" x="2108200" y="1200150"/>
          <p14:tracePt t="84391" x="2108200" y="1181100"/>
          <p14:tracePt t="84409" x="2114550" y="1155700"/>
          <p14:tracePt t="84425" x="2114550" y="1149350"/>
          <p14:tracePt t="84441" x="2114550" y="1143000"/>
          <p14:tracePt t="84458" x="2120900" y="1143000"/>
          <p14:tracePt t="84485" x="2127250" y="1143000"/>
          <p14:tracePt t="84570" x="2127250" y="1149350"/>
          <p14:tracePt t="84604" x="2127250" y="1155700"/>
          <p14:tracePt t="84626" x="2133600" y="1162050"/>
          <p14:tracePt t="84647" x="2133600" y="1168400"/>
          <p14:tracePt t="84668" x="2133600" y="1174750"/>
          <p14:tracePt t="84675" x="2139950" y="1181100"/>
          <p14:tracePt t="84690" x="2139950" y="1187450"/>
          <p14:tracePt t="84696" x="2139950" y="1193800"/>
          <p14:tracePt t="84706" x="2139950" y="1200150"/>
          <p14:tracePt t="84724" x="2146300" y="1200150"/>
          <p14:tracePt t="84740" x="2146300" y="1206500"/>
          <p14:tracePt t="84757" x="2152650" y="1212850"/>
          <p14:tracePt t="84774" x="2159000" y="1238250"/>
          <p14:tracePt t="84790" x="2165350" y="1250950"/>
          <p14:tracePt t="84807" x="2171700" y="1263650"/>
          <p14:tracePt t="84823" x="2178050" y="1295400"/>
          <p14:tracePt t="84839" x="2190750" y="1339850"/>
          <p14:tracePt t="84856" x="2190750" y="1352550"/>
          <p14:tracePt t="84873" x="2197100" y="1377950"/>
          <p14:tracePt t="84890" x="2203450" y="1390650"/>
          <p14:tracePt t="84907" x="2209800" y="1403350"/>
          <p14:tracePt t="84922" x="2209800" y="1409700"/>
          <p14:tracePt t="84939" x="2222500" y="1409700"/>
          <p14:tracePt t="84957" x="2222500" y="1416050"/>
          <p14:tracePt t="84973" x="2228850" y="1416050"/>
          <p14:tracePt t="84989" x="2241550" y="1416050"/>
          <p14:tracePt t="85006" x="2260600" y="1416050"/>
          <p14:tracePt t="85023" x="2266950" y="1416050"/>
          <p14:tracePt t="85040" x="2279650" y="1416050"/>
          <p14:tracePt t="85056" x="2330450" y="1416050"/>
          <p14:tracePt t="85072" x="2336800" y="1416050"/>
          <p14:tracePt t="85091" x="2374900" y="1416050"/>
          <p14:tracePt t="85106" x="2374900" y="1409700"/>
          <p14:tracePt t="85122" x="2387600" y="1409700"/>
          <p14:tracePt t="85217" x="2381250" y="1409700"/>
          <p14:tracePt t="85237" x="2381250" y="1403350"/>
          <p14:tracePt t="85252" x="2374900" y="1403350"/>
          <p14:tracePt t="85258" x="2368550" y="1403350"/>
          <p14:tracePt t="85273" x="2355850" y="1403350"/>
          <p14:tracePt t="85288" x="2324100" y="1403350"/>
          <p14:tracePt t="85304" x="2305050" y="1403350"/>
          <p14:tracePt t="85322" x="2247900" y="1403350"/>
          <p14:tracePt t="85338" x="2178050" y="1403350"/>
          <p14:tracePt t="85355" x="2139950" y="1403350"/>
          <p14:tracePt t="85372" x="2082800" y="1397000"/>
          <p14:tracePt t="85388" x="2057400" y="1397000"/>
          <p14:tracePt t="85405" x="2019300" y="1397000"/>
          <p14:tracePt t="85421" x="2006600" y="1397000"/>
          <p14:tracePt t="85437" x="2000250" y="1390650"/>
          <p14:tracePt t="85455" x="1993900" y="1390650"/>
          <p14:tracePt t="85491" x="2000250" y="1390650"/>
          <p14:tracePt t="85505" x="2006600" y="1390650"/>
          <p14:tracePt t="85520" x="2019300" y="1390650"/>
          <p14:tracePt t="85537" x="2025650" y="1390650"/>
          <p14:tracePt t="85554" x="2057400" y="1390650"/>
          <p14:tracePt t="85571" x="2101850" y="1390650"/>
          <p14:tracePt t="85587" x="2127250" y="1390650"/>
          <p14:tracePt t="85604" x="2203450" y="1390650"/>
          <p14:tracePt t="85620" x="2273300" y="1390650"/>
          <p14:tracePt t="85638" x="2311400" y="1384300"/>
          <p14:tracePt t="85653" x="2362200" y="1384300"/>
          <p14:tracePt t="85671" x="2381250" y="1377950"/>
          <p14:tracePt t="85687" x="2406650" y="1371600"/>
          <p14:tracePt t="85703" x="2413000" y="1371600"/>
          <p14:tracePt t="85744" x="2413000" y="1365250"/>
          <p14:tracePt t="85758" x="2406650" y="1365250"/>
          <p14:tracePt t="85800" x="2393950" y="1365250"/>
          <p14:tracePt t="85821" x="2387600" y="1365250"/>
          <p14:tracePt t="85828" x="2381250" y="1365250"/>
          <p14:tracePt t="85842" x="2374900" y="1365250"/>
          <p14:tracePt t="85863" x="2368550" y="1365250"/>
          <p14:tracePt t="85872" x="2362200" y="1365250"/>
          <p14:tracePt t="85886" x="2349500" y="1365250"/>
          <p14:tracePt t="85903" x="2324100" y="1358900"/>
          <p14:tracePt t="85920" x="2279650" y="1358900"/>
          <p14:tracePt t="85936" x="2254250" y="1358900"/>
          <p14:tracePt t="85952" x="2228850" y="1358900"/>
          <p14:tracePt t="85970" x="2159000" y="1358900"/>
          <p14:tracePt t="85986" x="2139950" y="1365250"/>
          <p14:tracePt t="86002" x="2127250" y="1365250"/>
          <p14:tracePt t="86019" x="2089150" y="1371600"/>
          <p14:tracePt t="86035" x="2082800" y="1371600"/>
          <p14:tracePt t="86053" x="2070100" y="1377950"/>
          <p14:tracePt t="86725" x="2070100" y="1390650"/>
          <p14:tracePt t="86746" x="2070100" y="1397000"/>
          <p14:tracePt t="86781" x="2076450" y="1397000"/>
          <p14:tracePt t="86788" x="2082800" y="1397000"/>
          <p14:tracePt t="86803" x="2089150" y="1397000"/>
          <p14:tracePt t="86817" x="2108200" y="1397000"/>
          <p14:tracePt t="86833" x="2114550" y="1397000"/>
          <p14:tracePt t="86850" x="2120900" y="1397000"/>
          <p14:tracePt t="86866" x="2146300" y="1397000"/>
          <p14:tracePt t="86883" x="2171700" y="1397000"/>
          <p14:tracePt t="86900" x="2190750" y="1397000"/>
          <p14:tracePt t="86916" x="2222500" y="1403350"/>
          <p14:tracePt t="86932" x="2266950" y="1403350"/>
          <p14:tracePt t="86951" x="2305050" y="1403350"/>
          <p14:tracePt t="86966" x="2324100" y="1403350"/>
          <p14:tracePt t="86982" x="2349500" y="1403350"/>
          <p14:tracePt t="87000" x="2368550" y="1403350"/>
          <p14:tracePt t="87015" x="2374900" y="1403350"/>
          <p14:tracePt t="87032" x="2381250" y="1403350"/>
          <p14:tracePt t="87049" x="2387600" y="1397000"/>
          <p14:tracePt t="87065" x="2393950" y="1397000"/>
          <p14:tracePt t="87112" x="2400300" y="1397000"/>
          <p14:tracePt t="87232" x="2400300" y="1390650"/>
          <p14:tracePt t="87583" x="2368550" y="1390650"/>
          <p14:tracePt t="87591" x="2324100" y="1390650"/>
          <p14:tracePt t="87605" x="2273300" y="1403350"/>
          <p14:tracePt t="87613" x="2235200" y="1403350"/>
          <p14:tracePt t="87630" x="2197100" y="1403350"/>
          <p14:tracePt t="87647" x="2139950" y="1403350"/>
          <p14:tracePt t="87663" x="2089150" y="1403350"/>
          <p14:tracePt t="87680" x="2070100" y="1403350"/>
          <p14:tracePt t="87697" x="2044700" y="1403350"/>
          <p14:tracePt t="87713" x="2032000" y="1403350"/>
          <p14:tracePt t="87730" x="2019300" y="1403350"/>
          <p14:tracePt t="87746" x="2006600" y="1403350"/>
          <p14:tracePt t="88546" x="2012950" y="1403350"/>
          <p14:tracePt t="88560" x="2019300" y="1403350"/>
          <p14:tracePt t="88567" x="2032000" y="1409700"/>
          <p14:tracePt t="88581" x="2044700" y="1416050"/>
          <p14:tracePt t="88593" x="2051050" y="1416050"/>
          <p14:tracePt t="88610" x="2082800" y="1416050"/>
          <p14:tracePt t="88627" x="2089150" y="1416050"/>
          <p14:tracePt t="88644" x="2101850" y="1416050"/>
          <p14:tracePt t="88660" x="2120900" y="1416050"/>
          <p14:tracePt t="88677" x="2127250" y="1416050"/>
          <p14:tracePt t="88694" x="2133600" y="1416050"/>
          <p14:tracePt t="88710" x="2139950" y="1416050"/>
          <p14:tracePt t="88730" x="2146300" y="1416050"/>
          <p14:tracePt t="88757" x="2152650" y="1416050"/>
          <p14:tracePt t="88778" x="2159000" y="1416050"/>
          <p14:tracePt t="88799" x="2165350" y="1416050"/>
          <p14:tracePt t="88827" x="2171700" y="1416050"/>
          <p14:tracePt t="88869" x="2178050" y="1409700"/>
          <p14:tracePt t="88912" x="2184400" y="1409700"/>
          <p14:tracePt t="88919" x="2190750" y="1409700"/>
          <p14:tracePt t="88940" x="2197100" y="1409700"/>
          <p14:tracePt t="88961" x="2203450" y="1409700"/>
          <p14:tracePt t="88968" x="2209800" y="1403350"/>
          <p14:tracePt t="88989" x="2216150" y="1403350"/>
          <p14:tracePt t="89003" x="2216150" y="1397000"/>
          <p14:tracePt t="89011" x="2228850" y="1397000"/>
          <p14:tracePt t="89025" x="2235200" y="1397000"/>
          <p14:tracePt t="89042" x="2266950" y="1390650"/>
          <p14:tracePt t="89059" x="2298700" y="1384300"/>
          <p14:tracePt t="89075" x="2311400" y="1377950"/>
          <p14:tracePt t="89092" x="2343150" y="1371600"/>
          <p14:tracePt t="89109" x="2362200" y="1365250"/>
          <p14:tracePt t="89125" x="2368550" y="1365250"/>
          <p14:tracePt t="89142" x="2374900" y="1365250"/>
          <p14:tracePt t="89158" x="2381250" y="1358900"/>
          <p14:tracePt t="89262" x="2381250" y="1352550"/>
          <p14:tracePt t="89425" x="2381250" y="1346200"/>
          <p14:tracePt t="89453" x="2374900" y="1346200"/>
          <p14:tracePt t="89495" x="2368550" y="1346200"/>
          <p14:tracePt t="89551" x="2362200" y="1346200"/>
          <p14:tracePt t="89636" x="2362200" y="1352550"/>
          <p14:tracePt t="89664" x="2362200" y="1358900"/>
          <p14:tracePt t="89706" x="2362200" y="1365250"/>
          <p14:tracePt t="89755" x="2362200" y="1371600"/>
          <p14:tracePt t="90135" x="2362200" y="1377950"/>
          <p14:tracePt t="90198" x="2362200" y="1384300"/>
          <p14:tracePt t="90297" x="2355850" y="1390650"/>
          <p14:tracePt t="90353" x="2355850" y="1397000"/>
          <p14:tracePt t="90367" x="2349500" y="1403350"/>
          <p14:tracePt t="90374" x="2349500" y="1409700"/>
          <p14:tracePt t="90390" x="2349500" y="1416050"/>
          <p14:tracePt t="90404" x="2349500" y="1435100"/>
          <p14:tracePt t="90421" x="2355850" y="1466850"/>
          <p14:tracePt t="90438" x="2355850" y="1511300"/>
          <p14:tracePt t="90454" x="2362200" y="1543050"/>
          <p14:tracePt t="90470" x="2368550" y="1600200"/>
          <p14:tracePt t="90487" x="2374900" y="1657350"/>
          <p14:tracePt t="90504" x="2381250" y="1682750"/>
          <p14:tracePt t="90520" x="2393950" y="1727200"/>
          <p14:tracePt t="90537" x="2413000" y="1771650"/>
          <p14:tracePt t="90554" x="2425700" y="1803400"/>
          <p14:tracePt t="90571" x="2432050" y="1854200"/>
          <p14:tracePt t="90587" x="2444750" y="1911350"/>
          <p14:tracePt t="90603" x="2451100" y="1924050"/>
          <p14:tracePt t="90621" x="2457450" y="1974850"/>
          <p14:tracePt t="90636" x="2470150" y="2006600"/>
          <p14:tracePt t="90653" x="2470150" y="2019300"/>
          <p14:tracePt t="90670" x="2470150" y="2032000"/>
          <p14:tracePt t="90796" x="2476500" y="2025650"/>
          <p14:tracePt t="90810" x="2476500" y="2019300"/>
          <p14:tracePt t="90817" x="2476500" y="2012950"/>
          <p14:tracePt t="90831" x="2476500" y="2006600"/>
          <p14:tracePt t="90839" x="2476500" y="2000250"/>
          <p14:tracePt t="90853" x="2482850" y="2000250"/>
          <p14:tracePt t="90869" x="2482850" y="1955800"/>
          <p14:tracePt t="90886" x="2482850" y="1930400"/>
          <p14:tracePt t="90902" x="2482850" y="1866900"/>
          <p14:tracePt t="90919" x="2482850" y="1733550"/>
          <p14:tracePt t="90935" x="2482850" y="1657350"/>
          <p14:tracePt t="90952" x="2457450" y="1454150"/>
          <p14:tracePt t="90969" x="2438400" y="1327150"/>
          <p14:tracePt t="90986" x="2374900" y="1016000"/>
          <p14:tracePt t="91002" x="2368550" y="939800"/>
          <p14:tracePt t="91019" x="2349500" y="882650"/>
          <p14:tracePt t="91036" x="2343150" y="825500"/>
          <p14:tracePt t="91052" x="2336800" y="800100"/>
          <p14:tracePt t="91068" x="2330450" y="793750"/>
          <p14:tracePt t="91127" x="2330450" y="800100"/>
          <p14:tracePt t="91162" x="2330450" y="806450"/>
          <p14:tracePt t="91169" x="2330450" y="812800"/>
          <p14:tracePt t="91183" x="2330450" y="819150"/>
          <p14:tracePt t="91190" x="2330450" y="825500"/>
          <p14:tracePt t="91201" x="2330450" y="831850"/>
          <p14:tracePt t="91220" x="2330450" y="838200"/>
          <p14:tracePt t="91234" x="2330450" y="850900"/>
          <p14:tracePt t="91251" x="2330450" y="863600"/>
          <p14:tracePt t="91268" x="2355850" y="977900"/>
          <p14:tracePt t="91284" x="2362200" y="1054100"/>
          <p14:tracePt t="91301" x="2381250" y="1149350"/>
          <p14:tracePt t="91317" x="2425700" y="1339850"/>
          <p14:tracePt t="91334" x="2457450" y="1562100"/>
          <p14:tracePt t="91352" x="2476500" y="1663700"/>
          <p14:tracePt t="91367" x="2501900" y="1816100"/>
          <p14:tracePt t="91384" x="2520950" y="1905000"/>
          <p14:tracePt t="91402" x="2527300" y="1943100"/>
          <p14:tracePt t="91417" x="2527300" y="1949450"/>
          <p14:tracePt t="91434" x="2527300" y="1962150"/>
          <p14:tracePt t="91520" x="2533650" y="1962150"/>
          <p14:tracePt t="92157" x="2546350" y="1962150"/>
          <p14:tracePt t="92165" x="2559050" y="1962150"/>
          <p14:tracePt t="92171" x="2578100" y="1962150"/>
          <p14:tracePt t="92185" x="2597150" y="1962150"/>
          <p14:tracePt t="92198" x="2616200" y="1962150"/>
          <p14:tracePt t="92215" x="2667000" y="1962150"/>
          <p14:tracePt t="92231" x="2686050" y="1962150"/>
          <p14:tracePt t="92248" x="2736850" y="1962150"/>
          <p14:tracePt t="92264" x="2787650" y="1949450"/>
          <p14:tracePt t="92281" x="2813050" y="1949450"/>
          <p14:tracePt t="92298" x="2863850" y="1936750"/>
          <p14:tracePt t="92314" x="2908300" y="1930400"/>
          <p14:tracePt t="92331" x="2927350" y="1924050"/>
          <p14:tracePt t="92348" x="2952750" y="1911350"/>
          <p14:tracePt t="92364" x="2965450" y="1911350"/>
          <p14:tracePt t="92381" x="2978150" y="1898650"/>
          <p14:tracePt t="92397" x="2984500" y="1898650"/>
          <p14:tracePt t="92430" x="2984500" y="1892300"/>
          <p14:tracePt t="92537" x="2990850" y="1892300"/>
          <p14:tracePt t="92586" x="2997200" y="1892300"/>
          <p14:tracePt t="92636" x="3003550" y="1892300"/>
          <p14:tracePt t="92664" x="3009900" y="1892300"/>
          <p14:tracePt t="92685" x="3016250" y="1892300"/>
          <p14:tracePt t="92699" x="3022600" y="1892300"/>
          <p14:tracePt t="92727" x="3028950" y="1892300"/>
          <p14:tracePt t="92734" x="3035300" y="1892300"/>
          <p14:tracePt t="92749" x="3041650" y="1892300"/>
          <p14:tracePt t="92763" x="3054350" y="1892300"/>
          <p14:tracePt t="92779" x="3086100" y="1898650"/>
          <p14:tracePt t="92796" x="3098800" y="1905000"/>
          <p14:tracePt t="92812" x="3143250" y="1911350"/>
          <p14:tracePt t="92829" x="3175000" y="1930400"/>
          <p14:tracePt t="92846" x="3187700" y="1930400"/>
          <p14:tracePt t="92862" x="3200400" y="1936750"/>
          <p14:tracePt t="92917" x="3200400" y="1943100"/>
          <p14:tracePt t="92945" x="3194050" y="1943100"/>
          <p14:tracePt t="92966" x="3181350" y="1943100"/>
          <p14:tracePt t="92980" x="3168650" y="1943100"/>
          <p14:tracePt t="92987" x="3155950" y="1943100"/>
          <p14:tracePt t="93001" x="3136900" y="1943100"/>
          <p14:tracePt t="93011" x="3111500" y="1949450"/>
          <p14:tracePt t="93029" x="3086100" y="1949450"/>
          <p14:tracePt t="93045" x="3035300" y="1949450"/>
          <p14:tracePt t="93061" x="2990850" y="1949450"/>
          <p14:tracePt t="93080" x="2946400" y="1955800"/>
          <p14:tracePt t="93094" x="2933700" y="1955800"/>
          <p14:tracePt t="93111" x="2921000" y="1955800"/>
          <p14:tracePt t="93128" x="2914650" y="1955800"/>
          <p14:tracePt t="93161" x="2908300" y="1955800"/>
          <p14:tracePt t="93775" x="2857500" y="1981200"/>
          <p14:tracePt t="93782" x="2781300" y="2032000"/>
          <p14:tracePt t="93792" x="2686050" y="2082800"/>
          <p14:tracePt t="93809" x="2590800" y="2146300"/>
          <p14:tracePt t="93825" x="2387600" y="2260600"/>
          <p14:tracePt t="93842" x="2292350" y="2336800"/>
          <p14:tracePt t="93860" x="2070100" y="2508250"/>
          <p14:tracePt t="93875" x="2012950" y="2559050"/>
          <p14:tracePt t="93892" x="1955800" y="2616200"/>
          <p14:tracePt t="93909" x="1803400" y="2768600"/>
          <p14:tracePt t="93925" x="1765300" y="2806700"/>
          <p14:tracePt t="93942" x="1746250" y="2819400"/>
          <p14:tracePt t="93958" x="1720850" y="2844800"/>
          <p14:tracePt t="93975" x="1714500" y="2857500"/>
          <p14:tracePt t="94007" x="1727200" y="2832100"/>
          <p14:tracePt t="94597" x="1727200" y="2825750"/>
          <p14:tracePt t="94604" x="1727200" y="2813050"/>
          <p14:tracePt t="94618" x="1727200" y="2794000"/>
          <p14:tracePt t="94626" x="1727200" y="2781300"/>
          <p14:tracePt t="94642" x="1727200" y="2749550"/>
          <p14:tracePt t="94655" x="1727200" y="2705100"/>
          <p14:tracePt t="94673" x="1727200" y="2692400"/>
          <p14:tracePt t="94689" x="1727200" y="2667000"/>
          <p14:tracePt t="94705" x="1727200" y="2654300"/>
          <p14:tracePt t="94723" x="1727200" y="2641600"/>
          <p14:tracePt t="94756" x="1720850" y="2635250"/>
          <p14:tracePt t="94955" x="1720850" y="2641600"/>
          <p14:tracePt t="94997" x="1720850" y="2647950"/>
          <p14:tracePt t="95011" x="1720850" y="2654300"/>
          <p14:tracePt t="96776" x="1720850" y="2686050"/>
          <p14:tracePt t="96783" x="1739900" y="2743200"/>
          <p14:tracePt t="96799" x="1752600" y="2794000"/>
          <p14:tracePt t="96805" x="1771650" y="2863850"/>
          <p14:tracePt t="96819" x="1790700" y="2914650"/>
          <p14:tracePt t="96832" x="1822450" y="2990850"/>
          <p14:tracePt t="96848" x="1841500" y="3035300"/>
          <p14:tracePt t="96865" x="1866900" y="3067050"/>
          <p14:tracePt t="96882" x="1924050" y="3124200"/>
          <p14:tracePt t="96898" x="2000250" y="3232150"/>
          <p14:tracePt t="96915" x="2051050" y="3302000"/>
          <p14:tracePt t="96932" x="2171700" y="3429000"/>
          <p14:tracePt t="96948" x="2266950" y="3536950"/>
          <p14:tracePt t="96965" x="2324100" y="3581400"/>
          <p14:tracePt t="96982" x="2425700" y="3625850"/>
          <p14:tracePt t="96997" x="2533650" y="3657600"/>
          <p14:tracePt t="97015" x="2571750" y="3663950"/>
          <p14:tracePt t="97030" x="2641600" y="3670300"/>
          <p14:tracePt t="97048" x="2692400" y="3670300"/>
          <p14:tracePt t="97065" x="2730500" y="3663950"/>
          <p14:tracePt t="97081" x="2749550" y="3651250"/>
          <p14:tracePt t="97097" x="2768600" y="3644900"/>
          <p14:tracePt t="97114" x="2813050" y="3581400"/>
          <p14:tracePt t="97131" x="2825750" y="3556000"/>
          <p14:tracePt t="97147" x="2832100" y="3530600"/>
          <p14:tracePt t="97164" x="2838450" y="3486150"/>
          <p14:tracePt t="97181" x="2838450" y="3448050"/>
          <p14:tracePt t="97197" x="2832100" y="3416300"/>
          <p14:tracePt t="97214" x="2781300" y="3352800"/>
          <p14:tracePt t="97230" x="2673350" y="3257550"/>
          <p14:tracePt t="97248" x="2514600" y="3155950"/>
          <p14:tracePt t="97263" x="2406650" y="3111500"/>
          <p14:tracePt t="97280" x="2209800" y="3048000"/>
          <p14:tracePt t="97297" x="2032000" y="3054350"/>
          <p14:tracePt t="97313" x="1936750" y="3073400"/>
          <p14:tracePt t="97330" x="1778000" y="3162300"/>
          <p14:tracePt t="97347" x="1644650" y="3289300"/>
          <p14:tracePt t="97363" x="1593850" y="3365500"/>
          <p14:tracePt t="97380" x="1562100" y="3448050"/>
          <p14:tracePt t="97396" x="1536700" y="3670300"/>
          <p14:tracePt t="97413" x="1536700" y="3733800"/>
          <p14:tracePt t="97430" x="1562100" y="3816350"/>
          <p14:tracePt t="97446" x="1587500" y="3860800"/>
          <p14:tracePt t="97463" x="1644650" y="3930650"/>
          <p14:tracePt t="97480" x="1790700" y="4032250"/>
          <p14:tracePt t="97496" x="1879600" y="4083050"/>
          <p14:tracePt t="97513" x="2133600" y="4191000"/>
          <p14:tracePt t="97530" x="2457450" y="4305300"/>
          <p14:tracePt t="97546" x="2616200" y="4356100"/>
          <p14:tracePt t="97562" x="2927350" y="4387850"/>
          <p14:tracePt t="97579" x="3175000" y="4400550"/>
          <p14:tracePt t="97596" x="3327400" y="4368800"/>
          <p14:tracePt t="97613" x="3625850" y="4267200"/>
          <p14:tracePt t="97628" x="3727450" y="4203700"/>
          <p14:tracePt t="97646" x="3822700" y="4140200"/>
          <p14:tracePt t="97663" x="4064000" y="3930650"/>
          <p14:tracePt t="97679" x="4102100" y="3873500"/>
          <p14:tracePt t="97695" x="4159250" y="3759200"/>
          <p14:tracePt t="97712" x="4197350" y="3638550"/>
          <p14:tracePt t="97728" x="4203700" y="3562350"/>
          <p14:tracePt t="97745" x="4191000" y="3416300"/>
          <p14:tracePt t="97761" x="4165600" y="3295650"/>
          <p14:tracePt t="97778" x="4152900" y="3276600"/>
          <p14:tracePt t="97796" x="4121150" y="3232150"/>
          <p14:tracePt t="97812" x="4108450" y="3213100"/>
          <p14:tracePt t="97828" x="4000500" y="3175000"/>
          <p14:tracePt t="97846" x="3784600" y="3155950"/>
          <p14:tracePt t="97861" x="3530600" y="3162300"/>
          <p14:tracePt t="97878" x="3416300" y="3194050"/>
          <p14:tracePt t="97895" x="3181350" y="3257550"/>
          <p14:tracePt t="97912" x="2959100" y="3359150"/>
          <p14:tracePt t="97929" x="2781300" y="3473450"/>
          <p14:tracePt t="97945" x="2698750" y="3549650"/>
          <p14:tracePt t="97960" x="2609850" y="3676650"/>
          <p14:tracePt t="97978" x="2571750" y="3733800"/>
          <p14:tracePt t="97994" x="2546350" y="3829050"/>
          <p14:tracePt t="98011" x="2546350" y="3867150"/>
          <p14:tracePt t="98028" x="2565400" y="3981450"/>
          <p14:tracePt t="98044" x="2609850" y="4038600"/>
          <p14:tracePt t="98061" x="2647950" y="4083050"/>
          <p14:tracePt t="98078" x="2774950" y="4171950"/>
          <p14:tracePt t="98094" x="2978150" y="4286250"/>
          <p14:tracePt t="98111" x="3098800" y="4356100"/>
          <p14:tracePt t="98127" x="3422650" y="4464050"/>
          <p14:tracePt t="98144" x="3695700" y="4508500"/>
          <p14:tracePt t="98161" x="3816350" y="4508500"/>
          <p14:tracePt t="98177" x="4051300" y="4464050"/>
          <p14:tracePt t="98195" x="4286250" y="4368800"/>
          <p14:tracePt t="98211" x="4476750" y="4216400"/>
          <p14:tracePt t="98227" x="4540250" y="4146550"/>
          <p14:tracePt t="98243" x="4603750" y="3943350"/>
          <p14:tracePt t="98261" x="4559300" y="3746500"/>
          <p14:tracePt t="98277" x="4527550" y="3676650"/>
          <p14:tracePt t="98293" x="4489450" y="3594100"/>
          <p14:tracePt t="100212" x="4445000" y="3587750"/>
          <p14:tracePt t="100219" x="4400550" y="3568700"/>
          <p14:tracePt t="100233" x="4349750" y="3543300"/>
          <p14:tracePt t="100246" x="4292600" y="3524250"/>
          <p14:tracePt t="100261" x="4235450" y="3498850"/>
          <p14:tracePt t="100270" x="4152900" y="3467100"/>
          <p14:tracePt t="100286" x="4076700" y="3422650"/>
          <p14:tracePt t="100304" x="3886200" y="3340100"/>
          <p14:tracePt t="100320" x="3797300" y="3314700"/>
          <p14:tracePt t="100336" x="3689350" y="3270250"/>
          <p14:tracePt t="100353" x="3505200" y="3206750"/>
          <p14:tracePt t="100369" x="3429000" y="3181350"/>
          <p14:tracePt t="100386" x="3257550" y="3136900"/>
          <p14:tracePt t="100403" x="3098800" y="3111500"/>
          <p14:tracePt t="100419" x="3022600" y="3092450"/>
          <p14:tracePt t="100422" x="2952750" y="3073400"/>
          <p14:tracePt t="100436" x="2889250" y="3054350"/>
          <p14:tracePt t="100452" x="2781300" y="3022600"/>
          <p14:tracePt t="100469" x="2736850" y="3009900"/>
          <p14:tracePt t="100486" x="2686050" y="3003550"/>
          <p14:tracePt t="100502" x="2660650" y="2990850"/>
          <p14:tracePt t="100519" x="2647950" y="2990850"/>
          <p14:tracePt t="100536" x="2628900" y="2990850"/>
          <p14:tracePt t="100552" x="2622550" y="3009900"/>
          <p14:tracePt t="100585" x="2616200" y="3022600"/>
          <p14:tracePt t="100602" x="2609850" y="3028950"/>
          <p14:tracePt t="100620" x="2603500" y="3054350"/>
          <p14:tracePt t="100635" x="2603500" y="3079750"/>
          <p14:tracePt t="100652" x="2603500" y="3098800"/>
          <p14:tracePt t="100669" x="2603500" y="3136900"/>
          <p14:tracePt t="100685" x="2628900" y="3270250"/>
          <p14:tracePt t="100702" x="2641600" y="3314700"/>
          <p14:tracePt t="100718" x="2673350" y="3409950"/>
          <p14:tracePt t="100735" x="2717800" y="3511550"/>
          <p14:tracePt t="100751" x="2749550" y="3581400"/>
          <p14:tracePt t="100768" x="2832100" y="3727450"/>
          <p14:tracePt t="100785" x="2921000" y="3879850"/>
          <p14:tracePt t="100802" x="3016250" y="3994150"/>
          <p14:tracePt t="100818" x="3054350" y="4044950"/>
          <p14:tracePt t="100834" x="3136900" y="4114800"/>
          <p14:tracePt t="100852" x="3187700" y="4146550"/>
          <p14:tracePt t="100868" x="3206750" y="4152900"/>
          <p14:tracePt t="100885" x="3225800" y="4159250"/>
          <p14:tracePt t="100901" x="3270250" y="4165600"/>
          <p14:tracePt t="100918" x="3289300" y="4165600"/>
          <p14:tracePt t="100934" x="3340100" y="4146550"/>
          <p14:tracePt t="100938" x="3371850" y="4133850"/>
          <p14:tracePt t="100951" x="3403600" y="4121150"/>
          <p14:tracePt t="100967" x="3467100" y="4076700"/>
          <p14:tracePt t="100985" x="3498850" y="4057650"/>
          <p14:tracePt t="101001" x="3581400" y="3994150"/>
          <p14:tracePt t="101017" x="3663950" y="3898900"/>
          <p14:tracePt t="101035" x="3733800" y="3810000"/>
          <p14:tracePt t="101050" x="3752850" y="3765550"/>
          <p14:tracePt t="101067" x="3797300" y="3689350"/>
          <p14:tracePt t="101084" x="3803650" y="3632200"/>
          <p14:tracePt t="101100" x="3810000" y="3613150"/>
          <p14:tracePt t="101117" x="3810000" y="3581400"/>
          <p14:tracePt t="101134" x="3810000" y="3543300"/>
          <p14:tracePt t="101150" x="3810000" y="3511550"/>
          <p14:tracePt t="101167" x="3803650" y="3492500"/>
          <p14:tracePt t="101183" x="3797300" y="3460750"/>
          <p14:tracePt t="101200" x="3790950" y="3448050"/>
          <p14:tracePt t="101217" x="3771900" y="3409950"/>
          <p14:tracePt t="101233" x="3740150" y="3359150"/>
          <p14:tracePt t="101747" x="3740150" y="3365500"/>
          <p14:tracePt t="101754" x="3740150" y="3371850"/>
          <p14:tracePt t="101768" x="3740150" y="3378200"/>
          <p14:tracePt t="101781" x="3746500" y="3397250"/>
          <p14:tracePt t="101798" x="3765550" y="3429000"/>
          <p14:tracePt t="101814" x="3784600" y="3460750"/>
          <p14:tracePt t="101832" x="3841750" y="3517900"/>
          <p14:tracePt t="101848" x="3898900" y="3575050"/>
          <p14:tracePt t="101864" x="3917950" y="3594100"/>
          <p14:tracePt t="101881" x="3994150" y="3644900"/>
          <p14:tracePt t="101898" x="4102100" y="3721100"/>
          <p14:tracePt t="101915" x="4146550" y="3765550"/>
          <p14:tracePt t="101931" x="4273550" y="3848100"/>
          <p14:tracePt t="101947" x="4330700" y="3892550"/>
          <p14:tracePt t="101951" x="4387850" y="3930650"/>
          <p14:tracePt t="101964" x="4445000" y="3968750"/>
          <p14:tracePt t="101981" x="4533900" y="4013200"/>
          <p14:tracePt t="101997" x="4578350" y="4032250"/>
          <p14:tracePt t="102014" x="4654550" y="4070350"/>
          <p14:tracePt t="102031" x="4724400" y="4108450"/>
          <p14:tracePt t="102047" x="4768850" y="4121150"/>
          <p14:tracePt t="102064" x="4845050" y="4159250"/>
          <p14:tracePt t="102080" x="4902200" y="4171950"/>
          <p14:tracePt t="102097" x="4965700" y="4191000"/>
          <p14:tracePt t="102114" x="5124450" y="4267200"/>
          <p14:tracePt t="102130" x="5219700" y="4305300"/>
          <p14:tracePt t="102147" x="5327650" y="4349750"/>
          <p14:tracePt t="102163" x="5549900" y="4432300"/>
          <p14:tracePt t="102180" x="5664200" y="4464050"/>
          <p14:tracePt t="102196" x="5886450" y="4540250"/>
          <p14:tracePt t="102213" x="6083300" y="4610100"/>
          <p14:tracePt t="102230" x="6153150" y="4648200"/>
          <p14:tracePt t="102247" x="6299200" y="4718050"/>
          <p14:tracePt t="102263" x="6413500" y="4762500"/>
          <p14:tracePt t="102280" x="6464300" y="4794250"/>
          <p14:tracePt t="102297" x="6540500" y="4826000"/>
          <p14:tracePt t="102313" x="6597650" y="4838700"/>
          <p14:tracePt t="102330" x="6623050" y="4845050"/>
          <p14:tracePt t="102346" x="6648450" y="4845050"/>
          <p14:tracePt t="102362" x="6661150" y="4851400"/>
          <p14:tracePt t="102381" x="6673850" y="4851400"/>
          <p14:tracePt t="102396" x="6686550" y="4851400"/>
          <p14:tracePt t="102432" x="6692900" y="4845050"/>
          <p14:tracePt t="102458" x="6692900" y="4838700"/>
          <p14:tracePt t="102514" x="6686550" y="4832350"/>
          <p14:tracePt t="102542" x="6686550" y="4826000"/>
          <p14:tracePt t="102563" x="6680200" y="4826000"/>
          <p14:tracePt t="102570" x="6667500" y="4826000"/>
          <p14:tracePt t="102584" x="6648450" y="4826000"/>
          <p14:tracePt t="102595" x="6629400" y="4826000"/>
          <p14:tracePt t="102613" x="6565900" y="4819650"/>
          <p14:tracePt t="102629" x="6515100" y="4819650"/>
          <p14:tracePt t="102645" x="6413500" y="4819650"/>
          <p14:tracePt t="102662" x="6292850" y="4838700"/>
          <p14:tracePt t="102678" x="6242050" y="4851400"/>
          <p14:tracePt t="102695" x="6121400" y="4870450"/>
          <p14:tracePt t="102711" x="6045200" y="4889500"/>
          <p14:tracePt t="102728" x="6007100" y="4902200"/>
          <p14:tracePt t="102745" x="5969000" y="4921250"/>
          <p14:tracePt t="102761" x="5943600" y="4933950"/>
          <p14:tracePt t="102778" x="5937250" y="4933950"/>
          <p14:tracePt t="102795" x="5930900" y="4940300"/>
          <p14:tracePt t="102811" x="5924550" y="4940300"/>
          <p14:tracePt t="102845" x="5918200" y="4946650"/>
          <p14:tracePt t="102879" x="5924550" y="4946650"/>
          <p14:tracePt t="102895" x="5930900" y="4946650"/>
          <p14:tracePt t="102915" x="5943600" y="4946650"/>
          <p14:tracePt t="102921" x="5949950" y="4946650"/>
          <p14:tracePt t="102936" x="5962650" y="4946650"/>
          <p14:tracePt t="102944" x="5994400" y="4946650"/>
          <p14:tracePt t="102960" x="6019800" y="4933950"/>
          <p14:tracePt t="102978" x="6096000" y="4927600"/>
          <p14:tracePt t="102994" x="6216650" y="4921250"/>
          <p14:tracePt t="103010" x="6292850" y="4908550"/>
          <p14:tracePt t="103027" x="6438900" y="4889500"/>
          <p14:tracePt t="103044" x="6565900" y="4870450"/>
          <p14:tracePt t="103060" x="6623050" y="4864100"/>
          <p14:tracePt t="103077" x="6692900" y="4851400"/>
          <p14:tracePt t="103093" x="6718300" y="4845050"/>
          <p14:tracePt t="103110" x="6731000" y="4838700"/>
          <p14:tracePt t="103147" x="6737350" y="4838700"/>
          <p14:tracePt t="103224" x="6743700" y="4845050"/>
          <p14:tracePt t="103239" x="6756400" y="4845050"/>
          <p14:tracePt t="103246" x="6769100" y="4845050"/>
          <p14:tracePt t="103262" x="6781800" y="4851400"/>
          <p14:tracePt t="103276" x="6813550" y="4851400"/>
          <p14:tracePt t="103293" x="6927850" y="4870450"/>
          <p14:tracePt t="103309" x="7105650" y="4902200"/>
          <p14:tracePt t="103326" x="7207250" y="4902200"/>
          <p14:tracePt t="103343" x="7435850" y="4908550"/>
          <p14:tracePt t="103359" x="7639050" y="4895850"/>
          <p14:tracePt t="103376" x="7734300" y="4876800"/>
          <p14:tracePt t="103393" x="7874000" y="4845050"/>
          <p14:tracePt t="103409" x="7981950" y="4832350"/>
          <p14:tracePt t="103425" x="8013700" y="4813300"/>
          <p14:tracePt t="103443" x="8077200" y="4800600"/>
          <p14:tracePt t="103458" x="8083550" y="4800600"/>
          <p14:tracePt t="103475" x="8089900" y="4794250"/>
          <p14:tracePt t="103492" x="8096250" y="4794250"/>
          <p14:tracePt t="103534" x="8089900" y="4794250"/>
          <p14:tracePt t="103575" x="8083550" y="4794250"/>
          <p14:tracePt t="103583" x="8077200" y="4794250"/>
          <p14:tracePt t="103604" x="8064500" y="4787900"/>
          <p14:tracePt t="103618" x="8058150" y="4787900"/>
          <p14:tracePt t="103628" x="8051800" y="4787900"/>
          <p14:tracePt t="103641" x="8026400" y="4787900"/>
          <p14:tracePt t="103658" x="7924800" y="4787900"/>
          <p14:tracePt t="103675" x="7759700" y="4806950"/>
          <p14:tracePt t="103691" x="7645400" y="4806950"/>
          <p14:tracePt t="103708" x="7531100" y="4832350"/>
          <p14:tracePt t="103724" x="7245350" y="4864100"/>
          <p14:tracePt t="103741" x="6991350" y="4908550"/>
          <p14:tracePt t="103759" x="6800850" y="4933950"/>
          <p14:tracePt t="103774" x="6731000" y="4953000"/>
          <p14:tracePt t="103791" x="6635750" y="4972050"/>
          <p14:tracePt t="103808" x="6584950" y="4978400"/>
          <p14:tracePt t="103824" x="6572250" y="4984750"/>
          <p14:tracePt t="103841" x="6565900" y="4984750"/>
          <p14:tracePt t="103858" x="6559550" y="4991100"/>
          <p14:tracePt t="103907" x="6553200" y="4991100"/>
          <p14:tracePt t="104026" x="6553200" y="4997450"/>
          <p14:tracePt t="104061" x="6559550" y="4997450"/>
          <p14:tracePt t="104082" x="6572250" y="4997450"/>
          <p14:tracePt t="104090" x="6591300" y="4997450"/>
          <p14:tracePt t="104102" x="6623050" y="5003800"/>
          <p14:tracePt t="104111" x="6673850" y="5003800"/>
          <p14:tracePt t="104123" x="6762750" y="5003800"/>
          <p14:tracePt t="104140" x="6991350" y="5003800"/>
          <p14:tracePt t="104156" x="7118350" y="5003800"/>
          <p14:tracePt t="104174" x="7397750" y="4991100"/>
          <p14:tracePt t="104190" x="7658100" y="4959350"/>
          <p14:tracePt t="104206" x="7759700" y="4933950"/>
          <p14:tracePt t="104223" x="7835900" y="4927600"/>
          <p14:tracePt t="104240" x="7950200" y="4902200"/>
          <p14:tracePt t="104256" x="7962900" y="4895850"/>
          <p14:tracePt t="104273" x="7975600" y="4889500"/>
          <p14:tracePt t="104289" x="7975600" y="4883150"/>
          <p14:tracePt t="104349" x="7969250" y="4876800"/>
          <p14:tracePt t="104357" x="7950200" y="4876800"/>
          <p14:tracePt t="104370" x="7924800" y="4876800"/>
          <p14:tracePt t="104378" x="7874000" y="4876800"/>
          <p14:tracePt t="104388" x="7810500" y="4876800"/>
          <p14:tracePt t="104405" x="7721600" y="4870450"/>
          <p14:tracePt t="104422" x="7467600" y="4851400"/>
          <p14:tracePt t="104439" x="7289800" y="4851400"/>
          <p14:tracePt t="104455" x="6724650" y="4787900"/>
          <p14:tracePt t="104472" x="6127750" y="4692650"/>
          <p14:tracePt t="104489" x="5822950" y="4629150"/>
          <p14:tracePt t="104492" x="5518150" y="4546600"/>
          <p14:tracePt t="104505" x="5232400" y="4470400"/>
          <p14:tracePt t="104522" x="4997450" y="4394200"/>
          <p14:tracePt t="104538" x="4527550" y="4184650"/>
          <p14:tracePt t="104556" x="4038600" y="3867150"/>
          <p14:tracePt t="104571" x="3829050" y="3702050"/>
          <p14:tracePt t="104588" x="3467100" y="3403600"/>
          <p14:tracePt t="104605" x="3302000" y="3263900"/>
          <p14:tracePt t="104621" x="2997200" y="2997200"/>
          <p14:tracePt t="104638" x="2851150" y="2863850"/>
          <p14:tracePt t="104655" x="2444750" y="2482850"/>
          <p14:tracePt t="104671" x="2298700" y="2336800"/>
          <p14:tracePt t="104688" x="2127250" y="2165350"/>
          <p14:tracePt t="104704" x="1790700" y="1797050"/>
          <p14:tracePt t="104721" x="1587500" y="1549400"/>
          <p14:tracePt t="104738" x="1504950" y="1466850"/>
          <p14:tracePt t="104754" x="1384300" y="1358900"/>
          <p14:tracePt t="104771" x="1352550" y="1320800"/>
          <p14:tracePt t="104787" x="1358900" y="1327150"/>
          <p14:tracePt t="105163" x="1384300" y="1327150"/>
          <p14:tracePt t="105191" x="1441450" y="1320800"/>
          <p14:tracePt t="105205" x="1466850" y="1320800"/>
          <p14:tracePt t="105212" x="1485900" y="1320800"/>
          <p14:tracePt t="105227" x="1511300" y="1320800"/>
          <p14:tracePt t="105240" x="1530350" y="1320800"/>
          <p14:tracePt t="105253" x="1555750" y="1314450"/>
          <p14:tracePt t="105269" x="1581150" y="1314450"/>
          <p14:tracePt t="105286" x="1619250" y="1295400"/>
          <p14:tracePt t="105302" x="1644650" y="1289050"/>
          <p14:tracePt t="105319" x="1676400" y="1276350"/>
          <p14:tracePt t="105335" x="1701800" y="1263650"/>
          <p14:tracePt t="105353" x="1720850" y="1244600"/>
          <p14:tracePt t="105369" x="1739900" y="1225550"/>
          <p14:tracePt t="105386" x="1746250" y="1225550"/>
          <p14:tracePt t="105403" x="1758950" y="1212850"/>
          <p14:tracePt t="105419" x="1758950" y="1200150"/>
          <p14:tracePt t="105435" x="1771650" y="1187450"/>
          <p14:tracePt t="105452" x="1771650" y="1181100"/>
          <p14:tracePt t="105468" x="1771650" y="1174750"/>
          <p14:tracePt t="105485" x="1778000" y="1174750"/>
          <p14:tracePt t="105501" x="1778000" y="1162050"/>
          <p14:tracePt t="105543" x="1784350" y="1162050"/>
          <p14:tracePt t="105571" x="1784350" y="1155700"/>
          <p14:tracePt t="105613" x="1790700" y="1149350"/>
          <p14:tracePt t="105789" x="1797050" y="1155700"/>
          <p14:tracePt t="105859" x="1797050" y="1162050"/>
          <p14:tracePt t="105901" x="1797050" y="1168400"/>
          <p14:tracePt t="105965" x="1803400" y="1168400"/>
          <p14:tracePt t="105993" x="1809750" y="1168400"/>
          <p14:tracePt t="106001" x="1816100" y="1168400"/>
          <p14:tracePt t="106021" x="1822450" y="1168400"/>
          <p14:tracePt t="106035" x="1828800" y="1168400"/>
          <p14:tracePt t="106056" x="1835150" y="1168400"/>
          <p14:tracePt t="106063" x="1847850" y="1168400"/>
          <p14:tracePt t="106070" x="1854200" y="1168400"/>
          <p14:tracePt t="106085" x="1873250" y="1168400"/>
          <p14:tracePt t="106100" x="1892300" y="1168400"/>
          <p14:tracePt t="106116" x="1943100" y="1168400"/>
          <p14:tracePt t="106134" x="2006600" y="1162050"/>
          <p14:tracePt t="106149" x="2051050" y="1162050"/>
          <p14:tracePt t="106166" x="2133600" y="1149350"/>
          <p14:tracePt t="106183" x="2190750" y="1136650"/>
          <p14:tracePt t="106199" x="2216150" y="1130300"/>
          <p14:tracePt t="106216" x="2254250" y="1117600"/>
          <p14:tracePt t="106233" x="2273300" y="1111250"/>
          <p14:tracePt t="106249" x="2273300" y="1104900"/>
          <p14:tracePt t="106282" x="2273300" y="1098550"/>
          <p14:tracePt t="106323" x="2273300" y="1092200"/>
          <p14:tracePt t="106345" x="2260600" y="1092200"/>
          <p14:tracePt t="106351" x="2254250" y="1092200"/>
          <p14:tracePt t="106367" x="2247900" y="1092200"/>
          <p14:tracePt t="106373" x="2235200" y="1085850"/>
          <p14:tracePt t="106386" x="2216150" y="1085850"/>
          <p14:tracePt t="106399" x="2197100" y="1079500"/>
          <p14:tracePt t="106415" x="2114550" y="1066800"/>
          <p14:tracePt t="106432" x="2051050" y="1060450"/>
          <p14:tracePt t="106449" x="1930400" y="1041400"/>
          <p14:tracePt t="106465" x="1816100" y="1035050"/>
          <p14:tracePt t="106482" x="1758950" y="1022350"/>
          <p14:tracePt t="106499" x="1695450" y="1022350"/>
          <p14:tracePt t="106515" x="1651000" y="1022350"/>
          <p14:tracePt t="106531" x="1638300" y="1022350"/>
          <p14:tracePt t="106551" x="1631950" y="1022350"/>
          <p14:tracePt t="106564" x="1625600" y="1028700"/>
          <p14:tracePt t="106605" x="1619250" y="1028700"/>
          <p14:tracePt t="106668" x="1619250" y="1035050"/>
          <p14:tracePt t="107135" x="1619250" y="1054100"/>
          <p14:tracePt t="107149" x="1619250" y="1079500"/>
          <p14:tracePt t="107156" x="1625600" y="1111250"/>
          <p14:tracePt t="107170" x="1631950" y="1130300"/>
          <p14:tracePt t="107179" x="1631950" y="1155700"/>
          <p14:tracePt t="107195" x="1638300" y="1181100"/>
          <p14:tracePt t="107213" x="1651000" y="1206500"/>
          <p14:tracePt t="107229" x="1657350" y="1231900"/>
          <p14:tracePt t="107246" x="1663700" y="1238250"/>
          <p14:tracePt t="107262" x="1670050" y="1250950"/>
          <p14:tracePt t="107279" x="1670050" y="1257300"/>
          <p14:tracePt t="107296" x="1676400" y="1270000"/>
          <p14:tracePt t="107312" x="1676400" y="1276350"/>
          <p14:tracePt t="107346" x="1682750" y="1282700"/>
          <p14:tracePt t="107367" x="1682750" y="1289050"/>
          <p14:tracePt t="107388" x="1682750" y="1295400"/>
          <p14:tracePt t="107451" x="1682750" y="1301750"/>
          <p14:tracePt t="107479" x="1682750" y="1308100"/>
          <p14:tracePt t="107486" x="1682750" y="1314450"/>
          <p14:tracePt t="107690" x="1689100" y="1314450"/>
          <p14:tracePt t="107697" x="1695450" y="1314450"/>
          <p14:tracePt t="107713" x="1708150" y="1314450"/>
          <p14:tracePt t="107730" x="1733550" y="1314450"/>
          <p14:tracePt t="107744" x="1765300" y="1308100"/>
          <p14:tracePt t="107761" x="1797050" y="1301750"/>
          <p14:tracePt t="107777" x="1809750" y="1301750"/>
          <p14:tracePt t="107794" x="1828800" y="1295400"/>
          <p14:tracePt t="107811" x="1835150" y="1295400"/>
          <p14:tracePt t="107880" x="1828800" y="1295400"/>
          <p14:tracePt t="107902" x="1822450" y="1295400"/>
          <p14:tracePt t="107908" x="1816100" y="1295400"/>
          <p14:tracePt t="107930" x="1809750" y="1301750"/>
          <p14:tracePt t="107944" x="1803400" y="1301750"/>
          <p14:tracePt t="107964" x="1790700" y="1308100"/>
          <p14:tracePt t="107971" x="1778000" y="1308100"/>
          <p14:tracePt t="107979" x="1752600" y="1327150"/>
          <p14:tracePt t="107996" x="1739900" y="1333500"/>
          <p14:tracePt t="108010" x="1720850" y="1339850"/>
          <p14:tracePt t="108027" x="1676400" y="1358900"/>
          <p14:tracePt t="108043" x="1651000" y="1377950"/>
          <p14:tracePt t="108060" x="1638300" y="1384300"/>
          <p14:tracePt t="108077" x="1631950" y="1390650"/>
          <p14:tracePt t="108093" x="1631950" y="1397000"/>
          <p14:tracePt t="108109" x="1657350" y="1397000"/>
          <p14:tracePt t="108127" x="1689100" y="1403350"/>
          <p14:tracePt t="108143" x="1765300" y="1403350"/>
          <p14:tracePt t="108159" x="1816100" y="1403350"/>
          <p14:tracePt t="108176" x="1879600" y="1403350"/>
          <p14:tracePt t="108192" x="2076450" y="1390650"/>
          <p14:tracePt t="108209" x="2133600" y="1384300"/>
          <p14:tracePt t="108226" x="2228850" y="1365250"/>
          <p14:tracePt t="108242" x="2254250" y="1358900"/>
          <p14:tracePt t="108259" x="2286000" y="1352550"/>
          <p14:tracePt t="108275" x="2305050" y="1346200"/>
          <p14:tracePt t="108292" x="2305050" y="1339850"/>
          <p14:tracePt t="108309" x="2305050" y="1333500"/>
          <p14:tracePt t="108325" x="2298700" y="1327150"/>
          <p14:tracePt t="108345" x="2292350" y="1320800"/>
          <p14:tracePt t="108359" x="2286000" y="1320800"/>
          <p14:tracePt t="108375" x="2279650" y="1320800"/>
          <p14:tracePt t="108391" x="2266950" y="1314450"/>
          <p14:tracePt t="108408" x="2235200" y="1314450"/>
          <p14:tracePt t="108425" x="2184400" y="1314450"/>
          <p14:tracePt t="108442" x="2146300" y="1314450"/>
          <p14:tracePt t="108458" x="2057400" y="1314450"/>
          <p14:tracePt t="108475" x="1949450" y="1327150"/>
          <p14:tracePt t="108493" x="1847850" y="1333500"/>
          <p14:tracePt t="108508" x="1803400" y="1346200"/>
          <p14:tracePt t="108525" x="1765300" y="1346200"/>
          <p14:tracePt t="108542" x="1714500" y="1358900"/>
          <p14:tracePt t="108558" x="1701800" y="1365250"/>
          <p14:tracePt t="108574" x="1689100" y="1371600"/>
          <p14:tracePt t="108591" x="1676400" y="1377950"/>
          <p14:tracePt t="108608" x="1670050" y="1384300"/>
          <p14:tracePt t="108624" x="1676400" y="1390650"/>
          <p14:tracePt t="108641" x="1689100" y="1390650"/>
          <p14:tracePt t="108657" x="1714500" y="1390650"/>
          <p14:tracePt t="108675" x="1835150" y="1397000"/>
          <p14:tracePt t="108690" x="1898650" y="1397000"/>
          <p14:tracePt t="108707" x="2076450" y="1409700"/>
          <p14:tracePt t="108725" x="2241550" y="1416050"/>
          <p14:tracePt t="108740" x="2324100" y="1416050"/>
          <p14:tracePt t="108758" x="2451100" y="1409700"/>
          <p14:tracePt t="108774" x="2527300" y="1390650"/>
          <p14:tracePt t="108790" x="2546350" y="1384300"/>
          <p14:tracePt t="108807" x="2552700" y="1384300"/>
          <p14:tracePt t="108824" x="2559050" y="1377950"/>
          <p14:tracePt t="108858" x="2559050" y="1371600"/>
          <p14:tracePt t="108879" x="2559050" y="1365250"/>
          <p14:tracePt t="108886" x="2552700" y="1365250"/>
          <p14:tracePt t="108928" x="2546350" y="1365250"/>
          <p14:tracePt t="108963" x="2540000" y="1365250"/>
          <p14:tracePt t="109005" x="2533650" y="1365250"/>
          <p14:tracePt t="109027" x="2527300" y="1365250"/>
          <p14:tracePt t="109048" x="2520950" y="1365250"/>
          <p14:tracePt t="109076" x="2508250" y="1365250"/>
          <p14:tracePt t="109097" x="2501900" y="1365250"/>
          <p14:tracePt t="109118" x="2495550" y="1358900"/>
          <p14:tracePt t="109125" x="2489200" y="1358900"/>
          <p14:tracePt t="109142" x="2476500" y="1352550"/>
          <p14:tracePt t="109156" x="2463800" y="1346200"/>
          <p14:tracePt t="109172" x="2419350" y="1320800"/>
          <p14:tracePt t="109189" x="2381250" y="1295400"/>
          <p14:tracePt t="109205" x="2355850" y="1282700"/>
          <p14:tracePt t="109222" x="2324100" y="1257300"/>
          <p14:tracePt t="109239" x="2286000" y="1231900"/>
          <p14:tracePt t="109255" x="2273300" y="1219200"/>
          <p14:tracePt t="109272" x="2241550" y="1200150"/>
          <p14:tracePt t="109289" x="2197100" y="1174750"/>
          <p14:tracePt t="109305" x="2184400" y="1162050"/>
          <p14:tracePt t="109322" x="2133600" y="1149350"/>
          <p14:tracePt t="109338" x="2101850" y="1136650"/>
          <p14:tracePt t="109355" x="2076450" y="1130300"/>
          <p14:tracePt t="109372" x="2051050" y="1117600"/>
          <p14:tracePt t="109388" x="2038350" y="1104900"/>
          <p14:tracePt t="109405" x="2032000" y="1098550"/>
          <p14:tracePt t="109421" x="2019300" y="1085850"/>
          <p14:tracePt t="109438" x="2012950" y="1085850"/>
          <p14:tracePt t="109456" x="2006600" y="1079500"/>
          <p14:tracePt t="109575" x="2000250" y="1079500"/>
          <p14:tracePt t="109617" x="2000250" y="1085850"/>
          <p14:tracePt t="109638" x="2000250" y="1092200"/>
          <p14:tracePt t="109652" x="2006600" y="1092200"/>
          <p14:tracePt t="109660" x="2012950" y="1098550"/>
          <p14:tracePt t="109688" x="2019300" y="1098550"/>
          <p14:tracePt t="109709" x="2032000" y="1104900"/>
          <p14:tracePt t="109730" x="2044700" y="1104900"/>
          <p14:tracePt t="109737" x="2044700" y="1111250"/>
          <p14:tracePt t="109751" x="2051050" y="1111250"/>
          <p14:tracePt t="109758" x="2063750" y="1111250"/>
          <p14:tracePt t="109773" x="2076450" y="1117600"/>
          <p14:tracePt t="109786" x="2089150" y="1117600"/>
          <p14:tracePt t="109803" x="2114550" y="1123950"/>
          <p14:tracePt t="109821" x="2127250" y="1130300"/>
          <p14:tracePt t="109836" x="2139950" y="1130300"/>
          <p14:tracePt t="109853" x="2146300" y="1136650"/>
          <p14:tracePt t="109913" x="2152650" y="1136650"/>
          <p14:tracePt t="109962" x="2152650" y="1143000"/>
          <p14:tracePt t="109969" x="2152650" y="1149350"/>
          <p14:tracePt t="109990" x="2146300" y="1155700"/>
          <p14:tracePt t="110004" x="2146300" y="1168400"/>
          <p14:tracePt t="110011" x="2139950" y="1181100"/>
          <p14:tracePt t="110020" x="2133600" y="1200150"/>
          <p14:tracePt t="110036" x="2127250" y="1212850"/>
          <p14:tracePt t="110053" x="2108200" y="1257300"/>
          <p14:tracePt t="110069" x="2095500" y="1276350"/>
          <p14:tracePt t="110086" x="2082800" y="1308100"/>
          <p14:tracePt t="110089" x="2076450" y="1333500"/>
          <p14:tracePt t="110105" x="2076450" y="1346200"/>
          <p14:tracePt t="110119" x="2070100" y="1358900"/>
          <p14:tracePt t="110135" x="2070100" y="1377950"/>
          <p14:tracePt t="110153" x="2076450" y="1377950"/>
          <p14:tracePt t="110169" x="2089150" y="1384300"/>
          <p14:tracePt t="110185" x="2101850" y="1384300"/>
          <p14:tracePt t="110201" x="2133600" y="1384300"/>
          <p14:tracePt t="110219" x="2159000" y="1384300"/>
          <p14:tracePt t="110236" x="2197100" y="1390650"/>
          <p14:tracePt t="110252" x="2228850" y="1390650"/>
          <p14:tracePt t="110269" x="2235200" y="1390650"/>
          <p14:tracePt t="110286" x="2241550" y="1390650"/>
          <p14:tracePt t="110341" x="2235200" y="1390650"/>
          <p14:tracePt t="110362" x="2228850" y="1384300"/>
          <p14:tracePt t="110370" x="2222500" y="1384300"/>
          <p14:tracePt t="110384" x="2222500" y="1377950"/>
          <p14:tracePt t="110391" x="2216150" y="1377950"/>
          <p14:tracePt t="110405" x="2209800" y="1377950"/>
          <p14:tracePt t="110418" x="2197100" y="1377950"/>
          <p14:tracePt t="110434" x="2165350" y="1377950"/>
          <p14:tracePt t="110451" x="2133600" y="1377950"/>
          <p14:tracePt t="110469" x="2082800" y="1377950"/>
          <p14:tracePt t="110485" x="2000250" y="1377950"/>
          <p14:tracePt t="110501" x="1962150" y="1377950"/>
          <p14:tracePt t="110518" x="1892300" y="1377950"/>
          <p14:tracePt t="110534" x="1841500" y="1397000"/>
          <p14:tracePt t="110551" x="1816100" y="1397000"/>
          <p14:tracePt t="110568" x="1790700" y="1403350"/>
          <p14:tracePt t="110584" x="1778000" y="1403350"/>
          <p14:tracePt t="110623" x="1771650" y="1403350"/>
          <p14:tracePt t="110665" x="1771650" y="1409700"/>
          <p14:tracePt t="110721" x="1778000" y="1409700"/>
          <p14:tracePt t="110742" x="1784350" y="1409700"/>
          <p14:tracePt t="111016" x="1790700" y="1428750"/>
          <p14:tracePt t="111023" x="1797050" y="1466850"/>
          <p14:tracePt t="111036" x="1816100" y="1511300"/>
          <p14:tracePt t="111049" x="1841500" y="1555750"/>
          <p14:tracePt t="111066" x="1898650" y="1657350"/>
          <p14:tracePt t="111083" x="1930400" y="1701800"/>
          <p14:tracePt t="111099" x="2006600" y="1816100"/>
          <p14:tracePt t="111116" x="2057400" y="1860550"/>
          <p14:tracePt t="111132" x="2133600" y="1968500"/>
          <p14:tracePt t="111149" x="2152650" y="2000250"/>
          <p14:tracePt t="111165" x="2178050" y="2019300"/>
          <p14:tracePt t="111182" x="2197100" y="2051050"/>
          <p14:tracePt t="111199" x="2203450" y="2051050"/>
          <p14:tracePt t="111346" x="2203450" y="2044700"/>
          <p14:tracePt t="111395" x="2209800" y="2044700"/>
          <p14:tracePt t="111423" x="2216150" y="2044700"/>
          <p14:tracePt t="111431" x="2216150" y="2038350"/>
          <p14:tracePt t="111445" x="2222500" y="2038350"/>
          <p14:tracePt t="111458" x="2228850" y="2032000"/>
          <p14:tracePt t="111473" x="2241550" y="2032000"/>
          <p14:tracePt t="111481" x="2254250" y="2025650"/>
          <p14:tracePt t="111497" x="2279650" y="2025650"/>
          <p14:tracePt t="111516" x="2374900" y="2006600"/>
          <p14:tracePt t="111531" x="2438400" y="2000250"/>
          <p14:tracePt t="111548" x="2527300" y="2000250"/>
          <p14:tracePt t="111565" x="2717800" y="1987550"/>
          <p14:tracePt t="111580" x="2832100" y="1987550"/>
          <p14:tracePt t="111597" x="2921000" y="1987550"/>
          <p14:tracePt t="111601" x="3009900" y="1987550"/>
          <p14:tracePt t="111615" x="3092450" y="1981200"/>
          <p14:tracePt t="111630" x="3155950" y="1981200"/>
          <p14:tracePt t="111647" x="3194050" y="1981200"/>
          <p14:tracePt t="111664" x="3257550" y="1974850"/>
          <p14:tracePt t="111680" x="3276600" y="1974850"/>
          <p14:tracePt t="111698" x="3282950" y="1968500"/>
          <p14:tracePt t="111730" x="3282950" y="1962150"/>
          <p14:tracePt t="111761" x="3282950" y="1955800"/>
          <p14:tracePt t="111768" x="3276600" y="1955800"/>
          <p14:tracePt t="111780" x="3270250" y="1949450"/>
          <p14:tracePt t="111797" x="3251200" y="1949450"/>
          <p14:tracePt t="111813" x="3232150" y="1949450"/>
          <p14:tracePt t="111830" x="3168650" y="1943100"/>
          <p14:tracePt t="111847" x="3035300" y="1943100"/>
          <p14:tracePt t="111863" x="2857500" y="1930400"/>
          <p14:tracePt t="111880" x="2667000" y="1924050"/>
          <p14:tracePt t="111896" x="2578100" y="1911350"/>
          <p14:tracePt t="111913" x="2413000" y="1911350"/>
          <p14:tracePt t="111930" x="2286000" y="1911350"/>
          <p14:tracePt t="111946" x="2235200" y="1911350"/>
          <p14:tracePt t="111963" x="2178050" y="1911350"/>
          <p14:tracePt t="111980" x="2139950" y="1917700"/>
          <p14:tracePt t="111996" x="2127250" y="1917700"/>
          <p14:tracePt t="112013" x="2120900" y="1917700"/>
          <p14:tracePt t="112029" x="2120900" y="1924050"/>
          <p14:tracePt t="112098" x="2127250" y="1924050"/>
          <p14:tracePt t="112113" x="2139950" y="1924050"/>
          <p14:tracePt t="112120" x="2159000" y="1924050"/>
          <p14:tracePt t="112134" x="2171700" y="1924050"/>
          <p14:tracePt t="112145" x="2203450" y="1924050"/>
          <p14:tracePt t="112162" x="2241550" y="1924050"/>
          <p14:tracePt t="112179" x="2381250" y="1936750"/>
          <p14:tracePt t="112195" x="2482850" y="1936750"/>
          <p14:tracePt t="112212" x="2609850" y="1936750"/>
          <p14:tracePt t="112228" x="2857500" y="1943100"/>
          <p14:tracePt t="112246" x="2971800" y="1943100"/>
          <p14:tracePt t="112262" x="3175000" y="1943100"/>
          <p14:tracePt t="112278" x="3238500" y="1943100"/>
          <p14:tracePt t="112295" x="3295650" y="1943100"/>
          <p14:tracePt t="112311" x="3333750" y="1936750"/>
          <p14:tracePt t="112328" x="3340100" y="1936750"/>
          <p14:tracePt t="112345" x="3346450" y="1930400"/>
          <p14:tracePt t="112378" x="3340100" y="1924050"/>
          <p14:tracePt t="112395" x="3333750" y="1917700"/>
          <p14:tracePt t="112415" x="3327400" y="1917700"/>
          <p14:tracePt t="112429" x="3321050" y="1917700"/>
          <p14:tracePt t="112444" x="3282950" y="1917700"/>
          <p14:tracePt t="112461" x="3244850" y="1917700"/>
          <p14:tracePt t="112478" x="3149600" y="1917700"/>
          <p14:tracePt t="112494" x="2984500" y="1917700"/>
          <p14:tracePt t="112511" x="2895600" y="1936750"/>
          <p14:tracePt t="112528" x="2705100" y="1949450"/>
          <p14:tracePt t="112544" x="2533650" y="1974850"/>
          <p14:tracePt t="112560" x="2470150" y="1987550"/>
          <p14:tracePt t="112577" x="2349500" y="2006600"/>
          <p14:tracePt t="112594" x="2324100" y="2006600"/>
          <p14:tracePt t="112610" x="2292350" y="2012950"/>
          <p14:tracePt t="112613" x="2273300" y="2012950"/>
          <p14:tracePt t="112628" x="2260600" y="2019300"/>
          <p14:tracePt t="112644" x="2254250" y="2019300"/>
          <p14:tracePt t="112668" x="2254250" y="2025650"/>
          <p14:tracePt t="112724" x="2254250" y="2019300"/>
          <p14:tracePt t="112731" x="2260600" y="2012950"/>
          <p14:tracePt t="112743" x="2260600" y="2006600"/>
          <p14:tracePt t="112760" x="2266950" y="1993900"/>
          <p14:tracePt t="113135" x="2266950" y="2000250"/>
          <p14:tracePt t="113143" x="2266950" y="2006600"/>
          <p14:tracePt t="113156" x="2266950" y="2012950"/>
          <p14:tracePt t="113164" x="2266950" y="2019300"/>
          <p14:tracePt t="113178" x="2266950" y="2025650"/>
          <p14:tracePt t="113193" x="2260600" y="2032000"/>
          <p14:tracePt t="113208" x="2260600" y="2044700"/>
          <p14:tracePt t="113225" x="2260600" y="2051050"/>
          <p14:tracePt t="113242" x="2260600" y="2063750"/>
          <p14:tracePt t="113275" x="2266950" y="2076450"/>
          <p14:tracePt t="113291" x="2292350" y="2101850"/>
          <p14:tracePt t="113308" x="2343150" y="2152650"/>
          <p14:tracePt t="113326" x="2400300" y="2190750"/>
          <p14:tracePt t="113341" x="2540000" y="2286000"/>
          <p14:tracePt t="113358" x="2647950" y="2349500"/>
          <p14:tracePt t="113375" x="2914650" y="2546350"/>
          <p14:tracePt t="113391" x="3168650" y="2705100"/>
          <p14:tracePt t="113408" x="3790950" y="3117850"/>
          <p14:tracePt t="113425" x="4527550" y="3549650"/>
          <p14:tracePt t="113441" x="5149850" y="3854450"/>
          <p14:tracePt t="113458" x="5416550" y="3962400"/>
          <p14:tracePt t="113474" x="5816600" y="4102100"/>
          <p14:tracePt t="113491" x="5994400" y="4140200"/>
          <p14:tracePt t="113507" x="6318250" y="4197350"/>
          <p14:tracePt t="113523" x="6559550" y="4241800"/>
          <p14:tracePt t="113541" x="6673850" y="4260850"/>
          <p14:tracePt t="113558" x="6908800" y="4311650"/>
          <p14:tracePt t="113574" x="6978650" y="4318000"/>
          <p14:tracePt t="113590" x="7029450" y="4337050"/>
          <p14:tracePt t="113607" x="7092950" y="4349750"/>
          <p14:tracePt t="113624" x="7105650" y="4349750"/>
          <p14:tracePt t="113640" x="7112000" y="4349750"/>
          <p14:tracePt t="113741" x="7105650" y="4349750"/>
          <p14:tracePt t="113748" x="7099300" y="4356100"/>
          <p14:tracePt t="113756" x="7080250" y="4368800"/>
          <p14:tracePt t="113773" x="7054850" y="4387850"/>
          <p14:tracePt t="113790" x="6965950" y="4438650"/>
          <p14:tracePt t="113806" x="6908800" y="4464050"/>
          <p14:tracePt t="113823" x="6781800" y="4521200"/>
          <p14:tracePt t="113840" x="6623050" y="4591050"/>
          <p14:tracePt t="113856" x="6553200" y="4622800"/>
          <p14:tracePt t="113873" x="6432550" y="4660900"/>
          <p14:tracePt t="113889" x="6350000" y="4686300"/>
          <p14:tracePt t="113906" x="6318250" y="4692650"/>
          <p14:tracePt t="113923" x="6292850" y="4699000"/>
          <p14:tracePt t="113939" x="6280150" y="4705350"/>
          <p14:tracePt t="113956" x="6273800" y="4711700"/>
          <p14:tracePt t="113973" x="6273800" y="4724400"/>
          <p14:tracePt t="114005" x="6286500" y="4730750"/>
          <p14:tracePt t="114022" x="6343650" y="4737100"/>
          <p14:tracePt t="114039" x="6394450" y="4743450"/>
          <p14:tracePt t="114056" x="6578600" y="4794250"/>
          <p14:tracePt t="114072" x="6819900" y="4851400"/>
          <p14:tracePt t="114089" x="6946900" y="4883150"/>
          <p14:tracePt t="114107" x="7308850" y="4946650"/>
          <p14:tracePt t="114122" x="7397750" y="4946650"/>
          <p14:tracePt t="114139" x="7486650" y="4946650"/>
          <p14:tracePt t="114142" x="7537450" y="4940300"/>
          <p14:tracePt t="114155" x="7607300" y="4933950"/>
          <p14:tracePt t="114172" x="7670800" y="4914900"/>
          <p14:tracePt t="114189" x="7683500" y="4908550"/>
          <p14:tracePt t="114205" x="7696200" y="4902200"/>
          <p14:tracePt t="114222" x="7702550" y="4902200"/>
          <p14:tracePt t="114261" x="7696200" y="4902200"/>
          <p14:tracePt t="114268" x="7689850" y="4902200"/>
          <p14:tracePt t="114289" x="7683500" y="4902200"/>
          <p14:tracePt t="114310" x="7664450" y="4902200"/>
          <p14:tracePt t="114317" x="7639050" y="4902200"/>
          <p14:tracePt t="114331" x="7588250" y="4895850"/>
          <p14:tracePt t="114341" x="7512050" y="4895850"/>
          <p14:tracePt t="114354" x="7410450" y="4895850"/>
          <p14:tracePt t="114371" x="7296150" y="4895850"/>
          <p14:tracePt t="114388" x="6921500" y="4895850"/>
          <p14:tracePt t="114404" x="6819900" y="4895850"/>
          <p14:tracePt t="114421" x="6731000" y="4895850"/>
          <p14:tracePt t="114437" x="6623050" y="4914900"/>
          <p14:tracePt t="114454" x="6572250" y="4927600"/>
          <p14:tracePt t="114472" x="6553200" y="4933950"/>
          <p14:tracePt t="114487" x="6546850" y="4933950"/>
          <p14:tracePt t="114521" x="6565900" y="4940300"/>
          <p14:tracePt t="114537" x="6578600" y="4940300"/>
          <p14:tracePt t="114554" x="6629400" y="4933950"/>
          <p14:tracePt t="114571" x="6705600" y="4927600"/>
          <p14:tracePt t="114587" x="6769100" y="4927600"/>
          <p14:tracePt t="114604" x="6946900" y="4914900"/>
          <p14:tracePt t="114620" x="7156450" y="4895850"/>
          <p14:tracePt t="114637" x="7245350" y="4876800"/>
          <p14:tracePt t="114654" x="7321550" y="4864100"/>
          <p14:tracePt t="114670" x="7442200" y="4826000"/>
          <p14:tracePt t="114687" x="7493000" y="4813300"/>
          <p14:tracePt t="114704" x="7512050" y="4800600"/>
          <p14:tracePt t="114719" x="7512050" y="4794250"/>
          <p14:tracePt t="114736" x="7512050" y="4787900"/>
          <p14:tracePt t="114774" x="7499350" y="4781550"/>
          <p14:tracePt t="114786" x="7473950" y="4781550"/>
          <p14:tracePt t="114803" x="7359650" y="4781550"/>
          <p14:tracePt t="114819" x="7270750" y="4781550"/>
          <p14:tracePt t="114837" x="7029450" y="4781550"/>
          <p14:tracePt t="114853" x="6788150" y="4806950"/>
          <p14:tracePt t="114869" x="6686550" y="4813300"/>
          <p14:tracePt t="114887" x="6502400" y="4845050"/>
          <p14:tracePt t="114902" x="6388100" y="4845050"/>
          <p14:tracePt t="114919" x="6362700" y="4845050"/>
          <p14:tracePt t="114936" x="6318250" y="4845050"/>
          <p14:tracePt t="114952" x="6305550" y="4851400"/>
          <p14:tracePt t="114969" x="6292850" y="4857750"/>
          <p14:tracePt t="114986" x="6292850" y="4864100"/>
          <p14:tracePt t="115018" x="6299200" y="4864100"/>
          <p14:tracePt t="115035" x="6356350" y="4857750"/>
          <p14:tracePt t="115052" x="6470650" y="4857750"/>
          <p14:tracePt t="115069" x="6642100" y="4838700"/>
          <p14:tracePt t="115085" x="6731000" y="4819650"/>
          <p14:tracePt t="115102" x="6934200" y="4781550"/>
          <p14:tracePt t="115119" x="7131050" y="4737100"/>
          <p14:tracePt t="115135" x="7207250" y="4730750"/>
          <p14:tracePt t="115152" x="7327900" y="4711700"/>
          <p14:tracePt t="115169" x="7391400" y="4692650"/>
          <p14:tracePt t="115185" x="7410450" y="4692650"/>
          <p14:tracePt t="115201" x="7410450" y="4686300"/>
          <p14:tracePt t="115235" x="7410450" y="4679950"/>
          <p14:tracePt t="115273" x="7410450" y="4686300"/>
          <p14:tracePt t="115287" x="7404100" y="4692650"/>
          <p14:tracePt t="115294" x="7391400" y="4679950"/>
          <p14:tracePt t="115304" x="7372350" y="4667250"/>
          <p14:tracePt t="115706" x="7302500" y="4660900"/>
          <p14:tracePt t="115713" x="7200900" y="4629150"/>
          <p14:tracePt t="115727" x="7086600" y="4610100"/>
          <p14:tracePt t="115741" x="6953250" y="4565650"/>
          <p14:tracePt t="115750" x="6838950" y="4533900"/>
          <p14:tracePt t="115766" x="6692900" y="4495800"/>
          <p14:tracePt t="115783" x="6248400" y="4394200"/>
          <p14:tracePt t="115799" x="6108700" y="4349750"/>
          <p14:tracePt t="115816" x="5962650" y="4330700"/>
          <p14:tracePt t="115833" x="5664200" y="4273550"/>
          <p14:tracePt t="115849" x="5365750" y="4222750"/>
          <p14:tracePt t="115866" x="5251450" y="4216400"/>
          <p14:tracePt t="115882" x="5022850" y="4191000"/>
          <p14:tracePt t="115899" x="4794250" y="4184650"/>
          <p14:tracePt t="115916" x="4705350" y="4184650"/>
          <p14:tracePt t="115932" x="4527550" y="4184650"/>
          <p14:tracePt t="115949" x="4400550" y="4197350"/>
          <p14:tracePt t="115967" x="4305300" y="4197350"/>
          <p14:tracePt t="115982" x="4279900" y="4197350"/>
          <p14:tracePt t="115999" x="4222750" y="4191000"/>
          <p14:tracePt t="116538" x="4178300" y="4165600"/>
          <p14:tracePt t="116552" x="4108450" y="4127500"/>
          <p14:tracePt t="116558" x="4038600" y="4076700"/>
          <p14:tracePt t="116573" x="3943350" y="4013200"/>
          <p14:tracePt t="116581" x="3841750" y="3949700"/>
          <p14:tracePt t="116597" x="3733800" y="3873500"/>
          <p14:tracePt t="116613" x="3517900" y="3746500"/>
          <p14:tracePt t="116630" x="3321050" y="3638550"/>
          <p14:tracePt t="116647" x="3225800" y="3587750"/>
          <p14:tracePt t="116664" x="3092450" y="3536950"/>
          <p14:tracePt t="116680" x="2997200" y="3511550"/>
          <p14:tracePt t="116696" x="2959100" y="3511550"/>
          <p14:tracePt t="116699" x="2914650" y="3511550"/>
          <p14:tracePt t="116716" x="2889250" y="3511550"/>
          <p14:tracePt t="116730" x="2838450" y="3530600"/>
          <p14:tracePt t="116746" x="2813050" y="3543300"/>
          <p14:tracePt t="116763" x="2800350" y="3562350"/>
          <p14:tracePt t="116779" x="2794000" y="3575050"/>
          <p14:tracePt t="116796" x="2768600" y="3600450"/>
          <p14:tracePt t="116812" x="2755900" y="3625850"/>
          <p14:tracePt t="116829" x="2755900" y="3644900"/>
          <p14:tracePt t="116846" x="2762250" y="3683000"/>
          <p14:tracePt t="116862" x="2781300" y="3714750"/>
          <p14:tracePt t="116879" x="2794000" y="3727450"/>
          <p14:tracePt t="116896" x="2882900" y="3778250"/>
          <p14:tracePt t="116912" x="3041650" y="3873500"/>
          <p14:tracePt t="116929" x="3162300" y="3924300"/>
          <p14:tracePt t="116946" x="3543300" y="4057650"/>
          <p14:tracePt t="116962" x="3943350" y="4133850"/>
          <p14:tracePt t="116979" x="4165600" y="4165600"/>
          <p14:tracePt t="116995" x="4514850" y="4159250"/>
          <p14:tracePt t="117012" x="4660900" y="4133850"/>
          <p14:tracePt t="117029" x="4946650" y="4057650"/>
          <p14:tracePt t="117045" x="5168900" y="3937000"/>
          <p14:tracePt t="117062" x="5276850" y="3867150"/>
          <p14:tracePt t="117079" x="5397500" y="3746500"/>
          <p14:tracePt t="117095" x="5448300" y="3663950"/>
          <p14:tracePt t="117111" x="5454650" y="3625850"/>
          <p14:tracePt t="117129" x="5454650" y="3575050"/>
          <p14:tracePt t="117145" x="5454650" y="3536950"/>
          <p14:tracePt t="117161" x="5435600" y="3511550"/>
          <p14:tracePt t="117178" x="5353050" y="3429000"/>
          <p14:tracePt t="117195" x="5283200" y="3378200"/>
          <p14:tracePt t="117212" x="5067300" y="3289300"/>
          <p14:tracePt t="117228" x="4927600" y="3263900"/>
          <p14:tracePt t="117244" x="4584700" y="3213100"/>
          <p14:tracePt t="117262" x="4133850" y="3206750"/>
          <p14:tracePt t="117278" x="3854450" y="3257550"/>
          <p14:tracePt t="117295" x="3460750" y="3378200"/>
          <p14:tracePt t="117311" x="3143250" y="3524250"/>
          <p14:tracePt t="117328" x="2933700" y="3689350"/>
          <p14:tracePt t="117344" x="2838450" y="3784600"/>
          <p14:tracePt t="117361" x="2654300" y="4013200"/>
          <p14:tracePt t="117377" x="2622550" y="4089400"/>
          <p14:tracePt t="117394" x="2603500" y="4159250"/>
          <p14:tracePt t="117410" x="2584450" y="4267200"/>
          <p14:tracePt t="117427" x="2584450" y="4330700"/>
          <p14:tracePt t="117445" x="2603500" y="4375150"/>
          <p14:tracePt t="117460" x="2622550" y="4387850"/>
          <p14:tracePt t="117477" x="2711450" y="4387850"/>
          <p14:tracePt t="117494" x="2889250" y="4406900"/>
          <p14:tracePt t="117510" x="3016250" y="4406900"/>
          <p14:tracePt t="117527" x="3403600" y="4419600"/>
          <p14:tracePt t="117544" x="3886200" y="4387850"/>
          <p14:tracePt t="117561" x="4121150" y="4330700"/>
          <p14:tracePt t="117577" x="4572000" y="4171950"/>
          <p14:tracePt t="117593" x="4832350" y="4044950"/>
          <p14:tracePt t="117610" x="4921250" y="3962400"/>
          <p14:tracePt t="117626" x="4991100" y="3886200"/>
          <p14:tracePt t="117643" x="5092700" y="3721100"/>
          <p14:tracePt t="117660" x="5118100" y="3594100"/>
          <p14:tracePt t="117677" x="5111750" y="3473450"/>
          <p14:tracePt t="117693" x="5080000" y="3429000"/>
          <p14:tracePt t="117710" x="5010150" y="3333750"/>
          <p14:tracePt t="117726" x="4953000" y="3289300"/>
          <p14:tracePt t="117743" x="4857750" y="3244850"/>
          <p14:tracePt t="117760" x="4584700" y="3155950"/>
          <p14:tracePt t="117776" x="4216400" y="3149600"/>
          <p14:tracePt t="117792" x="3937000" y="3187700"/>
          <p14:tracePt t="117810" x="3460750" y="3365500"/>
          <p14:tracePt t="117825" x="3098800" y="3587750"/>
          <p14:tracePt t="117842" x="2959100" y="3714750"/>
          <p14:tracePt t="117859" x="2730500" y="3956050"/>
          <p14:tracePt t="117876" x="2616200" y="4165600"/>
          <p14:tracePt t="117892" x="2584450" y="4286250"/>
          <p14:tracePt t="117909" x="2571750" y="4464050"/>
          <p14:tracePt t="117925" x="2603500" y="4597400"/>
          <p14:tracePt t="117942" x="2622550" y="4629150"/>
          <p14:tracePt t="117959" x="2673350" y="4667250"/>
          <p14:tracePt t="125289" x="2686050" y="4667250"/>
          <p14:tracePt t="125296" x="2717800" y="4679950"/>
          <p14:tracePt t="125303" x="2736850" y="4692650"/>
          <p14:tracePt t="125318" x="2844800" y="4749800"/>
          <p14:tracePt t="125333" x="2997200" y="4826000"/>
          <p14:tracePt t="125350" x="3213100" y="4946650"/>
          <p14:tracePt t="125367" x="3587750" y="5137150"/>
          <p14:tracePt t="125382" x="3860800" y="5276850"/>
          <p14:tracePt t="125399" x="4171950" y="5410200"/>
          <p14:tracePt t="125416" x="4489450" y="5594350"/>
          <p14:tracePt t="125433" x="4654550" y="5676900"/>
          <p14:tracePt t="125450" x="4787900" y="5734050"/>
          <p14:tracePt t="125466" x="4953000" y="5759450"/>
          <p14:tracePt t="125482" x="5010150" y="5772150"/>
          <p14:tracePt t="125500" x="5048250" y="5772150"/>
          <p14:tracePt t="125516" x="5054600" y="5772150"/>
          <p14:tracePt t="125532" x="5054600" y="5765800"/>
          <p14:tracePt t="125550" x="5067300" y="5753100"/>
          <p14:tracePt t="125566" x="5067300" y="5746750"/>
          <p14:tracePt t="125582" x="5067300" y="5740400"/>
          <p14:tracePt t="125599" x="5067300" y="5734050"/>
          <p14:tracePt t="125632" x="5073650" y="5727700"/>
          <p14:tracePt t="125697" x="5067300" y="5727700"/>
          <p14:tracePt t="125732" x="5060950" y="5727700"/>
        </p14:tracePtLst>
      </p14:laserTraceLst>
    </p:ext>
  </p:extLs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attrib2=4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attrib3: ...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attrib4:...=4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['__annotations__',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'__class__',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'__doc__',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'__format__',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'__hash__',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'__le__',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'__module__',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'__ne__',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'__new__', '__reduce__',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'attrib2', 'attrib4']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Now, lets look at these remaining methods.</a:t>
            </a:r>
          </a:p>
          <a:p>
            <a:pPr lvl="0" algn="ctr">
              <a:lnSpc>
                <a:spcPct val="90000"/>
              </a:lnSpc>
            </a:pPr>
            <a:r>
              <a:rPr lang="en-US" sz="32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We'll start with __annotations__:</a:t>
            </a:r>
          </a:p>
          <a:p>
            <a:pPr lvl="0">
              <a:lnSpc>
                <a:spcPct val="90000"/>
              </a:lnSpc>
            </a:pPr>
            <a:r>
              <a:rPr lang="en-US" sz="2200" dirty="0">
                <a:solidFill>
                  <a:srgbClr val="FFFFC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 print(.__annotations__)</a:t>
            </a:r>
          </a:p>
          <a:p>
            <a:pPr lvl="0">
              <a:lnSpc>
                <a:spcPct val="90000"/>
              </a:lnSpc>
            </a:pPr>
            <a:r>
              <a:rPr lang="en-US" sz="2200" spc="-20" dirty="0">
                <a:solidFill>
                  <a:srgbClr val="FFFFC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{'attrib1': &lt;class 'object'&gt;, 'attrib3': Ellipsis, 'attrib4': Ellipsis}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65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66"/>
    </mc:Choice>
    <mc:Fallback xmlns="">
      <p:transition spd="slow" advTm="69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886" x="5060950" y="5695950"/>
          <p14:tracePt t="900" x="5067300" y="5645150"/>
          <p14:tracePt t="908" x="5086350" y="5575300"/>
          <p14:tracePt t="921" x="5099050" y="5499100"/>
          <p14:tracePt t="932" x="5099050" y="5410200"/>
          <p14:tracePt t="950" x="5073650" y="5194300"/>
          <p14:tracePt t="966" x="5048250" y="5048250"/>
          <p14:tracePt t="982" x="4984750" y="4775200"/>
          <p14:tracePt t="999" x="4933950" y="4616450"/>
          <p14:tracePt t="1015" x="4781550" y="4210050"/>
          <p14:tracePt t="1033" x="4718050" y="4044950"/>
          <p14:tracePt t="1049" x="4546600" y="3702050"/>
          <p14:tracePt t="1065" x="4495800" y="3587750"/>
          <p14:tracePt t="1082" x="4368800" y="3422650"/>
          <p14:tracePt t="1099" x="4273550" y="3314700"/>
          <p14:tracePt t="1116" x="4210050" y="3263900"/>
          <p14:tracePt t="1133" x="4146550" y="3244850"/>
          <p14:tracePt t="1148" x="4114800" y="3232150"/>
          <p14:tracePt t="1164" x="4051300" y="3225800"/>
          <p14:tracePt t="1182" x="3987800" y="3225800"/>
          <p14:tracePt t="1198" x="3937000" y="3225800"/>
          <p14:tracePt t="1215" x="3841750" y="3238500"/>
          <p14:tracePt t="1232" x="3771900" y="3244850"/>
          <p14:tracePt t="1248" x="3733800" y="3251200"/>
          <p14:tracePt t="1265" x="3651250" y="3270250"/>
          <p14:tracePt t="1281" x="3594100" y="3270250"/>
          <p14:tracePt t="1298" x="3562350" y="3276600"/>
          <p14:tracePt t="1315" x="3511550" y="3282950"/>
          <p14:tracePt t="1331" x="3473450" y="3282950"/>
          <p14:tracePt t="1348" x="3460750" y="3282950"/>
          <p14:tracePt t="1366" x="3441700" y="3282950"/>
          <p14:tracePt t="1381" x="3422650" y="3276600"/>
          <p14:tracePt t="1416" x="3422650" y="3270250"/>
          <p14:tracePt t="1431" x="3429000" y="3263900"/>
          <p14:tracePt t="1447" x="3454400" y="3244850"/>
          <p14:tracePt t="1464" x="3505200" y="3206750"/>
          <p14:tracePt t="1480" x="3536950" y="3181350"/>
          <p14:tracePt t="1498" x="3651250" y="3117850"/>
          <p14:tracePt t="1514" x="3784600" y="3016250"/>
          <p14:tracePt t="1530" x="3848100" y="2978150"/>
          <p14:tracePt t="1547" x="3975100" y="2889250"/>
          <p14:tracePt t="1563" x="4070350" y="2825750"/>
          <p14:tracePt t="1581" x="4089400" y="2806700"/>
          <p14:tracePt t="1597" x="4133850" y="2774950"/>
          <p14:tracePt t="1613" x="4159250" y="2768600"/>
          <p14:tracePt t="1630" x="4165600" y="2768600"/>
          <p14:tracePt t="1647" x="4171950" y="2768600"/>
          <p14:tracePt t="1663" x="4178300" y="2774950"/>
          <p14:tracePt t="1681" x="4184650" y="2774950"/>
          <p14:tracePt t="1696" x="4184650" y="2781300"/>
          <p14:tracePt t="1713" x="4191000" y="2781300"/>
          <p14:tracePt t="1731" x="4203700" y="2781300"/>
          <p14:tracePt t="1746" x="4210050" y="2781300"/>
          <p14:tracePt t="1763" x="4216400" y="2787650"/>
          <p14:tracePt t="1781" x="4235450" y="2787650"/>
          <p14:tracePt t="1796" x="4273550" y="2787650"/>
          <p14:tracePt t="1813" x="4305300" y="2787650"/>
          <p14:tracePt t="1830" x="4381500" y="2787650"/>
          <p14:tracePt t="1846" x="4508500" y="2787650"/>
          <p14:tracePt t="1863" x="4591050" y="2787650"/>
          <p14:tracePt t="1879" x="4743450" y="2774950"/>
          <p14:tracePt t="1896" x="4908550" y="2774950"/>
          <p14:tracePt t="1913" x="4984750" y="2774950"/>
          <p14:tracePt t="1929" x="5137150" y="2774950"/>
          <p14:tracePt t="1945" x="5200650" y="2774950"/>
          <p14:tracePt t="1963" x="5340350" y="2774950"/>
          <p14:tracePt t="1979" x="5391150" y="2774950"/>
          <p14:tracePt t="1996" x="5511800" y="2774950"/>
          <p14:tracePt t="2012" x="5600700" y="2774950"/>
          <p14:tracePt t="2029" x="5626100" y="2774950"/>
          <p14:tracePt t="2045" x="5670550" y="2774950"/>
          <p14:tracePt t="2062" x="5702300" y="2768600"/>
          <p14:tracePt t="2078" x="5715000" y="2768600"/>
          <p14:tracePt t="2096" x="5721350" y="2768600"/>
          <p14:tracePt t="2146" x="5715000" y="2762250"/>
          <p14:tracePt t="2152" x="5708650" y="2762250"/>
          <p14:tracePt t="2173" x="5695950" y="2762250"/>
          <p14:tracePt t="2187" x="5676900" y="2768600"/>
          <p14:tracePt t="2197" x="5651500" y="2787650"/>
          <p14:tracePt t="2211" x="5626100" y="2800350"/>
          <p14:tracePt t="2228" x="5568950" y="2819400"/>
          <p14:tracePt t="2245" x="5422900" y="2889250"/>
          <p14:tracePt t="2261" x="5219700" y="2984500"/>
          <p14:tracePt t="2279" x="5035550" y="3067050"/>
          <p14:tracePt t="2294" x="4876800" y="3124200"/>
          <p14:tracePt t="2311" x="4832350" y="3149600"/>
          <p14:tracePt t="2328" x="4711700" y="3187700"/>
          <p14:tracePt t="2344" x="4667250" y="3206750"/>
          <p14:tracePt t="2361" x="4616450" y="3225800"/>
          <p14:tracePt t="2378" x="4591050" y="3257550"/>
          <p14:tracePt t="2394" x="4584700" y="3263900"/>
          <p14:tracePt t="2420" x="4591050" y="3263900"/>
          <p14:tracePt t="2428" x="4603750" y="3263900"/>
          <p14:tracePt t="2444" x="4629150" y="3263900"/>
          <p14:tracePt t="2461" x="4718050" y="3257550"/>
          <p14:tracePt t="2477" x="4864100" y="3238500"/>
          <p14:tracePt t="2494" x="4953000" y="3225800"/>
          <p14:tracePt t="2511" x="5207000" y="3181350"/>
          <p14:tracePt t="2527" x="5353050" y="3162300"/>
          <p14:tracePt t="2543" x="5676900" y="3086100"/>
          <p14:tracePt t="2561" x="5937250" y="3022600"/>
          <p14:tracePt t="2577" x="6064250" y="3003550"/>
          <p14:tracePt t="2594" x="6172200" y="2984500"/>
          <p14:tracePt t="2610" x="6362700" y="2959100"/>
          <p14:tracePt t="2627" x="6515100" y="2952750"/>
          <p14:tracePt t="2643" x="6584950" y="2965450"/>
          <p14:tracePt t="2660" x="6680200" y="2990850"/>
          <p14:tracePt t="2676" x="6750050" y="3003550"/>
          <p14:tracePt t="2694" x="6775450" y="3009900"/>
          <p14:tracePt t="2726" x="6769100" y="3009900"/>
          <p14:tracePt t="2743" x="6756400" y="3028950"/>
          <p14:tracePt t="2759" x="6711950" y="3086100"/>
          <p14:tracePt t="2776" x="6686550" y="3130550"/>
          <p14:tracePt t="2793" x="6604000" y="3200400"/>
          <p14:tracePt t="2809" x="6546850" y="3238500"/>
          <p14:tracePt t="2826" x="6477000" y="3276600"/>
          <p14:tracePt t="2842" x="6254750" y="3359150"/>
          <p14:tracePt t="2859" x="6121400" y="3409950"/>
          <p14:tracePt t="2877" x="5715000" y="3486150"/>
          <p14:tracePt t="2892" x="5518150" y="3530600"/>
          <p14:tracePt t="2909" x="5245100" y="3556000"/>
          <p14:tracePt t="2926" x="4737100" y="3600450"/>
          <p14:tracePt t="2942" x="4514850" y="3625850"/>
          <p14:tracePt t="2959" x="4298950" y="3644900"/>
          <p14:tracePt t="2976" x="3854450" y="3657600"/>
          <p14:tracePt t="2992" x="3670300" y="3657600"/>
          <p14:tracePt t="3009" x="3511550" y="3657600"/>
          <p14:tracePt t="3025" x="3155950" y="3625850"/>
          <p14:tracePt t="3042" x="2965450" y="3613150"/>
          <p14:tracePt t="3059" x="2603500" y="3575050"/>
          <p14:tracePt t="3075" x="2266950" y="3543300"/>
          <p14:tracePt t="3092" x="2120900" y="3517900"/>
          <p14:tracePt t="3109" x="1892300" y="3486150"/>
          <p14:tracePt t="3125" x="1720850" y="3454400"/>
          <p14:tracePt t="3141" x="1562100" y="3409950"/>
          <p14:tracePt t="3158" x="1390650" y="3333750"/>
          <p14:tracePt t="3175" x="1327150" y="3314700"/>
          <p14:tracePt t="3191" x="1270000" y="3276600"/>
          <p14:tracePt t="3208" x="1162050" y="3181350"/>
          <p14:tracePt t="3684" x="1174750" y="3168650"/>
          <p14:tracePt t="3691" x="1206500" y="3143250"/>
          <p14:tracePt t="3706" x="1238250" y="3130550"/>
          <p14:tracePt t="3719" x="1282700" y="3105150"/>
          <p14:tracePt t="3726" x="1327150" y="3073400"/>
          <p14:tracePt t="3742" x="1384300" y="3048000"/>
          <p14:tracePt t="3755" x="1454150" y="3016250"/>
          <p14:tracePt t="3772" x="1530350" y="2990850"/>
          <p14:tracePt t="3790" x="1733550" y="2965450"/>
          <p14:tracePt t="3806" x="1860550" y="2959100"/>
          <p14:tracePt t="3823" x="2019300" y="2965450"/>
          <p14:tracePt t="3839" x="2400300" y="3041650"/>
          <p14:tracePt t="3856" x="2825750" y="3200400"/>
          <p14:tracePt t="3872" x="3048000" y="3302000"/>
          <p14:tracePt t="3889" x="3530600" y="3498850"/>
          <p14:tracePt t="3905" x="3727450" y="3594100"/>
          <p14:tracePt t="3923" x="4356100" y="3867150"/>
          <p14:tracePt t="3939" x="4502150" y="3930650"/>
          <p14:tracePt t="3955" x="4603750" y="3968750"/>
          <p14:tracePt t="3973" x="4889500" y="4051300"/>
          <p14:tracePt t="3988" x="4972050" y="4070350"/>
          <p14:tracePt t="4005" x="5099050" y="4083050"/>
          <p14:tracePt t="4022" x="5219700" y="4108450"/>
          <p14:tracePt t="4038" x="5283200" y="4114800"/>
          <p14:tracePt t="4055" x="5353050" y="4127500"/>
          <p14:tracePt t="4072" x="5467350" y="4146550"/>
          <p14:tracePt t="4089" x="5562600" y="4165600"/>
          <p14:tracePt t="4106" x="5626100" y="4178300"/>
          <p14:tracePt t="4121" x="5645150" y="4178300"/>
          <p14:tracePt t="4138" x="5657850" y="4178300"/>
          <p14:tracePt t="4171" x="5651500" y="4178300"/>
          <p14:tracePt t="4188" x="5638800" y="4197350"/>
          <p14:tracePt t="4204" x="5632450" y="4197350"/>
          <p14:tracePt t="5368" x="5594350" y="4197350"/>
          <p14:tracePt t="5382" x="5530850" y="4178300"/>
          <p14:tracePt t="5389" x="5461000" y="4159250"/>
          <p14:tracePt t="5400" x="5384800" y="4140200"/>
          <p14:tracePt t="5417" x="5175250" y="4076700"/>
          <p14:tracePt t="5433" x="5060950" y="4044950"/>
          <p14:tracePt t="5450" x="4953000" y="3994150"/>
          <p14:tracePt t="5467" x="4616450" y="3867150"/>
          <p14:tracePt t="5483" x="4495800" y="3810000"/>
          <p14:tracePt t="5500" x="4381500" y="3759200"/>
          <p14:tracePt t="5517" x="4140200" y="3663950"/>
          <p14:tracePt t="5534" x="3905250" y="3543300"/>
          <p14:tracePt t="5552" x="3644900" y="3416300"/>
          <p14:tracePt t="5566" x="3517900" y="3333750"/>
          <p14:tracePt t="5583" x="3327400" y="3206750"/>
          <p14:tracePt t="5600" x="3162300" y="3098800"/>
          <p14:tracePt t="5616" x="3079750" y="3054350"/>
          <p14:tracePt t="5633" x="2990850" y="3003550"/>
          <p14:tracePt t="5650" x="2959100" y="2984500"/>
          <p14:tracePt t="5666" x="2921000" y="2971800"/>
          <p14:tracePt t="5683" x="2895600" y="2959100"/>
          <p14:tracePt t="5699" x="2882900" y="2959100"/>
          <p14:tracePt t="5716" x="2876550" y="2959100"/>
          <p14:tracePt t="5733" x="2863850" y="2959100"/>
          <p14:tracePt t="5749" x="2832100" y="2978150"/>
          <p14:tracePt t="5765" x="2825750" y="2978150"/>
          <p14:tracePt t="5783" x="2781300" y="2997200"/>
          <p14:tracePt t="5799" x="2749550" y="3009900"/>
          <p14:tracePt t="5815" x="2698750" y="3035300"/>
          <p14:tracePt t="5833" x="2628900" y="3060700"/>
          <p14:tracePt t="5849" x="2584450" y="3060700"/>
          <p14:tracePt t="5865" x="2514600" y="3073400"/>
          <p14:tracePt t="5882" x="2438400" y="3079750"/>
          <p14:tracePt t="5899" x="2406650" y="3079750"/>
          <p14:tracePt t="5916" x="2343150" y="3079750"/>
          <p14:tracePt t="5932" x="2298700" y="3079750"/>
          <p14:tracePt t="5948" x="2279650" y="3079750"/>
          <p14:tracePt t="5966" x="2254250" y="3073400"/>
          <p14:tracePt t="5982" x="2235200" y="3073400"/>
          <p14:tracePt t="5998" x="2228850" y="3073400"/>
          <p14:tracePt t="6015" x="2222500" y="3073400"/>
          <p14:tracePt t="6031" x="2216150" y="3067050"/>
          <p14:tracePt t="6048" x="2209800" y="3067050"/>
          <p14:tracePt t="6065" x="2197100" y="3060700"/>
          <p14:tracePt t="6081" x="2184400" y="3054350"/>
          <p14:tracePt t="6098" x="2171700" y="3054350"/>
          <p14:tracePt t="6114" x="2171700" y="3048000"/>
          <p14:tracePt t="6131" x="2165350" y="3041650"/>
          <p14:tracePt t="6148" x="2152650" y="3041650"/>
          <p14:tracePt t="6181" x="2146300" y="3041650"/>
          <p14:tracePt t="6205" x="2139950" y="3035300"/>
          <p14:tracePt t="6233" x="2133600" y="3035300"/>
          <p14:tracePt t="6261" x="2127250" y="3035300"/>
          <p14:tracePt t="6268" x="2120900" y="3035300"/>
          <p14:tracePt t="6283" x="2114550" y="3035300"/>
        </p14:tracePtLst>
      </p14:laserTraceLst>
    </p:ext>
  </p:extLs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attrib2=4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spc="-100" dirty="0">
                <a:solidFill>
                  <a:srgbClr val="E00EA9"/>
                </a:solidFill>
                <a:latin typeface="Lucida Console" panose="020B0609040504020204" pitchFamily="49" charset="0"/>
              </a:rPr>
              <a:t>attrib3: 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spc="-100" dirty="0">
                <a:solidFill>
                  <a:srgbClr val="009A46"/>
                </a:solidFill>
                <a:latin typeface="Lucida Console" panose="020B0609040504020204" pitchFamily="49" charset="0"/>
              </a:rPr>
              <a:t>attrib4:...=4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__annotations__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'__class__',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'__doc__',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'__format__',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'__hash__',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'__le__',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'__module__',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'__ne__',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'__new__', '__reduce__',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'attrib2', 'attrib4']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Now, lets look at these remaining methods.</a:t>
            </a:r>
          </a:p>
          <a:p>
            <a:pPr lvl="0" algn="ctr">
              <a:lnSpc>
                <a:spcPct val="90000"/>
              </a:lnSpc>
            </a:pPr>
            <a:r>
              <a:rPr lang="en-US" sz="32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We'll start with __annotations__:</a:t>
            </a:r>
          </a:p>
          <a:p>
            <a:pPr lvl="0"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</a:t>
            </a:r>
            <a:r>
              <a:rPr lang="en-US" sz="220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200" b="1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__annotations__</a:t>
            </a:r>
            <a:r>
              <a:rPr 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 lvl="0">
              <a:lnSpc>
                <a:spcPct val="90000"/>
              </a:lnSpc>
            </a:pP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{</a:t>
            </a:r>
            <a:r>
              <a:rPr lang="en-US" sz="2200" b="1" spc="-20" dirty="0">
                <a:solidFill>
                  <a:srgbClr val="F8B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'attrib1': &lt;class 'object'&gt;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sz="2200" b="1" spc="-20" dirty="0">
                <a:solidFill>
                  <a:srgbClr val="C40C94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'attrib3': Ellipsis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sz="2200" b="1" spc="-20" dirty="0">
                <a:solidFill>
                  <a:srgbClr val="0066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'attrib4': Ellipsis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2" name="Oval 1"/>
          <p:cNvSpPr/>
          <p:nvPr/>
        </p:nvSpPr>
        <p:spPr bwMode="auto">
          <a:xfrm>
            <a:off x="152400" y="2438400"/>
            <a:ext cx="2819400" cy="609600"/>
          </a:xfrm>
          <a:prstGeom prst="ellipse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Times New Roman" charset="0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3045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022"/>
    </mc:Choice>
    <mc:Fallback xmlns="">
      <p:transition spd="slow" advTm="450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2" grpId="0" animBg="1"/>
    </p:bldLst>
  </p:timing>
  <p:extLst>
    <p:ext uri="{3A86A75C-4F4B-4683-9AE1-C65F6400EC91}">
      <p14:laserTraceLst xmlns:p14="http://schemas.microsoft.com/office/powerpoint/2010/main">
        <p14:tracePtLst>
          <p14:tracePt t="4135" x="2114550" y="3041650"/>
          <p14:tracePt t="4149" x="2114550" y="3048000"/>
          <p14:tracePt t="4156" x="2114550" y="3067050"/>
          <p14:tracePt t="4170" x="2114550" y="3092450"/>
          <p14:tracePt t="4182" x="2120900" y="3124200"/>
          <p14:tracePt t="4200" x="2139950" y="3194050"/>
          <p14:tracePt t="4215" x="2152650" y="3238500"/>
          <p14:tracePt t="4232" x="2203450" y="3340100"/>
          <p14:tracePt t="4249" x="2279650" y="3473450"/>
          <p14:tracePt t="4265" x="2317750" y="3568700"/>
          <p14:tracePt t="4281" x="2374900" y="3676650"/>
          <p14:tracePt t="4298" x="2495550" y="3930650"/>
          <p14:tracePt t="4315" x="2654300" y="4267200"/>
          <p14:tracePt t="4331" x="2711450" y="4406900"/>
          <p14:tracePt t="4348" x="2825750" y="4724400"/>
          <p14:tracePt t="4364" x="2857500" y="4800600"/>
          <p14:tracePt t="4382" x="2914650" y="4953000"/>
          <p14:tracePt t="4398" x="2933700" y="5016500"/>
          <p14:tracePt t="4414" x="2952750" y="5200650"/>
          <p14:tracePt t="4432" x="2971800" y="5327650"/>
          <p14:tracePt t="4447" x="2984500" y="5410200"/>
          <p14:tracePt t="4464" x="2990850" y="5499100"/>
          <p14:tracePt t="4481" x="2997200" y="5556250"/>
          <p14:tracePt t="4497" x="3003550" y="5581650"/>
          <p14:tracePt t="4514" x="3009900" y="5626100"/>
          <p14:tracePt t="4530" x="3022600" y="5670550"/>
          <p14:tracePt t="4547" x="3028950" y="5702300"/>
          <p14:tracePt t="4564" x="3028950" y="5740400"/>
          <p14:tracePt t="4580" x="3035300" y="5778500"/>
          <p14:tracePt t="4597" x="3035300" y="5803900"/>
          <p14:tracePt t="4600" x="3041650" y="5822950"/>
          <p14:tracePt t="4616" x="3048000" y="5835650"/>
          <p14:tracePt t="4630" x="3067050" y="5867400"/>
          <p14:tracePt t="4647" x="3073400" y="5880100"/>
          <p14:tracePt t="4664" x="3079750" y="5892800"/>
          <p14:tracePt t="4680" x="3086100" y="5899150"/>
          <p14:tracePt t="4696" x="3092450" y="5911850"/>
          <p14:tracePt t="4713" x="3105150" y="5937250"/>
          <p14:tracePt t="4730" x="3111500" y="5937250"/>
          <p14:tracePt t="4747" x="3117850" y="5956300"/>
          <p14:tracePt t="4763" x="3124200" y="5969000"/>
          <p14:tracePt t="4797" x="3124200" y="5975350"/>
          <p14:tracePt t="4824" x="3124200" y="5981700"/>
          <p14:tracePt t="4860" x="3117850" y="5988050"/>
          <p14:tracePt t="4881" x="3111500" y="5988050"/>
          <p14:tracePt t="4897" x="3105150" y="5988050"/>
          <p14:tracePt t="4902" x="3098800" y="5988050"/>
          <p14:tracePt t="4912" x="3086100" y="5988050"/>
          <p14:tracePt t="4931" x="3060700" y="5994400"/>
          <p14:tracePt t="4946" x="3041650" y="5994400"/>
          <p14:tracePt t="4962" x="3016250" y="6000750"/>
          <p14:tracePt t="4980" x="2933700" y="6019800"/>
          <p14:tracePt t="4996" x="2914650" y="6019800"/>
          <p14:tracePt t="5012" x="2889250" y="6019800"/>
          <p14:tracePt t="5030" x="2844800" y="6026150"/>
          <p14:tracePt t="5045" x="2819400" y="6026150"/>
          <p14:tracePt t="5062" x="2806700" y="6026150"/>
          <p14:tracePt t="5079" x="2800350" y="6026150"/>
          <p14:tracePt t="5095" x="2794000" y="6032500"/>
          <p14:tracePt t="5323" x="2800350" y="6032500"/>
          <p14:tracePt t="5330" x="2813050" y="6032500"/>
          <p14:tracePt t="5347" x="2838450" y="6032500"/>
          <p14:tracePt t="5361" x="2857500" y="6032500"/>
          <p14:tracePt t="5378" x="2933700" y="6019800"/>
          <p14:tracePt t="5395" x="3028950" y="6019800"/>
          <p14:tracePt t="5411" x="3092450" y="6013450"/>
          <p14:tracePt t="5428" x="3206750" y="6000750"/>
          <p14:tracePt t="5444" x="3327400" y="5994400"/>
          <p14:tracePt t="5461" x="3378200" y="5994400"/>
          <p14:tracePt t="5478" x="3467100" y="5994400"/>
          <p14:tracePt t="5494" x="3536950" y="5994400"/>
          <p14:tracePt t="5511" x="3568700" y="5994400"/>
          <p14:tracePt t="5529" x="3613150" y="5994400"/>
          <p14:tracePt t="5543" x="3644900" y="5994400"/>
          <p14:tracePt t="5560" x="3657600" y="5994400"/>
          <p14:tracePt t="5577" x="3689350" y="5994400"/>
          <p14:tracePt t="5593" x="3702050" y="5994400"/>
          <p14:tracePt t="5610" x="3721100" y="6000750"/>
          <p14:tracePt t="5613" x="3733800" y="6000750"/>
          <p14:tracePt t="5629" x="3740150" y="6000750"/>
          <p14:tracePt t="5643" x="3746500" y="6007100"/>
          <p14:tracePt t="5660" x="3752850" y="6007100"/>
          <p14:tracePt t="5676" x="3771900" y="6007100"/>
          <p14:tracePt t="5693" x="3784600" y="6007100"/>
          <p14:tracePt t="5710" x="3803650" y="6007100"/>
          <p14:tracePt t="5726" x="3848100" y="6007100"/>
          <p14:tracePt t="5743" x="3879850" y="6007100"/>
          <p14:tracePt t="5760" x="3949700" y="6013450"/>
          <p14:tracePt t="5776" x="4025900" y="6019800"/>
          <p14:tracePt t="5793" x="4070350" y="6026150"/>
          <p14:tracePt t="5810" x="4171950" y="6038850"/>
          <p14:tracePt t="5826" x="4229100" y="6038850"/>
          <p14:tracePt t="5843" x="4330700" y="6038850"/>
          <p14:tracePt t="5859" x="4445000" y="6038850"/>
          <p14:tracePt t="5876" x="4483100" y="6038850"/>
          <p14:tracePt t="5894" x="4578350" y="6038850"/>
          <p14:tracePt t="5909" x="4610100" y="6038850"/>
          <p14:tracePt t="5925" x="4622800" y="6038850"/>
          <p14:tracePt t="5943" x="4654550" y="6038850"/>
          <p14:tracePt t="5959" x="4679950" y="6038850"/>
          <p14:tracePt t="5976" x="4699000" y="6038850"/>
          <p14:tracePt t="5994" x="4718050" y="6038850"/>
          <p14:tracePt t="6009" x="4730750" y="6038850"/>
          <p14:tracePt t="6025" x="4743450" y="6038850"/>
          <p14:tracePt t="6042" x="4762500" y="6038850"/>
          <p14:tracePt t="6059" x="4781550" y="6038850"/>
          <p14:tracePt t="6075" x="4787900" y="6038850"/>
          <p14:tracePt t="6092" x="4813300" y="6038850"/>
          <p14:tracePt t="6109" x="4845050" y="6038850"/>
          <p14:tracePt t="6126" x="4895850" y="6038850"/>
          <p14:tracePt t="6142" x="4914900" y="6038850"/>
          <p14:tracePt t="6158" x="4940300" y="6038850"/>
          <p14:tracePt t="6176" x="5016500" y="6045200"/>
          <p14:tracePt t="6191" x="5035550" y="6045200"/>
          <p14:tracePt t="6208" x="5067300" y="6045200"/>
          <p14:tracePt t="6225" x="5105400" y="6045200"/>
          <p14:tracePt t="6241" x="5162550" y="6057900"/>
          <p14:tracePt t="6258" x="5194300" y="6057900"/>
          <p14:tracePt t="6275" x="5251450" y="6064250"/>
          <p14:tracePt t="6291" x="5308600" y="6064250"/>
          <p14:tracePt t="6309" x="5365750" y="6064250"/>
          <p14:tracePt t="6324" x="5403850" y="6076950"/>
          <p14:tracePt t="6341" x="5454650" y="6076950"/>
          <p14:tracePt t="6358" x="5492750" y="6070600"/>
          <p14:tracePt t="6374" x="5505450" y="6070600"/>
          <p14:tracePt t="6391" x="5537200" y="6070600"/>
          <p14:tracePt t="6409" x="5556250" y="6064250"/>
          <p14:tracePt t="6424" x="5568950" y="6064250"/>
          <p14:tracePt t="6440" x="5575300" y="6064250"/>
          <p14:tracePt t="6457" x="5588000" y="6064250"/>
          <p14:tracePt t="6474" x="5600700" y="6064250"/>
          <p14:tracePt t="6491" x="5613400" y="6064250"/>
          <p14:tracePt t="6507" x="5626100" y="6070600"/>
          <p14:tracePt t="6524" x="5638800" y="6070600"/>
          <p14:tracePt t="6542" x="5645150" y="6076950"/>
          <p14:tracePt t="6573" x="5651500" y="6076950"/>
          <p14:tracePt t="6593" x="5657850" y="6076950"/>
          <p14:tracePt t="6610" x="5664200" y="6083300"/>
          <p14:tracePt t="6640" x="5670550" y="6083300"/>
          <p14:tracePt t="6666" x="5676900" y="6083300"/>
          <p14:tracePt t="6716" x="5683250" y="6083300"/>
          <p14:tracePt t="7395" x="5715000" y="6083300"/>
          <p14:tracePt t="7402" x="5746750" y="6083300"/>
          <p14:tracePt t="7416" x="5772150" y="6083300"/>
          <p14:tracePt t="7423" x="5797550" y="6083300"/>
          <p14:tracePt t="7438" x="5822950" y="6083300"/>
          <p14:tracePt t="7453" x="5867400" y="6083300"/>
          <p14:tracePt t="7470" x="5873750" y="6083300"/>
          <p14:tracePt t="7488" x="5886450" y="6083300"/>
          <p14:tracePt t="7503" x="5899150" y="6083300"/>
          <p14:tracePt t="7712" x="5892800" y="6083300"/>
          <p14:tracePt t="7747" x="5886450" y="6083300"/>
          <p14:tracePt t="7768" x="5880100" y="6083300"/>
          <p14:tracePt t="8186" x="5835650" y="6083300"/>
          <p14:tracePt t="8201" x="5759450" y="6076950"/>
          <p14:tracePt t="8207" x="5683250" y="6064250"/>
          <p14:tracePt t="8217" x="5600700" y="6064250"/>
          <p14:tracePt t="8234" x="5486400" y="6051550"/>
          <p14:tracePt t="8251" x="5257800" y="6045200"/>
          <p14:tracePt t="8267" x="5137150" y="6032500"/>
          <p14:tracePt t="8284" x="4870450" y="6019800"/>
          <p14:tracePt t="8300" x="4546600" y="6000750"/>
          <p14:tracePt t="8317" x="4381500" y="5988050"/>
          <p14:tracePt t="8335" x="4083050" y="5981700"/>
          <p14:tracePt t="8350" x="3765550" y="6045200"/>
          <p14:tracePt t="8367" x="3619500" y="6064250"/>
          <p14:tracePt t="8384" x="3384550" y="6127750"/>
          <p14:tracePt t="8400" x="3175000" y="6223000"/>
          <p14:tracePt t="8417" x="3079750" y="6254750"/>
          <p14:tracePt t="8433" x="2933700" y="6311900"/>
          <p14:tracePt t="8450" x="2806700" y="6369050"/>
          <p14:tracePt t="8467" x="2755900" y="6388100"/>
          <p14:tracePt t="8483" x="2673350" y="6413500"/>
          <p14:tracePt t="8500" x="2578100" y="6419850"/>
          <p14:tracePt t="8517" x="2495550" y="6413500"/>
          <p14:tracePt t="8533" x="2463800" y="6394450"/>
          <p14:tracePt t="8549" x="2451100" y="6381750"/>
          <p14:tracePt t="8566" x="2451100" y="6330950"/>
          <p14:tracePt t="9030" x="2444750" y="6330950"/>
          <p14:tracePt t="9038" x="2432050" y="6330950"/>
          <p14:tracePt t="9052" x="2413000" y="6330950"/>
          <p14:tracePt t="9064" x="2400300" y="6330950"/>
          <p14:tracePt t="9082" x="2368550" y="6330950"/>
          <p14:tracePt t="9098" x="2355850" y="6337300"/>
          <p14:tracePt t="9114" x="2336800" y="6337300"/>
          <p14:tracePt t="9131" x="2324100" y="6337300"/>
          <p14:tracePt t="9179" x="2317750" y="6337300"/>
          <p14:tracePt t="9235" x="2317750" y="6343650"/>
          <p14:tracePt t="9263" x="2324100" y="6343650"/>
          <p14:tracePt t="9270" x="2330450" y="6343650"/>
          <p14:tracePt t="9284" x="2336800" y="6343650"/>
          <p14:tracePt t="9296" x="2343150" y="6343650"/>
          <p14:tracePt t="9313" x="2349500" y="6343650"/>
          <p14:tracePt t="9330" x="2355850" y="6343650"/>
          <p14:tracePt t="9347" x="2393950" y="6343650"/>
          <p14:tracePt t="9363" x="2451100" y="6337300"/>
          <p14:tracePt t="9380" x="2489200" y="6337300"/>
          <p14:tracePt t="9397" x="2584450" y="6330950"/>
          <p14:tracePt t="9413" x="2698750" y="6324600"/>
          <p14:tracePt t="9429" x="2749550" y="6324600"/>
          <p14:tracePt t="9447" x="2844800" y="6305550"/>
          <p14:tracePt t="9463" x="2914650" y="6299200"/>
          <p14:tracePt t="9480" x="2933700" y="6299200"/>
          <p14:tracePt t="9496" x="2959100" y="6292850"/>
          <p14:tracePt t="9513" x="2971800" y="6292850"/>
          <p14:tracePt t="9532" x="2978150" y="6292850"/>
          <p14:tracePt t="14094" x="2940050" y="6292850"/>
          <p14:tracePt t="14101" x="2901950" y="6292850"/>
          <p14:tracePt t="14116" x="2838450" y="6280150"/>
          <p14:tracePt t="14130" x="2774950" y="6280150"/>
          <p14:tracePt t="14146" x="2628900" y="6273800"/>
          <p14:tracePt t="14164" x="2476500" y="6261100"/>
          <p14:tracePt t="14180" x="2400300" y="6242050"/>
          <p14:tracePt t="14197" x="2292350" y="6210300"/>
          <p14:tracePt t="14214" x="2171700" y="6197600"/>
          <p14:tracePt t="14230" x="2120900" y="6184900"/>
          <p14:tracePt t="14246" x="2000250" y="6165850"/>
          <p14:tracePt t="14263" x="1885950" y="6165850"/>
          <p14:tracePt t="14279" x="1816100" y="6159500"/>
          <p14:tracePt t="14297" x="1752600" y="6159500"/>
          <p14:tracePt t="14312" x="1663700" y="6159500"/>
          <p14:tracePt t="14329" x="1644650" y="6159500"/>
          <p14:tracePt t="14346" x="1631950" y="6159500"/>
          <p14:tracePt t="14362" x="1612900" y="6159500"/>
          <p14:tracePt t="14379" x="1606550" y="6159500"/>
          <p14:tracePt t="14396" x="1600200" y="6159500"/>
          <p14:tracePt t="15297" x="1600200" y="6172200"/>
          <p14:tracePt t="15319" x="1600200" y="6178550"/>
          <p14:tracePt t="15327" x="1606550" y="6178550"/>
          <p14:tracePt t="15346" x="1612900" y="6178550"/>
          <p14:tracePt t="15368" x="1619250" y="6191250"/>
          <p14:tracePt t="15389" x="1625600" y="6197600"/>
          <p14:tracePt t="15417" x="1631950" y="6203950"/>
          <p14:tracePt t="15438" x="1638300" y="6210300"/>
          <p14:tracePt t="15480" x="1644650" y="6210300"/>
          <p14:tracePt t="15572" x="1651000" y="6216650"/>
          <p14:tracePt t="15691" x="1657350" y="6210300"/>
          <p14:tracePt t="15719" x="1663700" y="6210300"/>
          <p14:tracePt t="15789" x="1670050" y="6210300"/>
          <p14:tracePt t="15993" x="1663700" y="6216650"/>
          <p14:tracePt t="16683" x="1663700" y="6223000"/>
          <p14:tracePt t="16718" x="1670050" y="6223000"/>
          <p14:tracePt t="16732" x="1676400" y="6223000"/>
          <p14:tracePt t="16746" x="1682750" y="6223000"/>
          <p14:tracePt t="16767" x="1689100" y="6223000"/>
          <p14:tracePt t="16774" x="1689100" y="6229350"/>
          <p14:tracePt t="16795" x="1695450" y="6229350"/>
          <p14:tracePt t="16804" x="1701800" y="6229350"/>
          <p14:tracePt t="16838" x="1708150" y="6229350"/>
          <p14:tracePt t="16845" x="1714500" y="6229350"/>
          <p14:tracePt t="16866" x="1720850" y="6229350"/>
          <p14:tracePt t="16873" x="1727200" y="6229350"/>
          <p14:tracePt t="16893" x="1733550" y="6229350"/>
          <p14:tracePt t="16915" x="1739900" y="6229350"/>
          <p14:tracePt t="16937" x="1746250" y="6229350"/>
          <p14:tracePt t="16943" x="1752600" y="6229350"/>
          <p14:tracePt t="16964" x="1765300" y="6229350"/>
          <p14:tracePt t="16985" x="1771650" y="6229350"/>
          <p14:tracePt t="17034" x="1778000" y="6229350"/>
          <p14:tracePt t="17069" x="1784350" y="6229350"/>
          <p14:tracePt t="17076" x="1790700" y="6229350"/>
          <p14:tracePt t="17104" x="1797050" y="6235700"/>
          <p14:tracePt t="17139" x="1803400" y="6235700"/>
          <p14:tracePt t="17168" x="1809750" y="6235700"/>
          <p14:tracePt t="17217" x="1816100" y="6235700"/>
          <p14:tracePt t="17224" x="1822450" y="6235700"/>
          <p14:tracePt t="26448" x="1847850" y="6235700"/>
          <p14:tracePt t="26455" x="1892300" y="6210300"/>
          <p14:tracePt t="26462" x="1936750" y="6191250"/>
          <p14:tracePt t="26470" x="1981200" y="6178550"/>
          <p14:tracePt t="26487" x="2101850" y="6127750"/>
          <p14:tracePt t="26505" x="2317750" y="6038850"/>
          <p14:tracePt t="26520" x="2489200" y="5988050"/>
          <p14:tracePt t="26537" x="2686050" y="5956300"/>
          <p14:tracePt t="26554" x="2990850" y="5918200"/>
          <p14:tracePt t="26570" x="3219450" y="5899150"/>
          <p14:tracePt t="26587" x="3448050" y="5899150"/>
          <p14:tracePt t="26604" x="3752850" y="5886450"/>
          <p14:tracePt t="26620" x="3956050" y="5892800"/>
          <p14:tracePt t="26637" x="4121150" y="5892800"/>
          <p14:tracePt t="26654" x="4324350" y="5892800"/>
          <p14:tracePt t="26670" x="4413250" y="5892800"/>
          <p14:tracePt t="26687" x="4533900" y="5892800"/>
          <p14:tracePt t="26703" x="4597400" y="5899150"/>
          <p14:tracePt t="26720" x="4641850" y="5911850"/>
          <p14:tracePt t="26737" x="4718050" y="5930900"/>
          <p14:tracePt t="26753" x="4756150" y="5949950"/>
          <p14:tracePt t="26770" x="4813300" y="5962650"/>
          <p14:tracePt t="26787" x="4895850" y="6000750"/>
          <p14:tracePt t="26803" x="4946650" y="6019800"/>
          <p14:tracePt t="26819" x="4991100" y="6026150"/>
          <p14:tracePt t="26836" x="5060950" y="6032500"/>
          <p14:tracePt t="26853" x="5099050" y="6051550"/>
          <p14:tracePt t="26871" x="5130800" y="6051550"/>
          <p14:tracePt t="26886" x="5149850" y="6051550"/>
          <p14:tracePt t="26920" x="5156200" y="6051550"/>
          <p14:tracePt t="27039" x="5156200" y="6045200"/>
          <p14:tracePt t="27074" x="5149850" y="6045200"/>
          <p14:tracePt t="27102" x="5143500" y="6045200"/>
          <p14:tracePt t="27151" x="5137150" y="6051550"/>
          <p14:tracePt t="27201" x="5137150" y="6057900"/>
          <p14:tracePt t="27215" x="5137150" y="6064250"/>
          <p14:tracePt t="27229" x="5143500" y="6070600"/>
          <p14:tracePt t="27243" x="5149850" y="6076950"/>
          <p14:tracePt t="27251" x="5149850" y="6083300"/>
          <p14:tracePt t="27268" x="5162550" y="6096000"/>
          <p14:tracePt t="27285" x="5194300" y="6134100"/>
          <p14:tracePt t="27301" x="5238750" y="6184900"/>
          <p14:tracePt t="27318" x="5251450" y="6216650"/>
          <p14:tracePt t="27335" x="5295900" y="6267450"/>
          <p14:tracePt t="27351" x="5308600" y="6286500"/>
          <p14:tracePt t="27368" x="5334000" y="6318250"/>
          <p14:tracePt t="27385" x="5346700" y="6324600"/>
          <p14:tracePt t="27417" x="5353050" y="6324600"/>
          <p14:tracePt t="27440" x="5359400" y="6324600"/>
          <p14:tracePt t="27581" x="5353050" y="6324600"/>
          <p14:tracePt t="27602" x="5346700" y="6330950"/>
          <p14:tracePt t="27622" x="5340350" y="6330950"/>
          <p14:tracePt t="27650" x="5334000" y="6337300"/>
          <p14:tracePt t="27693" x="5321300" y="6343650"/>
          <p14:tracePt t="27756" x="5321300" y="6350000"/>
          <p14:tracePt t="27763" x="5314950" y="6350000"/>
          <p14:tracePt t="27855" x="5314950" y="6356350"/>
          <p14:tracePt t="27876" x="5308600" y="6356350"/>
          <p14:tracePt t="27883" x="5302250" y="6356350"/>
          <p14:tracePt t="27911" x="5289550" y="6350000"/>
          <p14:tracePt t="28489" x="5245100" y="6280150"/>
          <p14:tracePt t="28497" x="5181600" y="6184900"/>
          <p14:tracePt t="28510" x="5111750" y="6026150"/>
          <p14:tracePt t="28517" x="4997450" y="5822950"/>
          <p14:tracePt t="28533" x="4832350" y="5543550"/>
          <p14:tracePt t="28547" x="4419600" y="4832350"/>
          <p14:tracePt t="28563" x="4191000" y="4495800"/>
          <p14:tracePt t="28581" x="3670300" y="3816350"/>
          <p14:tracePt t="28589" x="3384550" y="3498850"/>
          <p14:tracePt t="28596" x="3092450" y="3149600"/>
          <p14:tracePt t="28613" x="2781300" y="2806700"/>
          <p14:tracePt t="28630" x="2495550" y="2457450"/>
          <p14:tracePt t="28647" x="2006600" y="1847850"/>
          <p14:tracePt t="28663" x="1816100" y="1612900"/>
          <p14:tracePt t="28680" x="1524000" y="1276350"/>
          <p14:tracePt t="28697" x="1422400" y="1162050"/>
          <p14:tracePt t="28714" x="1377950" y="1092200"/>
          <p14:tracePt t="28729" x="1352550" y="1073150"/>
          <p14:tracePt t="28746" x="1333500" y="1035050"/>
          <p14:tracePt t="28763" x="1320800" y="1022350"/>
          <p14:tracePt t="28780" x="1314450" y="1009650"/>
          <p14:tracePt t="28796" x="1308100" y="1003300"/>
          <p14:tracePt t="28813" x="1301750" y="965200"/>
          <p14:tracePt t="28829" x="1270000" y="901700"/>
          <p14:tracePt t="28846" x="1257300" y="863600"/>
          <p14:tracePt t="28862" x="1238250" y="812800"/>
          <p14:tracePt t="28879" x="1238250" y="781050"/>
          <p14:tracePt t="28896" x="1238250" y="749300"/>
          <p14:tracePt t="28912" x="1238250" y="723900"/>
          <p14:tracePt t="28929" x="1238250" y="711200"/>
          <p14:tracePt t="28946" x="1238250" y="692150"/>
          <p14:tracePt t="28962" x="1244600" y="692150"/>
          <p14:tracePt t="28996" x="1250950" y="692150"/>
          <p14:tracePt t="29012" x="1257300" y="692150"/>
          <p14:tracePt t="29031" x="1263650" y="704850"/>
          <p14:tracePt t="29045" x="1263650" y="711200"/>
          <p14:tracePt t="29062" x="1276350" y="723900"/>
          <p14:tracePt t="29078" x="1289050" y="736600"/>
          <p14:tracePt t="29082" x="1301750" y="742950"/>
          <p14:tracePt t="29095" x="1314450" y="755650"/>
          <p14:tracePt t="29111" x="1358900" y="800100"/>
          <p14:tracePt t="29129" x="1403350" y="831850"/>
          <p14:tracePt t="29145" x="1422400" y="857250"/>
          <p14:tracePt t="29161" x="1447800" y="869950"/>
          <p14:tracePt t="29179" x="1485900" y="914400"/>
          <p14:tracePt t="29195" x="1498600" y="933450"/>
          <p14:tracePt t="29211" x="1524000" y="965200"/>
          <p14:tracePt t="29228" x="1581150" y="1066800"/>
          <p14:tracePt t="29245" x="1606550" y="1130300"/>
          <p14:tracePt t="29261" x="1689100" y="1295400"/>
          <p14:tracePt t="29278" x="1784350" y="1492250"/>
          <p14:tracePt t="29294" x="1866900" y="1670050"/>
          <p14:tracePt t="29313" x="1930400" y="1790700"/>
          <p14:tracePt t="29327" x="1962150" y="1835150"/>
          <p14:tracePt t="29344" x="1981200" y="1892300"/>
          <p14:tracePt t="29361" x="1993900" y="1911350"/>
          <p14:tracePt t="29452" x="1993900" y="1905000"/>
          <p14:tracePt t="29460" x="1993900" y="1898650"/>
          <p14:tracePt t="29480" x="2000250" y="1885950"/>
          <p14:tracePt t="29501" x="2000250" y="1873250"/>
          <p14:tracePt t="29516" x="2000250" y="1860550"/>
          <p14:tracePt t="29522" x="2000250" y="1828800"/>
          <p14:tracePt t="29537" x="2000250" y="1790700"/>
          <p14:tracePt t="29546" x="1968500" y="1714500"/>
          <p14:tracePt t="29560" x="1936750" y="1606550"/>
          <p14:tracePt t="29576" x="1860550" y="1358900"/>
          <p14:tracePt t="29595" x="1822450" y="1244600"/>
          <p14:tracePt t="29602" x="1790700" y="1123950"/>
          <p14:tracePt t="29610" x="1758950" y="1035050"/>
          <p14:tracePt t="29627" x="1727200" y="952500"/>
          <p14:tracePt t="29643" x="1689100" y="857250"/>
          <p14:tracePt t="29660" x="1682750" y="838200"/>
          <p14:tracePt t="29677" x="1682750" y="831850"/>
          <p14:tracePt t="29693" x="1682750" y="825500"/>
          <p14:tracePt t="29713" x="1682750" y="831850"/>
          <p14:tracePt t="29740" x="1682750" y="838200"/>
          <p14:tracePt t="29762" x="1682750" y="850900"/>
          <p14:tracePt t="29777" x="1682750" y="857250"/>
          <p14:tracePt t="29797" x="1682750" y="869950"/>
          <p14:tracePt t="29803" x="1682750" y="882650"/>
          <p14:tracePt t="29812" x="1695450" y="920750"/>
          <p14:tracePt t="29826" x="1701800" y="958850"/>
          <p14:tracePt t="29842" x="1733550" y="1054100"/>
          <p14:tracePt t="29860" x="1771650" y="1155700"/>
          <p14:tracePt t="29875" x="2019300" y="1860550"/>
          <p14:tracePt t="29892" x="2120900" y="2171700"/>
          <p14:tracePt t="29909" x="2355850" y="2806700"/>
          <p14:tracePt t="29925" x="2514600" y="3397250"/>
          <p14:tracePt t="29942" x="2578100" y="3702050"/>
          <p14:tracePt t="29959" x="2667000" y="4203700"/>
          <p14:tracePt t="29975" x="2717800" y="4591050"/>
          <p14:tracePt t="29992" x="2730500" y="4705350"/>
          <p14:tracePt t="30009" x="2730500" y="4895850"/>
          <p14:tracePt t="30025" x="2724150" y="5003800"/>
          <p14:tracePt t="30043" x="2717800" y="5041900"/>
          <p14:tracePt t="30058" x="2698750" y="5099050"/>
          <p14:tracePt t="30074" x="2692400" y="5111750"/>
          <p14:tracePt t="30092" x="2673350" y="5156200"/>
          <p14:tracePt t="30108" x="2667000" y="5168900"/>
          <p14:tracePt t="30124" x="2654300" y="5181600"/>
          <p14:tracePt t="30142" x="2628900" y="5232400"/>
          <p14:tracePt t="30158" x="2622550" y="5257800"/>
          <p14:tracePt t="30175" x="2616200" y="5276850"/>
          <p14:tracePt t="30191" x="2609850" y="5327650"/>
          <p14:tracePt t="30207" x="2597150" y="5384800"/>
          <p14:tracePt t="30224" x="2590800" y="5403850"/>
          <p14:tracePt t="30241" x="2590800" y="5461000"/>
          <p14:tracePt t="30257" x="2590800" y="5511800"/>
          <p14:tracePt t="30275" x="2590800" y="5524500"/>
          <p14:tracePt t="30291" x="2597150" y="5556250"/>
          <p14:tracePt t="30307" x="2603500" y="5575300"/>
          <p14:tracePt t="30324" x="2628900" y="5607050"/>
          <p14:tracePt t="30341" x="2635250" y="5638800"/>
          <p14:tracePt t="30358" x="2667000" y="5715000"/>
          <p14:tracePt t="30374" x="2711450" y="5810250"/>
          <p14:tracePt t="30390" x="2730500" y="5854700"/>
          <p14:tracePt t="30407" x="2762250" y="5943600"/>
          <p14:tracePt t="30423" x="2794000" y="6013450"/>
          <p14:tracePt t="30440" x="2800350" y="6038850"/>
          <p14:tracePt t="30458" x="2825750" y="6076950"/>
          <p14:tracePt t="30474" x="2838450" y="6096000"/>
          <p14:tracePt t="30490" x="2838450" y="6108700"/>
          <p14:tracePt t="30507" x="2851150" y="6108700"/>
          <p14:tracePt t="30523" x="2889250" y="6121400"/>
          <p14:tracePt t="30540" x="2927350" y="6127750"/>
          <p14:tracePt t="30557" x="2997200" y="6134100"/>
          <p14:tracePt t="30573" x="3035300" y="6146800"/>
          <p14:tracePt t="30592" x="3162300" y="6159500"/>
          <p14:tracePt t="30610" x="3187700" y="6165850"/>
          <p14:tracePt t="30623" x="3244850" y="6165850"/>
          <p14:tracePt t="30640" x="3359150" y="6165850"/>
          <p14:tracePt t="30656" x="3562350" y="6165850"/>
          <p14:tracePt t="30673" x="3676650" y="6165850"/>
          <p14:tracePt t="30690" x="3879850" y="6146800"/>
          <p14:tracePt t="30706" x="4127500" y="6108700"/>
          <p14:tracePt t="30723" x="4260850" y="6108700"/>
          <p14:tracePt t="30739" x="4495800" y="6070600"/>
          <p14:tracePt t="30756" x="4673600" y="6051550"/>
          <p14:tracePt t="30772" x="4749800" y="6051550"/>
          <p14:tracePt t="30789" x="4902200" y="6051550"/>
          <p14:tracePt t="30806" x="5010150" y="6038850"/>
          <p14:tracePt t="30823" x="5111750" y="6045200"/>
          <p14:tracePt t="30839" x="5130800" y="6051550"/>
          <p14:tracePt t="30855" x="5149850" y="6051550"/>
          <p14:tracePt t="31242" x="5130800" y="6051550"/>
          <p14:tracePt t="31249" x="5073650" y="6051550"/>
          <p14:tracePt t="31257" x="5010150" y="6038850"/>
          <p14:tracePt t="31272" x="4940300" y="6038850"/>
          <p14:tracePt t="31288" x="4864100" y="6026150"/>
          <p14:tracePt t="31304" x="4737100" y="6007100"/>
          <p14:tracePt t="31320" x="4578350" y="5988050"/>
          <p14:tracePt t="31337" x="4514850" y="5988050"/>
          <p14:tracePt t="31354" x="4362450" y="6000750"/>
          <p14:tracePt t="31370" x="4241800" y="6013450"/>
          <p14:tracePt t="31387" x="4203700" y="6019800"/>
          <p14:tracePt t="31404" x="4152900" y="6038850"/>
          <p14:tracePt t="31420" x="4108450" y="6057900"/>
          <p14:tracePt t="31437" x="4089400" y="6064250"/>
          <p14:tracePt t="31454" x="4057650" y="6083300"/>
          <p14:tracePt t="31470" x="4051300" y="6083300"/>
          <p14:tracePt t="31487" x="4038600" y="6089650"/>
          <p14:tracePt t="31503" x="4019550" y="6096000"/>
          <p14:tracePt t="31520" x="4013200" y="6096000"/>
          <p14:tracePt t="31537" x="4000500" y="6096000"/>
          <p14:tracePt t="31553" x="3981450" y="6102350"/>
          <p14:tracePt t="31570" x="3968750" y="6108700"/>
          <p14:tracePt t="31587" x="3949700" y="6121400"/>
          <p14:tracePt t="31603" x="3949700" y="6127750"/>
          <p14:tracePt t="31636" x="3943350" y="6134100"/>
          <p14:tracePt t="31653" x="3937000" y="6140450"/>
          <p14:tracePt t="31692" x="3943350" y="6140450"/>
          <p14:tracePt t="31702" x="3949700" y="6146800"/>
          <p14:tracePt t="31721" x="3975100" y="6153150"/>
          <p14:tracePt t="31736" x="4006850" y="6153150"/>
          <p14:tracePt t="31753" x="4044950" y="6165850"/>
          <p14:tracePt t="31770" x="4254500" y="6191250"/>
          <p14:tracePt t="31786" x="4343400" y="6203950"/>
          <p14:tracePt t="31802" x="4445000" y="6203950"/>
          <p14:tracePt t="31819" x="4660900" y="6223000"/>
          <p14:tracePt t="31836" x="4876800" y="6223000"/>
          <p14:tracePt t="31852" x="4978400" y="6223000"/>
          <p14:tracePt t="31869" x="5181600" y="6229350"/>
          <p14:tracePt t="31885" x="5334000" y="6242050"/>
          <p14:tracePt t="31902" x="5480050" y="6261100"/>
          <p14:tracePt t="31919" x="5556250" y="6261100"/>
          <p14:tracePt t="31935" x="5689600" y="6292850"/>
          <p14:tracePt t="31952" x="5835650" y="6318250"/>
          <p14:tracePt t="31969" x="5899150" y="6330950"/>
          <p14:tracePt t="31985" x="6019800" y="6343650"/>
          <p14:tracePt t="32002" x="6089650" y="6369050"/>
          <p14:tracePt t="32019" x="6121400" y="6369050"/>
          <p14:tracePt t="32035" x="6140450" y="6375400"/>
          <p14:tracePt t="32051" x="6178550" y="6388100"/>
          <p14:tracePt t="32068" x="6191250" y="6394450"/>
          <p14:tracePt t="32085" x="6197600" y="6400800"/>
          <p14:tracePt t="32184" x="6184900" y="6400800"/>
          <p14:tracePt t="32191" x="6172200" y="6400800"/>
          <p14:tracePt t="32205" x="6153150" y="6407150"/>
          <p14:tracePt t="32217" x="6121400" y="6413500"/>
          <p14:tracePt t="32234" x="6000750" y="6432550"/>
          <p14:tracePt t="32251" x="5911850" y="6445250"/>
          <p14:tracePt t="32268" x="5695950" y="6464300"/>
          <p14:tracePt t="32284" x="5454650" y="6477000"/>
          <p14:tracePt t="32300" x="5314950" y="6483350"/>
          <p14:tracePt t="32318" x="5073650" y="6508750"/>
          <p14:tracePt t="32334" x="4845050" y="6515100"/>
          <p14:tracePt t="32350" x="4730750" y="6527800"/>
          <p14:tracePt t="32367" x="4527550" y="6534150"/>
          <p14:tracePt t="32384" x="4425950" y="6559550"/>
          <p14:tracePt t="32400" x="4222750" y="6565900"/>
          <p14:tracePt t="32417" x="4070350" y="6565900"/>
          <p14:tracePt t="32433" x="4006850" y="6565900"/>
          <p14:tracePt t="32451" x="3886200" y="6546850"/>
          <p14:tracePt t="32466" x="3797300" y="6546850"/>
          <p14:tracePt t="32483" x="3752850" y="6546850"/>
          <p14:tracePt t="32500" x="3689350" y="6521450"/>
          <p14:tracePt t="32516" x="3657600" y="6502400"/>
          <p14:tracePt t="32533" x="3638550" y="6496050"/>
          <p14:tracePt t="32550" x="3638550" y="6477000"/>
          <p14:tracePt t="34351" x="3657600" y="6457950"/>
          <p14:tracePt t="34365" x="3689350" y="6445250"/>
          <p14:tracePt t="34372" x="3708400" y="6419850"/>
          <p14:tracePt t="34385" x="3733800" y="6407150"/>
          <p14:tracePt t="34396" x="3765550" y="6394450"/>
          <p14:tracePt t="34410" x="3784600" y="6381750"/>
          <p14:tracePt t="34426" x="3835400" y="6343650"/>
          <p14:tracePt t="34443" x="3873500" y="6311900"/>
          <p14:tracePt t="34460" x="3892550" y="6299200"/>
          <p14:tracePt t="34476" x="3911600" y="6273800"/>
          <p14:tracePt t="34493" x="3930650" y="6254750"/>
          <p14:tracePt t="34509" x="3943350" y="6248400"/>
          <p14:tracePt t="34527" x="3949700" y="6235700"/>
          <p14:tracePt t="34543" x="3962400" y="6223000"/>
          <p14:tracePt t="34559" x="3962400" y="6210300"/>
          <p14:tracePt t="34577" x="3975100" y="6210300"/>
          <p14:tracePt t="34593" x="3975100" y="6203950"/>
          <p14:tracePt t="34609" x="3981450" y="6197600"/>
          <p14:tracePt t="34653" x="3981450" y="6191250"/>
          <p14:tracePt t="34745" x="3981450" y="6184900"/>
          <p14:tracePt t="34843" x="3981450" y="6178550"/>
          <p14:tracePt t="34928" x="3981450" y="6172200"/>
          <p14:tracePt t="34963" x="3975100" y="6172200"/>
          <p14:tracePt t="34984" x="3975100" y="6165850"/>
          <p14:tracePt t="35005" x="3968750" y="6159500"/>
          <p14:tracePt t="35019" x="3968750" y="6153150"/>
          <p14:tracePt t="35027" x="3968750" y="6146800"/>
          <p14:tracePt t="35054" x="3968750" y="6140450"/>
          <p14:tracePt t="35068" x="3968750" y="6134100"/>
          <p14:tracePt t="35096" x="3968750" y="6127750"/>
          <p14:tracePt t="35104" x="3968750" y="6121400"/>
          <p14:tracePt t="35117" x="3968750" y="6115050"/>
          <p14:tracePt t="35127" x="3962400" y="6108700"/>
          <p14:tracePt t="35140" x="3962400" y="6102350"/>
          <p14:tracePt t="35157" x="3962400" y="6089650"/>
          <p14:tracePt t="35174" x="3962400" y="6057900"/>
          <p14:tracePt t="35191" x="3962400" y="6045200"/>
          <p14:tracePt t="35207" x="3962400" y="6032500"/>
          <p14:tracePt t="35224" x="3962400" y="6007100"/>
          <p14:tracePt t="35240" x="3962400" y="5988050"/>
          <p14:tracePt t="35258" x="3962400" y="5975350"/>
          <p14:tracePt t="35290" x="3962400" y="5962650"/>
          <p14:tracePt t="35307" x="3956050" y="5962650"/>
          <p14:tracePt t="35323" x="3956050" y="5943600"/>
          <p14:tracePt t="36098" x="3962400" y="5943600"/>
          <p14:tracePt t="36119" x="3968750" y="5943600"/>
          <p14:tracePt t="36133" x="3975100" y="5949950"/>
          <p14:tracePt t="36140" x="3981450" y="5949950"/>
          <p14:tracePt t="36161" x="3987800" y="5956300"/>
          <p14:tracePt t="36170" x="3994150" y="5956300"/>
          <p14:tracePt t="36187" x="3994150" y="5962650"/>
          <p14:tracePt t="36204" x="4013200" y="5962650"/>
          <p14:tracePt t="36239" x="4025900" y="5969000"/>
          <p14:tracePt t="36254" x="4032250" y="5969000"/>
          <p14:tracePt t="36270" x="4038600" y="5969000"/>
          <p14:tracePt t="36287" x="4051300" y="5975350"/>
          <p14:tracePt t="36303" x="4057650" y="5975350"/>
          <p14:tracePt t="36320" x="4064000" y="5981700"/>
          <p14:tracePt t="36337" x="4070350" y="5988050"/>
          <p14:tracePt t="36353" x="4095750" y="6000750"/>
          <p14:tracePt t="36370" x="4108450" y="6007100"/>
          <p14:tracePt t="36386" x="4146550" y="6019800"/>
          <p14:tracePt t="36403" x="4178300" y="6032500"/>
          <p14:tracePt t="36420" x="4197350" y="6032500"/>
          <p14:tracePt t="36437" x="4229100" y="6045200"/>
          <p14:tracePt t="36453" x="4254500" y="6051550"/>
          <p14:tracePt t="36471" x="4267200" y="6057900"/>
          <p14:tracePt t="36486" x="4286250" y="6057900"/>
          <p14:tracePt t="36520" x="4298950" y="6057900"/>
          <p14:tracePt t="36625" x="4298950" y="6051550"/>
          <p14:tracePt t="36653" x="4292600" y="6045200"/>
          <p14:tracePt t="36674" x="4286250" y="6045200"/>
          <p14:tracePt t="36681" x="4279900" y="6045200"/>
          <p14:tracePt t="36724" x="4267200" y="6045200"/>
          <p14:tracePt t="36745" x="4260850" y="6045200"/>
          <p14:tracePt t="36753" x="4254500" y="6045200"/>
          <p14:tracePt t="36766" x="4248150" y="6038850"/>
          <p14:tracePt t="36772" x="4241800" y="6038850"/>
          <p14:tracePt t="36794" x="4235450" y="6038850"/>
          <p14:tracePt t="36802" x="4229100" y="6032500"/>
          <p14:tracePt t="36818" x="4216400" y="6032500"/>
          <p14:tracePt t="36835" x="4197350" y="6032500"/>
          <p14:tracePt t="36851" x="4159250" y="6026150"/>
          <p14:tracePt t="36868" x="4102100" y="6013450"/>
          <p14:tracePt t="36886" x="4038600" y="6013450"/>
          <p14:tracePt t="36901" x="4006850" y="6013450"/>
          <p14:tracePt t="36918" x="3943350" y="6013450"/>
          <p14:tracePt t="36935" x="3892550" y="6019800"/>
          <p14:tracePt t="36952" x="3873500" y="6019800"/>
          <p14:tracePt t="36968" x="3835400" y="6026150"/>
          <p14:tracePt t="36984" x="3810000" y="6038850"/>
          <p14:tracePt t="37001" x="3803650" y="6038850"/>
          <p14:tracePt t="37018" x="3797300" y="6045200"/>
          <p14:tracePt t="37034" x="3790950" y="6045200"/>
          <p14:tracePt t="37457" x="3784600" y="6051550"/>
          <p14:tracePt t="37464" x="3778250" y="6064250"/>
          <p14:tracePt t="37478" x="3771900" y="6076950"/>
          <p14:tracePt t="37486" x="3759200" y="6089650"/>
          <p14:tracePt t="37502" x="3752850" y="6102350"/>
          <p14:tracePt t="37516" x="3746500" y="6108700"/>
          <p14:tracePt t="37533" x="3727450" y="6127750"/>
          <p14:tracePt t="37549" x="3721100" y="6134100"/>
          <p14:tracePt t="37566" x="3714750" y="6140450"/>
          <p14:tracePt t="37619" x="3721100" y="6140450"/>
          <p14:tracePt t="37640" x="3727450" y="6140450"/>
          <p14:tracePt t="37647" x="3733800" y="6140450"/>
          <p14:tracePt t="37654" x="3740150" y="6140450"/>
          <p14:tracePt t="37668" x="3746500" y="6140450"/>
          <p14:tracePt t="37682" x="3778250" y="6140450"/>
          <p14:tracePt t="37698" x="3797300" y="6140450"/>
          <p14:tracePt t="37715" x="3835400" y="6134100"/>
          <p14:tracePt t="37732" x="3949700" y="6115050"/>
          <p14:tracePt t="37748" x="3987800" y="6108700"/>
          <p14:tracePt t="37765" x="4025900" y="6108700"/>
          <p14:tracePt t="37782" x="4076700" y="6096000"/>
          <p14:tracePt t="37798" x="4108450" y="6089650"/>
          <p14:tracePt t="37815" x="4121150" y="6089650"/>
          <p14:tracePt t="37866" x="4114800" y="6089650"/>
          <p14:tracePt t="37871" x="4102100" y="6089650"/>
          <p14:tracePt t="37886" x="4076700" y="6089650"/>
          <p14:tracePt t="37898" x="4051300" y="6089650"/>
          <p14:tracePt t="37915" x="3962400" y="6096000"/>
          <p14:tracePt t="37931" x="3892550" y="6102350"/>
          <p14:tracePt t="37948" x="3752850" y="6115050"/>
          <p14:tracePt t="37964" x="3587750" y="6127750"/>
          <p14:tracePt t="37981" x="3505200" y="6134100"/>
          <p14:tracePt t="37998" x="3340100" y="6134100"/>
          <p14:tracePt t="38014" x="3187700" y="6153150"/>
          <p14:tracePt t="38031" x="3105150" y="6172200"/>
          <p14:tracePt t="38048" x="2984500" y="6203950"/>
          <p14:tracePt t="38064" x="2914650" y="6216650"/>
          <p14:tracePt t="38081" x="2895600" y="6216650"/>
          <p14:tracePt t="38097" x="2876550" y="6223000"/>
          <p14:tracePt t="38147" x="2876550" y="6229350"/>
          <p14:tracePt t="38222" x="2882900" y="6229350"/>
          <p14:tracePt t="38244" x="2895600" y="6229350"/>
          <p14:tracePt t="38258" x="2914650" y="6229350"/>
          <p14:tracePt t="38266" x="2946400" y="6229350"/>
          <p14:tracePt t="38281" x="2971800" y="6235700"/>
          <p14:tracePt t="38296" x="3105150" y="6267450"/>
          <p14:tracePt t="38313" x="3200400" y="6286500"/>
          <p14:tracePt t="38330" x="3429000" y="6337300"/>
          <p14:tracePt t="38346" x="3543300" y="6362700"/>
          <p14:tracePt t="38364" x="3943350" y="6426200"/>
          <p14:tracePt t="38379" x="4083050" y="6432550"/>
          <p14:tracePt t="38396" x="4260850" y="6457950"/>
          <p14:tracePt t="38413" x="4591050" y="6470650"/>
          <p14:tracePt t="38429" x="4902200" y="6483350"/>
          <p14:tracePt t="38446" x="5029200" y="6483350"/>
          <p14:tracePt t="38463" x="5232400" y="6483350"/>
          <p14:tracePt t="38479" x="5365750" y="6489700"/>
          <p14:tracePt t="38496" x="5403850" y="6489700"/>
          <p14:tracePt t="38512" x="5473700" y="6508750"/>
          <p14:tracePt t="38529" x="5505450" y="6515100"/>
          <p14:tracePt t="38547" x="5549900" y="6521450"/>
          <p14:tracePt t="38562" x="5575300" y="6527800"/>
          <p14:tracePt t="38579" x="5600700" y="6534150"/>
          <p14:tracePt t="38596" x="5664200" y="6546850"/>
          <p14:tracePt t="38612" x="5676900" y="6559550"/>
          <p14:tracePt t="38629" x="5689600" y="6565900"/>
          <p14:tracePt t="38646" x="5715000" y="6565900"/>
          <p14:tracePt t="38662" x="5721350" y="6565900"/>
          <p14:tracePt t="38695" x="5734050" y="6565900"/>
          <p14:tracePt t="38758" x="5734050" y="6559550"/>
          <p14:tracePt t="38779" x="5721350" y="6553200"/>
          <p14:tracePt t="38786" x="5708650" y="6540500"/>
          <p14:tracePt t="38799" x="5689600" y="6534150"/>
          <p14:tracePt t="38812" x="5651500" y="6515100"/>
          <p14:tracePt t="38828" x="5511800" y="6470650"/>
          <p14:tracePt t="38845" x="5422900" y="6438900"/>
          <p14:tracePt t="38861" x="5213350" y="6388100"/>
          <p14:tracePt t="38877" x="4984750" y="6330950"/>
          <p14:tracePt t="38894" x="4883150" y="6324600"/>
          <p14:tracePt t="38911" x="4775200" y="6299200"/>
          <p14:tracePt t="38928" x="4508500" y="6292850"/>
          <p14:tracePt t="38944" x="4445000" y="6292850"/>
          <p14:tracePt t="38962" x="4324350" y="6311900"/>
          <p14:tracePt t="38977" x="4286250" y="6311900"/>
          <p14:tracePt t="38994" x="4203700" y="6318250"/>
          <p14:tracePt t="39012" x="4165600" y="6337300"/>
          <p14:tracePt t="39027" x="4133850" y="6337300"/>
          <p14:tracePt t="39044" x="4108450" y="6343650"/>
          <p14:tracePt t="39061" x="4070350" y="6343650"/>
          <p14:tracePt t="39077" x="4051300" y="6350000"/>
          <p14:tracePt t="39094" x="4000500" y="6350000"/>
          <p14:tracePt t="39110" x="3943350" y="6362700"/>
          <p14:tracePt t="39128" x="3911600" y="6369050"/>
          <p14:tracePt t="39145" x="3841750" y="6394450"/>
          <p14:tracePt t="39160" x="3765550" y="6413500"/>
          <p14:tracePt t="39177" x="3746500" y="6419850"/>
          <p14:tracePt t="39194" x="3708400" y="6419850"/>
          <p14:tracePt t="39210" x="3676650" y="6419850"/>
          <p14:tracePt t="39227" x="3663950" y="6426200"/>
          <p14:tracePt t="39243" x="3638550" y="6426200"/>
          <p14:tracePt t="39260" x="3632200" y="6426200"/>
          <p14:tracePt t="39263" x="3625850" y="6426200"/>
          <p14:tracePt t="39279" x="3619500" y="6426200"/>
          <p14:tracePt t="39298" x="3613150" y="6426200"/>
          <p14:tracePt t="39333" x="3606800" y="6432550"/>
          <p14:tracePt t="39454" x="3600450" y="6438900"/>
          <p14:tracePt t="39481" x="3600450" y="6445250"/>
          <p14:tracePt t="39503" x="3594100" y="6445250"/>
          <p14:tracePt t="39510" x="3594100" y="6451600"/>
          <p14:tracePt t="39531" x="3587750" y="6451600"/>
          <p14:tracePt t="39552" x="3581400" y="6457950"/>
          <p14:tracePt t="39560" x="3581400" y="6464300"/>
          <p14:tracePt t="39580" x="3575050" y="6464300"/>
          <p14:tracePt t="39629" x="3568700" y="6464300"/>
          <p14:tracePt t="39651" x="3575050" y="6470650"/>
          <p14:tracePt t="39672" x="3587750" y="6470650"/>
          <p14:tracePt t="39686" x="3606800" y="6470650"/>
          <p14:tracePt t="39694" x="3632200" y="6470650"/>
          <p14:tracePt t="39708" x="3670300" y="6470650"/>
          <p14:tracePt t="39725" x="3771900" y="6451600"/>
          <p14:tracePt t="39743" x="3917950" y="6432550"/>
          <p14:tracePt t="39758" x="3994150" y="6413500"/>
          <p14:tracePt t="39775" x="4152900" y="6375400"/>
          <p14:tracePt t="39792" x="4298950" y="6350000"/>
          <p14:tracePt t="39808" x="4375150" y="6337300"/>
          <p14:tracePt t="39825" x="4457700" y="6330950"/>
          <p14:tracePt t="39841" x="4673600" y="6330950"/>
          <p14:tracePt t="39857" x="4749800" y="6330950"/>
          <p14:tracePt t="39874" x="4813300" y="6330950"/>
          <p14:tracePt t="39891" x="4959350" y="6350000"/>
          <p14:tracePt t="39908" x="5086350" y="6369050"/>
          <p14:tracePt t="39925" x="5219700" y="6375400"/>
          <p14:tracePt t="39940" x="5270500" y="6388100"/>
          <p14:tracePt t="39957" x="5384800" y="6388100"/>
          <p14:tracePt t="39975" x="5480050" y="6394450"/>
          <p14:tracePt t="39990" x="5511800" y="6394450"/>
          <p14:tracePt t="40007" x="5537200" y="6394450"/>
          <p14:tracePt t="40024" x="5581650" y="6394450"/>
          <p14:tracePt t="40040" x="5588000" y="6394450"/>
          <p14:tracePt t="40057" x="5600700" y="6394450"/>
          <p14:tracePt t="40074" x="5607050" y="6394450"/>
          <p14:tracePt t="40115" x="5607050" y="6388100"/>
          <p14:tracePt t="40136" x="5607050" y="6381750"/>
          <p14:tracePt t="40158" x="5600700" y="6375400"/>
          <p14:tracePt t="40164" x="5588000" y="6375400"/>
          <p14:tracePt t="40178" x="5568950" y="6369050"/>
          <p14:tracePt t="40190" x="5543550" y="6362700"/>
          <p14:tracePt t="40207" x="5454650" y="6350000"/>
          <p14:tracePt t="40223" x="5403850" y="6318250"/>
          <p14:tracePt t="40239" x="5245100" y="6280150"/>
          <p14:tracePt t="40257" x="5073650" y="6242050"/>
          <p14:tracePt t="40273" x="4984750" y="6216650"/>
          <p14:tracePt t="40290" x="4800600" y="6191250"/>
          <p14:tracePt t="40306" x="4622800" y="6178550"/>
          <p14:tracePt t="40323" x="4521200" y="6165850"/>
          <p14:tracePt t="40340" x="4368800" y="6172200"/>
          <p14:tracePt t="40356" x="4235450" y="6197600"/>
          <p14:tracePt t="40373" x="4178300" y="6210300"/>
          <p14:tracePt t="40389" x="4076700" y="6229350"/>
          <p14:tracePt t="40405" x="4000500" y="6242050"/>
          <p14:tracePt t="40423" x="3981450" y="6248400"/>
          <p14:tracePt t="40439" x="3924300" y="6254750"/>
          <p14:tracePt t="40456" x="3905250" y="6261100"/>
          <p14:tracePt t="40473" x="3848100" y="6273800"/>
          <p14:tracePt t="40489" x="3835400" y="6273800"/>
          <p14:tracePt t="40506" x="3816350" y="6273800"/>
          <p14:tracePt t="40523" x="3790950" y="6273800"/>
          <p14:tracePt t="40539" x="3778250" y="6261100"/>
          <p14:tracePt t="41057" x="3765550" y="6267450"/>
          <p14:tracePt t="41071" x="3746500" y="6280150"/>
          <p14:tracePt t="41077" x="3740150" y="6299200"/>
          <p14:tracePt t="41092" x="3721100" y="6311900"/>
          <p14:tracePt t="41104" x="3714750" y="6324600"/>
          <p14:tracePt t="41120" x="3708400" y="6343650"/>
          <p14:tracePt t="41137" x="3695700" y="6356350"/>
          <p14:tracePt t="41153" x="3689350" y="6381750"/>
          <p14:tracePt t="41170" x="3676650" y="6400800"/>
          <p14:tracePt t="41186" x="3676650" y="6407150"/>
          <p14:tracePt t="41203" x="3670300" y="6413500"/>
          <p14:tracePt t="41247" x="3663950" y="6419850"/>
          <p14:tracePt t="41310" x="3663950" y="6426200"/>
          <p14:tracePt t="41387" x="3663950" y="6432550"/>
          <p14:tracePt t="41422" x="3670300" y="6432550"/>
          <p14:tracePt t="41471" x="3676650" y="6432550"/>
          <p14:tracePt t="41598" x="3683000" y="6432550"/>
          <p14:tracePt t="41612" x="3689350" y="6432550"/>
          <p14:tracePt t="41621" x="3695700" y="6432550"/>
          <p14:tracePt t="41635" x="3702050" y="6432550"/>
          <p14:tracePt t="41651" x="3714750" y="6432550"/>
          <p14:tracePt t="41668" x="3765550" y="6432550"/>
          <p14:tracePt t="41685" x="3816350" y="6432550"/>
          <p14:tracePt t="41701" x="3867150" y="6426200"/>
          <p14:tracePt t="41718" x="4019550" y="6426200"/>
          <p14:tracePt t="41734" x="4197350" y="6426200"/>
          <p14:tracePt t="41751" x="4286250" y="6413500"/>
          <p14:tracePt t="41768" x="4476750" y="6413500"/>
          <p14:tracePt t="41784" x="4648200" y="6394450"/>
          <p14:tracePt t="41801" x="4775200" y="6381750"/>
          <p14:tracePt t="41818" x="4813300" y="6375400"/>
          <p14:tracePt t="41834" x="4883150" y="6369050"/>
          <p14:tracePt t="41851" x="4921250" y="6362700"/>
          <p14:tracePt t="41868" x="4927600" y="6362700"/>
          <p14:tracePt t="41884" x="4940300" y="6356350"/>
          <p14:tracePt t="41901" x="4946650" y="6350000"/>
          <p14:tracePt t="41936" x="4953000" y="6350000"/>
          <p14:tracePt t="42160" x="4959350" y="6350000"/>
          <p14:tracePt t="42189" x="4965700" y="6350000"/>
          <p14:tracePt t="42198" x="4953000" y="6350000"/>
          <p14:tracePt t="43337" x="4946650" y="6350000"/>
          <p14:tracePt t="43351" x="4933950" y="6337300"/>
          <p14:tracePt t="43358" x="4921250" y="6337300"/>
          <p14:tracePt t="43365" x="4895850" y="6324600"/>
          <p14:tracePt t="43381" x="4883150" y="6311900"/>
          <p14:tracePt t="43395" x="4870450" y="6299200"/>
          <p14:tracePt t="43412" x="4826000" y="6273800"/>
          <p14:tracePt t="43429" x="4794250" y="6248400"/>
          <p14:tracePt t="43446" x="4775200" y="6235700"/>
          <p14:tracePt t="43462" x="4730750" y="6203950"/>
          <p14:tracePt t="43479" x="4673600" y="6165850"/>
          <p14:tracePt t="43495" x="4648200" y="6146800"/>
          <p14:tracePt t="43513" x="4572000" y="6102350"/>
          <p14:tracePt t="43528" x="4502150" y="6051550"/>
          <p14:tracePt t="43545" x="4470400" y="6026150"/>
          <p14:tracePt t="43563" x="4394200" y="5981700"/>
          <p14:tracePt t="43578" x="4330700" y="5943600"/>
          <p14:tracePt t="43595" x="4286250" y="5924550"/>
          <p14:tracePt t="43612" x="4216400" y="5905500"/>
          <p14:tracePt t="43628" x="4171950" y="5892800"/>
          <p14:tracePt t="43645" x="4102100" y="5880100"/>
          <p14:tracePt t="43662" x="4019550" y="5861050"/>
          <p14:tracePt t="43678" x="3987800" y="5861050"/>
          <p14:tracePt t="43694" x="3930650" y="5861050"/>
          <p14:tracePt t="43711" x="3873500" y="5873750"/>
          <p14:tracePt t="43728" x="3829050" y="5886450"/>
          <p14:tracePt t="43745" x="3752850" y="5930900"/>
          <p14:tracePt t="43761" x="3683000" y="5962650"/>
          <p14:tracePt t="43777" x="3644900" y="6000750"/>
          <p14:tracePt t="43794" x="3625850" y="6019800"/>
        </p14:tracePtLst>
      </p14:laserTraceLst>
    </p:ext>
  </p:extLs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attrib2=4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spc="-100" dirty="0">
                <a:solidFill>
                  <a:srgbClr val="E00EA9"/>
                </a:solidFill>
                <a:latin typeface="Lucida Console" panose="020B0609040504020204" pitchFamily="49" charset="0"/>
              </a:rPr>
              <a:t>attrib3: 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spc="-100" dirty="0">
                <a:solidFill>
                  <a:srgbClr val="009A46"/>
                </a:solidFill>
                <a:latin typeface="Lucida Console" panose="020B0609040504020204" pitchFamily="49" charset="0"/>
              </a:rPr>
              <a:t>attrib4:...=4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__annotations__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'__class__',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__doc__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'__format__',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'__hash__',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'__le__',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'__module__',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'__ne__',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'__new__', '__reduce__',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'attrib2', 'attrib4']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lvl="0" algn="ctr">
              <a:lnSpc>
                <a:spcPct val="90000"/>
              </a:lnSpc>
            </a:pPr>
            <a:r>
              <a:rPr lang="en-US" sz="32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We'll start with __annotations__:</a:t>
            </a:r>
          </a:p>
          <a:p>
            <a:pPr lvl="0"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</a:t>
            </a:r>
            <a:r>
              <a:rPr lang="en-US" sz="220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200" b="1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__annotations__</a:t>
            </a:r>
            <a:r>
              <a:rPr 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 lvl="0">
              <a:lnSpc>
                <a:spcPct val="90000"/>
              </a:lnSpc>
            </a:pP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{</a:t>
            </a:r>
            <a:r>
              <a:rPr lang="en-US" sz="2200" b="1" spc="-20" dirty="0">
                <a:solidFill>
                  <a:srgbClr val="F8B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'attrib1': &lt;class 'object'&gt;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sz="2200" b="1" spc="-20" dirty="0">
                <a:solidFill>
                  <a:srgbClr val="C40C94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'attrib3': Ellipsis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sz="2200" b="1" spc="-20" dirty="0">
                <a:solidFill>
                  <a:srgbClr val="0066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'attrib4': Ellipsis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}</a:t>
            </a:r>
          </a:p>
          <a:p>
            <a:pPr lvl="0">
              <a:lnSpc>
                <a:spcPct val="90000"/>
              </a:lnSpc>
            </a:pPr>
            <a:r>
              <a:rPr lang="fr-FR" sz="2200" spc="-140" dirty="0">
                <a:solidFill>
                  <a:srgbClr val="FFFFC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</a:t>
            </a:r>
            <a:r>
              <a:rPr lang="en-US" sz="2200" spc="-2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200" b="1" spc="-2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__doc__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Oval 4"/>
          <p:cNvSpPr/>
          <p:nvPr/>
        </p:nvSpPr>
        <p:spPr bwMode="auto">
          <a:xfrm>
            <a:off x="1752600" y="3048000"/>
            <a:ext cx="1524000" cy="533400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05403" y="6345849"/>
            <a:ext cx="64056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en-US" sz="2200" dirty="0"/>
          </a:p>
        </p:txBody>
      </p:sp>
      <p:sp>
        <p:nvSpPr>
          <p:cNvPr id="6" name="Oval 5"/>
          <p:cNvSpPr/>
          <p:nvPr/>
        </p:nvSpPr>
        <p:spPr bwMode="auto">
          <a:xfrm>
            <a:off x="152400" y="2438400"/>
            <a:ext cx="2819400" cy="609600"/>
          </a:xfrm>
          <a:prstGeom prst="ellipse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Times New Roman" charset="0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44916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61"/>
    </mc:Choice>
    <mc:Fallback xmlns="">
      <p:transition spd="slow" advTm="40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lvl="0" algn="ctr">
              <a:lnSpc>
                <a:spcPct val="90000"/>
              </a:lnSpc>
            </a:pPr>
            <a:r>
              <a:rPr lang="en-US" sz="32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We'll start with __annotations__:</a:t>
            </a:r>
          </a:p>
          <a:p>
            <a:pPr lvl="0"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</a:t>
            </a:r>
            <a:r>
              <a:rPr lang="en-US" sz="220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200" b="1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__annotations__</a:t>
            </a:r>
            <a:r>
              <a:rPr 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 lvl="0">
              <a:lnSpc>
                <a:spcPct val="90000"/>
              </a:lnSpc>
            </a:pP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{</a:t>
            </a:r>
            <a:r>
              <a:rPr lang="en-US" sz="2200" b="1" spc="-20" dirty="0">
                <a:solidFill>
                  <a:srgbClr val="F8B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'attrib1': &lt;class 'object'&gt;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sz="2200" b="1" spc="-20" dirty="0">
                <a:solidFill>
                  <a:srgbClr val="C40C94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'attrib3': Ellipsis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sz="2200" b="1" spc="-20" dirty="0">
                <a:solidFill>
                  <a:srgbClr val="0066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'attrib4': Ellipsis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}</a:t>
            </a:r>
          </a:p>
          <a:p>
            <a:pPr lvl="0"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</a:t>
            </a:r>
            <a:r>
              <a:rPr lang="en-US" sz="2200" spc="-2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200" b="1" spc="-2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__doc__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 lvl="0">
              <a:lnSpc>
                <a:spcPct val="90000"/>
              </a:lnSpc>
            </a:pPr>
            <a:r>
              <a:rPr lang="en-US" sz="2200" spc="-2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en-US" sz="2200" b="1" spc="-20" dirty="0">
                <a:solidFill>
                  <a:srgbClr val="F8B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attrib1: object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sz="2200" b="1" spc="-20" dirty="0">
                <a:solidFill>
                  <a:srgbClr val="C40C94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attrib3: Ellipsis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</a:t>
            </a:r>
          </a:p>
          <a:p>
            <a:pPr lvl="0">
              <a:lnSpc>
                <a:spcPct val="90000"/>
              </a:lnSpc>
            </a:pPr>
            <a:endParaRPr lang="en-US" sz="2200" spc="-20" dirty="0">
              <a:solidFill>
                <a:srgbClr val="00000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304800" y="4495800"/>
            <a:ext cx="8534400" cy="4572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attrib2=4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spc="-100" dirty="0">
                <a:solidFill>
                  <a:srgbClr val="E00EA9"/>
                </a:solidFill>
                <a:latin typeface="Lucida Console" panose="020B0609040504020204" pitchFamily="49" charset="0"/>
              </a:rPr>
              <a:t>attrib3: 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spc="-100" dirty="0">
                <a:solidFill>
                  <a:srgbClr val="009A46"/>
                </a:solidFill>
                <a:latin typeface="Lucida Console" panose="020B0609040504020204" pitchFamily="49" charset="0"/>
              </a:rPr>
              <a:t>attrib4:...=4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__annotations__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'__class__',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__doc__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'__format__',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'__hash__',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'__le__',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'__module__',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'__ne__',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'__new__', '__reduce__',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'attrib2', 'attrib4']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317500" y="4968875"/>
            <a:ext cx="215900" cy="136524"/>
          </a:xfrm>
          <a:prstGeom prst="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1752600" y="3048000"/>
            <a:ext cx="1524000" cy="533400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152400" y="2438400"/>
            <a:ext cx="2819400" cy="609600"/>
          </a:xfrm>
          <a:prstGeom prst="ellipse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Times New Roman" charset="0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078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8"/>
    </mc:Choice>
    <mc:Fallback xmlns="">
      <p:transition spd="slow" advTm="8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spc="-100" dirty="0">
                <a:solidFill>
                  <a:srgbClr val="FFC000"/>
                </a:solidFill>
                <a:latin typeface="Lucida Console" panose="020B0609040504020204" pitchFamily="49" charset="0"/>
              </a:rPr>
              <a:t>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attrib2=4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spc="-100" dirty="0">
                <a:solidFill>
                  <a:srgbClr val="E00EA9"/>
                </a:solidFill>
                <a:latin typeface="Lucida Console" panose="020B0609040504020204" pitchFamily="49" charset="0"/>
              </a:rPr>
              <a:t>attrib3: 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</a:t>
            </a:r>
            <a:r>
              <a:rPr lang="en-US" altLang="en-US" sz="2200" spc="-100" dirty="0">
                <a:solidFill>
                  <a:srgbClr val="009A46"/>
                </a:solidFill>
                <a:latin typeface="Lucida Console" panose="020B0609040504020204" pitchFamily="49" charset="0"/>
              </a:rPr>
              <a:t>attrib4:...=4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['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__annotations__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'__class__',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__doc__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'__format__',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'__hash__',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'__le__',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'__module__',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'__ne__',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'__new__', '__reduce__',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'attrib2', 'attrib4']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lvl="0"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</a:t>
            </a:r>
            <a:r>
              <a:rPr lang="en-US" sz="220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200" b="1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__annotations__</a:t>
            </a:r>
            <a:r>
              <a:rPr 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 lvl="0">
              <a:lnSpc>
                <a:spcPct val="90000"/>
              </a:lnSpc>
            </a:pP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{</a:t>
            </a:r>
            <a:r>
              <a:rPr lang="en-US" sz="2200" b="1" spc="-20" dirty="0">
                <a:solidFill>
                  <a:srgbClr val="F8B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'attrib1': &lt;class 'object'&gt;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sz="2200" b="1" spc="-20" dirty="0">
                <a:solidFill>
                  <a:srgbClr val="C40C94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'attrib3': Ellipsis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sz="2200" b="1" spc="-20" dirty="0">
                <a:solidFill>
                  <a:srgbClr val="0066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'attrib4': Ellipsis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} </a:t>
            </a:r>
          </a:p>
          <a:p>
            <a:pPr lvl="0"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</a:t>
            </a:r>
            <a:r>
              <a:rPr lang="en-US" sz="2200" spc="-2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200" b="1" spc="-2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__doc__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 lvl="0">
              <a:lnSpc>
                <a:spcPct val="90000"/>
              </a:lnSpc>
            </a:pPr>
            <a:r>
              <a:rPr lang="en-US" sz="2200" spc="-2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en-US" sz="2200" b="1" spc="-20" dirty="0">
                <a:solidFill>
                  <a:srgbClr val="F8B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attrib1: object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sz="2200" b="1" spc="-20" dirty="0">
                <a:solidFill>
                  <a:srgbClr val="C40C94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attrib3: Ellipsis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sz="2200" b="1" spc="-20" dirty="0">
                <a:solidFill>
                  <a:srgbClr val="0066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attrib4: Ellipsis = 4</a:t>
            </a:r>
            <a:r>
              <a:rPr lang="en-US" sz="2200" spc="-2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Oval 4"/>
          <p:cNvSpPr/>
          <p:nvPr/>
        </p:nvSpPr>
        <p:spPr bwMode="auto">
          <a:xfrm>
            <a:off x="1752600" y="3048000"/>
            <a:ext cx="1524000" cy="533400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152400" y="2438400"/>
            <a:ext cx="2819400" cy="609600"/>
          </a:xfrm>
          <a:prstGeom prst="ellipse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Times New Roman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993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924"/>
    </mc:Choice>
    <mc:Fallback xmlns="">
      <p:transition spd="slow" advTm="319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144" x="3625850" y="6026150"/>
          <p14:tracePt t="2166" x="3625850" y="6032500"/>
          <p14:tracePt t="2173" x="3625850" y="6038850"/>
          <p14:tracePt t="2189" x="3632200" y="6038850"/>
          <p14:tracePt t="2203" x="3651250" y="6045200"/>
          <p14:tracePt t="2220" x="3670300" y="6051550"/>
          <p14:tracePt t="2237" x="3721100" y="6064250"/>
          <p14:tracePt t="2253" x="3771900" y="6083300"/>
          <p14:tracePt t="2270" x="3822700" y="6089650"/>
          <p14:tracePt t="2286" x="3911600" y="6096000"/>
          <p14:tracePt t="2303" x="3968750" y="6096000"/>
          <p14:tracePt t="2320" x="4057650" y="6083300"/>
          <p14:tracePt t="2336" x="4102100" y="6076950"/>
          <p14:tracePt t="2353" x="4146550" y="6070600"/>
          <p14:tracePt t="2370" x="4197350" y="6051550"/>
          <p14:tracePt t="2386" x="4248150" y="6045200"/>
          <p14:tracePt t="2402" x="4286250" y="6026150"/>
          <p14:tracePt t="2420" x="4324350" y="6019800"/>
          <p14:tracePt t="2436" x="4349750" y="6013450"/>
          <p14:tracePt t="2452" x="4362450" y="6013450"/>
          <p14:tracePt t="2469" x="4387850" y="6007100"/>
          <p14:tracePt t="2486" x="4400550" y="6000750"/>
          <p14:tracePt t="2503" x="4406900" y="5994400"/>
          <p14:tracePt t="2545" x="4406900" y="5988050"/>
          <p14:tracePt t="2609" x="4406900" y="5981700"/>
          <p14:tracePt t="2658" x="4400550" y="5981700"/>
          <p14:tracePt t="2665" x="4394200" y="5981700"/>
          <p14:tracePt t="2672" x="4387850" y="5981700"/>
          <p14:tracePt t="2685" x="4381500" y="5981700"/>
          <p14:tracePt t="3029" x="4343400" y="5994400"/>
          <p14:tracePt t="3036" x="4298950" y="6013450"/>
          <p14:tracePt t="3051" x="4248150" y="6032500"/>
          <p14:tracePt t="3057" x="4203700" y="6051550"/>
          <p14:tracePt t="3067" x="4159250" y="6064250"/>
          <p14:tracePt t="3083" x="4114800" y="6096000"/>
          <p14:tracePt t="3100" x="4000500" y="6140450"/>
          <p14:tracePt t="3117" x="3937000" y="6159500"/>
          <p14:tracePt t="3133" x="3765550" y="6229350"/>
          <p14:tracePt t="3150" x="3568700" y="6273800"/>
          <p14:tracePt t="3166" x="3492500" y="6292850"/>
          <p14:tracePt t="3184" x="3295650" y="6330950"/>
          <p14:tracePt t="3200" x="3117850" y="6350000"/>
          <p14:tracePt t="3217" x="3028950" y="6362700"/>
          <p14:tracePt t="3234" x="2895600" y="6356350"/>
          <p14:tracePt t="3250" x="2768600" y="6356350"/>
          <p14:tracePt t="3266" x="2717800" y="6350000"/>
          <p14:tracePt t="3283" x="2628900" y="6330950"/>
          <p14:tracePt t="3300" x="2571750" y="6324600"/>
          <p14:tracePt t="3316" x="2546350" y="6324600"/>
          <p14:tracePt t="3333" x="2501900" y="6324600"/>
          <p14:tracePt t="3349" x="2482850" y="6343650"/>
          <p14:tracePt t="3849" x="2470150" y="6356350"/>
          <p14:tracePt t="3863" x="2451100" y="6369050"/>
          <p14:tracePt t="3870" x="2419350" y="6381750"/>
          <p14:tracePt t="3884" x="2387600" y="6394450"/>
          <p14:tracePt t="3899" x="2349500" y="6419850"/>
          <p14:tracePt t="3914" x="2324100" y="6426200"/>
          <p14:tracePt t="3931" x="2311400" y="6432550"/>
          <p14:tracePt t="3948" x="2273300" y="6451600"/>
          <p14:tracePt t="3964" x="2241550" y="6470650"/>
          <p14:tracePt t="3980" x="2222500" y="6489700"/>
          <p14:tracePt t="3997" x="2190750" y="6508750"/>
          <p14:tracePt t="4014" x="2152650" y="6521450"/>
          <p14:tracePt t="4404" x="2209800" y="6496050"/>
          <p14:tracePt t="4412" x="2235200" y="6489700"/>
          <p14:tracePt t="4425" x="2266950" y="6477000"/>
          <p14:tracePt t="4432" x="2311400" y="6464300"/>
          <p14:tracePt t="4448" x="2355850" y="6451600"/>
          <p14:tracePt t="4462" x="2425700" y="6426200"/>
          <p14:tracePt t="4479" x="2470150" y="6407150"/>
          <p14:tracePt t="4496" x="2514600" y="6388100"/>
          <p14:tracePt t="4512" x="2533650" y="6369050"/>
          <p14:tracePt t="4529" x="2578100" y="6350000"/>
          <p14:tracePt t="4545" x="2597150" y="6343650"/>
          <p14:tracePt t="4562" x="2609850" y="6343650"/>
          <p14:tracePt t="4578" x="2616200" y="6330950"/>
          <p14:tracePt t="4903" x="2622550" y="6330950"/>
          <p14:tracePt t="4939" x="2628900" y="6330950"/>
          <p14:tracePt t="4967" x="2635250" y="6330950"/>
          <p14:tracePt t="4974" x="2641600" y="6324600"/>
          <p14:tracePt t="5008" x="2647950" y="6324600"/>
          <p14:tracePt t="5058" x="2654300" y="6324600"/>
          <p14:tracePt t="5093" x="2660650" y="6324600"/>
          <p14:tracePt t="5100" x="2667000" y="6324600"/>
          <p14:tracePt t="5114" x="2673350" y="6324600"/>
          <p14:tracePt t="5157" x="2679700" y="6324600"/>
          <p14:tracePt t="5255" x="2673350" y="6324600"/>
          <p14:tracePt t="5269" x="2660650" y="6324600"/>
          <p14:tracePt t="5277" x="2654300" y="6324600"/>
          <p14:tracePt t="5290" x="2647950" y="6324600"/>
          <p14:tracePt t="5304" x="2635250" y="6330950"/>
          <p14:tracePt t="5318" x="2622550" y="6330950"/>
          <p14:tracePt t="5327" x="2609850" y="6330950"/>
          <p14:tracePt t="5342" x="2590800" y="6337300"/>
          <p14:tracePt t="5359" x="2565400" y="6337300"/>
          <p14:tracePt t="5376" x="2520950" y="6337300"/>
          <p14:tracePt t="5392" x="2508250" y="6337300"/>
          <p14:tracePt t="5410" x="2501900" y="6337300"/>
          <p14:tracePt t="5426" x="2495550" y="6337300"/>
          <p14:tracePt t="5442" x="2489200" y="6343650"/>
          <p14:tracePt t="5487" x="2482850" y="6350000"/>
          <p14:tracePt t="5628" x="2489200" y="6350000"/>
          <p14:tracePt t="5691" x="2495550" y="6350000"/>
          <p14:tracePt t="5698" x="2501900" y="6350000"/>
          <p14:tracePt t="5782" x="2508250" y="6350000"/>
          <p14:tracePt t="5796" x="2514600" y="6350000"/>
          <p14:tracePt t="5818" x="2520950" y="6350000"/>
          <p14:tracePt t="5839" x="2527300" y="6350000"/>
          <p14:tracePt t="5859" x="2540000" y="6343650"/>
          <p14:tracePt t="5867" x="2546350" y="6343650"/>
          <p14:tracePt t="5902" x="2552700" y="6343650"/>
          <p14:tracePt t="5909" x="2559050" y="6343650"/>
          <p14:tracePt t="5930" x="2565400" y="6343650"/>
          <p14:tracePt t="5937" x="2571750" y="6343650"/>
          <p14:tracePt t="5950" x="2578100" y="6343650"/>
          <p14:tracePt t="5972" x="2584450" y="6343650"/>
          <p14:tracePt t="6000" x="2590800" y="6343650"/>
          <p14:tracePt t="6015" x="2597150" y="6343650"/>
          <p14:tracePt t="6022" x="2603500" y="6337300"/>
          <p14:tracePt t="6042" x="2609850" y="6337300"/>
          <p14:tracePt t="6050" x="2622550" y="6337300"/>
          <p14:tracePt t="6071" x="2628900" y="6337300"/>
          <p14:tracePt t="6078" x="2647950" y="6337300"/>
          <p14:tracePt t="6093" x="2667000" y="6337300"/>
          <p14:tracePt t="6107" x="2692400" y="6337300"/>
          <p14:tracePt t="6123" x="2749550" y="6330950"/>
          <p14:tracePt t="6140" x="2774950" y="6330950"/>
          <p14:tracePt t="6156" x="2857500" y="6330950"/>
          <p14:tracePt t="6173" x="2946400" y="6324600"/>
          <p14:tracePt t="6191" x="3035300" y="6324600"/>
          <p14:tracePt t="6206" x="3092450" y="6324600"/>
          <p14:tracePt t="6223" x="3206750" y="6324600"/>
          <p14:tracePt t="6240" x="3295650" y="6324600"/>
          <p14:tracePt t="6256" x="3346450" y="6324600"/>
          <p14:tracePt t="6275" x="3441700" y="6324600"/>
          <p14:tracePt t="6289" x="3517900" y="6311900"/>
          <p14:tracePt t="6305" x="3549650" y="6311900"/>
          <p14:tracePt t="6322" x="3575050" y="6305550"/>
          <p14:tracePt t="6339" x="3613150" y="6299200"/>
          <p14:tracePt t="6356" x="3644900" y="6299200"/>
          <p14:tracePt t="6373" x="3657600" y="6292850"/>
          <p14:tracePt t="6429" x="3657600" y="6299200"/>
          <p14:tracePt t="6925" x="3651250" y="6299200"/>
          <p14:tracePt t="6931" x="3638550" y="6299200"/>
          <p14:tracePt t="6946" x="3619500" y="6299200"/>
          <p14:tracePt t="6954" x="3606800" y="6299200"/>
          <p14:tracePt t="6970" x="3581400" y="6292850"/>
          <p14:tracePt t="6988" x="3549650" y="6292850"/>
          <p14:tracePt t="7004" x="3511550" y="6292850"/>
          <p14:tracePt t="7020" x="3486150" y="6292850"/>
          <p14:tracePt t="7037" x="3467100" y="6292850"/>
          <p14:tracePt t="7053" x="3416300" y="6292850"/>
          <p14:tracePt t="7070" x="3371850" y="6286500"/>
          <p14:tracePt t="7087" x="3321050" y="6280150"/>
          <p14:tracePt t="7103" x="3302000" y="6280150"/>
          <p14:tracePt t="7120" x="3263900" y="6273800"/>
          <p14:tracePt t="7137" x="3232150" y="6273800"/>
          <p14:tracePt t="7153" x="3225800" y="6273800"/>
          <p14:tracePt t="7170" x="3213100" y="6273800"/>
          <p14:tracePt t="7186" x="3200400" y="6273800"/>
          <p14:tracePt t="7203" x="3194050" y="6273800"/>
          <p14:tracePt t="7220" x="3187700" y="6273800"/>
          <p14:tracePt t="7255" x="3181350" y="6280150"/>
          <p14:tracePt t="7276" x="3175000" y="6280150"/>
          <p14:tracePt t="7319" x="3168650" y="6286500"/>
          <p14:tracePt t="7325" x="3162300" y="6286500"/>
          <p14:tracePt t="7346" x="3155950" y="6292850"/>
          <p14:tracePt t="7374" x="3143250" y="6292850"/>
          <p14:tracePt t="7417" x="3143250" y="6299200"/>
          <p14:tracePt t="7423" x="3136900" y="6299200"/>
          <p14:tracePt t="7445" x="3130550" y="6299200"/>
          <p14:tracePt t="7466" x="3130550" y="6305550"/>
          <p14:tracePt t="7494" x="3124200" y="6305550"/>
          <p14:tracePt t="7515" x="3117850" y="6311900"/>
          <p14:tracePt t="7550" x="3111500" y="6311900"/>
          <p14:tracePt t="7578" x="3105150" y="6311900"/>
          <p14:tracePt t="7606" x="3105150" y="6318250"/>
          <p14:tracePt t="7628" x="3098800" y="6318250"/>
          <p14:tracePt t="7670" x="3098800" y="6324600"/>
          <p14:tracePt t="8042" x="3092450" y="6324600"/>
          <p14:tracePt t="8050" x="3086100" y="6324600"/>
          <p14:tracePt t="8056" x="3079750" y="6324600"/>
          <p14:tracePt t="8070" x="3073400" y="6324600"/>
          <p14:tracePt t="8083" x="3067050" y="6324600"/>
          <p14:tracePt t="8100" x="3048000" y="6324600"/>
          <p14:tracePt t="8116" x="3028950" y="6324600"/>
          <p14:tracePt t="8133" x="2971800" y="6318250"/>
          <p14:tracePt t="8149" x="2889250" y="6305550"/>
          <p14:tracePt t="8166" x="2832100" y="6292850"/>
          <p14:tracePt t="8184" x="2730500" y="6286500"/>
          <p14:tracePt t="8199" x="2647950" y="6273800"/>
          <p14:tracePt t="8216" x="2597150" y="6273800"/>
          <p14:tracePt t="8233" x="2514600" y="6267450"/>
          <p14:tracePt t="8249" x="2489200" y="6261100"/>
          <p14:tracePt t="8266" x="2419350" y="6248400"/>
          <p14:tracePt t="8282" x="2343150" y="6229350"/>
          <p14:tracePt t="8299" x="2317750" y="6229350"/>
          <p14:tracePt t="8317" x="2241550" y="6223000"/>
          <p14:tracePt t="8332" x="2216150" y="6216650"/>
          <p14:tracePt t="8349" x="2203450" y="6216650"/>
          <p14:tracePt t="8366" x="2190750" y="6216650"/>
          <p14:tracePt t="8398" x="2197100" y="6210300"/>
          <p14:tracePt t="8743" x="2184400" y="6216650"/>
          <p14:tracePt t="8750" x="2152650" y="6223000"/>
          <p14:tracePt t="8765" x="2133600" y="6235700"/>
          <p14:tracePt t="8771" x="2108200" y="6254750"/>
          <p14:tracePt t="8786" x="2089150" y="6261100"/>
          <p14:tracePt t="8797" x="2070100" y="6267450"/>
          <p14:tracePt t="8814" x="2044700" y="6280150"/>
          <p14:tracePt t="8831" x="2032000" y="6286500"/>
          <p14:tracePt t="8847" x="2000250" y="6299200"/>
          <p14:tracePt t="8864" x="1987550" y="6299200"/>
          <p14:tracePt t="8880" x="1981200" y="6305550"/>
          <p14:tracePt t="8897" x="1968500" y="6305550"/>
          <p14:tracePt t="8913" x="1962150" y="6305550"/>
          <p14:tracePt t="8947" x="1949450" y="6305550"/>
          <p14:tracePt t="8975" x="1943100" y="6305550"/>
          <p14:tracePt t="8983" x="1936750" y="6305550"/>
          <p14:tracePt t="9003" x="1930400" y="6305550"/>
          <p14:tracePt t="9012" x="1924050" y="6305550"/>
          <p14:tracePt t="9029" x="1917700" y="6305550"/>
          <p14:tracePt t="9047" x="1917700" y="6299200"/>
          <p14:tracePt t="9063" x="1911350" y="6299200"/>
          <p14:tracePt t="9080" x="1905000" y="6292850"/>
          <p14:tracePt t="9095" x="1892300" y="6292850"/>
          <p14:tracePt t="9113" x="1885950" y="6286500"/>
          <p14:tracePt t="9130" x="1879600" y="6286500"/>
          <p14:tracePt t="9145" x="1879600" y="6280150"/>
          <p14:tracePt t="9162" x="1873250" y="6280150"/>
          <p14:tracePt t="9180" x="1866900" y="6280150"/>
          <p14:tracePt t="9195" x="1860550" y="6280150"/>
          <p14:tracePt t="9215" x="1854200" y="6280150"/>
          <p14:tracePt t="9243" x="1847850" y="6280150"/>
          <p14:tracePt t="9264" x="1841500" y="6280150"/>
          <p14:tracePt t="9313" x="1835150" y="6273800"/>
          <p14:tracePt t="9355" x="1828800" y="6273800"/>
          <p14:tracePt t="9383" x="1822450" y="6273800"/>
          <p14:tracePt t="9404" x="1816100" y="6273800"/>
          <p14:tracePt t="9446" x="1822450" y="6273800"/>
          <p14:tracePt t="9454" x="1835150" y="6273800"/>
          <p14:tracePt t="9468" x="1847850" y="6280150"/>
          <p14:tracePt t="9478" x="1860550" y="6280150"/>
          <p14:tracePt t="9494" x="1885950" y="6280150"/>
          <p14:tracePt t="9512" x="1936750" y="6292850"/>
          <p14:tracePt t="9528" x="1993900" y="6299200"/>
          <p14:tracePt t="9546" x="2038350" y="6305550"/>
          <p14:tracePt t="9561" x="2057400" y="6305550"/>
          <p14:tracePt t="9578" x="2089150" y="6311900"/>
          <p14:tracePt t="9595" x="2108200" y="6318250"/>
          <p14:tracePt t="9611" x="2114550" y="6318250"/>
          <p14:tracePt t="9627" x="2120900" y="6318250"/>
          <p14:tracePt t="9728" x="2127250" y="6324600"/>
          <p14:tracePt t="9946" x="2133600" y="6324600"/>
          <p14:tracePt t="9961" x="2146300" y="6311900"/>
          <p14:tracePt t="9967" x="2165350" y="6305550"/>
          <p14:tracePt t="9980" x="2178050" y="6292850"/>
          <p14:tracePt t="9993" x="2209800" y="6280150"/>
          <p14:tracePt t="10010" x="2273300" y="6248400"/>
          <p14:tracePt t="10026" x="2305050" y="6229350"/>
          <p14:tracePt t="10043" x="2381250" y="6197600"/>
          <p14:tracePt t="10059" x="2444750" y="6165850"/>
          <p14:tracePt t="10076" x="2476500" y="6146800"/>
          <p14:tracePt t="10093" x="2527300" y="6121400"/>
          <p14:tracePt t="10109" x="2584450" y="6102350"/>
          <p14:tracePt t="10126" x="2603500" y="6096000"/>
          <p14:tracePt t="10143" x="2641600" y="6089650"/>
          <p14:tracePt t="10159" x="2679700" y="6083300"/>
          <p14:tracePt t="10176" x="2692400" y="6083300"/>
          <p14:tracePt t="10192" x="2736850" y="6083300"/>
          <p14:tracePt t="10209" x="2755900" y="6083300"/>
          <p14:tracePt t="10226" x="2768600" y="6089650"/>
          <p14:tracePt t="10242" x="2794000" y="6089650"/>
          <p14:tracePt t="10259" x="2806700" y="6089650"/>
          <p14:tracePt t="10276" x="2825750" y="6083300"/>
          <p14:tracePt t="10292" x="2832100" y="6083300"/>
          <p14:tracePt t="10309" x="2838450" y="6083300"/>
          <p14:tracePt t="10326" x="2851150" y="6083300"/>
          <p14:tracePt t="10342" x="2863850" y="6083300"/>
          <p14:tracePt t="10358" x="2876550" y="6083300"/>
          <p14:tracePt t="10362" x="2882900" y="6089650"/>
          <p14:tracePt t="10377" x="2901950" y="6089650"/>
          <p14:tracePt t="10392" x="2921000" y="6089650"/>
          <p14:tracePt t="10408" x="2978150" y="6096000"/>
          <p14:tracePt t="10425" x="3073400" y="6115050"/>
          <p14:tracePt t="10442" x="3187700" y="6115050"/>
          <p14:tracePt t="10459" x="3302000" y="6115050"/>
          <p14:tracePt t="10475" x="3371850" y="6115050"/>
          <p14:tracePt t="10491" x="3473450" y="6115050"/>
          <p14:tracePt t="10508" x="3575050" y="6115050"/>
          <p14:tracePt t="10525" x="3632200" y="6102350"/>
          <p14:tracePt t="10541" x="3683000" y="6102350"/>
          <p14:tracePt t="10558" x="3829050" y="6083300"/>
          <p14:tracePt t="10574" x="3879850" y="6076950"/>
          <p14:tracePt t="10591" x="3924300" y="6076950"/>
          <p14:tracePt t="10608" x="3968750" y="6070600"/>
          <p14:tracePt t="10624" x="4000500" y="6070600"/>
          <p14:tracePt t="10642" x="4019550" y="6064250"/>
          <p14:tracePt t="10657" x="4025900" y="6064250"/>
          <p14:tracePt t="10674" x="4032250" y="6064250"/>
          <p14:tracePt t="10712" x="4032250" y="6057900"/>
          <p14:tracePt t="10782" x="4025900" y="6057900"/>
          <p14:tracePt t="10790" x="4019550" y="6057900"/>
          <p14:tracePt t="10803" x="4013200" y="6057900"/>
          <p14:tracePt t="10810" x="4006850" y="6057900"/>
          <p14:tracePt t="10826" x="3981450" y="6057900"/>
          <p14:tracePt t="10840" x="3917950" y="6057900"/>
          <p14:tracePt t="10857" x="3867150" y="6064250"/>
          <p14:tracePt t="10874" x="3746500" y="6070600"/>
          <p14:tracePt t="10890" x="3670300" y="6070600"/>
          <p14:tracePt t="10907" x="3568700" y="6076950"/>
          <p14:tracePt t="10924" x="3486150" y="6089650"/>
          <p14:tracePt t="10940" x="3467100" y="6089650"/>
          <p14:tracePt t="10956" x="3448050" y="6096000"/>
          <p14:tracePt t="10973" x="3454400" y="6102350"/>
          <p14:tracePt t="10990" x="3467100" y="6102350"/>
          <p14:tracePt t="11007" x="3511550" y="6102350"/>
          <p14:tracePt t="11023" x="3600450" y="6102350"/>
          <p14:tracePt t="11040" x="3663950" y="6102350"/>
          <p14:tracePt t="11057" x="3841750" y="6102350"/>
          <p14:tracePt t="11073" x="4013200" y="6096000"/>
          <p14:tracePt t="11089" x="4076700" y="6089650"/>
          <p14:tracePt t="11106" x="4203700" y="6076950"/>
          <p14:tracePt t="11122" x="4260850" y="6070600"/>
          <p14:tracePt t="11139" x="4279900" y="6064250"/>
          <p14:tracePt t="11156" x="4292600" y="6057900"/>
          <p14:tracePt t="11172" x="4292600" y="6051550"/>
          <p14:tracePt t="11189" x="4292600" y="6045200"/>
          <p14:tracePt t="11205" x="4286250" y="6045200"/>
          <p14:tracePt t="11222" x="4260850" y="6032500"/>
          <p14:tracePt t="11239" x="4171950" y="6019800"/>
          <p14:tracePt t="11255" x="4013200" y="6019800"/>
          <p14:tracePt t="11272" x="3917950" y="6019800"/>
          <p14:tracePt t="11289" x="3746500" y="6038850"/>
          <p14:tracePt t="11305" x="3600450" y="6083300"/>
          <p14:tracePt t="11322" x="3543300" y="6096000"/>
          <p14:tracePt t="11338" x="3492500" y="6127750"/>
          <p14:tracePt t="11355" x="3473450" y="6146800"/>
          <p14:tracePt t="11373" x="3467100" y="6159500"/>
          <p14:tracePt t="11388" x="3479800" y="6165850"/>
          <p14:tracePt t="11405" x="3524250" y="6184900"/>
          <p14:tracePt t="11422" x="3606800" y="6210300"/>
          <p14:tracePt t="11438" x="3657600" y="6223000"/>
          <p14:tracePt t="11454" x="3727450" y="6242050"/>
          <p14:tracePt t="11472" x="3943350" y="6242050"/>
          <p14:tracePt t="11488" x="4006850" y="6235700"/>
          <p14:tracePt t="11505" x="4064000" y="6229350"/>
          <p14:tracePt t="11521" x="4133850" y="6197600"/>
          <p14:tracePt t="11538" x="4165600" y="6165850"/>
          <p14:tracePt t="11555" x="4171950" y="6165850"/>
          <p14:tracePt t="11571" x="4171950" y="6146800"/>
          <p14:tracePt t="11588" x="4171950" y="6121400"/>
          <p14:tracePt t="11605" x="4133850" y="6089650"/>
          <p14:tracePt t="11621" x="4089400" y="6070600"/>
          <p14:tracePt t="11637" x="3968750" y="6019800"/>
          <p14:tracePt t="11655" x="3810000" y="5981700"/>
          <p14:tracePt t="11670" x="3721100" y="5975350"/>
          <p14:tracePt t="11687" x="3575050" y="5962650"/>
          <p14:tracePt t="11704" x="3467100" y="5981700"/>
          <p14:tracePt t="11721" x="3435350" y="6000750"/>
          <p14:tracePt t="11737" x="3416300" y="6007100"/>
          <p14:tracePt t="11753" x="3390900" y="6032500"/>
          <p14:tracePt t="11770" x="3390900" y="6038850"/>
          <p14:tracePt t="11789" x="3397250" y="6051550"/>
          <p14:tracePt t="11804" x="3409950" y="6057900"/>
          <p14:tracePt t="11820" x="3441700" y="6070600"/>
          <p14:tracePt t="11837" x="3536950" y="6096000"/>
          <p14:tracePt t="11853" x="3594100" y="6115050"/>
          <p14:tracePt t="11870" x="3708400" y="6134100"/>
          <p14:tracePt t="11886" x="3822700" y="6134100"/>
          <p14:tracePt t="11903" x="3867150" y="6121400"/>
          <p14:tracePt t="11920" x="3911600" y="6108700"/>
          <p14:tracePt t="11936" x="3937000" y="6089650"/>
          <p14:tracePt t="11953" x="3943350" y="6083300"/>
          <p14:tracePt t="11970" x="3943350" y="6064250"/>
          <p14:tracePt t="11986" x="3943350" y="6057900"/>
          <p14:tracePt t="12003" x="3943350" y="6051550"/>
          <p14:tracePt t="12020" x="3943350" y="6045200"/>
          <p14:tracePt t="12036" x="3924300" y="6038850"/>
          <p14:tracePt t="12052" x="3905250" y="6038850"/>
          <p14:tracePt t="12069" x="3860800" y="6038850"/>
          <p14:tracePt t="12086" x="3829050" y="6038850"/>
          <p14:tracePt t="12102" x="3740150" y="6038850"/>
          <p14:tracePt t="12119" x="3644900" y="6057900"/>
          <p14:tracePt t="12136" x="3587750" y="6076950"/>
          <p14:tracePt t="12153" x="3505200" y="6108700"/>
          <p14:tracePt t="12169" x="3460750" y="6140450"/>
          <p14:tracePt t="12185" x="3448050" y="6153150"/>
          <p14:tracePt t="12203" x="3435350" y="6165850"/>
          <p14:tracePt t="12219" x="3429000" y="6178550"/>
          <p14:tracePt t="12287" x="3429000" y="6172200"/>
          <p14:tracePt t="12307" x="3429000" y="6165850"/>
          <p14:tracePt t="12314" x="3429000" y="6159500"/>
          <p14:tracePt t="12336" x="3429000" y="6153150"/>
          <p14:tracePt t="12356" x="3422650" y="6146800"/>
          <p14:tracePt t="12371" x="3416300" y="6146800"/>
          <p14:tracePt t="12378" x="3403600" y="6146800"/>
          <p14:tracePt t="12388" x="3390900" y="6140450"/>
          <p14:tracePt t="12402" x="3371850" y="6121400"/>
          <p14:tracePt t="12418" x="3340100" y="6115050"/>
          <p14:tracePt t="12435" x="3270250" y="6102350"/>
          <p14:tracePt t="12451" x="3175000" y="6083300"/>
          <p14:tracePt t="12468" x="3124200" y="6070600"/>
          <p14:tracePt t="12485" x="3016250" y="6064250"/>
          <p14:tracePt t="12501" x="2959100" y="6057900"/>
          <p14:tracePt t="12519" x="2914650" y="6057900"/>
          <p14:tracePt t="12535" x="2901950" y="6057900"/>
          <p14:tracePt t="12551" x="2882900" y="6057900"/>
          <p14:tracePt t="12568" x="2876550" y="6064250"/>
          <p14:tracePt t="12601" x="2870200" y="6064250"/>
          <p14:tracePt t="12680" x="2870200" y="6070600"/>
          <p14:tracePt t="13444" x="2914650" y="6070600"/>
          <p14:tracePt t="13451" x="2990850" y="6076950"/>
          <p14:tracePt t="13468" x="3079750" y="6096000"/>
          <p14:tracePt t="13481" x="3181350" y="6121400"/>
          <p14:tracePt t="13498" x="3435350" y="6127750"/>
          <p14:tracePt t="13516" x="3676650" y="6153150"/>
          <p14:tracePt t="13531" x="3790950" y="6153150"/>
          <p14:tracePt t="13548" x="3943350" y="6153150"/>
          <p14:tracePt t="13565" x="4051300" y="6140450"/>
          <p14:tracePt t="13581" x="4102100" y="6140450"/>
          <p14:tracePt t="13598" x="4152900" y="6121400"/>
          <p14:tracePt t="13614" x="4171950" y="6115050"/>
          <p14:tracePt t="13775" x="4165600" y="6115050"/>
          <p14:tracePt t="13782" x="4159250" y="6115050"/>
          <p14:tracePt t="13817" x="4159250" y="6108700"/>
          <p14:tracePt t="13845" x="4152900" y="6108700"/>
          <p14:tracePt t="13852" x="4146550" y="6108700"/>
          <p14:tracePt t="13866" x="4133850" y="6108700"/>
          <p14:tracePt t="13881" x="4114800" y="6102350"/>
          <p14:tracePt t="13896" x="4070350" y="6102350"/>
          <p14:tracePt t="13913" x="4032250" y="6102350"/>
          <p14:tracePt t="13930" x="3943350" y="6102350"/>
          <p14:tracePt t="13946" x="3841750" y="6102350"/>
          <p14:tracePt t="13963" x="3778250" y="6102350"/>
          <p14:tracePt t="13980" x="3670300" y="6102350"/>
          <p14:tracePt t="13996" x="3606800" y="6102350"/>
          <p14:tracePt t="14013" x="3575050" y="6102350"/>
          <p14:tracePt t="14029" x="3543300" y="6102350"/>
          <p14:tracePt t="14046" x="3530600" y="6102350"/>
          <p14:tracePt t="14079" x="3524250" y="6102350"/>
          <p14:tracePt t="14099" x="3517900" y="6102350"/>
          <p14:tracePt t="14316" x="3524250" y="6102350"/>
          <p14:tracePt t="14323" x="3543300" y="6102350"/>
          <p14:tracePt t="14337" x="3568700" y="6102350"/>
          <p14:tracePt t="14348" x="3600450" y="6102350"/>
          <p14:tracePt t="14361" x="3644900" y="6102350"/>
          <p14:tracePt t="14379" x="3702050" y="6102350"/>
          <p14:tracePt t="14395" x="3816350" y="6102350"/>
          <p14:tracePt t="14411" x="3917950" y="6089650"/>
          <p14:tracePt t="14430" x="3987800" y="6083300"/>
          <p14:tracePt t="14444" x="4006850" y="6083300"/>
          <p14:tracePt t="14461" x="4032250" y="6076950"/>
          <p14:tracePt t="14478" x="4032250" y="6070600"/>
          <p14:tracePt t="14494" x="4032250" y="6064250"/>
          <p14:tracePt t="14529" x="4019550" y="6057900"/>
          <p14:tracePt t="14534" x="3994150" y="6045200"/>
          <p14:tracePt t="14548" x="3968750" y="6038850"/>
          <p14:tracePt t="14561" x="3924300" y="6026150"/>
          <p14:tracePt t="14577" x="3803650" y="5994400"/>
          <p14:tracePt t="14594" x="3740150" y="5975350"/>
          <p14:tracePt t="14611" x="3581400" y="5930900"/>
          <p14:tracePt t="14627" x="3448050" y="5911850"/>
          <p14:tracePt t="14644" x="3397250" y="5899150"/>
          <p14:tracePt t="14661" x="3340100" y="5899150"/>
          <p14:tracePt t="14678" x="3263900" y="5886450"/>
          <p14:tracePt t="14694" x="3251200" y="5886450"/>
          <p14:tracePt t="14711" x="3232150" y="5886450"/>
          <p14:tracePt t="14727" x="3225800" y="5886450"/>
          <p14:tracePt t="14744" x="3219450" y="5892800"/>
          <p14:tracePt t="14760" x="3206750" y="5899150"/>
          <p14:tracePt t="14793" x="3194050" y="5905500"/>
          <p14:tracePt t="14810" x="3181350" y="5905500"/>
          <p14:tracePt t="14826" x="3168650" y="5905500"/>
          <p14:tracePt t="14843" x="3168650" y="5899150"/>
          <p14:tracePt t="15117" x="3149600" y="5899150"/>
          <p14:tracePt t="15131" x="3117850" y="5918200"/>
          <p14:tracePt t="15138" x="3073400" y="5943600"/>
          <p14:tracePt t="15152" x="3041650" y="5956300"/>
          <p14:tracePt t="15161" x="2997200" y="5988050"/>
          <p14:tracePt t="15176" x="2952750" y="5994400"/>
          <p14:tracePt t="15192" x="2870200" y="6026150"/>
          <p14:tracePt t="15209" x="2794000" y="6045200"/>
          <p14:tracePt t="15225" x="2755900" y="6057900"/>
          <p14:tracePt t="15242" x="2711450" y="6070600"/>
          <p14:tracePt t="15258" x="2641600" y="6089650"/>
          <p14:tracePt t="15275" x="2622550" y="6096000"/>
          <p14:tracePt t="15292" x="2597150" y="6096000"/>
          <p14:tracePt t="15308" x="2565400" y="6096000"/>
          <p14:tracePt t="15325" x="2533650" y="6096000"/>
          <p14:tracePt t="15342" x="2520950" y="6096000"/>
          <p14:tracePt t="15358" x="2508250" y="6096000"/>
          <p14:tracePt t="15375" x="2495550" y="6096000"/>
          <p14:tracePt t="15392" x="2489200" y="6096000"/>
          <p14:tracePt t="15408" x="2482850" y="6096000"/>
          <p14:tracePt t="15424" x="2470150" y="6096000"/>
          <p14:tracePt t="15457" x="2457450" y="6096000"/>
          <p14:tracePt t="15474" x="2451100" y="6096000"/>
          <p14:tracePt t="15491" x="2438400" y="6102350"/>
          <p14:tracePt t="15507" x="2432050" y="6102350"/>
          <p14:tracePt t="15525" x="2425700" y="6102350"/>
          <p14:tracePt t="15541" x="2413000" y="6108700"/>
          <p14:tracePt t="15557" x="2400300" y="6108700"/>
          <p14:tracePt t="15576" x="2374900" y="6115050"/>
          <p14:tracePt t="15591" x="2362200" y="6121400"/>
          <p14:tracePt t="15607" x="2317750" y="6134100"/>
          <p14:tracePt t="15625" x="2279650" y="6153150"/>
          <p14:tracePt t="15640" x="2266950" y="6172200"/>
          <p14:tracePt t="15657" x="2222500" y="6191250"/>
          <p14:tracePt t="15674" x="2197100" y="6210300"/>
          <p14:tracePt t="15690" x="2184400" y="6216650"/>
          <p14:tracePt t="15707" x="2171700" y="6229350"/>
          <p14:tracePt t="15724" x="2159000" y="6242050"/>
          <p14:tracePt t="15740" x="2152650" y="6254750"/>
          <p14:tracePt t="15757" x="2146300" y="6261100"/>
          <p14:tracePt t="15773" x="2133600" y="6267450"/>
          <p14:tracePt t="15807" x="2133600" y="6273800"/>
          <p14:tracePt t="15823" x="2120900" y="6280150"/>
          <p14:tracePt t="15840" x="2114550" y="6280150"/>
          <p14:tracePt t="15876" x="2108200" y="6286500"/>
          <p14:tracePt t="15892" x="2101850" y="6286500"/>
          <p14:tracePt t="15925" x="2095500" y="6286500"/>
          <p14:tracePt t="15932" x="2095500" y="6292850"/>
          <p14:tracePt t="15982" x="2089150" y="6292850"/>
          <p14:tracePt t="16003" x="2082800" y="6292850"/>
          <p14:tracePt t="16031" x="2076450" y="6292850"/>
          <p14:tracePt t="16101" x="2076450" y="6299200"/>
          <p14:tracePt t="16164" x="2076450" y="6305550"/>
          <p14:tracePt t="16192" x="2082800" y="6305550"/>
          <p14:tracePt t="16213" x="2089150" y="6305550"/>
          <p14:tracePt t="16235" x="2095500" y="6305550"/>
          <p14:tracePt t="16242" x="2101850" y="6305550"/>
          <p14:tracePt t="16257" x="2108200" y="6305550"/>
          <p14:tracePt t="16271" x="2120900" y="6305550"/>
          <p14:tracePt t="16288" x="2190750" y="6318250"/>
          <p14:tracePt t="16306" x="2241550" y="6324600"/>
          <p14:tracePt t="16321" x="2387600" y="6362700"/>
          <p14:tracePt t="16338" x="2546350" y="6413500"/>
          <p14:tracePt t="16355" x="2628900" y="6432550"/>
          <p14:tracePt t="16371" x="2762250" y="6470650"/>
          <p14:tracePt t="16388" x="2844800" y="6496050"/>
          <p14:tracePt t="16405" x="2895600" y="6515100"/>
          <p14:tracePt t="16421" x="2914650" y="6521450"/>
          <p14:tracePt t="16437" x="2921000" y="6521450"/>
          <p14:tracePt t="16454" x="2946400" y="6534150"/>
          <p14:tracePt t="16471" x="2952750" y="6534150"/>
          <p14:tracePt t="16488" x="2959100" y="6534150"/>
          <p14:tracePt t="16504" x="2959100" y="6540500"/>
          <p14:tracePt t="16521" x="2971800" y="6540500"/>
          <p14:tracePt t="16538" x="2978150" y="6553200"/>
          <p14:tracePt t="16554" x="2984500" y="6553200"/>
          <p14:tracePt t="16571" x="2997200" y="6565900"/>
          <p14:tracePt t="16588" x="3003550" y="6572250"/>
          <p14:tracePt t="16603" x="3009900" y="6572250"/>
          <p14:tracePt t="16620" x="3016250" y="6572250"/>
          <p14:tracePt t="16638" x="3022600" y="6572250"/>
          <p14:tracePt t="16671" x="3028950" y="6572250"/>
          <p14:tracePt t="16687" x="3035300" y="6572250"/>
          <p14:tracePt t="16734" x="3041650" y="6572250"/>
          <p14:tracePt t="16755" x="3041650" y="6565900"/>
          <p14:tracePt t="16776" x="3041650" y="6559550"/>
          <p14:tracePt t="16797" x="3041650" y="6553200"/>
          <p14:tracePt t="16804" x="3041650" y="6546850"/>
          <p14:tracePt t="16825" x="3035300" y="6540500"/>
          <p14:tracePt t="16840" x="3028950" y="6540500"/>
          <p14:tracePt t="16846" x="3022600" y="6534150"/>
          <p14:tracePt t="16861" x="3009900" y="6527800"/>
          <p14:tracePt t="16870" x="2997200" y="6515100"/>
          <p14:tracePt t="16886" x="2984500" y="6502400"/>
          <p14:tracePt t="16903" x="2946400" y="6477000"/>
          <p14:tracePt t="16919" x="2914650" y="6451600"/>
          <p14:tracePt t="16936" x="2901950" y="6438900"/>
          <p14:tracePt t="16953" x="2863850" y="6413500"/>
          <p14:tracePt t="16969" x="2838450" y="6407150"/>
          <p14:tracePt t="16986" x="2825750" y="6400800"/>
          <p14:tracePt t="17004" x="2813050" y="6400800"/>
          <p14:tracePt t="17020" x="2800350" y="6400800"/>
          <p14:tracePt t="17035" x="2794000" y="6400800"/>
          <p14:tracePt t="17052" x="2781300" y="6400800"/>
          <p14:tracePt t="17069" x="2774950" y="6400800"/>
          <p14:tracePt t="17128" x="2768600" y="6400800"/>
          <p14:tracePt t="17156" x="2768600" y="6407150"/>
          <p14:tracePt t="17177" x="2774950" y="6413500"/>
          <p14:tracePt t="17198" x="2787650" y="6413500"/>
          <p14:tracePt t="17212" x="2787650" y="6419850"/>
          <p14:tracePt t="17221" x="2794000" y="6426200"/>
          <p14:tracePt t="17235" x="2800350" y="6426200"/>
          <p14:tracePt t="17251" x="2825750" y="6438900"/>
          <p14:tracePt t="17269" x="2876550" y="6464300"/>
          <p14:tracePt t="17285" x="2921000" y="6489700"/>
          <p14:tracePt t="17301" x="3009900" y="6546850"/>
          <p14:tracePt t="17320" x="3117850" y="6591300"/>
          <p14:tracePt t="17337" x="3162300" y="6616700"/>
          <p14:tracePt t="17352" x="3206750" y="6635750"/>
          <p14:tracePt t="17368" x="3282950" y="6667500"/>
          <p14:tracePt t="17384" x="3295650" y="6667500"/>
          <p14:tracePt t="17401" x="3302000" y="6673850"/>
          <p14:tracePt t="17417" x="3308350" y="6673850"/>
          <p14:tracePt t="17479" x="3308350" y="6667500"/>
          <p14:tracePt t="17522" x="3308350" y="6661150"/>
          <p14:tracePt t="17578" x="3308350" y="6654800"/>
          <p14:tracePt t="17620" x="3308350" y="6648450"/>
          <p14:tracePt t="17641" x="3302000" y="6648450"/>
          <p14:tracePt t="17648" x="3295650" y="6648450"/>
          <p14:tracePt t="17662" x="3295650" y="6642100"/>
          <p14:tracePt t="17670" x="3276600" y="6635750"/>
          <p14:tracePt t="17686" x="3263900" y="6623050"/>
          <p14:tracePt t="17700" x="3238500" y="6597650"/>
          <p14:tracePt t="17717" x="3162300" y="6546850"/>
          <p14:tracePt t="17733" x="3073400" y="6489700"/>
          <p14:tracePt t="17750" x="3028950" y="6464300"/>
          <p14:tracePt t="17766" x="2952750" y="6413500"/>
          <p14:tracePt t="17783" x="2901950" y="6381750"/>
          <p14:tracePt t="17800" x="2876550" y="6369050"/>
          <p14:tracePt t="17817" x="2851150" y="6362700"/>
          <p14:tracePt t="17832" x="2832100" y="6356350"/>
          <p14:tracePt t="17849" x="2825750" y="6356350"/>
          <p14:tracePt t="17901" x="2825750" y="6350000"/>
          <p14:tracePt t="17929" x="2825750" y="6343650"/>
          <p14:tracePt t="17950" x="2825750" y="6337300"/>
          <p14:tracePt t="17993" x="2832100" y="6337300"/>
          <p14:tracePt t="18000" x="2832100" y="6330950"/>
          <p14:tracePt t="18021" x="2832100" y="6318250"/>
          <p14:tracePt t="18042" x="2832100" y="6305550"/>
          <p14:tracePt t="18056" x="2832100" y="6299200"/>
          <p14:tracePt t="18063" x="2832100" y="6280150"/>
          <p14:tracePt t="18070" x="2825750" y="6261100"/>
          <p14:tracePt t="18085" x="2819400" y="6223000"/>
          <p14:tracePt t="18100" x="2813050" y="6165850"/>
          <p14:tracePt t="18115" x="2774950" y="6045200"/>
          <p14:tracePt t="18132" x="2755900" y="5969000"/>
          <p14:tracePt t="18149" x="2692400" y="5797550"/>
          <p14:tracePt t="18165" x="2622550" y="5600700"/>
          <p14:tracePt t="18181" x="2578100" y="5505450"/>
          <p14:tracePt t="18198" x="2508250" y="5346700"/>
          <p14:tracePt t="18215" x="2444750" y="5232400"/>
          <p14:tracePt t="18232" x="2413000" y="5187950"/>
          <p14:tracePt t="18248" x="2374900" y="5130800"/>
          <p14:tracePt t="18264" x="2362200" y="5111750"/>
          <p14:tracePt t="18283" x="2330450" y="5092700"/>
          <p14:tracePt t="18298" x="2330450" y="5086350"/>
          <p14:tracePt t="18314" x="2324100" y="5080000"/>
          <p14:tracePt t="18331" x="2317750" y="5080000"/>
          <p14:tracePt t="18348" x="2311400" y="5073650"/>
          <p14:tracePt t="18506" x="2317750" y="5073650"/>
          <p14:tracePt t="18548" x="2324100" y="5073650"/>
          <p14:tracePt t="18555" x="2330450" y="5073650"/>
          <p14:tracePt t="18564" x="2336800" y="5073650"/>
          <p14:tracePt t="18581" x="2349500" y="5073650"/>
          <p14:tracePt t="18599" x="2387600" y="5092700"/>
          <p14:tracePt t="18614" x="2419350" y="5092700"/>
          <p14:tracePt t="18630" x="2546350" y="5105400"/>
          <p14:tracePt t="18648" x="2711450" y="5149850"/>
          <p14:tracePt t="18664" x="2819400" y="5168900"/>
          <p14:tracePt t="18680" x="2933700" y="5181600"/>
          <p14:tracePt t="18697" x="3302000" y="5213350"/>
          <p14:tracePt t="18713" x="3429000" y="5213350"/>
          <p14:tracePt t="18730" x="3651250" y="5213350"/>
          <p14:tracePt t="18746" x="3867150" y="5194300"/>
          <p14:tracePt t="18763" x="3956050" y="5194300"/>
          <p14:tracePt t="18779" x="4089400" y="5175250"/>
          <p14:tracePt t="18796" x="4216400" y="5168900"/>
          <p14:tracePt t="18813" x="4273550" y="5149850"/>
          <p14:tracePt t="18831" x="4356100" y="5130800"/>
          <p14:tracePt t="18846" x="4425950" y="5118100"/>
          <p14:tracePt t="18863" x="4451350" y="5111750"/>
          <p14:tracePt t="18880" x="4476750" y="5105400"/>
          <p14:tracePt t="18896" x="4483100" y="5105400"/>
          <p14:tracePt t="18913" x="4495800" y="5099050"/>
          <p14:tracePt t="18930" x="4502150" y="5092700"/>
          <p14:tracePt t="18977" x="4495800" y="5086350"/>
          <p14:tracePt t="19005" x="4489450" y="5086350"/>
          <p14:tracePt t="19033" x="4483100" y="5086350"/>
          <p14:tracePt t="20839" x="4483100" y="5118100"/>
          <p14:tracePt t="20846" x="4476750" y="5143500"/>
          <p14:tracePt t="20855" x="4476750" y="5175250"/>
          <p14:tracePt t="20872" x="4464050" y="5200650"/>
          <p14:tracePt t="20889" x="4464050" y="5270500"/>
          <p14:tracePt t="20905" x="4464050" y="5295900"/>
          <p14:tracePt t="20922" x="4470400" y="5378450"/>
          <p14:tracePt t="20938" x="4476750" y="5441950"/>
          <p14:tracePt t="20955" x="4476750" y="5473700"/>
          <p14:tracePt t="20972" x="4483100" y="5543550"/>
          <p14:tracePt t="20988" x="4489450" y="5562600"/>
          <p14:tracePt t="21005" x="4495800" y="5581650"/>
          <p14:tracePt t="21022" x="4514850" y="5626100"/>
          <p14:tracePt t="21055" x="4521200" y="5632450"/>
          <p14:tracePt t="21072" x="4527550" y="5645150"/>
          <p14:tracePt t="21088" x="4527550" y="5657850"/>
          <p14:tracePt t="21106" x="4533900" y="5657850"/>
          <p14:tracePt t="21121" x="4540250" y="5664200"/>
          <p14:tracePt t="21138" x="4546600" y="5683250"/>
          <p14:tracePt t="21155" x="4546600" y="5689600"/>
          <p14:tracePt t="21171" x="4546600" y="5695950"/>
          <p14:tracePt t="21188" x="4546600" y="5702300"/>
          <p14:tracePt t="21205" x="4546600" y="5715000"/>
          <p14:tracePt t="21862" x="4546600" y="5721350"/>
          <p14:tracePt t="21870" x="4552950" y="5734050"/>
          <p14:tracePt t="21883" x="4565650" y="5746750"/>
          <p14:tracePt t="21890" x="4578350" y="5765800"/>
          <p14:tracePt t="21902" x="4591050" y="5784850"/>
          <p14:tracePt t="21920" x="4616450" y="5822950"/>
          <p14:tracePt t="21935" x="4629150" y="5835650"/>
          <p14:tracePt t="21952" x="4635500" y="5861050"/>
          <p14:tracePt t="21968" x="4660900" y="5899150"/>
          <p14:tracePt t="21985" x="4660900" y="5905500"/>
          <p14:tracePt t="21988" x="4667250" y="5911850"/>
          <p14:tracePt t="22018" x="4673600" y="5918200"/>
          <p14:tracePt t="22035" x="4673600" y="5924550"/>
          <p14:tracePt t="22052" x="4686300" y="5943600"/>
          <p14:tracePt t="22068" x="4692650" y="5956300"/>
          <p14:tracePt t="22085" x="4705350" y="5981700"/>
          <p14:tracePt t="22102" x="4730750" y="6026150"/>
          <p14:tracePt t="22118" x="4743450" y="6045200"/>
          <p14:tracePt t="22134" x="4768850" y="6089650"/>
          <p14:tracePt t="22151" x="4800600" y="6127750"/>
          <p14:tracePt t="22168" x="4806950" y="6134100"/>
          <p14:tracePt t="23178" x="4806950" y="6121400"/>
          <p14:tracePt t="23185" x="4794250" y="6096000"/>
          <p14:tracePt t="23200" x="4787900" y="6064250"/>
          <p14:tracePt t="23214" x="4768850" y="6019800"/>
          <p14:tracePt t="23231" x="4762500" y="6000750"/>
          <p14:tracePt t="23249" x="4749800" y="5969000"/>
          <p14:tracePt t="23264" x="4730750" y="5956300"/>
          <p14:tracePt t="23280" x="4730750" y="5937250"/>
          <p14:tracePt t="23298" x="4724400" y="5918200"/>
          <p14:tracePt t="23314" x="4724400" y="5905500"/>
          <p14:tracePt t="23330" x="4718050" y="5886450"/>
          <p14:tracePt t="23347" x="4718050" y="5873750"/>
          <p14:tracePt t="23363" x="4711700" y="5861050"/>
          <p14:tracePt t="23380" x="4705350" y="5835650"/>
          <p14:tracePt t="23396" x="4699000" y="5810250"/>
          <p14:tracePt t="23413" x="4699000" y="5791200"/>
          <p14:tracePt t="23430" x="4692650" y="5740400"/>
          <p14:tracePt t="23446" x="4686300" y="5708650"/>
          <p14:tracePt t="23463" x="4673600" y="5689600"/>
          <p14:tracePt t="23481" x="4673600" y="5664200"/>
          <p14:tracePt t="23496" x="4673600" y="5645150"/>
          <p14:tracePt t="23513" x="4673600" y="5632450"/>
          <p14:tracePt t="23516" x="4673600" y="5626100"/>
          <p14:tracePt t="23532" x="4673600" y="5619750"/>
          <p14:tracePt t="23546" x="4673600" y="5613400"/>
          <p14:tracePt t="23563" x="4673600" y="5600700"/>
          <p14:tracePt t="23580" x="4673600" y="5588000"/>
          <p14:tracePt t="23613" x="4673600" y="5575300"/>
          <p14:tracePt t="23691" x="4673600" y="5568950"/>
          <p14:tracePt t="23698" x="4673600" y="5562600"/>
          <p14:tracePt t="23705" x="4673600" y="5556250"/>
          <p14:tracePt t="23726" x="4673600" y="5549900"/>
          <p14:tracePt t="23747" x="4673600" y="5543550"/>
          <p14:tracePt t="23768" x="4679950" y="5543550"/>
          <p14:tracePt t="23797" x="4679950" y="5537200"/>
          <p14:tracePt t="23818" x="4679950" y="5530850"/>
          <p14:tracePt t="23839" x="4686300" y="5530850"/>
          <p14:tracePt t="23846" x="4686300" y="5524500"/>
          <p14:tracePt t="23881" x="4686300" y="5518150"/>
          <p14:tracePt t="23937" x="4692650" y="5511800"/>
          <p14:tracePt t="24706" x="4692650" y="5524500"/>
          <p14:tracePt t="24712" x="4679950" y="5537200"/>
          <p14:tracePt t="24725" x="4679950" y="5543550"/>
          <p14:tracePt t="24742" x="4660900" y="5568950"/>
          <p14:tracePt t="24759" x="4648200" y="5588000"/>
          <p14:tracePt t="24776" x="4610100" y="5613400"/>
          <p14:tracePt t="24792" x="4559300" y="5638800"/>
          <p14:tracePt t="24808" x="4514850" y="5657850"/>
          <p14:tracePt t="24826" x="4406900" y="5676900"/>
          <p14:tracePt t="24842" x="4330700" y="5683250"/>
          <p14:tracePt t="24858" x="4140200" y="5683250"/>
          <p14:tracePt t="24875" x="3911600" y="5683250"/>
          <p14:tracePt t="24891" x="3797300" y="5670550"/>
          <p14:tracePt t="24909" x="3530600" y="5638800"/>
          <p14:tracePt t="24924" x="3238500" y="5613400"/>
          <p14:tracePt t="24941" x="3111500" y="5594350"/>
          <p14:tracePt t="24958" x="2927350" y="5562600"/>
          <p14:tracePt t="24975" x="2819400" y="5537200"/>
          <p14:tracePt t="24991" x="2794000" y="5537200"/>
          <p14:tracePt t="25008" x="2749550" y="5537200"/>
          <p14:tracePt t="25024" x="2743200" y="5543550"/>
          <p14:tracePt t="25549" x="2711450" y="5543550"/>
          <p14:tracePt t="25557" x="2660650" y="5543550"/>
          <p14:tracePt t="25563" x="2603500" y="5530850"/>
          <p14:tracePt t="25577" x="2540000" y="5530850"/>
          <p14:tracePt t="25588" x="2476500" y="5511800"/>
          <p14:tracePt t="25606" x="2292350" y="5492750"/>
          <p14:tracePt t="25622" x="2203450" y="5473700"/>
          <p14:tracePt t="25639" x="2000250" y="5429250"/>
          <p14:tracePt t="25656" x="1816100" y="5378450"/>
          <p14:tracePt t="25672" x="1733550" y="5346700"/>
          <p14:tracePt t="25690" x="1574800" y="5289550"/>
          <p14:tracePt t="25705" x="1479550" y="5251450"/>
          <p14:tracePt t="25722" x="1447800" y="5245100"/>
          <p14:tracePt t="25739" x="1403350" y="5232400"/>
          <p14:tracePt t="25755" x="1384300" y="5232400"/>
          <p14:tracePt t="25772" x="1371600" y="5232400"/>
          <p14:tracePt t="25789" x="1358900" y="5232400"/>
          <p14:tracePt t="25805" x="1346200" y="5232400"/>
          <p14:tracePt t="25822" x="1327150" y="5232400"/>
          <p14:tracePt t="25838" x="1308100" y="5226050"/>
          <p14:tracePt t="25855" x="1289050" y="5219700"/>
          <p14:tracePt t="25872" x="1263650" y="5213350"/>
          <p14:tracePt t="25888" x="1231900" y="5207000"/>
          <p14:tracePt t="25905" x="1206500" y="5207000"/>
          <p14:tracePt t="25923" x="1155700" y="5194300"/>
          <p14:tracePt t="25938" x="1098550" y="5187950"/>
          <p14:tracePt t="25954" x="1066800" y="5187950"/>
          <p14:tracePt t="25972" x="1003300" y="5187950"/>
          <p14:tracePt t="25988" x="939800" y="5194300"/>
          <p14:tracePt t="26004" x="920750" y="5200650"/>
          <p14:tracePt t="26021" x="876300" y="5219700"/>
          <p14:tracePt t="26037" x="857250" y="5226050"/>
          <p14:tracePt t="26054" x="831850" y="5245100"/>
          <p14:tracePt t="26071" x="812800" y="5251450"/>
          <p14:tracePt t="26087" x="812800" y="5257800"/>
          <p14:tracePt t="26104" x="793750" y="5270500"/>
          <p14:tracePt t="26120" x="781050" y="5283200"/>
          <p14:tracePt t="26137" x="781050" y="5289550"/>
          <p14:tracePt t="26154" x="768350" y="5295900"/>
          <p14:tracePt t="26170" x="768350" y="5302250"/>
          <p14:tracePt t="26204" x="768350" y="5308600"/>
          <p14:tracePt t="26231" x="768350" y="5314950"/>
          <p14:tracePt t="26253" x="762000" y="5321300"/>
          <p14:tracePt t="26259" x="755650" y="5321300"/>
          <p14:tracePt t="26288" x="749300" y="5327650"/>
          <p14:tracePt t="26301" x="742950" y="5327650"/>
          <p14:tracePt t="26329" x="736600" y="5334000"/>
          <p14:tracePt t="26358" x="730250" y="5334000"/>
          <p14:tracePt t="26379" x="730250" y="5340350"/>
          <p14:tracePt t="26400" x="723900" y="5346700"/>
          <p14:tracePt t="26421" x="723900" y="5353050"/>
          <p14:tracePt t="26428" x="717550" y="5353050"/>
          <p14:tracePt t="26449" x="711200" y="5353050"/>
          <p14:tracePt t="26471" x="711200" y="5359400"/>
          <p14:tracePt t="26492" x="704850" y="5365750"/>
          <p14:tracePt t="26519" x="698500" y="5365750"/>
          <p14:tracePt t="26548" x="692150" y="5372100"/>
          <p14:tracePt t="26569" x="692150" y="5378450"/>
          <p14:tracePt t="26610" x="685800" y="5384800"/>
          <p14:tracePt t="26619" x="685800" y="5391150"/>
          <p14:tracePt t="26639" x="679450" y="5397500"/>
          <p14:tracePt t="26660" x="673100" y="5403850"/>
          <p14:tracePt t="26688" x="666750" y="5403850"/>
          <p14:tracePt t="26710" x="666750" y="5410200"/>
          <p14:tracePt t="26730" x="660400" y="5410200"/>
          <p14:tracePt t="26752" x="654050" y="5416550"/>
          <p14:tracePt t="26780" x="654050" y="5422900"/>
          <p14:tracePt t="26801" x="647700" y="5429250"/>
          <p14:tracePt t="26822" x="647700" y="5435600"/>
          <p14:tracePt t="26829" x="641350" y="5435600"/>
          <p14:tracePt t="26850" x="635000" y="5441950"/>
          <p14:tracePt t="26892" x="628650" y="5441950"/>
          <p14:tracePt t="26920" x="622300" y="5448300"/>
          <p14:tracePt t="26955" x="622300" y="5454650"/>
          <p14:tracePt t="26984" x="615950" y="5461000"/>
          <p14:tracePt t="26991" x="615950" y="5467350"/>
          <p14:tracePt t="27012" x="615950" y="5473700"/>
          <p14:tracePt t="27026" x="622300" y="5473700"/>
          <p14:tracePt t="27035" x="635000" y="5480050"/>
          <p14:tracePt t="27051" x="647700" y="5486400"/>
          <p14:tracePt t="27068" x="698500" y="5499100"/>
          <p14:tracePt t="27084" x="793750" y="5530850"/>
          <p14:tracePt t="27101" x="876300" y="5556250"/>
          <p14:tracePt t="27118" x="1047750" y="5594350"/>
          <p14:tracePt t="27134" x="1250950" y="5657850"/>
          <p14:tracePt t="27151" x="1358900" y="5695950"/>
          <p14:tracePt t="27167" x="1568450" y="5784850"/>
          <p14:tracePt t="27184" x="1778000" y="5867400"/>
          <p14:tracePt t="27201" x="1885950" y="5905500"/>
          <p14:tracePt t="27217" x="2044700" y="6000750"/>
          <p14:tracePt t="27233" x="2159000" y="6076950"/>
          <p14:tracePt t="27251" x="2241550" y="6134100"/>
          <p14:tracePt t="27267" x="2273300" y="6172200"/>
          <p14:tracePt t="27283" x="2311400" y="6216650"/>
          <p14:tracePt t="27300" x="2374900" y="6330950"/>
          <p14:tracePt t="27316" x="2432050" y="6432550"/>
          <p14:tracePt t="27333" x="2451100" y="6464300"/>
          <p14:tracePt t="27350" x="2457450" y="6502400"/>
          <p14:tracePt t="27366" x="2457450" y="6521450"/>
          <p14:tracePt t="27383" x="2457450" y="6527800"/>
          <p14:tracePt t="27400" x="2457450" y="6540500"/>
          <p14:tracePt t="27416" x="2451100" y="6553200"/>
          <p14:tracePt t="27434" x="2444750" y="6565900"/>
          <p14:tracePt t="27465" x="2444750" y="6572250"/>
          <p14:tracePt t="27595" x="2444750" y="6565900"/>
          <p14:tracePt t="27638" x="2444750" y="6559550"/>
          <p14:tracePt t="27666" x="2451100" y="6559550"/>
          <p14:tracePt t="27672" x="2451100" y="6553200"/>
          <p14:tracePt t="27708" x="2451100" y="6546850"/>
          <p14:tracePt t="27716" x="2451100" y="6540500"/>
          <p14:tracePt t="27729" x="2451100" y="6534150"/>
          <p14:tracePt t="27735" x="2451100" y="6527800"/>
          <p14:tracePt t="27748" x="2451100" y="6521450"/>
          <p14:tracePt t="27765" x="2438400" y="6496050"/>
          <p14:tracePt t="27781" x="2432050" y="6477000"/>
          <p14:tracePt t="27799" x="2400300" y="6432550"/>
          <p14:tracePt t="27814" x="2355850" y="6381750"/>
          <p14:tracePt t="27831" x="2324100" y="6356350"/>
          <p14:tracePt t="27849" x="2247900" y="6305550"/>
          <p14:tracePt t="27865" x="2203450" y="6280150"/>
          <p14:tracePt t="27881" x="2101850" y="6242050"/>
          <p14:tracePt t="27898" x="1993900" y="6223000"/>
          <p14:tracePt t="27914" x="1955800" y="6216650"/>
          <p14:tracePt t="27931" x="1860550" y="6216650"/>
          <p14:tracePt t="27948" x="1797050" y="6229350"/>
          <p14:tracePt t="27964" x="1771650" y="6229350"/>
          <p14:tracePt t="27982" x="1733550" y="6242050"/>
          <p14:tracePt t="27997" x="1708150" y="6248400"/>
          <p14:tracePt t="28014" x="1695450" y="6261100"/>
          <p14:tracePt t="28031" x="1670050" y="6267450"/>
          <p14:tracePt t="28047" x="1657350" y="6273800"/>
          <p14:tracePt t="28064" x="1644650" y="6280150"/>
          <p14:tracePt t="28081" x="1631950" y="6280150"/>
          <p14:tracePt t="28097" x="1625600" y="6286500"/>
          <p14:tracePt t="28116" x="1619250" y="6286500"/>
          <p14:tracePt t="28137" x="1612900" y="6292850"/>
          <p14:tracePt t="28151" x="1606550" y="6292850"/>
          <p14:tracePt t="28164" x="1606550" y="6299200"/>
          <p14:tracePt t="28228" x="1606550" y="6305550"/>
          <p14:tracePt t="28249" x="1612900" y="6305550"/>
          <p14:tracePt t="28256" x="1619250" y="6311900"/>
          <p14:tracePt t="28270" x="1638300" y="6311900"/>
          <p14:tracePt t="28279" x="1657350" y="6318250"/>
          <p14:tracePt t="28296" x="1695450" y="6324600"/>
          <p14:tracePt t="28313" x="1841500" y="6356350"/>
          <p14:tracePt t="28330" x="2032000" y="6394450"/>
          <p14:tracePt t="28346" x="2152650" y="6419850"/>
          <p14:tracePt t="28363" x="2406650" y="6470650"/>
          <p14:tracePt t="28380" x="2724150" y="6540500"/>
          <p14:tracePt t="28397" x="3028950" y="6610350"/>
          <p14:tracePt t="28412" x="3143250" y="6642100"/>
          <p14:tracePt t="28429" x="3257550" y="6654800"/>
          <p14:tracePt t="28446" x="3467100" y="6692900"/>
          <p14:tracePt t="28462" x="3505200" y="6692900"/>
          <p14:tracePt t="28479" x="3517900" y="6692900"/>
          <p14:tracePt t="28496" x="3536950" y="6692900"/>
          <p14:tracePt t="28512" x="3543300" y="6692900"/>
          <p14:tracePt t="28545" x="3543300" y="6686550"/>
          <p14:tracePt t="28562" x="3536950" y="6686550"/>
          <p14:tracePt t="28582" x="3524250" y="6673850"/>
          <p14:tracePt t="28595" x="3511550" y="6667500"/>
          <p14:tracePt t="28612" x="3454400" y="6635750"/>
          <p14:tracePt t="28629" x="3314700" y="6578600"/>
          <p14:tracePt t="28645" x="3219450" y="6527800"/>
          <p14:tracePt t="28662" x="2997200" y="6419850"/>
          <p14:tracePt t="28679" x="2755900" y="6324600"/>
          <p14:tracePt t="28695" x="2654300" y="6280150"/>
          <p14:tracePt t="28712" x="2559050" y="6261100"/>
          <p14:tracePt t="28728" x="2406650" y="6203950"/>
          <p14:tracePt t="28748" x="2374900" y="6197600"/>
          <p14:tracePt t="28762" x="2368550" y="6197600"/>
          <p14:tracePt t="28798" x="2381250" y="6197600"/>
          <p14:tracePt t="28814" x="2393950" y="6197600"/>
          <p14:tracePt t="28828" x="2413000" y="6197600"/>
          <p14:tracePt t="28844" x="2508250" y="6210300"/>
          <p14:tracePt t="28862" x="2698750" y="6216650"/>
          <p14:tracePt t="28878" x="2825750" y="6229350"/>
          <p14:tracePt t="28894" x="3067050" y="6248400"/>
          <p14:tracePt t="28911" x="3308350" y="6248400"/>
          <p14:tracePt t="28927" x="3422650" y="6248400"/>
          <p14:tracePt t="28944" x="3613150" y="6216650"/>
          <p14:tracePt t="28961" x="3752850" y="6159500"/>
          <p14:tracePt t="28978" x="3810000" y="6140450"/>
          <p14:tracePt t="28995" x="3854450" y="6108700"/>
          <p14:tracePt t="29010" x="3860800" y="6102350"/>
          <p14:tracePt t="29815" x="3911600" y="6102350"/>
          <p14:tracePt t="29822" x="3975100" y="6102350"/>
          <p14:tracePt t="29836" x="4057650" y="6076950"/>
          <p14:tracePt t="29844" x="4159250" y="6064250"/>
          <p14:tracePt t="29858" x="4248150" y="6051550"/>
          <p14:tracePt t="29874" x="4464050" y="6045200"/>
          <p14:tracePt t="29891" x="4578350" y="6045200"/>
          <p14:tracePt t="29908" x="4832350" y="6019800"/>
          <p14:tracePt t="29924" x="5073650" y="5988050"/>
          <p14:tracePt t="29942" x="5295900" y="5962650"/>
          <p14:tracePt t="29957" x="5397500" y="5930900"/>
          <p14:tracePt t="29974" x="5511800" y="5899150"/>
          <p14:tracePt t="29991" x="5848350" y="5810250"/>
          <p14:tracePt t="30007" x="5956300" y="5772150"/>
          <p14:tracePt t="30024" x="6032500" y="5727700"/>
          <p14:tracePt t="30041" x="6178550" y="5689600"/>
          <p14:tracePt t="30057" x="6292850" y="5657850"/>
          <p14:tracePt t="30074" x="6337300" y="5626100"/>
          <p14:tracePt t="30090" x="6388100" y="5600700"/>
          <p14:tracePt t="30107" x="6451600" y="5568950"/>
          <p14:tracePt t="30124" x="6470650" y="5549900"/>
          <p14:tracePt t="30139" x="6515100" y="5524500"/>
          <p14:tracePt t="30157" x="6546850" y="5505450"/>
          <p14:tracePt t="30174" x="6553200" y="5499100"/>
          <p14:tracePt t="30190" x="6572250" y="5486400"/>
          <p14:tracePt t="30206" x="6578600" y="5486400"/>
          <p14:tracePt t="30258" x="6572250" y="5486400"/>
          <p14:tracePt t="30286" x="6565900" y="5486400"/>
          <p14:tracePt t="30300" x="6553200" y="5492750"/>
          <p14:tracePt t="30308" x="6527800" y="5499100"/>
          <p14:tracePt t="30323" x="6489700" y="5524500"/>
          <p14:tracePt t="30339" x="6394450" y="5568950"/>
          <p14:tracePt t="30357" x="6242050" y="5657850"/>
          <p14:tracePt t="30373" x="6159500" y="5702300"/>
          <p14:tracePt t="30389" x="5962650" y="5816600"/>
          <p14:tracePt t="30406" x="5721350" y="5937250"/>
          <p14:tracePt t="30422" x="5581650" y="6007100"/>
          <p14:tracePt t="30439" x="5346700" y="6108700"/>
          <p14:tracePt t="30456" x="5137150" y="6203950"/>
          <p14:tracePt t="30472" x="5041900" y="6248400"/>
          <p14:tracePt t="30488" x="4870450" y="6318250"/>
          <p14:tracePt t="30505" x="4737100" y="6356350"/>
          <p14:tracePt t="30521" x="4699000" y="6362700"/>
          <p14:tracePt t="30539" x="4622800" y="6381750"/>
          <p14:tracePt t="30555" x="4572000" y="6394450"/>
          <p14:tracePt t="30572" x="4565650" y="6394450"/>
          <p14:tracePt t="30589" x="4521200" y="6400800"/>
          <p14:tracePt t="30605" x="4508500" y="6400800"/>
          <p14:tracePt t="30622" x="4476750" y="6400800"/>
          <p14:tracePt t="30638" x="4445000" y="6407150"/>
          <p14:tracePt t="30655" x="4432300" y="6407150"/>
          <p14:tracePt t="30671" x="4406900" y="6407150"/>
          <p14:tracePt t="30688" x="4368800" y="6419850"/>
          <p14:tracePt t="30721" x="4362450" y="6419850"/>
        </p14:tracePtLst>
      </p14:laserTraceLst>
    </p:ext>
  </p:extLs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attrib2=4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attrib3: ...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attrib4:...=4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'__annotations__',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'__class__',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</a:t>
            </a:r>
            <a:r>
              <a:rPr lang="en-US" altLang="en-US" sz="2200" b="1" spc="-100" dirty="0">
                <a:solidFill>
                  <a:srgbClr val="F8B3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rgbClr val="F8B300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b="1" spc="-100" dirty="0">
                <a:solidFill>
                  <a:srgbClr val="F8B3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'__doc__',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'__format__',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</a:t>
            </a:r>
            <a:r>
              <a:rPr lang="en-US" altLang="en-US" sz="2200" b="1" spc="-100" dirty="0">
                <a:solidFill>
                  <a:srgbClr val="C40C94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rgbClr val="C40C94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b="1" spc="-100" dirty="0">
                <a:solidFill>
                  <a:srgbClr val="C40C94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'__hash__',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'__le__',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'__module__',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'__ne__',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'__new__', '__reduce__',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</a:t>
            </a:r>
            <a:r>
              <a:rPr lang="en-US" altLang="en-US" sz="2200" b="1" spc="-100" dirty="0">
                <a:solidFill>
                  <a:srgbClr val="0066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rgbClr val="006600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b="1" spc="-100" dirty="0">
                <a:solidFill>
                  <a:srgbClr val="0066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'attrib2', 'attrib4']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200" b="1" spc="-10" dirty="0">
                <a:solidFill>
                  <a:srgbClr val="F8B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b="1" spc="-10" dirty="0" err="1">
                <a:solidFill>
                  <a:srgbClr val="F8B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delattr</a:t>
            </a:r>
            <a:r>
              <a:rPr lang="en-US" sz="2200" b="1" spc="-10" dirty="0">
                <a:solidFill>
                  <a:srgbClr val="F8B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.__doc__)</a:t>
            </a:r>
          </a:p>
          <a:p>
            <a:pPr>
              <a:lnSpc>
                <a:spcPct val="90000"/>
              </a:lnSpc>
            </a:pP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Implement 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delattr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(self, name).</a:t>
            </a: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200" b="1" spc="-10" dirty="0">
                <a:solidFill>
                  <a:srgbClr val="C40C94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b="1" spc="-10" dirty="0" err="1">
                <a:solidFill>
                  <a:srgbClr val="C40C94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getattribute</a:t>
            </a:r>
            <a:r>
              <a:rPr lang="en-US" sz="2200" b="1" spc="-10" dirty="0">
                <a:solidFill>
                  <a:srgbClr val="C40C94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.__doc__)</a:t>
            </a:r>
          </a:p>
          <a:p>
            <a:pPr>
              <a:lnSpc>
                <a:spcPct val="90000"/>
              </a:lnSpc>
            </a:pP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Return 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getattr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(self, name).</a:t>
            </a: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200" b="1" spc="-10" dirty="0">
                <a:solidFill>
                  <a:srgbClr val="0066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b="1" spc="-10" dirty="0" err="1">
                <a:solidFill>
                  <a:srgbClr val="0066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setattr</a:t>
            </a:r>
            <a:r>
              <a:rPr lang="en-US" sz="2200" b="1" spc="-10" dirty="0">
                <a:solidFill>
                  <a:srgbClr val="0066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.__doc__)</a:t>
            </a:r>
          </a:p>
          <a:p>
            <a:pPr>
              <a:lnSpc>
                <a:spcPct val="90000"/>
              </a:lnSpc>
            </a:pP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Implement 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setattr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(self, name, value).</a:t>
            </a:r>
          </a:p>
        </p:txBody>
      </p:sp>
      <p:sp>
        <p:nvSpPr>
          <p:cNvPr id="4" name="Oval 3"/>
          <p:cNvSpPr/>
          <p:nvPr/>
        </p:nvSpPr>
        <p:spPr bwMode="auto">
          <a:xfrm>
            <a:off x="1752600" y="3048000"/>
            <a:ext cx="1524000" cy="533400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5" name="Oval 4"/>
          <p:cNvSpPr/>
          <p:nvPr/>
        </p:nvSpPr>
        <p:spPr bwMode="auto">
          <a:xfrm>
            <a:off x="152400" y="2438400"/>
            <a:ext cx="2819400" cy="609600"/>
          </a:xfrm>
          <a:prstGeom prst="ellipse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Times New Roman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05158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739"/>
    </mc:Choice>
    <mc:Fallback xmlns="">
      <p:transition spd="slow" advTm="787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1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4" grpId="0" animBg="1"/>
      <p:bldP spid="5" grpId="0" animBg="1"/>
    </p:bldLst>
  </p:timing>
  <p:extLst>
    <p:ext uri="{3A86A75C-4F4B-4683-9AE1-C65F6400EC91}">
      <p14:laserTraceLst xmlns:p14="http://schemas.microsoft.com/office/powerpoint/2010/main">
        <p14:tracePtLst>
          <p14:tracePt t="1291" x="4337050" y="6381750"/>
          <p14:tracePt t="1305" x="4305300" y="6350000"/>
          <p14:tracePt t="1312" x="4267200" y="6280150"/>
          <p14:tracePt t="1320" x="4216400" y="6210300"/>
          <p14:tracePt t="1338" x="4165600" y="6102350"/>
          <p14:tracePt t="1355" x="4019550" y="5886450"/>
          <p14:tracePt t="1371" x="3924300" y="5753100"/>
          <p14:tracePt t="1388" x="3657600" y="5403850"/>
          <p14:tracePt t="1404" x="3314700" y="4953000"/>
          <p14:tracePt t="1421" x="3124200" y="4711700"/>
          <p14:tracePt t="1437" x="2749550" y="4273550"/>
          <p14:tracePt t="1454" x="2413000" y="3892550"/>
          <p14:tracePt t="1470" x="2317750" y="3790950"/>
          <p14:tracePt t="1488" x="2171700" y="3625850"/>
          <p14:tracePt t="1504" x="2051050" y="3517900"/>
          <p14:tracePt t="1523" x="2006600" y="3479800"/>
          <p14:tracePt t="1538" x="1936750" y="3422650"/>
          <p14:tracePt t="1553" x="1885950" y="3384550"/>
          <p14:tracePt t="1570" x="1860550" y="3352800"/>
          <p14:tracePt t="1587" x="1816100" y="3295650"/>
          <p14:tracePt t="1603" x="1778000" y="3263900"/>
          <p14:tracePt t="1620" x="1701800" y="3200400"/>
          <p14:tracePt t="1637" x="1638300" y="3124200"/>
          <p14:tracePt t="1653" x="1625600" y="3092450"/>
          <p14:tracePt t="1670" x="1562100" y="3022600"/>
          <p14:tracePt t="1686" x="1524000" y="2959100"/>
          <p14:tracePt t="1703" x="1498600" y="2921000"/>
          <p14:tracePt t="1720" x="1460500" y="2870200"/>
          <p14:tracePt t="1736" x="1441450" y="2844800"/>
          <p14:tracePt t="1753" x="1428750" y="2832100"/>
          <p14:tracePt t="1770" x="1422400" y="2825750"/>
          <p14:tracePt t="4627" x="1473200" y="2825750"/>
          <p14:tracePt t="4644" x="1644650" y="2870200"/>
          <p14:tracePt t="4660" x="1898650" y="2921000"/>
          <p14:tracePt t="4677" x="2019300" y="2965450"/>
          <p14:tracePt t="4695" x="2222500" y="3003550"/>
          <p14:tracePt t="4710" x="2546350" y="3079750"/>
          <p14:tracePt t="4727" x="2705100" y="3124200"/>
          <p14:tracePt t="4744" x="2959100" y="3213100"/>
          <p14:tracePt t="4760" x="3263900" y="3308350"/>
          <p14:tracePt t="4777" x="3409950" y="3333750"/>
          <p14:tracePt t="4794" x="3644900" y="3371850"/>
          <p14:tracePt t="4809" x="3810000" y="3384550"/>
          <p14:tracePt t="4827" x="3886200" y="3378200"/>
          <p14:tracePt t="4843" x="4032250" y="3359150"/>
          <p14:tracePt t="4860" x="4140200" y="3333750"/>
          <p14:tracePt t="4878" x="4235450" y="3308350"/>
          <p14:tracePt t="4892" x="4279900" y="3289300"/>
          <p14:tracePt t="4909" x="4318000" y="3282950"/>
          <p14:tracePt t="4927" x="4413250" y="3244850"/>
          <p14:tracePt t="4942" x="4445000" y="3238500"/>
          <p14:tracePt t="4959" x="4464050" y="3232150"/>
          <p14:tracePt t="4976" x="4514850" y="3213100"/>
          <p14:tracePt t="4992" x="4546600" y="3200400"/>
          <p14:tracePt t="5011" x="4578350" y="3200400"/>
          <p14:tracePt t="5026" x="4603750" y="3194050"/>
          <p14:tracePt t="5042" x="4635500" y="3187700"/>
          <p14:tracePt t="5060" x="4667250" y="3181350"/>
          <p14:tracePt t="5076" x="4686300" y="3175000"/>
          <p14:tracePt t="5092" x="4711700" y="3168650"/>
          <p14:tracePt t="5110" x="4730750" y="3162300"/>
          <p14:tracePt t="5125" x="4737100" y="3155950"/>
          <p14:tracePt t="5142" x="4749800" y="3155950"/>
          <p14:tracePt t="5159" x="4756150" y="3149600"/>
          <p14:tracePt t="5243" x="4762500" y="3149600"/>
          <p14:tracePt t="5275" x="4762500" y="3155950"/>
          <p14:tracePt t="5963" x="4743450" y="3155950"/>
          <p14:tracePt t="5970" x="4711700" y="3155950"/>
          <p14:tracePt t="5984" x="4654550" y="3155950"/>
          <p14:tracePt t="5991" x="4578350" y="3162300"/>
          <p14:tracePt t="6007" x="4514850" y="3162300"/>
          <p14:tracePt t="6021" x="4451350" y="3162300"/>
          <p14:tracePt t="6038" x="4273550" y="3162300"/>
          <p14:tracePt t="6055" x="4070350" y="3162300"/>
          <p14:tracePt t="6071" x="3956050" y="3162300"/>
          <p14:tracePt t="6088" x="3714750" y="3175000"/>
          <p14:tracePt t="6104" x="3498850" y="3206750"/>
          <p14:tracePt t="6121" x="3378200" y="3225800"/>
          <p14:tracePt t="6138" x="3175000" y="3270250"/>
          <p14:tracePt t="6154" x="2990850" y="3321050"/>
          <p14:tracePt t="6171" x="2914650" y="3352800"/>
          <p14:tracePt t="6188" x="2787650" y="3429000"/>
          <p14:tracePt t="6204" x="2705100" y="3498850"/>
          <p14:tracePt t="6221" x="2679700" y="3536950"/>
          <p14:tracePt t="6237" x="2641600" y="3632200"/>
          <p14:tracePt t="6254" x="2616200" y="3727450"/>
          <p14:tracePt t="6270" x="2616200" y="3778250"/>
          <p14:tracePt t="6287" x="2622550" y="3860800"/>
          <p14:tracePt t="6304" x="2635250" y="3905250"/>
          <p14:tracePt t="6321" x="2717800" y="4025900"/>
          <p14:tracePt t="6337" x="2762250" y="4070350"/>
          <p14:tracePt t="6353" x="2800350" y="4121150"/>
          <p14:tracePt t="6371" x="2927350" y="4229100"/>
          <p14:tracePt t="6387" x="3117850" y="4387850"/>
          <p14:tracePt t="6403" x="3213100" y="4451350"/>
          <p14:tracePt t="6407" x="3308350" y="4502150"/>
          <p14:tracePt t="6420" x="3390900" y="4552950"/>
          <p14:tracePt t="6437" x="3505200" y="4610100"/>
          <p14:tracePt t="6453" x="3543300" y="4629150"/>
          <p14:tracePt t="6470" x="3587750" y="4641850"/>
          <p14:tracePt t="6487" x="3606800" y="4641850"/>
          <p14:tracePt t="6504" x="3613150" y="4641850"/>
          <p14:tracePt t="6536" x="3613150" y="4635500"/>
          <p14:tracePt t="6574" x="3613150" y="4629150"/>
          <p14:tracePt t="6581" x="3613150" y="4616450"/>
          <p14:tracePt t="6595" x="3625850" y="4603750"/>
          <p14:tracePt t="11596" x="3625850" y="4616450"/>
          <p14:tracePt t="11603" x="3632200" y="4648200"/>
          <p14:tracePt t="11617" x="3632200" y="4686300"/>
          <p14:tracePt t="11624" x="3638550" y="4724400"/>
          <p14:tracePt t="11639" x="3638550" y="4762500"/>
          <p14:tracePt t="11652" x="3638550" y="4819650"/>
          <p14:tracePt t="11668" x="3632200" y="4914900"/>
          <p14:tracePt t="11685" x="3613150" y="4953000"/>
          <p14:tracePt t="11702" x="3587750" y="5048250"/>
          <p14:tracePt t="11718" x="3556000" y="5092700"/>
          <p14:tracePt t="11735" x="3511550" y="5194300"/>
          <p14:tracePt t="11751" x="3467100" y="5295900"/>
          <p14:tracePt t="11768" x="3416300" y="5372100"/>
          <p14:tracePt t="11786" x="3397250" y="5391150"/>
          <p14:tracePt t="11801" x="3359150" y="5435600"/>
          <p14:tracePt t="11818" x="3333750" y="5473700"/>
          <p14:tracePt t="11835" x="3302000" y="5492750"/>
          <p14:tracePt t="11851" x="3282950" y="5505450"/>
          <p14:tracePt t="11868" x="3276600" y="5511800"/>
          <p14:tracePt t="11885" x="3257550" y="5530850"/>
          <p14:tracePt t="11901" x="3257550" y="5537200"/>
          <p14:tracePt t="11918" x="3251200" y="5537200"/>
          <p14:tracePt t="11955" x="3244850" y="5537200"/>
          <p14:tracePt t="11970" x="3238500" y="5537200"/>
          <p14:tracePt t="11984" x="3232150" y="5543550"/>
          <p14:tracePt t="12001" x="3213100" y="5549900"/>
          <p14:tracePt t="12018" x="3194050" y="5556250"/>
          <p14:tracePt t="12034" x="3181350" y="5556250"/>
          <p14:tracePt t="12051" x="3130550" y="5581650"/>
          <p14:tracePt t="12068" x="3086100" y="5594350"/>
          <p14:tracePt t="12084" x="3054350" y="5607050"/>
          <p14:tracePt t="12100" x="3022600" y="5619750"/>
          <p14:tracePt t="12117" x="2997200" y="5626100"/>
          <p14:tracePt t="12133" x="2984500" y="5626100"/>
          <p14:tracePt t="12152" x="2978150" y="5632450"/>
          <p14:tracePt t="12167" x="2971800" y="5632450"/>
          <p14:tracePt t="12222" x="2971800" y="5638800"/>
          <p14:tracePt t="12299" x="2984500" y="5638800"/>
          <p14:tracePt t="12306" x="2990850" y="5638800"/>
          <p14:tracePt t="12320" x="2997200" y="5645150"/>
          <p14:tracePt t="12333" x="3003550" y="5645150"/>
          <p14:tracePt t="12349" x="3060700" y="5645150"/>
          <p14:tracePt t="12366" x="3105150" y="5651500"/>
          <p14:tracePt t="12383" x="3206750" y="5651500"/>
          <p14:tracePt t="12399" x="3321050" y="5651500"/>
          <p14:tracePt t="12416" x="3397250" y="5651500"/>
          <p14:tracePt t="12433" x="3448050" y="5651500"/>
          <p14:tracePt t="12449" x="3619500" y="5638800"/>
          <p14:tracePt t="12466" x="3657600" y="5638800"/>
          <p14:tracePt t="12482" x="3721100" y="5626100"/>
          <p14:tracePt t="12499" x="3740150" y="5619750"/>
          <p14:tracePt t="12502" x="3759200" y="5613400"/>
          <p14:tracePt t="12516" x="3778250" y="5607050"/>
          <p14:tracePt t="12532" x="3816350" y="5594350"/>
          <p14:tracePt t="12549" x="3829050" y="5588000"/>
          <p14:tracePt t="12566" x="3854450" y="5581650"/>
          <p14:tracePt t="12582" x="3886200" y="5562600"/>
          <p14:tracePt t="12598" x="3898900" y="5556250"/>
          <p14:tracePt t="12616" x="3917950" y="5556250"/>
          <p14:tracePt t="12632" x="3937000" y="5549900"/>
          <p14:tracePt t="12649" x="3949700" y="5549900"/>
          <p14:tracePt t="12665" x="3962400" y="5549900"/>
          <p14:tracePt t="12682" x="3975100" y="5549900"/>
          <p14:tracePt t="12699" x="3981450" y="5549900"/>
          <p14:tracePt t="12715" x="3994150" y="5549900"/>
          <p14:tracePt t="12731" x="4013200" y="5543550"/>
          <p14:tracePt t="12749" x="4019550" y="5543550"/>
          <p14:tracePt t="13232" x="3994150" y="5543550"/>
          <p14:tracePt t="13247" x="3943350" y="5543550"/>
          <p14:tracePt t="13253" x="3886200" y="5530850"/>
          <p14:tracePt t="13263" x="3835400" y="5530850"/>
          <p14:tracePt t="13280" x="3771900" y="5537200"/>
          <p14:tracePt t="13297" x="3657600" y="5537200"/>
          <p14:tracePt t="13313" x="3594100" y="5537200"/>
          <p14:tracePt t="13330" x="3460750" y="5537200"/>
          <p14:tracePt t="13346" x="3397250" y="5537200"/>
          <p14:tracePt t="13362" x="3365500" y="5537200"/>
          <p14:tracePt t="13380" x="3333750" y="5537200"/>
          <p14:tracePt t="13396" x="3314700" y="5537200"/>
          <p14:tracePt t="13513" x="3314700" y="5549900"/>
          <p14:tracePt t="34328" x="3321050" y="5556250"/>
          <p14:tracePt t="34335" x="3333750" y="5568950"/>
          <p14:tracePt t="34343" x="3359150" y="5594350"/>
          <p14:tracePt t="34357" x="3416300" y="5670550"/>
          <p14:tracePt t="34373" x="3536950" y="5778500"/>
          <p14:tracePt t="34390" x="3663950" y="5886450"/>
          <p14:tracePt t="34407" x="3867150" y="6076950"/>
          <p14:tracePt t="34423" x="4032250" y="6203950"/>
          <p14:tracePt t="34440" x="4159250" y="6311900"/>
          <p14:tracePt t="34456" x="4324350" y="6432550"/>
          <p14:tracePt t="34473" x="4419600" y="6483350"/>
          <p14:tracePt t="34490" x="4476750" y="6521450"/>
          <p14:tracePt t="34506" x="4521200" y="6546850"/>
          <p14:tracePt t="34523" x="4527550" y="6546850"/>
          <p14:tracePt t="34617" x="4527550" y="6553200"/>
          <p14:tracePt t="34701" x="4527550" y="6559550"/>
          <p14:tracePt t="34778" x="4533900" y="6553200"/>
          <p14:tracePt t="34806" x="4540250" y="6546850"/>
          <p14:tracePt t="34848" x="4540250" y="6540500"/>
          <p14:tracePt t="34940" x="4540250" y="6534150"/>
          <p14:tracePt t="35018" x="4540250" y="6527800"/>
          <p14:tracePt t="35060" x="4540250" y="6521450"/>
          <p14:tracePt t="35102" x="4540250" y="6515100"/>
          <p14:tracePt t="35144" x="4546600" y="6508750"/>
          <p14:tracePt t="35158" x="4546600" y="6502400"/>
          <p14:tracePt t="35200" x="4552950" y="6496050"/>
          <p14:tracePt t="35214" x="4552950" y="6489700"/>
          <p14:tracePt t="35228" x="4559300" y="6477000"/>
          <p14:tracePt t="35242" x="4559300" y="6464300"/>
          <p14:tracePt t="35253" x="4559300" y="6451600"/>
          <p14:tracePt t="35271" x="4565650" y="6419850"/>
          <p14:tracePt t="35287" x="4565650" y="6394450"/>
          <p14:tracePt t="35304" x="4572000" y="6362700"/>
          <p14:tracePt t="35320" x="4578350" y="6318250"/>
          <p14:tracePt t="35337" x="4584700" y="6292850"/>
          <p14:tracePt t="35353" x="4591050" y="6261100"/>
          <p14:tracePt t="35370" x="4597400" y="6235700"/>
          <p14:tracePt t="35387" x="4597400" y="6229350"/>
          <p14:tracePt t="35404" x="4603750" y="6223000"/>
          <p14:tracePt t="35805" x="4603750" y="6229350"/>
          <p14:tracePt t="35833" x="4597400" y="6235700"/>
          <p14:tracePt t="35847" x="4597400" y="6242050"/>
          <p14:tracePt t="35854" x="4591050" y="6242050"/>
          <p14:tracePt t="35868" x="4584700" y="6242050"/>
          <p14:tracePt t="35885" x="4578350" y="6254750"/>
          <p14:tracePt t="35901" x="4572000" y="6261100"/>
          <p14:tracePt t="35918" x="4559300" y="6273800"/>
          <p14:tracePt t="35935" x="4546600" y="6292850"/>
          <p14:tracePt t="35951" x="4527550" y="6305550"/>
          <p14:tracePt t="35968" x="4502150" y="6324600"/>
          <p14:tracePt t="35984" x="4495800" y="6337300"/>
          <p14:tracePt t="36003" x="4476750" y="6343650"/>
          <p14:tracePt t="36018" x="4464050" y="6343650"/>
          <p14:tracePt t="36034" x="4457700" y="6343650"/>
          <p14:tracePt t="44610" x="4445000" y="6350000"/>
          <p14:tracePt t="44617" x="4425950" y="6350000"/>
          <p14:tracePt t="44624" x="4400550" y="6356350"/>
          <p14:tracePt t="44639" x="4362450" y="6369050"/>
          <p14:tracePt t="44654" x="4298950" y="6388100"/>
          <p14:tracePt t="44671" x="4229100" y="6400800"/>
          <p14:tracePt t="44688" x="4152900" y="6432550"/>
          <p14:tracePt t="44704" x="4108450" y="6445250"/>
          <p14:tracePt t="44721" x="4083050" y="6451600"/>
          <p14:tracePt t="44738" x="4070350" y="6457950"/>
          <p14:tracePt t="44773" x="4064000" y="6457950"/>
          <p14:tracePt t="44821" x="4070350" y="6457950"/>
          <p14:tracePt t="44828" x="4076700" y="6457950"/>
          <p14:tracePt t="44837" x="4083050" y="6457950"/>
          <p14:tracePt t="44854" x="4095750" y="6451600"/>
          <p14:tracePt t="44871" x="4114800" y="6438900"/>
          <p14:tracePt t="44887" x="4133850" y="6426200"/>
          <p14:tracePt t="44904" x="4159250" y="6407150"/>
          <p14:tracePt t="44920" x="4203700" y="6369050"/>
          <p14:tracePt t="44937" x="4235450" y="6337300"/>
          <p14:tracePt t="44954" x="4267200" y="6305550"/>
          <p14:tracePt t="44970" x="4318000" y="6229350"/>
          <p14:tracePt t="44987" x="4349750" y="6178550"/>
          <p14:tracePt t="45004" x="4387850" y="6083300"/>
          <p14:tracePt t="45020" x="4406900" y="6032500"/>
          <p14:tracePt t="45037" x="4425950" y="5988050"/>
          <p14:tracePt t="45053" x="4438650" y="5949950"/>
          <p14:tracePt t="45069" x="4451350" y="5905500"/>
          <p14:tracePt t="45086" x="4457700" y="5880100"/>
          <p14:tracePt t="45103" x="4470400" y="5842000"/>
          <p14:tracePt t="45119" x="4476750" y="5816600"/>
          <p14:tracePt t="45136" x="4483100" y="5791200"/>
          <p14:tracePt t="45153" x="4489450" y="5759450"/>
          <p14:tracePt t="45169" x="4489450" y="5740400"/>
          <p14:tracePt t="45188" x="4495800" y="5715000"/>
          <p14:tracePt t="45203" x="4495800" y="5695950"/>
          <p14:tracePt t="45219" x="4495800" y="5676900"/>
          <p14:tracePt t="45237" x="4495800" y="5651500"/>
          <p14:tracePt t="45252" x="4489450" y="5626100"/>
          <p14:tracePt t="45269" x="4483100" y="5600700"/>
          <p14:tracePt t="45286" x="4470400" y="5568950"/>
          <p14:tracePt t="45302" x="4464050" y="5549900"/>
          <p14:tracePt t="45319" x="4464050" y="5537200"/>
          <p14:tracePt t="45336" x="4457700" y="5518150"/>
          <p14:tracePt t="45352" x="4457700" y="5511800"/>
          <p14:tracePt t="45369" x="4457700" y="5492750"/>
          <p14:tracePt t="45385" x="4457700" y="5486400"/>
          <p14:tracePt t="45402" x="4457700" y="5473700"/>
          <p14:tracePt t="45420" x="4457700" y="5441950"/>
          <p14:tracePt t="45435" x="4457700" y="5422900"/>
          <p14:tracePt t="45451" x="4457700" y="5397500"/>
          <p14:tracePt t="45468" x="4457700" y="5359400"/>
          <p14:tracePt t="45485" x="4457700" y="5334000"/>
          <p14:tracePt t="45501" x="4457700" y="5314950"/>
          <p14:tracePt t="45518" x="4457700" y="5295900"/>
          <p14:tracePt t="45552" x="4457700" y="5283200"/>
          <p14:tracePt t="45568" x="4457700" y="5276850"/>
          <p14:tracePt t="45585" x="4457700" y="5270500"/>
          <p14:tracePt t="45609" x="4464050" y="5264150"/>
          <p14:tracePt t="45636" x="4470400" y="5264150"/>
          <p14:tracePt t="45756" x="4470400" y="5270500"/>
          <p14:tracePt t="45798" x="4470400" y="5276850"/>
          <p14:tracePt t="45847" x="4470400" y="5283200"/>
          <p14:tracePt t="45896" x="4470400" y="5289550"/>
          <p14:tracePt t="45925" x="4470400" y="5295900"/>
          <p14:tracePt t="45946" x="4470400" y="5302250"/>
          <p14:tracePt t="45960" x="4470400" y="5308600"/>
          <p14:tracePt t="45969" x="4464050" y="5314950"/>
          <p14:tracePt t="45983" x="4464050" y="5327650"/>
          <p14:tracePt t="46000" x="4457700" y="5346700"/>
          <p14:tracePt t="46017" x="4451350" y="5403850"/>
          <p14:tracePt t="46033" x="4438650" y="5461000"/>
          <p14:tracePt t="46050" x="4432300" y="5530850"/>
          <p14:tracePt t="46066" x="4425950" y="5657850"/>
          <p14:tracePt t="46083" x="4425950" y="5753100"/>
          <p14:tracePt t="46100" x="4425950" y="5867400"/>
          <p14:tracePt t="46116" x="4457700" y="6064250"/>
          <p14:tracePt t="46133" x="4495800" y="6197600"/>
          <p14:tracePt t="46150" x="4540250" y="6350000"/>
          <p14:tracePt t="46166" x="4565650" y="6413500"/>
          <p14:tracePt t="46183" x="4578350" y="6464300"/>
          <p14:tracePt t="46200" x="4597400" y="6483350"/>
          <p14:tracePt t="46216" x="4597400" y="6496050"/>
          <p14:tracePt t="46347" x="4597400" y="6489700"/>
          <p14:tracePt t="46367" x="4603750" y="6489700"/>
          <p14:tracePt t="46389" x="4603750" y="6483350"/>
          <p14:tracePt t="46417" x="4610100" y="6483350"/>
          <p14:tracePt t="46452" x="4616450" y="6483350"/>
          <p14:tracePt t="46487" x="4622800" y="6477000"/>
          <p14:tracePt t="46522" x="4622800" y="6470650"/>
          <p14:tracePt t="46537" x="4629150" y="6470650"/>
          <p14:tracePt t="46558" x="4629150" y="6464300"/>
          <p14:tracePt t="46579" x="4635500" y="6457950"/>
          <p14:tracePt t="46600" x="4641850" y="6457950"/>
          <p14:tracePt t="46607" x="4641850" y="6451600"/>
          <p14:tracePt t="46642" x="4648200" y="6451600"/>
          <p14:tracePt t="46670" x="4654550" y="6445250"/>
          <p14:tracePt t="46698" x="4660900" y="6445250"/>
          <p14:tracePt t="46726" x="4667250" y="6438900"/>
          <p14:tracePt t="46748" x="4667250" y="6432550"/>
          <p14:tracePt t="47166" x="4654550" y="6432550"/>
          <p14:tracePt t="47173" x="4622800" y="6432550"/>
          <p14:tracePt t="47181" x="4603750" y="6426200"/>
          <p14:tracePt t="47196" x="4533900" y="6419850"/>
          <p14:tracePt t="47212" x="4476750" y="6400800"/>
          <p14:tracePt t="47229" x="4400550" y="6394450"/>
          <p14:tracePt t="47245" x="4368800" y="6388100"/>
          <p14:tracePt t="47263" x="4337050" y="6381750"/>
          <p14:tracePt t="47279" x="4318000" y="6375400"/>
          <p14:tracePt t="47295" x="4311650" y="6375400"/>
          <p14:tracePt t="47312" x="4305300" y="6375400"/>
          <p14:tracePt t="47315" x="4298950" y="6375400"/>
          <p14:tracePt t="47412" x="4305300" y="6369050"/>
          <p14:tracePt t="47426" x="4311650" y="6369050"/>
          <p14:tracePt t="47433" x="4318000" y="6369050"/>
          <p14:tracePt t="47444" x="4324350" y="6369050"/>
          <p14:tracePt t="47464" x="4337050" y="6362700"/>
          <p14:tracePt t="47483" x="4349750" y="6356350"/>
          <p14:tracePt t="47495" x="4356100" y="6356350"/>
          <p14:tracePt t="47512" x="4394200" y="6343650"/>
          <p14:tracePt t="47528" x="4425950" y="6330950"/>
          <p14:tracePt t="47545" x="4464050" y="6324600"/>
          <p14:tracePt t="47561" x="4521200" y="6299200"/>
          <p14:tracePt t="47578" x="4565650" y="6286500"/>
          <p14:tracePt t="47595" x="4629150" y="6280150"/>
          <p14:tracePt t="47611" x="4667250" y="6280150"/>
          <p14:tracePt t="47628" x="4711700" y="6280150"/>
          <p14:tracePt t="47645" x="4781550" y="6273800"/>
          <p14:tracePt t="47661" x="4813300" y="6273800"/>
          <p14:tracePt t="47678" x="4838700" y="6273800"/>
          <p14:tracePt t="47694" x="4851400" y="6273800"/>
          <p14:tracePt t="47711" x="4857750" y="6273800"/>
          <p14:tracePt t="47744" x="4857750" y="6267450"/>
          <p14:tracePt t="47785" x="4851400" y="6261100"/>
          <p14:tracePt t="47792" x="4851400" y="6254750"/>
          <p14:tracePt t="47813" x="4845050" y="6254750"/>
          <p14:tracePt t="48125" x="4826000" y="6254750"/>
          <p14:tracePt t="48132" x="4800600" y="6254750"/>
          <p14:tracePt t="48142" x="4768850" y="6261100"/>
          <p14:tracePt t="48159" x="4711700" y="6273800"/>
          <p14:tracePt t="48176" x="4648200" y="6286500"/>
          <p14:tracePt t="48192" x="4629150" y="6292850"/>
          <p14:tracePt t="48209" x="4603750" y="6299200"/>
          <p14:tracePt t="48225" x="4584700" y="6311900"/>
          <p14:tracePt t="48242" x="4572000" y="6311900"/>
          <p14:tracePt t="48259" x="4565650" y="6311900"/>
          <p14:tracePt t="48292" x="4559300" y="6318250"/>
          <p14:tracePt t="48329" x="4552950" y="6318250"/>
          <p14:tracePt t="48336" x="4540250" y="6324600"/>
          <p14:tracePt t="48350" x="4533900" y="6324600"/>
          <p14:tracePt t="48359" x="4527550" y="6324600"/>
          <p14:tracePt t="48375" x="4514850" y="6324600"/>
          <p14:tracePt t="48392" x="4502150" y="6324600"/>
          <p14:tracePt t="50206" x="4502150" y="6292850"/>
          <p14:tracePt t="50212" x="4508500" y="6248400"/>
          <p14:tracePt t="50221" x="4521200" y="6197600"/>
          <p14:tracePt t="50235" x="4540250" y="6108700"/>
          <p14:tracePt t="50252" x="4552950" y="6032500"/>
          <p14:tracePt t="50269" x="4559300" y="5899150"/>
          <p14:tracePt t="50285" x="4565650" y="5791200"/>
          <p14:tracePt t="50301" x="4565650" y="5702300"/>
          <p14:tracePt t="50319" x="4565650" y="5543550"/>
          <p14:tracePt t="50335" x="4565650" y="5480050"/>
          <p14:tracePt t="50352" x="4565650" y="5429250"/>
          <p14:tracePt t="50355" x="4565650" y="5410200"/>
          <p14:tracePt t="50368" x="4559300" y="5384800"/>
          <p14:tracePt t="50385" x="4559300" y="5359400"/>
          <p14:tracePt t="50401" x="4552950" y="5334000"/>
          <p14:tracePt t="50417" x="4546600" y="5314950"/>
          <p14:tracePt t="50480" x="4540250" y="5314950"/>
          <p14:tracePt t="50529" x="4533900" y="5314950"/>
          <p14:tracePt t="50536" x="4521200" y="5314950"/>
          <p14:tracePt t="50543" x="4514850" y="5314950"/>
          <p14:tracePt t="50551" x="4495800" y="5314950"/>
          <p14:tracePt t="50568" x="4464050" y="5314950"/>
          <p14:tracePt t="50584" x="4425950" y="5308600"/>
          <p14:tracePt t="50601" x="4362450" y="5295900"/>
          <p14:tracePt t="50617" x="4305300" y="5289550"/>
          <p14:tracePt t="50634" x="4235450" y="5276850"/>
          <p14:tracePt t="50650" x="4184650" y="5257800"/>
          <p14:tracePt t="50667" x="4140200" y="5257800"/>
          <p14:tracePt t="50684" x="4095750" y="5257800"/>
          <p14:tracePt t="50700" x="4083050" y="5257800"/>
          <p14:tracePt t="50717" x="4076700" y="5257800"/>
          <p14:tracePt t="50734" x="4064000" y="5257800"/>
          <p14:tracePt t="50769" x="4057650" y="5264150"/>
          <p14:tracePt t="50817" x="4070350" y="5257800"/>
          <p14:tracePt t="50838" x="4076700" y="5257800"/>
          <p14:tracePt t="50845" x="4083050" y="5251450"/>
          <p14:tracePt t="50860" x="4089400" y="5251450"/>
          <p14:tracePt t="50869" x="4095750" y="5251450"/>
          <p14:tracePt t="50883" x="4108450" y="5251450"/>
          <p14:tracePt t="50899" x="4133850" y="5251450"/>
          <p14:tracePt t="50916" x="4191000" y="5238750"/>
          <p14:tracePt t="50933" x="4241800" y="5238750"/>
          <p14:tracePt t="50949" x="4298950" y="5232400"/>
          <p14:tracePt t="50966" x="4387850" y="5226050"/>
          <p14:tracePt t="50983" x="4457700" y="5213350"/>
          <p14:tracePt t="51000" x="4527550" y="5194300"/>
          <p14:tracePt t="51016" x="4552950" y="5187950"/>
          <p14:tracePt t="51033" x="4578350" y="5181600"/>
          <p14:tracePt t="51050" x="4603750" y="5175250"/>
          <p14:tracePt t="51183" x="4597400" y="5175250"/>
          <p14:tracePt t="51239" x="4591050" y="5181600"/>
          <p14:tracePt t="51267" x="4591050" y="5187950"/>
          <p14:tracePt t="51331" x="4591050" y="5194300"/>
          <p14:tracePt t="51358" x="4597400" y="5200650"/>
          <p14:tracePt t="51380" x="4597400" y="5207000"/>
          <p14:tracePt t="51401" x="4603750" y="5207000"/>
          <p14:tracePt t="51429" x="4610100" y="5213350"/>
          <p14:tracePt t="51443" x="4610100" y="5219700"/>
          <p14:tracePt t="51465" x="4616450" y="5232400"/>
          <p14:tracePt t="51471" x="4622800" y="5238750"/>
          <p14:tracePt t="51480" x="4622800" y="5251450"/>
          <p14:tracePt t="51498" x="4635500" y="5264150"/>
          <p14:tracePt t="51514" x="4648200" y="5302250"/>
          <p14:tracePt t="51531" x="4660900" y="5327650"/>
          <p14:tracePt t="51548" x="4673600" y="5346700"/>
          <p14:tracePt t="51563" x="4686300" y="5378450"/>
          <p14:tracePt t="51580" x="4686300" y="5391150"/>
          <p14:tracePt t="51598" x="4686300" y="5403850"/>
          <p14:tracePt t="51614" x="4686300" y="5410200"/>
          <p14:tracePt t="54568" x="4673600" y="5410200"/>
          <p14:tracePt t="54575" x="4648200" y="5416550"/>
          <p14:tracePt t="54586" x="4629150" y="5416550"/>
          <p14:tracePt t="54604" x="4591050" y="5416550"/>
          <p14:tracePt t="54620" x="4527550" y="5416550"/>
          <p14:tracePt t="54637" x="4489450" y="5416550"/>
          <p14:tracePt t="54653" x="4432300" y="5403850"/>
          <p14:tracePt t="54670" x="4387850" y="5391150"/>
          <p14:tracePt t="54686" x="4356100" y="5384800"/>
          <p14:tracePt t="54703" x="4311650" y="5378450"/>
          <p14:tracePt t="54720" x="4292600" y="5372100"/>
          <p14:tracePt t="54737" x="4267200" y="5365750"/>
          <p14:tracePt t="54753" x="4248150" y="5365750"/>
          <p14:tracePt t="54769" x="4235450" y="5365750"/>
          <p14:tracePt t="54787" x="4229100" y="5359400"/>
          <p14:tracePt t="54803" x="4222750" y="5359400"/>
          <p14:tracePt t="55054" x="4235450" y="5359400"/>
          <p14:tracePt t="55068" x="4260850" y="5353050"/>
          <p14:tracePt t="55074" x="4279900" y="5340350"/>
          <p14:tracePt t="55089" x="4311650" y="5327650"/>
          <p14:tracePt t="55101" x="4349750" y="5321300"/>
          <p14:tracePt t="55118" x="4425950" y="5295900"/>
          <p14:tracePt t="55135" x="4464050" y="5289550"/>
          <p14:tracePt t="55152" x="4533900" y="5270500"/>
          <p14:tracePt t="55168" x="4597400" y="5257800"/>
          <p14:tracePt t="55185" x="4610100" y="5251450"/>
          <p14:tracePt t="55202" x="4629150" y="5251450"/>
          <p14:tracePt t="55218" x="4641850" y="5251450"/>
          <p14:tracePt t="55286" x="4648200" y="5257800"/>
          <p14:tracePt t="55307" x="4654550" y="5257800"/>
          <p14:tracePt t="55321" x="4660900" y="5257800"/>
          <p14:tracePt t="55328" x="4667250" y="5257800"/>
          <p14:tracePt t="55349" x="4679950" y="5264150"/>
          <p14:tracePt t="55356" x="4686300" y="5264150"/>
          <p14:tracePt t="55370" x="4699000" y="5270500"/>
          <p14:tracePt t="55384" x="4718050" y="5276850"/>
          <p14:tracePt t="55401" x="4781550" y="5295900"/>
          <p14:tracePt t="55418" x="4806950" y="5302250"/>
          <p14:tracePt t="55434" x="4864100" y="5308600"/>
          <p14:tracePt t="55450" x="4914900" y="5314950"/>
          <p14:tracePt t="55467" x="4933950" y="5314950"/>
          <p14:tracePt t="55483" x="4959350" y="5314950"/>
          <p14:tracePt t="55500" x="4972050" y="5314950"/>
          <p14:tracePt t="55517" x="4978400" y="5314950"/>
          <p14:tracePt t="55574" x="4978400" y="5308600"/>
          <p14:tracePt t="55588" x="4984750" y="5308600"/>
          <p14:tracePt t="56133" x="4959350" y="5308600"/>
          <p14:tracePt t="56140" x="4927600" y="5314950"/>
          <p14:tracePt t="56154" x="4883150" y="5321300"/>
          <p14:tracePt t="56165" x="4851400" y="5340350"/>
          <p14:tracePt t="56182" x="4819650" y="5353050"/>
          <p14:tracePt t="56198" x="4756150" y="5378450"/>
          <p14:tracePt t="56215" x="4724400" y="5403850"/>
          <p14:tracePt t="56232" x="4699000" y="5422900"/>
          <p14:tracePt t="56248" x="4686300" y="5435600"/>
          <p14:tracePt t="56264" x="4667250" y="5454650"/>
          <p14:tracePt t="56297" x="4654550" y="5467350"/>
          <p14:tracePt t="56314" x="4641850" y="5486400"/>
          <p14:tracePt t="56331" x="4629150" y="5505450"/>
          <p14:tracePt t="56348" x="4616450" y="5518150"/>
          <p14:tracePt t="56364" x="4597400" y="5543550"/>
          <p14:tracePt t="56380" x="4591050" y="5556250"/>
          <p14:tracePt t="56832" x="4559300" y="5556250"/>
          <p14:tracePt t="56847" x="4533900" y="5556250"/>
          <p14:tracePt t="56853" x="4514850" y="5556250"/>
          <p14:tracePt t="56868" x="4483100" y="5562600"/>
          <p14:tracePt t="56878" x="4451350" y="5568950"/>
          <p14:tracePt t="56896" x="4413250" y="5594350"/>
          <p14:tracePt t="56912" x="4387850" y="5607050"/>
          <p14:tracePt t="56929" x="4362450" y="5632450"/>
          <p14:tracePt t="56946" x="4337050" y="5664200"/>
          <p14:tracePt t="56962" x="4324350" y="5676900"/>
          <p14:tracePt t="56979" x="4305300" y="5715000"/>
          <p14:tracePt t="56995" x="4292600" y="5759450"/>
          <p14:tracePt t="57012" x="4292600" y="5778500"/>
          <p14:tracePt t="57029" x="4292600" y="5829300"/>
          <p14:tracePt t="57045" x="4292600" y="5873750"/>
          <p14:tracePt t="57061" x="4292600" y="5905500"/>
          <p14:tracePt t="57079" x="4292600" y="5962650"/>
          <p14:tracePt t="57095" x="4292600" y="6026150"/>
          <p14:tracePt t="57111" x="4292600" y="6064250"/>
          <p14:tracePt t="57128" x="4292600" y="6115050"/>
          <p14:tracePt t="57145" x="4292600" y="6134100"/>
          <p14:tracePt t="57161" x="4298950" y="6172200"/>
          <p14:tracePt t="57178" x="4298950" y="6210300"/>
          <p14:tracePt t="57194" x="4305300" y="6223000"/>
          <p14:tracePt t="57212" x="4305300" y="6254750"/>
          <p14:tracePt t="57228" x="4305300" y="6273800"/>
          <p14:tracePt t="57245" x="4305300" y="6280150"/>
          <p14:tracePt t="57261" x="4305300" y="6286500"/>
          <p14:tracePt t="57296" x="4305300" y="6292850"/>
          <p14:tracePt t="57416" x="4305300" y="6299200"/>
          <p14:tracePt t="57444" x="4311650" y="6299200"/>
          <p14:tracePt t="57486" x="4318000" y="6305550"/>
          <p14:tracePt t="57507" x="4324350" y="6311900"/>
          <p14:tracePt t="57528" x="4337050" y="6311900"/>
          <p14:tracePt t="57535" x="4343400" y="6318250"/>
          <p14:tracePt t="57556" x="4349750" y="6318250"/>
          <p14:tracePt t="57570" x="4356100" y="6324600"/>
          <p14:tracePt t="57579" x="4375150" y="6330950"/>
          <p14:tracePt t="57593" x="4394200" y="6330950"/>
          <p14:tracePt t="57610" x="4445000" y="6337300"/>
          <p14:tracePt t="57627" x="4514850" y="6343650"/>
          <p14:tracePt t="57643" x="4552950" y="6343650"/>
          <p14:tracePt t="57660" x="4616450" y="6343650"/>
          <p14:tracePt t="57676" x="4699000" y="6343650"/>
          <p14:tracePt t="57693" x="4724400" y="6343650"/>
          <p14:tracePt t="57709" x="4756150" y="6343650"/>
          <p14:tracePt t="57726" x="4800600" y="6350000"/>
          <p14:tracePt t="57742" x="4813300" y="6350000"/>
          <p14:tracePt t="57760" x="4826000" y="6350000"/>
          <p14:tracePt t="57775" x="4832350" y="6356350"/>
          <p14:tracePt t="57792" x="4838700" y="6356350"/>
          <p14:tracePt t="57809" x="4845050" y="6356350"/>
          <p14:tracePt t="57964" x="4838700" y="6356350"/>
          <p14:tracePt t="58384" x="4832350" y="6343650"/>
          <p14:tracePt t="58391" x="4813300" y="6305550"/>
          <p14:tracePt t="58398" x="4781550" y="6248400"/>
          <p14:tracePt t="58412" x="4756150" y="6191250"/>
          <p14:tracePt t="58423" x="4718050" y="6121400"/>
          <p14:tracePt t="58441" x="4648200" y="5981700"/>
          <p14:tracePt t="58457" x="4616450" y="5930900"/>
          <p14:tracePt t="58473" x="4546600" y="5835650"/>
          <p14:tracePt t="58490" x="4514850" y="5784850"/>
          <p14:tracePt t="58507" x="4508500" y="5778500"/>
          <p14:tracePt t="58523" x="4502150" y="5772150"/>
          <p14:tracePt t="58540" x="4502150" y="5765800"/>
          <p14:tracePt t="58721" x="4502150" y="5772150"/>
          <p14:tracePt t="58784" x="4502150" y="5778500"/>
          <p14:tracePt t="58813" x="4502150" y="5784850"/>
          <p14:tracePt t="58820" x="4502150" y="5791200"/>
          <p14:tracePt t="59805" x="4445000" y="5797550"/>
          <p14:tracePt t="59820" x="4381500" y="5797550"/>
          <p14:tracePt t="59826" x="4305300" y="5803900"/>
          <p14:tracePt t="59835" x="4229100" y="5816600"/>
          <p14:tracePt t="59852" x="4146550" y="5835650"/>
          <p14:tracePt t="59869" x="4013200" y="5886450"/>
          <p14:tracePt t="59885" x="3943350" y="5911850"/>
          <p14:tracePt t="59902" x="3797300" y="5962650"/>
          <p14:tracePt t="59918" x="3619500" y="5994400"/>
          <p14:tracePt t="59935" x="3530600" y="6000750"/>
          <p14:tracePt t="59952" x="3359150" y="6032500"/>
          <p14:tracePt t="59968" x="3225800" y="6051550"/>
          <p14:tracePt t="59985" x="3187700" y="6051550"/>
          <p14:tracePt t="60002" x="3098800" y="6051550"/>
          <p14:tracePt t="60018" x="3079750" y="6051550"/>
          <p14:tracePt t="60035" x="3067050" y="6051550"/>
          <p14:tracePt t="60051" x="3060700" y="6038850"/>
          <p14:tracePt t="60519" x="3041650" y="6038850"/>
          <p14:tracePt t="60526" x="3022600" y="6032500"/>
          <p14:tracePt t="60541" x="2990850" y="6019800"/>
          <p14:tracePt t="60549" x="2959100" y="6013450"/>
          <p14:tracePt t="60566" x="2940050" y="6000750"/>
          <p14:tracePt t="60584" x="2882900" y="5994400"/>
          <p14:tracePt t="60599" x="2838450" y="5981700"/>
          <p14:tracePt t="60616" x="2819400" y="5981700"/>
          <p14:tracePt t="60633" x="2774950" y="5975350"/>
          <p14:tracePt t="60649" x="2762250" y="5975350"/>
          <p14:tracePt t="60667" x="2705100" y="5975350"/>
          <p14:tracePt t="60682" x="2686050" y="5975350"/>
          <p14:tracePt t="60699" x="2660650" y="5975350"/>
          <p14:tracePt t="60716" x="2628900" y="5975350"/>
          <p14:tracePt t="60732" x="2597150" y="5975350"/>
          <p14:tracePt t="60749" x="2584450" y="5975350"/>
          <p14:tracePt t="60766" x="2552700" y="5975350"/>
          <p14:tracePt t="60782" x="2520950" y="5975350"/>
          <p14:tracePt t="60799" x="2501900" y="5975350"/>
          <p14:tracePt t="60815" x="2476500" y="5975350"/>
          <p14:tracePt t="60832" x="2451100" y="5975350"/>
          <p14:tracePt t="60849" x="2438400" y="5975350"/>
          <p14:tracePt t="60865" x="2413000" y="5975350"/>
          <p14:tracePt t="60882" x="2387600" y="5975350"/>
          <p14:tracePt t="60901" x="2368550" y="5975350"/>
          <p14:tracePt t="60915" x="2355850" y="5975350"/>
          <p14:tracePt t="60931" x="2311400" y="5975350"/>
          <p14:tracePt t="60948" x="2292350" y="5981700"/>
          <p14:tracePt t="60964" x="2254250" y="5981700"/>
          <p14:tracePt t="60981" x="2235200" y="5988050"/>
          <p14:tracePt t="60998" x="2197100" y="5994400"/>
          <p14:tracePt t="61031" x="2190750" y="5994400"/>
          <p14:tracePt t="61048" x="2184400" y="5994400"/>
          <p14:tracePt t="61068" x="2178050" y="5994400"/>
          <p14:tracePt t="61173" x="2178050" y="6000750"/>
          <p14:tracePt t="61251" x="2178050" y="6007100"/>
          <p14:tracePt t="61314" x="2178050" y="6013450"/>
          <p14:tracePt t="61356" x="2178050" y="6019800"/>
          <p14:tracePt t="61391" x="2190750" y="6019800"/>
          <p14:tracePt t="61405" x="2197100" y="6019800"/>
          <p14:tracePt t="61413" x="2216150" y="6026150"/>
          <p14:tracePt t="61426" x="2228850" y="6032500"/>
          <p14:tracePt t="61433" x="2254250" y="6032500"/>
          <p14:tracePt t="61447" x="2286000" y="6038850"/>
          <p14:tracePt t="61462" x="2381250" y="6057900"/>
          <p14:tracePt t="61480" x="2432050" y="6064250"/>
          <p14:tracePt t="61497" x="2514600" y="6083300"/>
          <p14:tracePt t="61513" x="2584450" y="6083300"/>
          <p14:tracePt t="61529" x="2609850" y="6089650"/>
          <p14:tracePt t="61547" x="2654300" y="6089650"/>
          <p14:tracePt t="61563" x="2673350" y="6089650"/>
          <p14:tracePt t="61579" x="2692400" y="6089650"/>
          <p14:tracePt t="62184" x="2660650" y="6089650"/>
          <p14:tracePt t="62197" x="2635250" y="6089650"/>
          <p14:tracePt t="62205" x="2597150" y="6089650"/>
          <p14:tracePt t="62219" x="2565400" y="6089650"/>
          <p14:tracePt t="62228" x="2540000" y="6089650"/>
          <p14:tracePt t="62244" x="2508250" y="6089650"/>
          <p14:tracePt t="62261" x="2451100" y="6083300"/>
          <p14:tracePt t="62277" x="2400300" y="6083300"/>
          <p14:tracePt t="62293" x="2374900" y="6070600"/>
          <p14:tracePt t="62310" x="2324100" y="6064250"/>
          <p14:tracePt t="62327" x="2273300" y="6057900"/>
          <p14:tracePt t="62343" x="2254250" y="6057900"/>
          <p14:tracePt t="62360" x="2222500" y="6057900"/>
          <p14:tracePt t="62377" x="2197100" y="6051550"/>
          <p14:tracePt t="62393" x="2184400" y="6051550"/>
          <p14:tracePt t="62410" x="2165350" y="6045200"/>
          <p14:tracePt t="62426" x="2159000" y="6038850"/>
          <p14:tracePt t="62444" x="2139950" y="6038850"/>
          <p14:tracePt t="62460" x="2133600" y="6038850"/>
          <p14:tracePt t="62476" x="2127250" y="6038850"/>
          <p14:tracePt t="62493" x="2114550" y="6032500"/>
          <p14:tracePt t="62509" x="2101850" y="6026150"/>
          <p14:tracePt t="62526" x="2095500" y="6026150"/>
          <p14:tracePt t="62543" x="2082800" y="6019800"/>
          <p14:tracePt t="62960" x="2070100" y="6019800"/>
          <p14:tracePt t="62967" x="2051050" y="6026150"/>
          <p14:tracePt t="62981" x="2038350" y="6026150"/>
          <p14:tracePt t="62990" x="2012950" y="6026150"/>
          <p14:tracePt t="63007" x="1987550" y="6032500"/>
          <p14:tracePt t="63024" x="1930400" y="6038850"/>
          <p14:tracePt t="63041" x="1879600" y="6038850"/>
          <p14:tracePt t="63058" x="1835150" y="6038850"/>
          <p14:tracePt t="63074" x="1822450" y="6038850"/>
          <p14:tracePt t="63091" x="1803400" y="6038850"/>
          <p14:tracePt t="63108" x="1739900" y="6026150"/>
          <p14:tracePt t="63124" x="1714500" y="6019800"/>
          <p14:tracePt t="63141" x="1708150" y="6019800"/>
          <p14:tracePt t="63157" x="1689100" y="6019800"/>
          <p14:tracePt t="63174" x="1676400" y="6019800"/>
          <p14:tracePt t="63190" x="1676400" y="6013450"/>
          <p14:tracePt t="63224" x="1670050" y="6013450"/>
          <p14:tracePt t="63318" x="1670050" y="6007100"/>
          <p14:tracePt t="63340" x="1670050" y="6000750"/>
          <p14:tracePt t="63360" x="1676400" y="5994400"/>
          <p14:tracePt t="63375" x="1682750" y="5988050"/>
          <p14:tracePt t="63382" x="1682750" y="5981700"/>
          <p14:tracePt t="63390" x="1682750" y="5975350"/>
          <p14:tracePt t="63409" x="1689100" y="5969000"/>
          <p14:tracePt t="63426" x="1689100" y="5956300"/>
          <p14:tracePt t="63444" x="1689100" y="5943600"/>
          <p14:tracePt t="63456" x="1695450" y="5930900"/>
          <p14:tracePt t="63473" x="1695450" y="5899150"/>
          <p14:tracePt t="63489" x="1708150" y="5873750"/>
          <p14:tracePt t="63506" x="1708150" y="5829300"/>
          <p14:tracePt t="63523" x="1708150" y="5772150"/>
          <p14:tracePt t="63539" x="1708150" y="5740400"/>
          <p14:tracePt t="63556" x="1695450" y="5683250"/>
          <p14:tracePt t="63572" x="1682750" y="5632450"/>
          <p14:tracePt t="63589" x="1676400" y="5619750"/>
          <p14:tracePt t="63606" x="1651000" y="5581650"/>
          <p14:tracePt t="63622" x="1631950" y="5568950"/>
          <p14:tracePt t="63639" x="1619250" y="5562600"/>
          <p14:tracePt t="63657" x="1600200" y="5549900"/>
          <p14:tracePt t="63672" x="1581150" y="5543550"/>
          <p14:tracePt t="63689" x="1581150" y="5537200"/>
          <p14:tracePt t="63706" x="1568450" y="5530850"/>
          <p14:tracePt t="63721" x="1549400" y="5530850"/>
          <p14:tracePt t="63738" x="1530350" y="5524500"/>
          <p14:tracePt t="63755" x="1504950" y="5518150"/>
          <p14:tracePt t="63772" x="1492250" y="5511800"/>
          <p14:tracePt t="63788" x="1466850" y="5511800"/>
          <p14:tracePt t="63805" x="1460500" y="5511800"/>
          <p14:tracePt t="63822" x="1454150" y="5511800"/>
          <p14:tracePt t="63873" x="1447800" y="5511800"/>
          <p14:tracePt t="63951" x="1454150" y="5511800"/>
          <p14:tracePt t="63965" x="1460500" y="5511800"/>
          <p14:tracePt t="63987" x="1473200" y="5511800"/>
          <p14:tracePt t="63993" x="1479550" y="5511800"/>
          <p14:tracePt t="64008" x="1498600" y="5518150"/>
          <p14:tracePt t="64022" x="1549400" y="5524500"/>
          <p14:tracePt t="64037" x="1593850" y="5524500"/>
          <p14:tracePt t="64054" x="1638300" y="5524500"/>
          <p14:tracePt t="64071" x="1727200" y="5537200"/>
          <p14:tracePt t="64087" x="1847850" y="5543550"/>
          <p14:tracePt t="64104" x="1911350" y="5543550"/>
          <p14:tracePt t="64121" x="2025650" y="5543550"/>
          <p14:tracePt t="64137" x="2146300" y="5543550"/>
          <p14:tracePt t="64153" x="2197100" y="5543550"/>
          <p14:tracePt t="64170" x="2286000" y="5530850"/>
          <p14:tracePt t="64187" x="2368550" y="5524500"/>
          <p14:tracePt t="64204" x="2438400" y="5505450"/>
          <p14:tracePt t="64220" x="2476500" y="5505450"/>
          <p14:tracePt t="64237" x="2527300" y="5505450"/>
          <p14:tracePt t="64254" x="2559050" y="5505450"/>
          <p14:tracePt t="64270" x="2578100" y="5499100"/>
          <p14:tracePt t="64287" x="2584450" y="5499100"/>
          <p14:tracePt t="64303" x="2609850" y="5499100"/>
          <p14:tracePt t="64336" x="2616200" y="5499100"/>
          <p14:tracePt t="64366" x="2616200" y="5492750"/>
          <p14:tracePt t="64485" x="2609850" y="5492750"/>
          <p14:tracePt t="64499" x="2597150" y="5499100"/>
          <p14:tracePt t="64506" x="2590800" y="5505450"/>
          <p14:tracePt t="64519" x="2584450" y="5511800"/>
          <p14:tracePt t="64536" x="2546350" y="5537200"/>
          <p14:tracePt t="64552" x="2520950" y="5568950"/>
          <p14:tracePt t="64570" x="2489200" y="5594350"/>
          <p14:tracePt t="64585" x="2349500" y="5746750"/>
          <p14:tracePt t="64602" x="2286000" y="5797550"/>
          <p14:tracePt t="64619" x="2190750" y="5899150"/>
          <p14:tracePt t="64635" x="2146300" y="5949950"/>
          <p14:tracePt t="64652" x="2082800" y="6026150"/>
          <p14:tracePt t="64669" x="2051050" y="6064250"/>
          <p14:tracePt t="64685" x="2038350" y="6076950"/>
          <p14:tracePt t="64702" x="2032000" y="6083300"/>
          <p14:tracePt t="64718" x="2025650" y="6089650"/>
          <p14:tracePt t="64949" x="2006600" y="6089650"/>
          <p14:tracePt t="64957" x="1974850" y="6083300"/>
          <p14:tracePt t="64971" x="1949450" y="6076950"/>
          <p14:tracePt t="64985" x="1924050" y="6070600"/>
          <p14:tracePt t="65001" x="1866900" y="6051550"/>
          <p14:tracePt t="65017" x="1828800" y="6045200"/>
          <p14:tracePt t="65034" x="1771650" y="6038850"/>
          <p14:tracePt t="65050" x="1727200" y="6026150"/>
          <p14:tracePt t="65067" x="1708150" y="6026150"/>
          <p14:tracePt t="65084" x="1689100" y="6026150"/>
          <p14:tracePt t="65100" x="1676400" y="6026150"/>
          <p14:tracePt t="65118" x="1670050" y="6026150"/>
          <p14:tracePt t="65146" x="1663700" y="6026150"/>
          <p14:tracePt t="65238" x="1670050" y="6026150"/>
          <p14:tracePt t="65252" x="1676400" y="6026150"/>
          <p14:tracePt t="65259" x="1682750" y="6026150"/>
          <p14:tracePt t="65273" x="1695450" y="6026150"/>
          <p14:tracePt t="65282" x="1714500" y="6026150"/>
          <p14:tracePt t="65301" x="1733550" y="6026150"/>
          <p14:tracePt t="65317" x="1809750" y="6026150"/>
          <p14:tracePt t="65333" x="1917700" y="6026150"/>
          <p14:tracePt t="65350" x="2070100" y="6026150"/>
          <p14:tracePt t="65366" x="2133600" y="6026150"/>
          <p14:tracePt t="65383" x="2286000" y="6026150"/>
          <p14:tracePt t="65400" x="2393950" y="6038850"/>
          <p14:tracePt t="65416" x="2444750" y="6038850"/>
          <p14:tracePt t="65432" x="2508250" y="6038850"/>
          <p14:tracePt t="65449" x="2552700" y="6038850"/>
          <p14:tracePt t="65466" x="2565400" y="6038850"/>
          <p14:tracePt t="65482" x="2584450" y="6038850"/>
          <p14:tracePt t="65499" x="2603500" y="6038850"/>
          <p14:tracePt t="65539" x="2609850" y="6038850"/>
          <p14:tracePt t="65568" x="2616200" y="6038850"/>
          <p14:tracePt t="65589" x="2622550" y="6038850"/>
          <p14:tracePt t="65604" x="2628900" y="6038850"/>
          <p14:tracePt t="65611" x="2635250" y="6038850"/>
          <p14:tracePt t="65625" x="2641600" y="6038850"/>
          <p14:tracePt t="65639" x="2654300" y="6038850"/>
          <p14:tracePt t="65653" x="2660650" y="6038850"/>
          <p14:tracePt t="65664" x="2673350" y="6038850"/>
          <p14:tracePt t="65682" x="2698750" y="6038850"/>
          <p14:tracePt t="65698" x="2717800" y="6038850"/>
          <p14:tracePt t="65716" x="2749550" y="6038850"/>
          <p14:tracePt t="65731" x="2806700" y="6019800"/>
          <p14:tracePt t="65748" x="2838450" y="6019800"/>
          <p14:tracePt t="65765" x="2908300" y="6000750"/>
          <p14:tracePt t="65781" x="2997200" y="5962650"/>
          <p14:tracePt t="65798" x="3028950" y="5949950"/>
          <p14:tracePt t="65815" x="3067050" y="5930900"/>
          <p14:tracePt t="65831" x="3143250" y="5892800"/>
          <p14:tracePt t="65848" x="3181350" y="5880100"/>
          <p14:tracePt t="68113" x="3206750" y="5873750"/>
          <p14:tracePt t="68120" x="3219450" y="5867400"/>
          <p14:tracePt t="68134" x="3244850" y="5861050"/>
          <p14:tracePt t="68142" x="3263900" y="5854700"/>
          <p14:tracePt t="68157" x="3295650" y="5848350"/>
          <p14:tracePt t="68173" x="3346450" y="5829300"/>
          <p14:tracePt t="68191" x="3416300" y="5791200"/>
          <p14:tracePt t="68206" x="3448050" y="5784850"/>
          <p14:tracePt t="68223" x="3479800" y="5778500"/>
          <p14:tracePt t="68240" x="3556000" y="5759450"/>
          <p14:tracePt t="68256" x="3575050" y="5753100"/>
          <p14:tracePt t="68273" x="3600450" y="5740400"/>
          <p14:tracePt t="68289" x="3638550" y="5734050"/>
          <p14:tracePt t="68306" x="3663950" y="5727700"/>
          <p14:tracePt t="68323" x="3676650" y="5727700"/>
          <p14:tracePt t="68339" x="3695700" y="5721350"/>
          <p14:tracePt t="68356" x="3702050" y="5721350"/>
          <p14:tracePt t="68493" x="3702050" y="5727700"/>
          <p14:tracePt t="68507" x="3695700" y="5727700"/>
          <p14:tracePt t="68522" x="3689350" y="5734050"/>
          <p14:tracePt t="68535" x="3683000" y="5740400"/>
          <p14:tracePt t="68542" x="3676650" y="5746750"/>
          <p14:tracePt t="68558" x="3676650" y="5753100"/>
          <p14:tracePt t="68572" x="3663950" y="5759450"/>
          <p14:tracePt t="68588" x="3625850" y="5791200"/>
          <p14:tracePt t="68607" x="3575050" y="5829300"/>
          <p14:tracePt t="68622" x="3536950" y="5861050"/>
          <p14:tracePt t="68638" x="3473450" y="5911850"/>
          <p14:tracePt t="68655" x="3416300" y="5949950"/>
          <p14:tracePt t="68671" x="3397250" y="5975350"/>
          <p14:tracePt t="68688" x="3359150" y="6000750"/>
          <p14:tracePt t="68704" x="3346450" y="6013450"/>
          <p14:tracePt t="68721" x="3340100" y="6019800"/>
          <p14:tracePt t="68739" x="3333750" y="6026150"/>
          <p14:tracePt t="68774" x="3327400" y="6032500"/>
          <p14:tracePt t="68844" x="3333750" y="6032500"/>
          <p14:tracePt t="68858" x="3340100" y="6032500"/>
          <p14:tracePt t="68872" x="3340100" y="6026150"/>
          <p14:tracePt t="68887" x="3346450" y="6026150"/>
          <p14:tracePt t="68894" x="3359150" y="6019800"/>
          <p14:tracePt t="68907" x="3371850" y="6019800"/>
          <p14:tracePt t="68921" x="3390900" y="6013450"/>
          <p14:tracePt t="68937" x="3435350" y="6000750"/>
          <p14:tracePt t="68954" x="3467100" y="5994400"/>
          <p14:tracePt t="68971" x="3536950" y="5969000"/>
          <p14:tracePt t="68987" x="3613150" y="5930900"/>
          <p14:tracePt t="69003" x="3638550" y="5924550"/>
          <p14:tracePt t="69021" x="3695700" y="5899150"/>
          <p14:tracePt t="69037" x="3727450" y="5880100"/>
          <p14:tracePt t="69053" x="3733800" y="5880100"/>
          <p14:tracePt t="69070" x="3746500" y="5873750"/>
          <p14:tracePt t="69168" x="3740150" y="5873750"/>
          <p14:tracePt t="69196" x="3733800" y="5873750"/>
          <p14:tracePt t="69231" x="3727450" y="5886450"/>
          <p14:tracePt t="71884" x="3733800" y="5886450"/>
          <p14:tracePt t="71891" x="3752850" y="5886450"/>
          <p14:tracePt t="71898" x="3803650" y="5886450"/>
          <p14:tracePt t="71910" x="3854450" y="5886450"/>
          <p14:tracePt t="71927" x="3937000" y="5854700"/>
          <p14:tracePt t="71943" x="4095750" y="5784850"/>
          <p14:tracePt t="71960" x="4203700" y="5721350"/>
          <p14:tracePt t="71977" x="4394200" y="5575300"/>
          <p14:tracePt t="71993" x="4533900" y="5454650"/>
          <p14:tracePt t="72010" x="4603750" y="5372100"/>
          <p14:tracePt t="72026" x="4629150" y="5353050"/>
          <p14:tracePt t="72043" x="4648200" y="5334000"/>
          <p14:tracePt t="72061" x="4654550" y="5321300"/>
          <p14:tracePt t="72076" x="4660900" y="5321300"/>
          <p14:tracePt t="72137" x="4654550" y="5327650"/>
          <p14:tracePt t="72151" x="4641850" y="5327650"/>
          <p14:tracePt t="72159" x="4616450" y="5334000"/>
          <p14:tracePt t="72172" x="4591050" y="5346700"/>
          <p14:tracePt t="72179" x="4546600" y="5365750"/>
          <p14:tracePt t="72193" x="4502150" y="5384800"/>
          <p14:tracePt t="72209" x="4375150" y="5473700"/>
          <p14:tracePt t="72226" x="4305300" y="5524500"/>
          <p14:tracePt t="72229" x="4235450" y="5581650"/>
          <p14:tracePt t="72245" x="4165600" y="5645150"/>
          <p14:tracePt t="72259" x="4032250" y="5797550"/>
          <p14:tracePt t="72275" x="3968750" y="5880100"/>
          <p14:tracePt t="72293" x="3879850" y="6032500"/>
          <p14:tracePt t="72308" x="3835400" y="6102350"/>
          <p14:tracePt t="72325" x="3803650" y="6197600"/>
          <p14:tracePt t="72341" x="3797300" y="6248400"/>
          <p14:tracePt t="72358" x="3797300" y="6254750"/>
          <p14:tracePt t="72376" x="3810000" y="6267450"/>
          <p14:tracePt t="72391" x="3879850" y="6248400"/>
          <p14:tracePt t="72408" x="3937000" y="6229350"/>
          <p14:tracePt t="72426" x="4038600" y="6153150"/>
          <p14:tracePt t="72442" x="4108450" y="6115050"/>
          <p14:tracePt t="72458" x="4235450" y="5981700"/>
          <p14:tracePt t="72475" x="4356100" y="5854700"/>
          <p14:tracePt t="72491" x="4438650" y="5715000"/>
          <p14:tracePt t="72508" x="4451350" y="5670550"/>
          <p14:tracePt t="72525" x="4470400" y="5619750"/>
          <p14:tracePt t="72541" x="4470400" y="5594350"/>
          <p14:tracePt t="72560" x="4464050" y="5568950"/>
          <p14:tracePt t="72575" x="4438650" y="5556250"/>
          <p14:tracePt t="72591" x="4419600" y="5543550"/>
          <p14:tracePt t="72608" x="4292600" y="5511800"/>
          <p14:tracePt t="72624" x="4241800" y="5499100"/>
          <p14:tracePt t="72641" x="4178300" y="5505450"/>
          <p14:tracePt t="72658" x="4019550" y="5543550"/>
          <p14:tracePt t="72674" x="3879850" y="5645150"/>
          <p14:tracePt t="72691" x="3816350" y="5702300"/>
          <p14:tracePt t="72708" x="3746500" y="5854700"/>
          <p14:tracePt t="72724" x="3746500" y="5981700"/>
          <p14:tracePt t="72742" x="3784600" y="6051550"/>
          <p14:tracePt t="72744" x="3841750" y="6121400"/>
          <p14:tracePt t="72758" x="3911600" y="6178550"/>
          <p14:tracePt t="72774" x="4006850" y="6254750"/>
          <p14:tracePt t="72791" x="4368800" y="6369050"/>
          <p14:tracePt t="72807" x="4508500" y="6381750"/>
          <p14:tracePt t="72823" x="4730750" y="6350000"/>
          <p14:tracePt t="72841" x="4889500" y="6273800"/>
          <p14:tracePt t="72857" x="4959350" y="6216650"/>
          <p14:tracePt t="72874" x="5010150" y="6159500"/>
          <p14:tracePt t="72890" x="5080000" y="5930900"/>
          <p14:tracePt t="72907" x="5073650" y="5842000"/>
          <p14:tracePt t="72923" x="5041900" y="5727700"/>
          <p14:tracePt t="72940" x="4908550" y="5422900"/>
          <p14:tracePt t="72957" x="4705350" y="5067300"/>
          <p14:tracePt t="72974" x="4521200" y="4819650"/>
          <p14:tracePt t="73006" x="4362450" y="4629150"/>
          <p14:tracePt t="73024" x="4152900" y="4400550"/>
          <p14:tracePt t="73039" x="4076700" y="4305300"/>
          <p14:tracePt t="73056" x="3943350" y="4152900"/>
          <p14:tracePt t="73073" x="3848100" y="4025900"/>
          <p14:tracePt t="73089" x="3803650" y="3937000"/>
          <p14:tracePt t="73106" x="3803650" y="3898900"/>
          <p14:tracePt t="73123" x="3810000" y="3822700"/>
          <p14:tracePt t="73139" x="3860800" y="3759200"/>
          <p14:tracePt t="73157" x="3930650" y="3676650"/>
          <p14:tracePt t="73172" x="3981450" y="3632200"/>
          <p14:tracePt t="73189" x="4076700" y="3517900"/>
          <p14:tracePt t="73206" x="4140200" y="3435350"/>
          <p14:tracePt t="73222" x="4292600" y="3200400"/>
          <p14:tracePt t="73239" x="4356100" y="3092450"/>
          <p14:tracePt t="73256" x="4470400" y="2921000"/>
          <p14:tracePt t="73272" x="4527550" y="2838450"/>
          <p14:tracePt t="73289" x="4552950" y="2819400"/>
          <p14:tracePt t="73305" x="4565650" y="2806700"/>
          <p14:tracePt t="73338" x="4572000" y="2806700"/>
          <p14:tracePt t="73368" x="4572000" y="2813050"/>
          <p14:tracePt t="73382" x="4572000" y="2819400"/>
          <p14:tracePt t="73396" x="4565650" y="2819400"/>
          <p14:tracePt t="73405" x="4552950" y="2825750"/>
          <p14:tracePt t="73422" x="4514850" y="2838450"/>
          <p14:tracePt t="73438" x="4400550" y="2876550"/>
          <p14:tracePt t="73455" x="4235450" y="2914650"/>
          <p14:tracePt t="73471" x="4140200" y="2946400"/>
          <p14:tracePt t="73488" x="3917950" y="2997200"/>
          <p14:tracePt t="73504" x="3803650" y="3009900"/>
          <p14:tracePt t="73522" x="3479800" y="3105150"/>
          <p14:tracePt t="73537" x="3378200" y="3143250"/>
          <p14:tracePt t="73554" x="3270250" y="3187700"/>
          <p14:tracePt t="73572" x="3060700" y="3270250"/>
          <p14:tracePt t="73588" x="2889250" y="3340100"/>
          <p14:tracePt t="73604" x="2819400" y="3371850"/>
          <p14:tracePt t="73621" x="2717800" y="3435350"/>
          <p14:tracePt t="73638" x="2654300" y="3479800"/>
          <p14:tracePt t="73654" x="2641600" y="3492500"/>
          <p14:tracePt t="73671" x="2628900" y="3498850"/>
          <p14:tracePt t="73688" x="2628900" y="3505200"/>
          <p14:tracePt t="73720" x="2628900" y="3517900"/>
          <p14:tracePt t="73737" x="2635250" y="3530600"/>
          <p14:tracePt t="73754" x="2647950" y="3543300"/>
          <p14:tracePt t="73771" x="2679700" y="3575050"/>
          <p14:tracePt t="73787" x="2698750" y="3600450"/>
          <p14:tracePt t="73804" x="2781300" y="3695700"/>
          <p14:tracePt t="73820" x="2813050" y="3733800"/>
          <p14:tracePt t="73837" x="2857500" y="3765550"/>
          <p14:tracePt t="73854" x="2978150" y="3886200"/>
          <p14:tracePt t="73870" x="3168650" y="4038600"/>
          <p14:tracePt t="73887" x="3276600" y="4108450"/>
          <p14:tracePt t="73903" x="3517900" y="4292600"/>
          <p14:tracePt t="73920" x="3613150" y="4356100"/>
          <p14:tracePt t="73937" x="3752850" y="4438650"/>
          <p14:tracePt t="73953" x="3797300" y="4451350"/>
          <p14:tracePt t="73969" x="3816350" y="4464050"/>
          <p14:tracePt t="73987" x="3829050" y="4464050"/>
          <p14:tracePt t="74003" x="3835400" y="4464050"/>
          <p14:tracePt t="74036" x="3829050" y="4457700"/>
          <p14:tracePt t="74053" x="3822700" y="4451350"/>
          <p14:tracePt t="74070" x="3803650" y="4438650"/>
          <p14:tracePt t="74086" x="3740150" y="4400550"/>
          <p14:tracePt t="74102" x="3638550" y="4343400"/>
          <p14:tracePt t="74120" x="3549650" y="4273550"/>
          <p14:tracePt t="74136" x="3479800" y="4235450"/>
          <p14:tracePt t="74153" x="3340100" y="4152900"/>
          <p14:tracePt t="74169" x="3213100" y="4064000"/>
          <p14:tracePt t="74186" x="3168650" y="4032250"/>
          <p14:tracePt t="74202" x="3098800" y="3949700"/>
          <p14:tracePt t="74219" x="3054350" y="3905250"/>
          <p14:tracePt t="74235" x="3041650" y="3886200"/>
          <p14:tracePt t="74252" x="3016250" y="3848100"/>
          <p14:tracePt t="74269" x="3009900" y="3822700"/>
          <p14:tracePt t="74285" x="3009900" y="3816350"/>
          <p14:tracePt t="74302" x="3009900" y="3810000"/>
          <p14:tracePt t="74319" x="3022600" y="3803650"/>
          <p14:tracePt t="74335" x="3035300" y="3797300"/>
          <p14:tracePt t="74352" x="3079750" y="3765550"/>
          <p14:tracePt t="74368" x="3155950" y="3733800"/>
          <p14:tracePt t="74385" x="3206750" y="3714750"/>
          <p14:tracePt t="74402" x="3359150" y="3644900"/>
          <p14:tracePt t="74418" x="3454400" y="3606800"/>
          <p14:tracePt t="74435" x="3651250" y="3530600"/>
          <p14:tracePt t="74451" x="3860800" y="3435350"/>
          <p14:tracePt t="74468" x="3962400" y="3384550"/>
          <p14:tracePt t="74485" x="4178300" y="3270250"/>
          <p14:tracePt t="74501" x="4279900" y="3225800"/>
          <p14:tracePt t="74518" x="4445000" y="3111500"/>
          <p14:tracePt t="74535" x="4559300" y="3028950"/>
          <p14:tracePt t="74551" x="4629150" y="2984500"/>
          <p14:tracePt t="74568" x="4641850" y="2965450"/>
          <p14:tracePt t="74584" x="4654550" y="2952750"/>
          <p14:tracePt t="74601" x="4660900" y="2952750"/>
          <p14:tracePt t="74661" x="4641850" y="2952750"/>
          <p14:tracePt t="74669" x="4603750" y="2952750"/>
          <p14:tracePt t="74682" x="4546600" y="2959100"/>
          <p14:tracePt t="74689" x="4483100" y="2978150"/>
          <p14:tracePt t="74704" x="4406900" y="2997200"/>
          <p14:tracePt t="74718" x="4210050" y="3067050"/>
          <p14:tracePt t="74734" x="4114800" y="3111500"/>
          <p14:tracePt t="74750" x="3994150" y="3162300"/>
          <p14:tracePt t="74767" x="3771900" y="3270250"/>
          <p14:tracePt t="74783" x="3568700" y="3409950"/>
          <p14:tracePt t="74787" x="3460750" y="3492500"/>
          <p14:tracePt t="74802" x="3365500" y="3581400"/>
          <p14:tracePt t="74817" x="3263900" y="3676650"/>
          <p14:tracePt t="74833" x="3136900" y="3892550"/>
          <p14:tracePt t="74851" x="3086100" y="3994150"/>
          <p14:tracePt t="74867" x="3035300" y="4165600"/>
          <p14:tracePt t="74883" x="3022600" y="4260850"/>
          <p14:tracePt t="74900" x="3022600" y="4286250"/>
          <p14:tracePt t="74916" x="3035300" y="4324350"/>
          <p14:tracePt t="74933" x="3060700" y="4356100"/>
          <p14:tracePt t="74950" x="3092450" y="4387850"/>
          <p14:tracePt t="74966" x="3162300" y="4457700"/>
          <p14:tracePt t="74983" x="3206750" y="4502150"/>
          <p14:tracePt t="75000" x="3289300" y="4578350"/>
          <p14:tracePt t="75016" x="3314700" y="4597400"/>
          <p14:tracePt t="75034" x="3333750" y="4616450"/>
          <p14:tracePt t="75076" x="3333750" y="4610100"/>
          <p14:tracePt t="75090" x="3333750" y="4597400"/>
          <p14:tracePt t="75104" x="3314700" y="4572000"/>
          <p14:tracePt t="75115" x="3282950" y="4540250"/>
          <p14:tracePt t="75133" x="3155950" y="4432300"/>
          <p14:tracePt t="75149" x="3073400" y="4349750"/>
          <p14:tracePt t="75166" x="2876550" y="4178300"/>
          <p14:tracePt t="75182" x="2686050" y="4006850"/>
          <p14:tracePt t="75199" x="2590800" y="3943350"/>
          <p14:tracePt t="75216" x="2451100" y="3835400"/>
          <p14:tracePt t="75232" x="2349500" y="3771900"/>
          <p14:tracePt t="75249" x="2317750" y="3752850"/>
          <p14:tracePt t="75266" x="2298700" y="3740150"/>
          <p14:tracePt t="75282" x="2266950" y="3733800"/>
          <p14:tracePt t="75317" x="2260600" y="3733800"/>
          <p14:tracePt t="75336" x="2266950" y="3740150"/>
          <p14:tracePt t="75348" x="2273300" y="3740150"/>
          <p14:tracePt t="75365" x="2298700" y="3759200"/>
          <p14:tracePt t="75381" x="2317750" y="3765550"/>
          <p14:tracePt t="75398" x="2400300" y="3803650"/>
          <p14:tracePt t="75415" x="2540000" y="3873500"/>
          <p14:tracePt t="75431" x="2622550" y="3917950"/>
          <p14:tracePt t="75449" x="2806700" y="4032250"/>
          <p14:tracePt t="75464" x="3022600" y="4159250"/>
          <p14:tracePt t="75481" x="3117850" y="4235450"/>
          <p14:tracePt t="75498" x="3257550" y="4324350"/>
          <p14:tracePt t="75514" x="3314700" y="4362450"/>
          <p14:tracePt t="75531" x="3333750" y="4375150"/>
          <p14:tracePt t="75548" x="3346450" y="4381500"/>
          <p14:tracePt t="75580" x="3346450" y="4375150"/>
          <p14:tracePt t="75598" x="3333750" y="4362450"/>
          <p14:tracePt t="75614" x="3327400" y="4349750"/>
          <p14:tracePt t="75632" x="3181350" y="4229100"/>
          <p14:tracePt t="75647" x="3105150" y="4152900"/>
          <p14:tracePt t="75664" x="3009900" y="4083050"/>
          <p14:tracePt t="75681" x="2819400" y="3930650"/>
          <p14:tracePt t="75697" x="2641600" y="3797300"/>
          <p14:tracePt t="75714" x="2571750" y="3746500"/>
          <p14:tracePt t="75730" x="2470150" y="3670300"/>
          <p14:tracePt t="75747" x="2393950" y="3638550"/>
          <p14:tracePt t="75763" x="2374900" y="3632200"/>
          <p14:tracePt t="75780" x="2355850" y="3625850"/>
          <p14:tracePt t="75797" x="2349500" y="3625850"/>
          <p14:tracePt t="75828" x="2349500" y="3632200"/>
          <p14:tracePt t="75842" x="2368550" y="3638550"/>
          <p14:tracePt t="75856" x="2387600" y="3657600"/>
          <p14:tracePt t="75866" x="2419350" y="3676650"/>
          <p14:tracePt t="75879" x="2482850" y="3727450"/>
          <p14:tracePt t="75896" x="2540000" y="3778250"/>
          <p14:tracePt t="75913" x="2736850" y="3937000"/>
          <p14:tracePt t="75929" x="2806700" y="3994150"/>
          <p14:tracePt t="75946" x="2876550" y="4044950"/>
          <p14:tracePt t="75963" x="3035300" y="4152900"/>
          <p14:tracePt t="76647" x="3054350" y="4133850"/>
          <p14:tracePt t="76662" x="3073400" y="4114800"/>
          <p14:tracePt t="76669" x="3098800" y="4083050"/>
          <p14:tracePt t="76677" x="3130550" y="4044950"/>
          <p14:tracePt t="76693" x="3168650" y="4000500"/>
          <p14:tracePt t="76711" x="3302000" y="3879850"/>
          <p14:tracePt t="76727" x="3371850" y="3810000"/>
          <p14:tracePt t="76743" x="3575050" y="3625850"/>
          <p14:tracePt t="76760" x="3695700" y="3517900"/>
          <p14:tracePt t="76777" x="3943350" y="3314700"/>
          <p14:tracePt t="76793" x="4108450" y="3175000"/>
          <p14:tracePt t="76810" x="4451350" y="2914650"/>
          <p14:tracePt t="76826" x="4521200" y="2863850"/>
          <p14:tracePt t="76843" x="4578350" y="2819400"/>
          <p14:tracePt t="76846" x="4629150" y="2781300"/>
          <p14:tracePt t="76860" x="4692650" y="2743200"/>
          <p14:tracePt t="76877" x="4711700" y="2724150"/>
          <p14:tracePt t="76894" x="4737100" y="2705100"/>
          <p14:tracePt t="76909" x="4756150" y="2692400"/>
          <p14:tracePt t="76926" x="4762500" y="2692400"/>
          <p14:tracePt t="76978" x="4768850" y="2692400"/>
          <p14:tracePt t="77006" x="4768850" y="2698750"/>
          <p14:tracePt t="77042" x="4768850" y="2705100"/>
          <p14:tracePt t="77049" x="4768850" y="2711450"/>
          <p14:tracePt t="77084" x="4768850" y="2717800"/>
          <p14:tracePt t="77140" x="4762500" y="2724150"/>
          <p14:tracePt t="77161" x="4756150" y="2724150"/>
          <p14:tracePt t="77168" x="4756150" y="2736850"/>
          <p14:tracePt t="77182" x="4749800" y="2749550"/>
          <p14:tracePt t="77192" x="4743450" y="2774950"/>
          <p14:tracePt t="77208" x="4737100" y="2800350"/>
          <p14:tracePt t="77225" x="4699000" y="2908300"/>
          <p14:tracePt t="77242" x="4660900" y="2978150"/>
          <p14:tracePt t="77259" x="4591050" y="3130550"/>
          <p14:tracePt t="77275" x="4546600" y="3263900"/>
          <p14:tracePt t="77292" x="4527550" y="3308350"/>
        </p14:tracePtLst>
      </p14:laserTraceLst>
    </p:ext>
  </p:extLs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attrib2=4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attrib3: ...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attrib4:...=4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'__annotations__',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'__class__',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'__doc__',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'__format__',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'__hash__', 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'__le__',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'__module__',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'__ne__',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'__new__', '__reduce__',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'attrib2', 'attrib4']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200" b="1" spc="-1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b="1" spc="-1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dataclass_params</a:t>
            </a:r>
            <a:r>
              <a:rPr lang="en-US" sz="2200" b="1" spc="-1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DataclassParams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en-US" sz="2200" b="1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init</a:t>
            </a:r>
            <a:r>
              <a:rPr lang="en-US" sz="2200" b="1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b="1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,repr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True,eq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True,order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False,unsafe_hash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False,frozen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=False)</a:t>
            </a: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spc="-9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x=</a:t>
            </a:r>
            <a:r>
              <a:rPr lang="fr-FR" sz="2200" spc="-9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fr-FR" sz="2200" b="1" spc="-10" dirty="0">
                <a:solidFill>
                  <a:srgbClr val="00B0F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1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</a:t>
            </a:r>
            <a:r>
              <a:rPr lang="fr-FR" sz="2200" b="1" spc="-10" dirty="0">
                <a:solidFill>
                  <a:srgbClr val="C40C94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7</a:t>
            </a:r>
            <a:r>
              <a:rPr lang="fr-FR" sz="2200" spc="-1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; x</a:t>
            </a:r>
          </a:p>
          <a:p>
            <a:pPr>
              <a:lnSpc>
                <a:spcPct val="90000"/>
              </a:lnSpc>
            </a:pPr>
            <a:r>
              <a:rPr lang="fr-FR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fr-FR" sz="2200" b="1" spc="-10" dirty="0">
                <a:solidFill>
                  <a:srgbClr val="00B0F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attrib1=1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fr-FR" sz="2200" b="1" spc="-10" dirty="0">
                <a:solidFill>
                  <a:srgbClr val="C40C94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attrib3=7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attrib4=4)</a:t>
            </a: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en-US" sz="2200" spc="-1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sz="2200" spc="-1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spc="-10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525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504"/>
    </mc:Choice>
    <mc:Fallback xmlns="">
      <p:transition spd="slow" advTm="735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111" x="3098800" y="2184400"/>
          <p14:tracePt t="1118" x="3092450" y="2216150"/>
          <p14:tracePt t="1132" x="3086100" y="2247900"/>
          <p14:tracePt t="1148" x="3079750" y="2305050"/>
          <p14:tracePt t="1165" x="3079750" y="2330450"/>
          <p14:tracePt t="1181" x="3060700" y="2400300"/>
          <p14:tracePt t="1197" x="3054350" y="2457450"/>
          <p14:tracePt t="1215" x="3048000" y="2489200"/>
          <p14:tracePt t="1231" x="3035300" y="2520950"/>
          <p14:tracePt t="1248" x="3028950" y="2540000"/>
          <p14:tracePt t="1266" x="3022600" y="2552700"/>
          <p14:tracePt t="1281" x="3016250" y="2559050"/>
          <p14:tracePt t="1298" x="3009900" y="2559050"/>
          <p14:tracePt t="1315" x="3003550" y="2565400"/>
          <p14:tracePt t="1331" x="2990850" y="2571750"/>
          <p14:tracePt t="1348" x="2959100" y="2578100"/>
          <p14:tracePt t="1364" x="2921000" y="2584450"/>
          <p14:tracePt t="1381" x="2838450" y="2609850"/>
          <p14:tracePt t="1397" x="2794000" y="2622550"/>
          <p14:tracePt t="1414" x="2686050" y="2641600"/>
          <p14:tracePt t="1430" x="2578100" y="2660650"/>
          <p14:tracePt t="1448" x="2470150" y="2686050"/>
          <p14:tracePt t="1463" x="2419350" y="2698750"/>
          <p14:tracePt t="1480" x="2298700" y="2724150"/>
          <p14:tracePt t="1498" x="2178050" y="2743200"/>
          <p14:tracePt t="1514" x="2127250" y="2762250"/>
          <p14:tracePt t="1530" x="2000250" y="2819400"/>
          <p14:tracePt t="1547" x="1898650" y="2876550"/>
          <p14:tracePt t="1563" x="1841500" y="2901950"/>
          <p14:tracePt t="1580" x="1797050" y="2921000"/>
          <p14:tracePt t="1597" x="1701800" y="2978150"/>
          <p14:tracePt t="1613" x="1682750" y="2990850"/>
          <p14:tracePt t="1630" x="1657350" y="3009900"/>
          <p14:tracePt t="1646" x="1638300" y="3028950"/>
          <p14:tracePt t="1663" x="1612900" y="3054350"/>
          <p14:tracePt t="1680" x="1593850" y="3073400"/>
          <p14:tracePt t="1696" x="1587500" y="3086100"/>
          <p14:tracePt t="1713" x="1581150" y="3098800"/>
          <p14:tracePt t="1730" x="1581150" y="3105150"/>
          <p14:tracePt t="1746" x="1574800" y="3111500"/>
          <p14:tracePt t="1968" x="1581150" y="3111500"/>
          <p14:tracePt t="1990" x="1593850" y="3111500"/>
          <p14:tracePt t="2011" x="1606550" y="3111500"/>
          <p14:tracePt t="2017" x="1612900" y="3111500"/>
          <p14:tracePt t="2032" x="1625600" y="3111500"/>
          <p14:tracePt t="2046" x="1638300" y="3111500"/>
          <p14:tracePt t="2062" x="1676400" y="3105150"/>
          <p14:tracePt t="2078" x="1701800" y="3098800"/>
          <p14:tracePt t="2095" x="1765300" y="3086100"/>
          <p14:tracePt t="2111" x="1866900" y="3048000"/>
          <p14:tracePt t="2128" x="1924050" y="3022600"/>
          <p14:tracePt t="2145" x="2044700" y="2971800"/>
          <p14:tracePt t="2161" x="2165350" y="2946400"/>
          <p14:tracePt t="2178" x="2235200" y="2927350"/>
          <p14:tracePt t="2195" x="2343150" y="2901950"/>
          <p14:tracePt t="2211" x="2393950" y="2901950"/>
          <p14:tracePt t="2228" x="2527300" y="2901950"/>
          <p14:tracePt t="2244" x="2552700" y="2908300"/>
          <p14:tracePt t="2261" x="2597150" y="2914650"/>
          <p14:tracePt t="2278" x="2635250" y="2940050"/>
          <p14:tracePt t="2294" x="2654300" y="2959100"/>
          <p14:tracePt t="2311" x="2673350" y="2965450"/>
          <p14:tracePt t="2327" x="2679700" y="2984500"/>
          <p14:tracePt t="2344" x="2679700" y="2997200"/>
          <p14:tracePt t="2377" x="2679700" y="3009900"/>
          <p14:tracePt t="2393" x="2660650" y="3028950"/>
          <p14:tracePt t="2411" x="2647950" y="3041650"/>
          <p14:tracePt t="2427" x="2571750" y="3086100"/>
          <p14:tracePt t="2444" x="2444750" y="3143250"/>
          <p14:tracePt t="2462" x="2266950" y="3181350"/>
          <p14:tracePt t="2477" x="2159000" y="3206750"/>
          <p14:tracePt t="2493" x="2044700" y="3225800"/>
          <p14:tracePt t="2510" x="1816100" y="3225800"/>
          <p14:tracePt t="2527" x="1612900" y="3225800"/>
          <p14:tracePt t="2543" x="1524000" y="3219450"/>
          <p14:tracePt t="2560" x="1384300" y="3200400"/>
          <p14:tracePt t="2577" x="1301750" y="3187700"/>
          <p14:tracePt t="2594" x="1276350" y="3181350"/>
          <p14:tracePt t="2610" x="1244600" y="3168650"/>
          <p14:tracePt t="2626" x="1225550" y="3155950"/>
          <p14:tracePt t="2643" x="1219200" y="3143250"/>
          <p14:tracePt t="2660" x="1212850" y="3136900"/>
          <p14:tracePt t="2676" x="1212850" y="3130550"/>
          <p14:tracePt t="2693" x="1219200" y="3117850"/>
          <p14:tracePt t="2709" x="1225550" y="3111500"/>
          <p14:tracePt t="2726" x="1244600" y="3086100"/>
          <p14:tracePt t="2743" x="1301750" y="3035300"/>
          <p14:tracePt t="2759" x="1346200" y="3003550"/>
          <p14:tracePt t="2775" x="1416050" y="2971800"/>
          <p14:tracePt t="2792" x="1689100" y="2889250"/>
          <p14:tracePt t="2809" x="1816100" y="2876550"/>
          <p14:tracePt t="2826" x="2082800" y="2870200"/>
          <p14:tracePt t="2842" x="2222500" y="2876550"/>
          <p14:tracePt t="2859" x="2508250" y="2921000"/>
          <p14:tracePt t="2876" x="2730500" y="2978150"/>
          <p14:tracePt t="2892" x="2832100" y="3009900"/>
          <p14:tracePt t="2908" x="2914650" y="3041650"/>
          <p14:tracePt t="2926" x="3035300" y="3098800"/>
          <p14:tracePt t="2942" x="3060700" y="3111500"/>
          <p14:tracePt t="2958" x="3073400" y="3117850"/>
          <p14:tracePt t="2975" x="3079750" y="3124200"/>
          <p14:tracePt t="2995" x="3073400" y="3130550"/>
          <p14:tracePt t="3011" x="3060700" y="3143250"/>
          <p14:tracePt t="3025" x="3028950" y="3168650"/>
          <p14:tracePt t="3042" x="2940050" y="3238500"/>
          <p14:tracePt t="3058" x="2851150" y="3282950"/>
          <p14:tracePt t="3075" x="2743200" y="3321050"/>
          <p14:tracePt t="3092" x="2686050" y="3327400"/>
          <p14:tracePt t="3108" x="2508250" y="3340100"/>
          <p14:tracePt t="3125" x="2406650" y="3340100"/>
          <p14:tracePt t="3141" x="2216150" y="3333750"/>
          <p14:tracePt t="3158" x="2032000" y="3295650"/>
          <p14:tracePt t="3174" x="1955800" y="3276600"/>
          <p14:tracePt t="3192" x="1854200" y="3219450"/>
          <p14:tracePt t="3208" x="1790700" y="3187700"/>
          <p14:tracePt t="3224" x="1771650" y="3175000"/>
          <p14:tracePt t="3241" x="1739900" y="3136900"/>
          <p14:tracePt t="3257" x="1733550" y="3124200"/>
          <p14:tracePt t="3274" x="1733550" y="3117850"/>
          <p14:tracePt t="3291" x="1733550" y="3105150"/>
          <p14:tracePt t="3307" x="1733550" y="3086100"/>
          <p14:tracePt t="3325" x="1739900" y="3079750"/>
          <p14:tracePt t="3340" x="1752600" y="3067050"/>
          <p14:tracePt t="3357" x="1758950" y="3067050"/>
          <p14:tracePt t="3374" x="1765300" y="3067050"/>
          <p14:tracePt t="3410" x="1765300" y="3079750"/>
          <p14:tracePt t="3426" x="1765300" y="3086100"/>
          <p14:tracePt t="3440" x="1765300" y="3098800"/>
          <p14:tracePt t="3805" x="1797050" y="3168650"/>
          <p14:tracePt t="3819" x="1847850" y="3263900"/>
          <p14:tracePt t="3826" x="1911350" y="3359150"/>
          <p14:tracePt t="3842" x="1993900" y="3498850"/>
          <p14:tracePt t="3855" x="2082800" y="3651250"/>
          <p14:tracePt t="3872" x="2273300" y="3917950"/>
          <p14:tracePt t="3889" x="2432050" y="4140200"/>
          <p14:tracePt t="3905" x="2527300" y="4286250"/>
          <p14:tracePt t="3922" x="2603500" y="4394200"/>
          <p14:tracePt t="3939" x="2736850" y="4597400"/>
          <p14:tracePt t="3955" x="2882900" y="4762500"/>
          <p14:tracePt t="3973" x="2965450" y="4845050"/>
          <p14:tracePt t="3989" x="3016250" y="4895850"/>
          <p14:tracePt t="4005" x="3028950" y="4914900"/>
          <p14:tracePt t="4022" x="3060700" y="4953000"/>
          <p14:tracePt t="4038" x="3092450" y="4991100"/>
          <p14:tracePt t="4055" x="3105150" y="5003800"/>
          <p14:tracePt t="4072" x="3124200" y="5022850"/>
          <p14:tracePt t="4088" x="3130550" y="5029200"/>
          <p14:tracePt t="4121" x="3130550" y="5035550"/>
          <p14:tracePt t="4205" x="3130550" y="5041900"/>
          <p14:tracePt t="4219" x="3130550" y="5048250"/>
          <p14:tracePt t="4226" x="3124200" y="5054600"/>
          <p14:tracePt t="4237" x="3117850" y="5080000"/>
          <p14:tracePt t="4255" x="3098800" y="5118100"/>
          <p14:tracePt t="4270" x="3086100" y="5149850"/>
          <p14:tracePt t="4287" x="3054350" y="5200650"/>
          <p14:tracePt t="4304" x="3009900" y="5257800"/>
          <p14:tracePt t="4320" x="2990850" y="5289550"/>
          <p14:tracePt t="4337" x="2971800" y="5308600"/>
          <p14:tracePt t="4354" x="2914650" y="5384800"/>
          <p14:tracePt t="4370" x="2895600" y="5410200"/>
          <p14:tracePt t="4388" x="2863850" y="5441950"/>
          <p14:tracePt t="4404" x="2844800" y="5461000"/>
          <p14:tracePt t="4420" x="2838450" y="5461000"/>
          <p14:tracePt t="4437" x="2832100" y="5473700"/>
          <p14:tracePt t="4469" x="2825750" y="5480050"/>
          <p14:tracePt t="4489" x="2819400" y="5492750"/>
          <p14:tracePt t="4507" x="2813050" y="5492750"/>
          <p14:tracePt t="4520" x="2813050" y="5499100"/>
          <p14:tracePt t="4536" x="2800350" y="5505450"/>
          <p14:tracePt t="4553" x="2794000" y="5511800"/>
          <p14:tracePt t="4570" x="2787650" y="5511800"/>
          <p14:tracePt t="4960" x="2806700" y="5511800"/>
          <p14:tracePt t="4968" x="2851150" y="5492750"/>
          <p14:tracePt t="4981" x="2908300" y="5486400"/>
          <p14:tracePt t="4988" x="2946400" y="5480050"/>
          <p14:tracePt t="5002" x="3003550" y="5467350"/>
          <p14:tracePt t="5018" x="3111500" y="5441950"/>
          <p14:tracePt t="5035" x="3162300" y="5422900"/>
          <p14:tracePt t="5053" x="3295650" y="5403850"/>
          <p14:tracePt t="5068" x="3448050" y="5391150"/>
          <p14:tracePt t="5085" x="3511550" y="5391150"/>
          <p14:tracePt t="5101" x="3632200" y="5391150"/>
          <p14:tracePt t="5118" x="3670300" y="5391150"/>
          <p14:tracePt t="5134" x="3740150" y="5378450"/>
          <p14:tracePt t="5151" x="3790950" y="5372100"/>
          <p14:tracePt t="5168" x="3810000" y="5372100"/>
          <p14:tracePt t="5185" x="3841750" y="5372100"/>
          <p14:tracePt t="5201" x="3860800" y="5365750"/>
          <p14:tracePt t="5217" x="3873500" y="5365750"/>
          <p14:tracePt t="5250" x="3879850" y="5365750"/>
          <p14:tracePt t="5270" x="3886200" y="5365750"/>
          <p14:tracePt t="5284" x="3892550" y="5365750"/>
          <p14:tracePt t="6065" x="3917950" y="5365750"/>
          <p14:tracePt t="6072" x="3981450" y="5365750"/>
          <p14:tracePt t="6080" x="4064000" y="5365750"/>
          <p14:tracePt t="6097" x="4165600" y="5372100"/>
          <p14:tracePt t="6115" x="4381500" y="5397500"/>
          <p14:tracePt t="6131" x="4495800" y="5397500"/>
          <p14:tracePt t="6148" x="4737100" y="5378450"/>
          <p14:tracePt t="6164" x="4978400" y="5384800"/>
          <p14:tracePt t="6181" x="5080000" y="5397500"/>
          <p14:tracePt t="6198" x="5194300" y="5397500"/>
          <p14:tracePt t="6214" x="5245100" y="5397500"/>
          <p14:tracePt t="6248" x="5251450" y="5397500"/>
          <p14:tracePt t="6402" x="5245100" y="5397500"/>
          <p14:tracePt t="6424" x="5238750" y="5397500"/>
          <p14:tracePt t="6431" x="5232400" y="5397500"/>
          <p14:tracePt t="8563" x="5226050" y="5384800"/>
          <p14:tracePt t="8570" x="5219700" y="5353050"/>
          <p14:tracePt t="8584" x="5213350" y="5334000"/>
          <p14:tracePt t="8592" x="5207000" y="5295900"/>
          <p14:tracePt t="8606" x="5194300" y="5251450"/>
          <p14:tracePt t="8622" x="5181600" y="5213350"/>
          <p14:tracePt t="8639" x="5143500" y="5099050"/>
          <p14:tracePt t="8655" x="5092700" y="4940300"/>
          <p14:tracePt t="8672" x="5060950" y="4851400"/>
          <p14:tracePt t="8690" x="4933950" y="4483100"/>
          <p14:tracePt t="8705" x="4870450" y="4318000"/>
          <p14:tracePt t="8722" x="4800600" y="4133850"/>
          <p14:tracePt t="8739" x="4635500" y="3721100"/>
          <p14:tracePt t="8755" x="4445000" y="3289300"/>
          <p14:tracePt t="8771" x="4318000" y="3035300"/>
          <p14:tracePt t="8789" x="4095750" y="2590800"/>
          <p14:tracePt t="8805" x="3898900" y="2197100"/>
          <p14:tracePt t="8822" x="3829050" y="2076450"/>
          <p14:tracePt t="8838" x="3714750" y="1854200"/>
          <p14:tracePt t="8855" x="3657600" y="1765300"/>
          <p14:tracePt t="8872" x="3575050" y="1587500"/>
          <p14:tracePt t="8888" x="3549650" y="1511300"/>
          <p14:tracePt t="8904" x="3511550" y="1384300"/>
          <p14:tracePt t="8922" x="3498850" y="1352550"/>
          <p14:tracePt t="8938" x="3498850" y="1339850"/>
          <p14:tracePt t="8971" x="3498850" y="1333500"/>
          <p14:tracePt t="9006" x="3498850" y="1327150"/>
          <p14:tracePt t="9021" x="3498850" y="1320800"/>
          <p14:tracePt t="9034" x="3492500" y="1308100"/>
          <p14:tracePt t="9041" x="3492500" y="1295400"/>
          <p14:tracePt t="9057" x="3486150" y="1282700"/>
          <p14:tracePt t="9071" x="3479800" y="1270000"/>
          <p14:tracePt t="9087" x="3479800" y="1257300"/>
          <p14:tracePt t="9104" x="3473450" y="1238250"/>
          <p14:tracePt t="9120" x="3467100" y="1231900"/>
          <p14:tracePt t="9202" x="3467100" y="1244600"/>
          <p14:tracePt t="9223" x="3467100" y="1250950"/>
          <p14:tracePt t="9238" x="3467100" y="1263650"/>
          <p14:tracePt t="9252" x="3467100" y="1270000"/>
          <p14:tracePt t="9259" x="3460750" y="1282700"/>
          <p14:tracePt t="9273" x="3454400" y="1295400"/>
          <p14:tracePt t="9287" x="3435350" y="1327150"/>
          <p14:tracePt t="9304" x="3403600" y="1416050"/>
          <p14:tracePt t="9320" x="3384550" y="1460500"/>
          <p14:tracePt t="9337" x="3333750" y="1625600"/>
          <p14:tracePt t="9353" x="3314700" y="1689100"/>
          <p14:tracePt t="9370" x="3282950" y="1784350"/>
          <p14:tracePt t="9386" x="3257550" y="1873250"/>
          <p14:tracePt t="9403" x="3257550" y="1924050"/>
          <p14:tracePt t="9420" x="3244850" y="1981200"/>
          <p14:tracePt t="9436" x="3238500" y="2032000"/>
          <p14:tracePt t="9453" x="3232150" y="2044700"/>
          <p14:tracePt t="9470" x="3232150" y="2076450"/>
          <p14:tracePt t="9486" x="3232150" y="2082800"/>
          <p14:tracePt t="9526" x="3232150" y="2089150"/>
          <p14:tracePt t="9574" x="3225800" y="2089150"/>
          <p14:tracePt t="9595" x="3225800" y="2082800"/>
          <p14:tracePt t="9603" x="3225800" y="2076450"/>
          <p14:tracePt t="9617" x="3219450" y="2063750"/>
          <p14:tracePt t="9624" x="3213100" y="2057400"/>
          <p14:tracePt t="9639" x="3206750" y="2038350"/>
          <p14:tracePt t="9653" x="3181350" y="1987550"/>
          <p14:tracePt t="9669" x="3149600" y="1930400"/>
          <p14:tracePt t="9685" x="3124200" y="1879600"/>
          <p14:tracePt t="9703" x="3054350" y="1727200"/>
          <p14:tracePt t="9718" x="2959100" y="1555750"/>
          <p14:tracePt t="9736" x="2908300" y="1447800"/>
          <p14:tracePt t="9752" x="2813050" y="1270000"/>
          <p14:tracePt t="9768" x="2724150" y="1111250"/>
          <p14:tracePt t="9785" x="2635250" y="996950"/>
          <p14:tracePt t="9801" x="2597150" y="939800"/>
          <p14:tracePt t="9818" x="2527300" y="857250"/>
          <p14:tracePt t="9835" x="2501900" y="825500"/>
          <p14:tracePt t="9851" x="2463800" y="781050"/>
          <p14:tracePt t="9868" x="2444750" y="755650"/>
          <p14:tracePt t="9885" x="2438400" y="742950"/>
          <p14:tracePt t="9901" x="2438400" y="730250"/>
          <p14:tracePt t="9919" x="2432050" y="723900"/>
          <p14:tracePt t="9934" x="2425700" y="717550"/>
          <p14:tracePt t="10207" x="2425700" y="711200"/>
          <p14:tracePt t="10213" x="2419350" y="704850"/>
          <p14:tracePt t="10228" x="2419350" y="685800"/>
          <p14:tracePt t="10236" x="2413000" y="673100"/>
          <p14:tracePt t="10251" x="2406650" y="660400"/>
          <p14:tracePt t="10267" x="2406650" y="641350"/>
          <p14:tracePt t="10284" x="2400300" y="590550"/>
          <p14:tracePt t="10300" x="2400300" y="558800"/>
          <p14:tracePt t="10317" x="2400300" y="539750"/>
          <p14:tracePt t="10334" x="2406650" y="501650"/>
          <p14:tracePt t="10350" x="2425700" y="463550"/>
          <p14:tracePt t="10366" x="2438400" y="444500"/>
          <p14:tracePt t="10383" x="2463800" y="419100"/>
          <p14:tracePt t="10400" x="2482850" y="400050"/>
          <p14:tracePt t="10416" x="2489200" y="387350"/>
          <p14:tracePt t="10449" x="2501900" y="381000"/>
          <p14:tracePt t="10482" x="2508250" y="374650"/>
          <p14:tracePt t="10499" x="2514600" y="368300"/>
          <p14:tracePt t="10518" x="2520950" y="361950"/>
          <p14:tracePt t="10741" x="2520950" y="368300"/>
          <p14:tracePt t="10749" x="2520950" y="374650"/>
          <p14:tracePt t="10769" x="2520950" y="387350"/>
          <p14:tracePt t="10776" x="2520950" y="393700"/>
          <p14:tracePt t="10790" x="2520950" y="406400"/>
          <p14:tracePt t="10799" x="2520950" y="419100"/>
          <p14:tracePt t="10814" x="2520950" y="450850"/>
          <p14:tracePt t="10831" x="2527300" y="469900"/>
          <p14:tracePt t="10847" x="2540000" y="533400"/>
          <p14:tracePt t="10865" x="2546350" y="552450"/>
          <p14:tracePt t="10882" x="2552700" y="590550"/>
          <p14:tracePt t="10898" x="2571750" y="603250"/>
          <p14:tracePt t="10914" x="2578100" y="622300"/>
          <p14:tracePt t="10931" x="2590800" y="628650"/>
          <p14:tracePt t="10947" x="2597150" y="628650"/>
          <p14:tracePt t="10964" x="2616200" y="635000"/>
          <p14:tracePt t="10981" x="2622550" y="641350"/>
          <p14:tracePt t="10997" x="2628900" y="641350"/>
          <p14:tracePt t="11015" x="2654300" y="641350"/>
          <p14:tracePt t="11031" x="2679700" y="641350"/>
          <p14:tracePt t="11047" x="2692400" y="641350"/>
          <p14:tracePt t="11064" x="2724150" y="641350"/>
          <p14:tracePt t="11080" x="2762250" y="641350"/>
          <p14:tracePt t="11097" x="2800350" y="641350"/>
          <p14:tracePt t="11114" x="2870200" y="622300"/>
          <p14:tracePt t="11130" x="2927350" y="603250"/>
          <p14:tracePt t="11147" x="3048000" y="590550"/>
          <p14:tracePt t="11164" x="3194050" y="558800"/>
          <p14:tracePt t="11180" x="3270250" y="546100"/>
          <p14:tracePt t="11197" x="3429000" y="520700"/>
          <p14:tracePt t="11213" x="3594100" y="508000"/>
          <p14:tracePt t="11230" x="3670300" y="501650"/>
          <p14:tracePt t="11247" x="3784600" y="501650"/>
          <p14:tracePt t="11263" x="3917950" y="508000"/>
          <p14:tracePt t="11280" x="3994150" y="508000"/>
          <p14:tracePt t="11297" x="4089400" y="508000"/>
          <p14:tracePt t="11313" x="4178300" y="501650"/>
          <p14:tracePt t="11330" x="4216400" y="501650"/>
          <p14:tracePt t="11346" x="4286250" y="501650"/>
          <p14:tracePt t="11363" x="4343400" y="495300"/>
          <p14:tracePt t="11381" x="4387850" y="476250"/>
          <p14:tracePt t="11397" x="4413250" y="469900"/>
          <p14:tracePt t="11413" x="4425950" y="457200"/>
          <p14:tracePt t="11430" x="4470400" y="438150"/>
          <p14:tracePt t="11446" x="4483100" y="425450"/>
          <p14:tracePt t="11462" x="4495800" y="419100"/>
          <p14:tracePt t="11479" x="4521200" y="393700"/>
          <p14:tracePt t="11496" x="4521200" y="387350"/>
          <p14:tracePt t="11512" x="4533900" y="387350"/>
          <p14:tracePt t="11516" x="4540250" y="387350"/>
          <p14:tracePt t="11529" x="4552950" y="387350"/>
          <p14:tracePt t="11545" x="4565650" y="381000"/>
          <p14:tracePt t="11563" x="4578350" y="381000"/>
          <p14:tracePt t="11579" x="4597400" y="393700"/>
          <p14:tracePt t="11595" x="4622800" y="412750"/>
          <p14:tracePt t="11613" x="4654550" y="444500"/>
          <p14:tracePt t="11629" x="4667250" y="457200"/>
          <p14:tracePt t="11645" x="4699000" y="488950"/>
          <p14:tracePt t="11662" x="4718050" y="533400"/>
          <p14:tracePt t="11678" x="4724400" y="546100"/>
          <p14:tracePt t="11695" x="4724400" y="596900"/>
          <p14:tracePt t="11712" x="4718050" y="654050"/>
          <p14:tracePt t="11728" x="4711700" y="673100"/>
          <p14:tracePt t="11746" x="4686300" y="717550"/>
          <p14:tracePt t="11761" x="4673600" y="736600"/>
          <p14:tracePt t="11778" x="4673600" y="742950"/>
          <p14:tracePt t="11811" x="4667250" y="742950"/>
          <p14:tracePt t="11872" x="4660900" y="742950"/>
          <p14:tracePt t="11893" x="4654550" y="742950"/>
          <p14:tracePt t="11915" x="4648200" y="742950"/>
          <p14:tracePt t="11922" x="4648200" y="736600"/>
          <p14:tracePt t="11936" x="4641850" y="736600"/>
          <p14:tracePt t="11944" x="4641850" y="723900"/>
          <p14:tracePt t="11960" x="4641850" y="717550"/>
          <p14:tracePt t="11978" x="4616450" y="698500"/>
          <p14:tracePt t="11994" x="4578350" y="666750"/>
          <p14:tracePt t="12011" x="4546600" y="641350"/>
          <p14:tracePt t="12027" x="4432300" y="565150"/>
          <p14:tracePt t="12044" x="4292600" y="476250"/>
          <p14:tracePt t="12061" x="4210050" y="431800"/>
          <p14:tracePt t="12078" x="4013200" y="349250"/>
          <p14:tracePt t="12094" x="3924300" y="317500"/>
          <p14:tracePt t="12111" x="3587750" y="260350"/>
          <p14:tracePt t="12126" x="3473450" y="247650"/>
          <p14:tracePt t="12143" x="3371850" y="247650"/>
          <p14:tracePt t="12160" x="3168650" y="247650"/>
          <p14:tracePt t="12177" x="2978150" y="260350"/>
          <p14:tracePt t="12193" x="2901950" y="273050"/>
          <p14:tracePt t="12210" x="2755900" y="266700"/>
          <p14:tracePt t="12227" x="2667000" y="266700"/>
          <p14:tracePt t="12243" x="2635250" y="279400"/>
          <p14:tracePt t="12260" x="2603500" y="285750"/>
          <p14:tracePt t="12276" x="2584450" y="285750"/>
          <p14:tracePt t="12294" x="2571750" y="292100"/>
          <p14:tracePt t="12309" x="2559050" y="292100"/>
          <p14:tracePt t="12326" x="2546350" y="292100"/>
          <p14:tracePt t="12359" x="2540000" y="292100"/>
          <p14:tracePt t="12377" x="2540000" y="298450"/>
          <p14:tracePt t="12393" x="2520950" y="304800"/>
          <p14:tracePt t="12409" x="2508250" y="317500"/>
          <p14:tracePt t="12426" x="2501900" y="317500"/>
          <p14:tracePt t="12442" x="2489200" y="336550"/>
          <p14:tracePt t="12459" x="2482850" y="349250"/>
          <p14:tracePt t="12477" x="2476500" y="355600"/>
          <p14:tracePt t="12492" x="2470150" y="361950"/>
          <p14:tracePt t="12509" x="2470150" y="368300"/>
          <p14:tracePt t="12527" x="2470150" y="381000"/>
          <p14:tracePt t="12542" x="2476500" y="381000"/>
          <p14:tracePt t="12559" x="2489200" y="393700"/>
          <p14:tracePt t="12576" x="2571750" y="419100"/>
          <p14:tracePt t="12592" x="2730500" y="457200"/>
          <p14:tracePt t="12608" x="2832100" y="476250"/>
          <p14:tracePt t="12625" x="3098800" y="508000"/>
          <p14:tracePt t="12642" x="3359150" y="539750"/>
          <p14:tracePt t="12659" x="3486150" y="552450"/>
          <p14:tracePt t="12675" x="3676650" y="552450"/>
          <p14:tracePt t="12691" x="3765550" y="558800"/>
          <p14:tracePt t="12709" x="3810000" y="558800"/>
          <p14:tracePt t="12725" x="3816350" y="558800"/>
          <p14:tracePt t="12758" x="3822700" y="558800"/>
          <p14:tracePt t="12884" x="3822700" y="565150"/>
          <p14:tracePt t="12892" x="3816350" y="571500"/>
          <p14:tracePt t="12905" x="3810000" y="577850"/>
          <p14:tracePt t="12912" x="3810000" y="590550"/>
          <p14:tracePt t="12924" x="3797300" y="603250"/>
          <p14:tracePt t="12941" x="3740150" y="698500"/>
          <p14:tracePt t="12957" x="3702050" y="793750"/>
          <p14:tracePt t="12973" x="3575050" y="1155700"/>
          <p14:tracePt t="12991" x="3403600" y="1682750"/>
          <p14:tracePt t="13007" x="3340100" y="1987550"/>
          <p14:tracePt t="13024" x="3168650" y="2819400"/>
          <p14:tracePt t="13040" x="3136900" y="3067050"/>
          <p14:tracePt t="13057" x="3124200" y="3276600"/>
          <p14:tracePt t="13060" x="3124200" y="3460750"/>
          <p14:tracePt t="13074" x="3124200" y="3619500"/>
          <p14:tracePt t="13090" x="3149600" y="3898900"/>
          <p14:tracePt t="13106" x="3162300" y="4025900"/>
          <p14:tracePt t="13124" x="3206750" y="4260850"/>
          <p14:tracePt t="13140" x="3257550" y="4514850"/>
          <p14:tracePt t="13157" x="3270250" y="4641850"/>
          <p14:tracePt t="13173" x="3321050" y="4876800"/>
          <p14:tracePt t="13190" x="3384550" y="5048250"/>
          <p14:tracePt t="13206" x="3403600" y="5111750"/>
          <p14:tracePt t="13223" x="3409950" y="5187950"/>
          <p14:tracePt t="13240" x="3416300" y="5200650"/>
          <p14:tracePt t="13537" x="3416300" y="5207000"/>
          <p14:tracePt t="13551" x="3422650" y="5219700"/>
          <p14:tracePt t="13558" x="3435350" y="5232400"/>
          <p14:tracePt t="13575" x="3441700" y="5245100"/>
          <p14:tracePt t="13588" x="3454400" y="5257800"/>
          <p14:tracePt t="13605" x="3479800" y="5283200"/>
          <p14:tracePt t="13622" x="3505200" y="5302250"/>
          <p14:tracePt t="13638" x="3511550" y="5308600"/>
          <p14:tracePt t="13655" x="3517900" y="5321300"/>
          <p14:tracePt t="13671" x="3517900" y="5327650"/>
          <p14:tracePt t="13748" x="3524250" y="5327650"/>
          <p14:tracePt t="13818" x="3530600" y="5334000"/>
          <p14:tracePt t="13874" x="3536950" y="5334000"/>
          <p14:tracePt t="13930" x="3543300" y="5334000"/>
          <p14:tracePt t="13951" x="3549650" y="5327650"/>
          <p14:tracePt t="13958" x="3549650" y="5321300"/>
          <p14:tracePt t="13979" x="3549650" y="5314950"/>
          <p14:tracePt t="14001" x="3556000" y="5308600"/>
          <p14:tracePt t="14021" x="3562350" y="5302250"/>
          <p14:tracePt t="14050" x="3562350" y="5295900"/>
          <p14:tracePt t="14071" x="3562350" y="5289550"/>
          <p14:tracePt t="14085" x="3562350" y="5283200"/>
          <p14:tracePt t="14092" x="3562350" y="5264150"/>
          <p14:tracePt t="14103" x="3562350" y="5251450"/>
          <p14:tracePt t="14120" x="3530600" y="5168900"/>
          <p14:tracePt t="14136" x="3498850" y="5086350"/>
          <p14:tracePt t="14153" x="3460750" y="4997450"/>
          <p14:tracePt t="14170" x="3371850" y="4730750"/>
          <p14:tracePt t="14186" x="3314700" y="4546600"/>
          <p14:tracePt t="14204" x="3225800" y="4279900"/>
          <p14:tracePt t="14219" x="2984500" y="3575050"/>
          <p14:tracePt t="14236" x="2832100" y="3136900"/>
          <p14:tracePt t="14253" x="2527300" y="2298700"/>
          <p14:tracePt t="14269" x="2286000" y="1619250"/>
          <p14:tracePt t="14286" x="2197100" y="1377950"/>
          <p14:tracePt t="14303" x="2108200" y="965200"/>
          <p14:tracePt t="14319" x="2095500" y="889000"/>
          <p14:tracePt t="14335" x="2089150" y="787400"/>
          <p14:tracePt t="14353" x="2089150" y="704850"/>
          <p14:tracePt t="14369" x="2089150" y="673100"/>
          <p14:tracePt t="14386" x="2101850" y="628650"/>
          <p14:tracePt t="14403" x="2127250" y="590550"/>
          <p14:tracePt t="14419" x="2133600" y="577850"/>
          <p14:tracePt t="14436" x="2146300" y="558800"/>
          <p14:tracePt t="14452" x="2146300" y="546100"/>
          <p14:tracePt t="14469" x="2146300" y="533400"/>
          <p14:tracePt t="14486" x="2152650" y="482600"/>
          <p14:tracePt t="14502" x="2152650" y="450850"/>
          <p14:tracePt t="14519" x="2146300" y="361950"/>
          <p14:tracePt t="14535" x="2120900" y="266700"/>
          <p14:tracePt t="14552" x="2101850" y="222250"/>
          <p14:tracePt t="14568" x="2082800" y="139700"/>
          <p14:tracePt t="14585" x="2082800" y="88900"/>
          <p14:tracePt t="14601" x="2082800" y="76200"/>
          <p14:tracePt t="14619" x="2108200" y="69850"/>
          <p14:tracePt t="14635" x="2120900" y="63500"/>
          <p14:tracePt t="14651" x="2139950" y="63500"/>
          <p14:tracePt t="14669" x="2184400" y="63500"/>
          <p14:tracePt t="14685" x="2222500" y="63500"/>
          <p14:tracePt t="14701" x="2266950" y="69850"/>
          <p14:tracePt t="14718" x="2362200" y="107950"/>
          <p14:tracePt t="14734" x="2470150" y="203200"/>
          <p14:tracePt t="14751" x="2527300" y="254000"/>
          <p14:tracePt t="14767" x="2622550" y="355600"/>
          <p14:tracePt t="14784" x="2654300" y="381000"/>
          <p14:tracePt t="14801" x="2686050" y="419100"/>
          <p14:tracePt t="14818" x="2692400" y="425450"/>
          <p14:tracePt t="14834" x="2698750" y="431800"/>
          <p14:tracePt t="14852" x="2698750" y="438150"/>
          <p14:tracePt t="14886" x="2698750" y="444500"/>
          <p14:tracePt t="15083" x="2705100" y="438150"/>
          <p14:tracePt t="15153" x="2711450" y="438150"/>
          <p14:tracePt t="15294" x="2711450" y="444500"/>
          <p14:tracePt t="15315" x="2711450" y="450850"/>
          <p14:tracePt t="15329" x="2711450" y="457200"/>
          <p14:tracePt t="15336" x="2711450" y="463550"/>
          <p14:tracePt t="15352" x="2711450" y="469900"/>
          <p14:tracePt t="15366" x="2711450" y="514350"/>
          <p14:tracePt t="15382" x="2711450" y="552450"/>
          <p14:tracePt t="15399" x="2711450" y="692150"/>
          <p14:tracePt t="15415" x="2711450" y="793750"/>
          <p14:tracePt t="15432" x="2705100" y="1073150"/>
          <p14:tracePt t="15449" x="2705100" y="1466850"/>
          <p14:tracePt t="15465" x="2705100" y="1701800"/>
          <p14:tracePt t="15482" x="2717800" y="1936750"/>
          <p14:tracePt t="15499" x="2730500" y="2622550"/>
          <p14:tracePt t="15515" x="2730500" y="2825750"/>
          <p14:tracePt t="15533" x="2755900" y="3181350"/>
          <p14:tracePt t="15548" x="2762250" y="3448050"/>
          <p14:tracePt t="15565" x="2774950" y="3575050"/>
          <p14:tracePt t="15582" x="2819400" y="3816350"/>
          <p14:tracePt t="15598" x="2870200" y="4089400"/>
          <p14:tracePt t="15615" x="2901950" y="4203700"/>
          <p14:tracePt t="15632" x="2952750" y="4413250"/>
          <p14:tracePt t="15648" x="3016250" y="4572000"/>
          <p14:tracePt t="15665" x="3022600" y="4660900"/>
          <p14:tracePt t="15681" x="3073400" y="4845050"/>
          <p14:tracePt t="15698" x="3086100" y="4921250"/>
          <p14:tracePt t="15716" x="3124200" y="5168900"/>
          <p14:tracePt t="15731" x="3124200" y="5245100"/>
          <p14:tracePt t="15748" x="3124200" y="5334000"/>
          <p14:tracePt t="15765" x="3136900" y="5499100"/>
          <p14:tracePt t="15781" x="3143250" y="5632450"/>
          <p14:tracePt t="15797" x="3143250" y="5695950"/>
          <p14:tracePt t="15814" x="3124200" y="5803900"/>
          <p14:tracePt t="15831" x="3111500" y="5848350"/>
          <p14:tracePt t="15847" x="3111500" y="5861050"/>
          <p14:tracePt t="15864" x="3098800" y="5892800"/>
          <p14:tracePt t="15880" x="3092450" y="5924550"/>
          <p14:tracePt t="15898" x="3092450" y="5975350"/>
          <p14:tracePt t="15914" x="3092450" y="5994400"/>
          <p14:tracePt t="15930" x="3092450" y="6032500"/>
          <p14:tracePt t="15948" x="3092450" y="6051550"/>
          <p14:tracePt t="15964" x="3092450" y="6057900"/>
          <p14:tracePt t="15980" x="3098800" y="6057900"/>
          <p14:tracePt t="15997" x="3098800" y="6064250"/>
          <p14:tracePt t="16013" x="3111500" y="6070600"/>
          <p14:tracePt t="16030" x="3117850" y="6070600"/>
          <p14:tracePt t="16047" x="3130550" y="6070600"/>
          <p14:tracePt t="16063" x="3143250" y="6070600"/>
          <p14:tracePt t="16081" x="3155950" y="6070600"/>
          <p14:tracePt t="16097" x="3168650" y="6064250"/>
          <p14:tracePt t="16113" x="3206750" y="6051550"/>
          <p14:tracePt t="16130" x="3257550" y="6026150"/>
          <p14:tracePt t="16146" x="3276600" y="6019800"/>
          <p14:tracePt t="16163" x="3327400" y="5981700"/>
          <p14:tracePt t="16180" x="3384550" y="5943600"/>
          <p14:tracePt t="16196" x="3403600" y="5924550"/>
          <p14:tracePt t="16214" x="3429000" y="5899150"/>
          <p14:tracePt t="16229" x="3473450" y="5854700"/>
          <p14:tracePt t="16246" x="3486150" y="5835650"/>
          <p14:tracePt t="16263" x="3511550" y="5791200"/>
          <p14:tracePt t="16279" x="3530600" y="5778500"/>
          <p14:tracePt t="16296" x="3543300" y="5746750"/>
          <p14:tracePt t="16313" x="3549650" y="5740400"/>
          <p14:tracePt t="16329" x="3556000" y="5721350"/>
          <p14:tracePt t="16345" x="3556000" y="5708650"/>
          <p14:tracePt t="16453" x="3556000" y="5702300"/>
          <p14:tracePt t="16936" x="3581400" y="5702300"/>
          <p14:tracePt t="16944" x="3625850" y="5689600"/>
          <p14:tracePt t="16950" x="3676650" y="5683250"/>
          <p14:tracePt t="16964" x="3714750" y="5676900"/>
          <p14:tracePt t="16977" x="3784600" y="5664200"/>
          <p14:tracePt t="16994" x="3898900" y="5657850"/>
          <p14:tracePt t="17009" x="3981450" y="5645150"/>
          <p14:tracePt t="17028" x="4108450" y="5638800"/>
          <p14:tracePt t="17043" x="4210050" y="5626100"/>
          <p14:tracePt t="17060" x="4267200" y="5619750"/>
          <p14:tracePt t="17077" x="4318000" y="5607050"/>
          <p14:tracePt t="17093" x="4349750" y="5600700"/>
          <p14:tracePt t="17110" x="4362450" y="5594350"/>
          <p14:tracePt t="17126" x="4375150" y="5588000"/>
          <p14:tracePt t="17143" x="4375150" y="5581650"/>
          <p14:tracePt t="17176" x="4375150" y="5575300"/>
          <p14:tracePt t="17302" x="4381500" y="5575300"/>
          <p14:tracePt t="17337" x="4387850" y="5575300"/>
          <p14:tracePt t="17344" x="4394200" y="5575300"/>
          <p14:tracePt t="17359" x="4406900" y="5575300"/>
          <p14:tracePt t="17365" x="4419600" y="5575300"/>
          <p14:tracePt t="17375" x="4438650" y="5575300"/>
          <p14:tracePt t="17394" x="4508500" y="5575300"/>
          <p14:tracePt t="17409" x="4572000" y="5575300"/>
          <p14:tracePt t="17425" x="4648200" y="5575300"/>
          <p14:tracePt t="17443" x="4940300" y="5568950"/>
          <p14:tracePt t="17458" x="5054600" y="5562600"/>
          <p14:tracePt t="17475" x="5156200" y="5549900"/>
          <p14:tracePt t="17492" x="5359400" y="5530850"/>
          <p14:tracePt t="17508" x="5448300" y="5511800"/>
          <p14:tracePt t="17525" x="5530850" y="5499100"/>
          <p14:tracePt t="17542" x="5632450" y="5480050"/>
          <p14:tracePt t="17558" x="5664200" y="5473700"/>
          <p14:tracePt t="17575" x="5676900" y="5467350"/>
          <p14:tracePt t="17591" x="5695950" y="5467350"/>
          <p14:tracePt t="17608" x="5702300" y="5467350"/>
          <p14:tracePt t="17625" x="5702300" y="5473700"/>
          <p14:tracePt t="17772" x="5702300" y="5461000"/>
          <p14:tracePt t="18067" x="5772150" y="5461000"/>
          <p14:tracePt t="18074" x="5861050" y="5486400"/>
          <p14:tracePt t="18088" x="5988050" y="5505450"/>
          <p14:tracePt t="18095" x="6102350" y="5524500"/>
          <p14:tracePt t="18109" x="6216650" y="5537200"/>
          <p14:tracePt t="18124" x="6337300" y="5556250"/>
          <p14:tracePt t="18139" x="6578600" y="5600700"/>
          <p14:tracePt t="18156" x="6692900" y="5613400"/>
          <p14:tracePt t="18159" x="6781800" y="5619750"/>
          <p14:tracePt t="18173" x="6870700" y="5632450"/>
          <p14:tracePt t="18189" x="6985000" y="5632450"/>
          <p14:tracePt t="18206" x="7029450" y="5632450"/>
          <p14:tracePt t="18223" x="7061200" y="5632450"/>
          <p14:tracePt t="18239" x="7080250" y="5632450"/>
          <p14:tracePt t="18272" x="7086600" y="5632450"/>
          <p14:tracePt t="18288" x="7092950" y="5626100"/>
          <p14:tracePt t="18391" x="7099300" y="5626100"/>
          <p14:tracePt t="18426" x="7105650" y="5626100"/>
          <p14:tracePt t="18433" x="7112000" y="5626100"/>
          <p14:tracePt t="18447" x="7124700" y="5619750"/>
          <p14:tracePt t="18461" x="7124700" y="5613400"/>
          <p14:tracePt t="18475" x="7143750" y="5607050"/>
          <p14:tracePt t="18489" x="7156450" y="5594350"/>
          <p14:tracePt t="18505" x="7181850" y="5594350"/>
          <p14:tracePt t="18521" x="7239000" y="5575300"/>
          <p14:tracePt t="18539" x="7308850" y="5549900"/>
          <p14:tracePt t="18554" x="7353300" y="5530850"/>
          <p14:tracePt t="18571" x="7423150" y="5518150"/>
          <p14:tracePt t="18588" x="7473950" y="5499100"/>
          <p14:tracePt t="18605" x="7486650" y="5499100"/>
          <p14:tracePt t="18622" x="7512050" y="5486400"/>
          <p14:tracePt t="18638" x="7531100" y="5480050"/>
          <p14:tracePt t="18671" x="7537450" y="5480050"/>
          <p14:tracePt t="18693" x="7543800" y="5473700"/>
          <p14:tracePt t="18756" x="7537450" y="5467350"/>
          <p14:tracePt t="18763" x="7524750" y="5467350"/>
          <p14:tracePt t="18777" x="7512050" y="5467350"/>
          <p14:tracePt t="18791" x="7486650" y="5467350"/>
          <p14:tracePt t="18804" x="7435850" y="5467350"/>
          <p14:tracePt t="18820" x="7245350" y="5467350"/>
          <p14:tracePt t="18837" x="6972300" y="5492750"/>
          <p14:tracePt t="18855" x="6559550" y="5530850"/>
          <p14:tracePt t="18870" x="6343650" y="5556250"/>
          <p14:tracePt t="18887" x="5911850" y="5588000"/>
          <p14:tracePt t="18904" x="5530850" y="5626100"/>
          <p14:tracePt t="18919" x="5207000" y="5683250"/>
          <p14:tracePt t="18937" x="5080000" y="5695950"/>
          <p14:tracePt t="18953" x="4864100" y="5727700"/>
          <p14:tracePt t="18970" x="4756150" y="5746750"/>
          <p14:tracePt t="18986" x="4591050" y="5765800"/>
          <p14:tracePt t="19003" x="4432300" y="5784850"/>
          <p14:tracePt t="19020" x="4356100" y="5797550"/>
          <p14:tracePt t="19037" x="4229100" y="5816600"/>
          <p14:tracePt t="19053" x="4095750" y="5822950"/>
          <p14:tracePt t="19069" x="4032250" y="5822950"/>
          <p14:tracePt t="19086" x="3892550" y="5822950"/>
          <p14:tracePt t="19103" x="3759200" y="5835650"/>
          <p14:tracePt t="19119" x="3683000" y="5835650"/>
          <p14:tracePt t="19136" x="3543300" y="5835650"/>
          <p14:tracePt t="19153" x="3416300" y="5854700"/>
          <p14:tracePt t="19169" x="3346450" y="5861050"/>
          <p14:tracePt t="19172" x="3308350" y="5861050"/>
          <p14:tracePt t="19186" x="3257550" y="5861050"/>
          <p14:tracePt t="19202" x="3149600" y="5880100"/>
          <p14:tracePt t="19220" x="3067050" y="5892800"/>
          <p14:tracePt t="19235" x="3028950" y="5892800"/>
          <p14:tracePt t="19252" x="3016250" y="5892800"/>
          <p14:tracePt t="19269" x="2978150" y="5892800"/>
          <p14:tracePt t="19325" x="2971800" y="5892800"/>
          <p14:tracePt t="19332" x="2965450" y="5892800"/>
          <p14:tracePt t="19353" x="2959100" y="5892800"/>
          <p14:tracePt t="19360" x="2946400" y="5892800"/>
          <p14:tracePt t="19375" x="2933700" y="5892800"/>
          <p14:tracePt t="19384" x="2927350" y="5892800"/>
          <p14:tracePt t="19403" x="2901950" y="5886450"/>
          <p14:tracePt t="19418" x="2889250" y="5886450"/>
          <p14:tracePt t="19435" x="2876550" y="5886450"/>
          <p14:tracePt t="19452" x="2857500" y="5880100"/>
          <p14:tracePt t="19468" x="2851150" y="5880100"/>
          <p14:tracePt t="19485" x="2832100" y="5873750"/>
          <p14:tracePt t="19502" x="2825750" y="5867400"/>
          <p14:tracePt t="19543" x="2819400" y="5867400"/>
          <p14:tracePt t="19613" x="2819400" y="5861050"/>
          <p14:tracePt t="19634" x="2825750" y="5861050"/>
          <p14:tracePt t="19641" x="2838450" y="5861050"/>
          <p14:tracePt t="19655" x="2851150" y="5861050"/>
          <p14:tracePt t="19667" x="2876550" y="5861050"/>
          <p14:tracePt t="19684" x="2984500" y="5861050"/>
          <p14:tracePt t="19701" x="3060700" y="5861050"/>
          <p14:tracePt t="19718" x="3276600" y="5867400"/>
          <p14:tracePt t="19734" x="3536950" y="5886450"/>
          <p14:tracePt t="19750" x="3695700" y="5899150"/>
          <p14:tracePt t="19768" x="4102100" y="5924550"/>
          <p14:tracePt t="19784" x="4464050" y="5962650"/>
          <p14:tracePt t="19800" x="4603750" y="5969000"/>
          <p14:tracePt t="19817" x="4851400" y="5981700"/>
          <p14:tracePt t="19833" x="5067300" y="6000750"/>
          <p14:tracePt t="19850" x="5149850" y="6000750"/>
          <p14:tracePt t="19867" x="5289550" y="6013450"/>
          <p14:tracePt t="19883" x="5353050" y="6013450"/>
          <p14:tracePt t="19900" x="5454650" y="6013450"/>
          <p14:tracePt t="19916" x="5537200" y="6013450"/>
          <p14:tracePt t="19933" x="5575300" y="6019800"/>
          <p14:tracePt t="19950" x="5708650" y="6038850"/>
          <p14:tracePt t="19967" x="5829300" y="6057900"/>
          <p14:tracePt t="19983" x="5892800" y="6064250"/>
          <p14:tracePt t="20000" x="6007100" y="6064250"/>
          <p14:tracePt t="20016" x="6102350" y="6045200"/>
          <p14:tracePt t="20033" x="6134100" y="6038850"/>
          <p14:tracePt t="20049" x="6191250" y="6032500"/>
          <p14:tracePt t="20066" x="6229350" y="6019800"/>
          <p14:tracePt t="20082" x="6254750" y="6019800"/>
          <p14:tracePt t="20099" x="6286500" y="6007100"/>
          <p14:tracePt t="20116" x="6311900" y="6007100"/>
          <p14:tracePt t="20133" x="6324600" y="6000750"/>
          <p14:tracePt t="20149" x="6337300" y="6000750"/>
          <p14:tracePt t="20166" x="6350000" y="5988050"/>
          <p14:tracePt t="20183" x="6400800" y="5981700"/>
          <p14:tracePt t="20198" x="6419850" y="5975350"/>
          <p14:tracePt t="20216" x="6438900" y="5962650"/>
          <p14:tracePt t="20233" x="6457950" y="5956300"/>
          <p14:tracePt t="21197" x="6457950" y="5937250"/>
          <p14:tracePt t="21212" x="6451600" y="5924550"/>
          <p14:tracePt t="21218" x="6432550" y="5905500"/>
          <p14:tracePt t="21232" x="6426200" y="5873750"/>
          <p14:tracePt t="21248" x="6413500" y="5842000"/>
          <p14:tracePt t="21262" x="6394450" y="5797550"/>
          <p14:tracePt t="21278" x="6350000" y="5702300"/>
          <p14:tracePt t="21296" x="6299200" y="5562600"/>
          <p14:tracePt t="21312" x="6280150" y="5499100"/>
          <p14:tracePt t="21328" x="6254750" y="5353050"/>
          <p14:tracePt t="21345" x="6223000" y="5232400"/>
          <p14:tracePt t="21362" x="6216650" y="5149850"/>
          <p14:tracePt t="21378" x="6216650" y="5130800"/>
          <p14:tracePt t="21395" x="6216650" y="5067300"/>
          <p14:tracePt t="21412" x="6216650" y="5022850"/>
          <p14:tracePt t="21429" x="6248400" y="4933950"/>
          <p14:tracePt t="21444" x="6267450" y="4889500"/>
          <p14:tracePt t="21461" x="6311900" y="4806950"/>
          <p14:tracePt t="21478" x="6362700" y="4718050"/>
          <p14:tracePt t="21494" x="6400800" y="4667250"/>
          <p14:tracePt t="21511" x="6438900" y="4610100"/>
          <p14:tracePt t="21528" x="6496050" y="4489450"/>
          <p14:tracePt t="21544" x="6546850" y="4387850"/>
          <p14:tracePt t="21561" x="6572250" y="4356100"/>
          <p14:tracePt t="21578" x="6616700" y="4286250"/>
          <p14:tracePt t="21594" x="6623050" y="4260850"/>
          <p14:tracePt t="21612" x="6642100" y="4235450"/>
          <p14:tracePt t="21627" x="6648450" y="4222750"/>
          <p14:tracePt t="21644" x="6654800" y="4216400"/>
          <p14:tracePt t="21661" x="6654800" y="4203700"/>
          <p14:tracePt t="21677" x="6661150" y="4203700"/>
          <p14:tracePt t="21787" x="6661150" y="4210050"/>
          <p14:tracePt t="21801" x="6654800" y="4216400"/>
          <p14:tracePt t="21816" x="6648450" y="4216400"/>
          <p14:tracePt t="21822" x="6642100" y="4216400"/>
          <p14:tracePt t="21830" x="6635750" y="4216400"/>
          <p14:tracePt t="21846" x="6623050" y="4222750"/>
          <p14:tracePt t="21859" x="6597650" y="4235450"/>
          <p14:tracePt t="21876" x="6515100" y="4267200"/>
          <p14:tracePt t="21894" x="6388100" y="4311650"/>
          <p14:tracePt t="21910" x="6299200" y="4356100"/>
          <p14:tracePt t="21926" x="6089650" y="4451350"/>
          <p14:tracePt t="21943" x="5848350" y="4572000"/>
          <p14:tracePt t="21959" x="5721350" y="4648200"/>
          <p14:tracePt t="21977" x="5441950" y="4819650"/>
          <p14:tracePt t="21993" x="5207000" y="4953000"/>
          <p14:tracePt t="22009" x="5118100" y="5003800"/>
          <p14:tracePt t="22026" x="4940300" y="5118100"/>
          <p14:tracePt t="22043" x="4787900" y="5207000"/>
          <p14:tracePt t="22059" x="4705350" y="5270500"/>
          <p14:tracePt t="22076" x="4578350" y="5346700"/>
          <p14:tracePt t="22092" x="4476750" y="5403850"/>
          <p14:tracePt t="22109" x="4432300" y="5429250"/>
          <p14:tracePt t="22126" x="4356100" y="5473700"/>
          <p14:tracePt t="22142" x="4324350" y="5486400"/>
          <p14:tracePt t="22160" x="4273550" y="5511800"/>
          <p14:tracePt t="22175" x="4248150" y="5518150"/>
          <p14:tracePt t="22192" x="4248150" y="5524500"/>
          <p14:tracePt t="22209" x="4235450" y="5524500"/>
          <p14:tracePt t="22225" x="4229100" y="5524500"/>
          <p14:tracePt t="22242" x="4222750" y="5530850"/>
          <p14:tracePt t="22483" x="4216400" y="5530850"/>
          <p14:tracePt t="22511" x="4210050" y="5530850"/>
          <p14:tracePt t="22644" x="4203700" y="5537200"/>
          <p14:tracePt t="22925" x="4203700" y="5543550"/>
          <p14:tracePt t="23038" x="4203700" y="5549900"/>
          <p14:tracePt t="23136" x="4210050" y="5549900"/>
          <p14:tracePt t="23164" x="4216400" y="5556250"/>
          <p14:tracePt t="23199" x="4222750" y="5556250"/>
          <p14:tracePt t="23213" x="4229100" y="5556250"/>
          <p14:tracePt t="23227" x="4235450" y="5556250"/>
          <p14:tracePt t="23249" x="4241800" y="5556250"/>
          <p14:tracePt t="23270" x="4248150" y="5556250"/>
          <p14:tracePt t="23276" x="4254500" y="5556250"/>
          <p14:tracePt t="23288" x="4260850" y="5556250"/>
          <p14:tracePt t="23305" x="4279900" y="5549900"/>
          <p14:tracePt t="23338" x="4292600" y="5543550"/>
          <p14:tracePt t="23355" x="4330700" y="5537200"/>
          <p14:tracePt t="23371" x="4343400" y="5537200"/>
          <p14:tracePt t="23389" x="4349750" y="5537200"/>
          <p14:tracePt t="23404" x="4362450" y="5537200"/>
          <p14:tracePt t="23747" x="4375150" y="5537200"/>
          <p14:tracePt t="23761" x="4375150" y="5530850"/>
          <p14:tracePt t="23768" x="4381500" y="5530850"/>
          <p14:tracePt t="23775" x="4400550" y="5524500"/>
          <p14:tracePt t="23790" x="4419600" y="5524500"/>
          <p14:tracePt t="23804" x="4464050" y="5518150"/>
          <p14:tracePt t="23820" x="4597400" y="5467350"/>
          <p14:tracePt t="23836" x="4686300" y="5448300"/>
          <p14:tracePt t="23853" x="4965700" y="5346700"/>
          <p14:tracePt t="23870" x="5378450" y="5162550"/>
          <p14:tracePt t="23886" x="5619750" y="5054600"/>
          <p14:tracePt t="23903" x="6108700" y="4838700"/>
          <p14:tracePt t="23919" x="6521450" y="4654550"/>
          <p14:tracePt t="23937" x="6661150" y="4597400"/>
          <p14:tracePt t="23953" x="6800850" y="4552950"/>
          <p14:tracePt t="23969" x="6972300" y="4470400"/>
          <p14:tracePt t="23986" x="7042150" y="4438650"/>
          <p14:tracePt t="24003" x="7162800" y="4381500"/>
          <p14:tracePt t="24019" x="7207250" y="4362450"/>
          <p14:tracePt t="24036" x="7283450" y="4343400"/>
          <p14:tracePt t="24052" x="7340600" y="4318000"/>
          <p14:tracePt t="24069" x="7366000" y="4305300"/>
          <p14:tracePt t="24085" x="7391400" y="4292600"/>
          <p14:tracePt t="24102" x="7423150" y="4260850"/>
          <p14:tracePt t="24119" x="7429500" y="4254500"/>
          <p14:tracePt t="24135" x="7454900" y="4241800"/>
          <p14:tracePt t="24152" x="7486650" y="4222750"/>
          <p14:tracePt t="24169" x="7512050" y="4210050"/>
          <p14:tracePt t="24185" x="7531100" y="4197350"/>
          <p14:tracePt t="24202" x="7550150" y="4191000"/>
          <p14:tracePt t="24219" x="7613650" y="4140200"/>
          <p14:tracePt t="24235" x="7632700" y="4127500"/>
          <p14:tracePt t="24253" x="7664450" y="4108450"/>
          <p14:tracePt t="24255" x="7689850" y="4095750"/>
          <p14:tracePt t="24267" x="7708900" y="4076700"/>
          <p14:tracePt t="24285" x="7747000" y="4038600"/>
          <p14:tracePt t="24302" x="7766050" y="4025900"/>
          <p14:tracePt t="24318" x="7785100" y="3987800"/>
          <p14:tracePt t="24335" x="7804150" y="3956050"/>
          <p14:tracePt t="24352" x="7829550" y="3905250"/>
          <p14:tracePt t="24368" x="7842250" y="3873500"/>
          <p14:tracePt t="24384" x="7854950" y="3841750"/>
          <p14:tracePt t="24401" x="7861300" y="3822700"/>
          <p14:tracePt t="24418" x="7861300" y="3810000"/>
          <p14:tracePt t="24434" x="7861300" y="3803650"/>
          <p14:tracePt t="24451" x="7861300" y="3797300"/>
          <p14:tracePt t="24752" x="7848600" y="3790950"/>
          <p14:tracePt t="24760" x="7829550" y="3778250"/>
          <p14:tracePt t="24773" x="7797800" y="3771900"/>
          <p14:tracePt t="24783" x="7766050" y="3759200"/>
          <p14:tracePt t="24800" x="7747000" y="3746500"/>
          <p14:tracePt t="24816" x="7696200" y="3733800"/>
          <p14:tracePt t="24833" x="7664450" y="3727450"/>
          <p14:tracePt t="24850" x="7658100" y="3721100"/>
          <p14:tracePt t="24866" x="7639050" y="3721100"/>
          <p14:tracePt t="24907" x="7639050" y="3727450"/>
          <p14:tracePt t="24915" x="7645400" y="3727450"/>
          <p14:tracePt t="24933" x="7651750" y="3727450"/>
          <p14:tracePt t="24949" x="7670800" y="3727450"/>
          <p14:tracePt t="24966" x="7683500" y="3727450"/>
          <p14:tracePt t="24982" x="7696200" y="3727450"/>
          <p14:tracePt t="24999" x="7740650" y="3714750"/>
          <p14:tracePt t="25015" x="7785100" y="3708400"/>
          <p14:tracePt t="25034" x="7823200" y="3702050"/>
          <p14:tracePt t="25049" x="7842250" y="3702050"/>
          <p14:tracePt t="25065" x="7874000" y="3695700"/>
          <p14:tracePt t="25083" x="7899400" y="3689350"/>
          <p14:tracePt t="25099" x="7912100" y="3689350"/>
          <p14:tracePt t="25115" x="7924800" y="3689350"/>
          <p14:tracePt t="25132" x="7931150" y="3683000"/>
          <p14:tracePt t="25168" x="7937500" y="3683000"/>
          <p14:tracePt t="25314" x="7943850" y="3683000"/>
          <p14:tracePt t="25377" x="7950200" y="3683000"/>
          <p14:tracePt t="25412" x="7956550" y="3683000"/>
          <p14:tracePt t="25448" x="7962900" y="3683000"/>
          <p14:tracePt t="25483" x="7969250" y="3683000"/>
          <p14:tracePt t="25546" x="7975600" y="3683000"/>
          <p14:tracePt t="25595" x="7969250" y="3683000"/>
          <p14:tracePt t="25602" x="7962900" y="3683000"/>
          <p14:tracePt t="25616" x="7956550" y="3683000"/>
          <p14:tracePt t="25637" x="7950200" y="3683000"/>
          <p14:tracePt t="25659" x="7943850" y="3689350"/>
          <p14:tracePt t="25672" x="7931150" y="3689350"/>
          <p14:tracePt t="25687" x="7924800" y="3695700"/>
          <p14:tracePt t="25696" x="7905750" y="3695700"/>
          <p14:tracePt t="25713" x="7893050" y="3702050"/>
          <p14:tracePt t="25730" x="7835900" y="3727450"/>
          <p14:tracePt t="25746" x="7753350" y="3740150"/>
          <p14:tracePt t="25764" x="7645400" y="3771900"/>
          <p14:tracePt t="25780" x="7575550" y="3790950"/>
          <p14:tracePt t="25796" x="7505700" y="3810000"/>
          <p14:tracePt t="25800" x="7442200" y="3829050"/>
          <p14:tracePt t="25815" x="7372350" y="3854450"/>
          <p14:tracePt t="25829" x="7296150" y="3873500"/>
          <p14:tracePt t="25846" x="7137400" y="3924300"/>
          <p14:tracePt t="25863" x="7004050" y="3956050"/>
          <p14:tracePt t="25879" x="6946900" y="3975100"/>
          <p14:tracePt t="25897" x="6877050" y="3994150"/>
          <p14:tracePt t="25913" x="6838950" y="4019550"/>
          <p14:tracePt t="25929" x="6826250" y="4032250"/>
          <p14:tracePt t="25947" x="6813550" y="4044950"/>
          <p14:tracePt t="25978" x="6807200" y="4051300"/>
          <p14:tracePt t="26037" x="6813550" y="4051300"/>
          <p14:tracePt t="26052" x="6819900" y="4051300"/>
          <p14:tracePt t="26073" x="6826250" y="4044950"/>
          <p14:tracePt t="26087" x="6838950" y="4044950"/>
          <p14:tracePt t="26101" x="6858000" y="4038600"/>
          <p14:tracePt t="26108" x="6889750" y="4032250"/>
          <p14:tracePt t="26122" x="6921500" y="4019550"/>
          <p14:tracePt t="26131" x="6972300" y="4006850"/>
          <p14:tracePt t="26145" x="7029450" y="4000500"/>
          <p14:tracePt t="26162" x="7162800" y="3968750"/>
          <p14:tracePt t="26179" x="7289800" y="3943350"/>
          <p14:tracePt t="26195" x="7372350" y="3924300"/>
          <p14:tracePt t="26211" x="7480300" y="3905250"/>
          <p14:tracePt t="26228" x="7550150" y="3892550"/>
          <p14:tracePt t="26245" x="7581900" y="3879850"/>
          <p14:tracePt t="26261" x="7594600" y="3873500"/>
          <p14:tracePt t="26278" x="7607300" y="3867150"/>
          <p14:tracePt t="26294" x="7613650" y="3860800"/>
          <p14:tracePt t="26312" x="7626350" y="3860800"/>
          <p14:tracePt t="26328" x="7626350" y="3854450"/>
          <p14:tracePt t="26344" x="7632700" y="3854450"/>
          <p14:tracePt t="26364" x="7639050" y="3848100"/>
          <p14:tracePt t="26403" x="7639050" y="3841750"/>
          <p14:tracePt t="26431" x="7645400" y="3841750"/>
          <p14:tracePt t="26473" x="7651750" y="3835400"/>
          <p14:tracePt t="26480" x="7658100" y="3835400"/>
          <p14:tracePt t="26515" x="7658100" y="3829050"/>
          <p14:tracePt t="26523" x="7664450" y="3829050"/>
          <p14:tracePt t="26551" x="7670800" y="3829050"/>
          <p14:tracePt t="26572" x="7677150" y="3829050"/>
          <p14:tracePt t="26614" x="7683500" y="3829050"/>
          <p14:tracePt t="26621" x="7683500" y="3822700"/>
          <p14:tracePt t="26642" x="7689850" y="3822700"/>
          <p14:tracePt t="26684" x="7696200" y="3816350"/>
          <p14:tracePt t="26761" x="7689850" y="3816350"/>
          <p14:tracePt t="26769" x="7683500" y="3816350"/>
          <p14:tracePt t="26790" x="7670800" y="3810000"/>
          <p14:tracePt t="26797" x="7645400" y="3810000"/>
          <p14:tracePt t="26813" x="7626350" y="3810000"/>
          <p14:tracePt t="26826" x="7588250" y="3810000"/>
          <p14:tracePt t="26843" x="7499350" y="3810000"/>
          <p14:tracePt t="26860" x="7448550" y="3810000"/>
          <p14:tracePt t="26876" x="7289800" y="3841750"/>
          <p14:tracePt t="26893" x="7194550" y="3873500"/>
          <p14:tracePt t="26909" x="6985000" y="3968750"/>
          <p14:tracePt t="26926" x="6775450" y="4095750"/>
          <p14:tracePt t="26942" x="6667500" y="4171950"/>
          <p14:tracePt t="26959" x="6318250" y="4438650"/>
          <p14:tracePt t="26975" x="6165850" y="4527550"/>
          <p14:tracePt t="26993" x="6026150" y="4641850"/>
          <p14:tracePt t="27008" x="5600700" y="4940300"/>
          <p14:tracePt t="27025" x="5492750" y="5016500"/>
          <p14:tracePt t="27043" x="5264150" y="5168900"/>
          <p14:tracePt t="27059" x="5156200" y="5245100"/>
          <p14:tracePt t="27075" x="4965700" y="5384800"/>
          <p14:tracePt t="27093" x="4787900" y="5518150"/>
          <p14:tracePt t="27108" x="4718050" y="5575300"/>
          <p14:tracePt t="27125" x="4578350" y="5708650"/>
          <p14:tracePt t="27142" x="4470400" y="5816600"/>
          <p14:tracePt t="27158" x="4419600" y="5873750"/>
          <p14:tracePt t="27175" x="4362450" y="5956300"/>
          <p14:tracePt t="27191" x="4330700" y="5994400"/>
          <p14:tracePt t="27553" x="4273550" y="5994400"/>
          <p14:tracePt t="27560" x="4197350" y="5994400"/>
          <p14:tracePt t="27576" x="4095750" y="5994400"/>
          <p14:tracePt t="27590" x="3994150" y="6000750"/>
          <p14:tracePt t="27607" x="3790950" y="6000750"/>
          <p14:tracePt t="27624" x="3625850" y="6007100"/>
          <p14:tracePt t="27640" x="3549650" y="6007100"/>
          <p14:tracePt t="27657" x="3390900" y="6007100"/>
          <p14:tracePt t="27674" x="3225800" y="6007100"/>
          <p14:tracePt t="27690" x="3162300" y="6007100"/>
          <p14:tracePt t="27706" x="3009900" y="6007100"/>
          <p14:tracePt t="27723" x="2876550" y="6026150"/>
          <p14:tracePt t="27739" x="2813050" y="6026150"/>
          <p14:tracePt t="27757" x="2679700" y="6051550"/>
          <p14:tracePt t="27773" x="2546350" y="6083300"/>
          <p14:tracePt t="27789" x="2482850" y="6102350"/>
          <p14:tracePt t="27807" x="2387600" y="6121400"/>
          <p14:tracePt t="27823" x="2330450" y="6134100"/>
          <p14:tracePt t="27839" x="2298700" y="6140450"/>
          <p14:tracePt t="27842" x="2286000" y="6140450"/>
          <p14:tracePt t="27858" x="2286000" y="6146800"/>
          <p14:tracePt t="28242" x="2228850" y="6146800"/>
          <p14:tracePt t="28256" x="2152650" y="6146800"/>
          <p14:tracePt t="28263" x="2076450" y="6146800"/>
          <p14:tracePt t="28277" x="2000250" y="6146800"/>
          <p14:tracePt t="28288" x="1911350" y="6146800"/>
          <p14:tracePt t="28304" x="1835150" y="6146800"/>
          <p14:tracePt t="28320" x="1663700" y="6140450"/>
          <p14:tracePt t="28337" x="1536700" y="6140450"/>
          <p14:tracePt t="28355" x="1447800" y="6140450"/>
          <p14:tracePt t="28370" x="1416050" y="6140450"/>
          <p14:tracePt t="28387" x="1384300" y="6140450"/>
          <p14:tracePt t="28404" x="1358900" y="6140450"/>
          <p14:tracePt t="28437" x="1352550" y="6140450"/>
          <p14:tracePt t="28474" x="1346200" y="6140450"/>
          <p14:tracePt t="28488" x="1339850" y="6140450"/>
          <p14:tracePt t="28516" x="1327150" y="6140450"/>
          <p14:tracePt t="28580" x="1320800" y="6146800"/>
          <p14:tracePt t="28587" x="1314450" y="6153150"/>
          <p14:tracePt t="28608" x="1308100" y="6159500"/>
          <p14:tracePt t="28615" x="1308100" y="6165850"/>
          <p14:tracePt t="28629" x="1295400" y="6172200"/>
          <p14:tracePt t="28637" x="1289050" y="6178550"/>
          <p14:tracePt t="28653" x="1276350" y="6191250"/>
          <p14:tracePt t="28671" x="1250950" y="6197600"/>
          <p14:tracePt t="28686" x="1231900" y="6203950"/>
          <p14:tracePt t="28703" x="1219200" y="6210300"/>
          <p14:tracePt t="28721" x="1212850" y="6216650"/>
          <p14:tracePt t="28736" x="1200150" y="6223000"/>
          <p14:tracePt t="28753" x="1193800" y="6223000"/>
          <p14:tracePt t="28770" x="1187450" y="6223000"/>
          <p14:tracePt t="28797" x="1181100" y="6223000"/>
          <p14:tracePt t="28839" x="1174750" y="6229350"/>
          <p14:tracePt t="28875" x="1168400" y="6229350"/>
          <p14:tracePt t="29001" x="1162050" y="6235700"/>
          <p14:tracePt t="29085" x="1155700" y="6235700"/>
          <p14:tracePt t="29156" x="1155700" y="6242050"/>
          <p14:tracePt t="29240" x="1149350" y="6242050"/>
          <p14:tracePt t="29338" x="1143000" y="6248400"/>
          <p14:tracePt t="29901" x="1136650" y="6248400"/>
          <p14:tracePt t="29950" x="1149350" y="6254750"/>
          <p14:tracePt t="29965" x="1155700" y="6254750"/>
          <p14:tracePt t="29971" x="1168400" y="6254750"/>
          <p14:tracePt t="29985" x="1181100" y="6254750"/>
          <p14:tracePt t="30000" x="1225550" y="6261100"/>
          <p14:tracePt t="30015" x="1270000" y="6261100"/>
          <p14:tracePt t="30032" x="1320800" y="6261100"/>
          <p14:tracePt t="30049" x="1435100" y="6267450"/>
          <p14:tracePt t="30065" x="1555750" y="6280150"/>
          <p14:tracePt t="30081" x="1619250" y="6280150"/>
          <p14:tracePt t="30098" x="1727200" y="6292850"/>
          <p14:tracePt t="30114" x="1803400" y="6305550"/>
          <p14:tracePt t="30131" x="1822450" y="6305550"/>
          <p14:tracePt t="30148" x="1873250" y="6305550"/>
          <p14:tracePt t="30165" x="1898650" y="6305550"/>
          <p14:tracePt t="30182" x="1917700" y="6299200"/>
          <p14:tracePt t="30198" x="1924050" y="6299200"/>
          <p14:tracePt t="30214" x="1930400" y="6292850"/>
          <p14:tracePt t="30232" x="1943100" y="6292850"/>
          <p14:tracePt t="30248" x="1949450" y="6292850"/>
          <p14:tracePt t="30264" x="1955800" y="6292850"/>
          <p14:tracePt t="30281" x="1987550" y="6286500"/>
          <p14:tracePt t="30297" x="2000250" y="6286500"/>
          <p14:tracePt t="30314" x="2012950" y="6286500"/>
          <p14:tracePt t="30330" x="2051050" y="6286500"/>
          <p14:tracePt t="30347" x="2101850" y="6286500"/>
          <p14:tracePt t="30365" x="2165350" y="6286500"/>
          <p14:tracePt t="30380" x="2216150" y="6273800"/>
          <p14:tracePt t="30397" x="2273300" y="6267450"/>
          <p14:tracePt t="30414" x="2343150" y="6254750"/>
          <p14:tracePt t="30430" x="2374900" y="6248400"/>
          <p14:tracePt t="30447" x="2413000" y="6242050"/>
          <p14:tracePt t="30464" x="2451100" y="6235700"/>
          <p14:tracePt t="30480" x="2457450" y="6235700"/>
          <p14:tracePt t="30497" x="2470150" y="6229350"/>
          <p14:tracePt t="30513" x="2495550" y="6223000"/>
          <p14:tracePt t="30530" x="2501900" y="6223000"/>
          <p14:tracePt t="30547" x="2520950" y="6223000"/>
          <p14:tracePt t="30563" x="2527300" y="6223000"/>
          <p14:tracePt t="30579" x="2533650" y="6223000"/>
          <p14:tracePt t="30597" x="2546350" y="6216650"/>
          <p14:tracePt t="30613" x="2552700" y="6216650"/>
          <p14:tracePt t="30629" x="2565400" y="6216650"/>
          <p14:tracePt t="30646" x="2578100" y="6216650"/>
          <p14:tracePt t="30663" x="2590800" y="6216650"/>
          <p14:tracePt t="30679" x="2603500" y="6216650"/>
          <p14:tracePt t="30696" x="2635250" y="6216650"/>
          <p14:tracePt t="30713" x="2654300" y="6216650"/>
          <p14:tracePt t="30730" x="2705100" y="6216650"/>
          <p14:tracePt t="30746" x="2736850" y="6216650"/>
          <p14:tracePt t="30762" x="2781300" y="6216650"/>
          <p14:tracePt t="30779" x="2806700" y="6216650"/>
          <p14:tracePt t="30796" x="2838450" y="6216650"/>
          <p14:tracePt t="30812" x="2851150" y="6216650"/>
          <p14:tracePt t="30829" x="2863850" y="6216650"/>
          <p14:tracePt t="30870" x="2870200" y="6216650"/>
          <p14:tracePt t="30913" x="2876550" y="6216650"/>
          <p14:tracePt t="30962" x="2882900" y="6216650"/>
          <p14:tracePt t="30982" x="2889250" y="6216650"/>
          <p14:tracePt t="31011" x="2895600" y="6216650"/>
          <p14:tracePt t="31038" x="2901950" y="6210300"/>
          <p14:tracePt t="31060" x="2908300" y="6210300"/>
          <p14:tracePt t="31067" x="2914650" y="6210300"/>
          <p14:tracePt t="31088" x="2921000" y="6210300"/>
          <p14:tracePt t="31097" x="2927350" y="6210300"/>
          <p14:tracePt t="31111" x="2933700" y="6210300"/>
          <p14:tracePt t="31128" x="2933700" y="6203950"/>
          <p14:tracePt t="31145" x="2940050" y="6203950"/>
          <p14:tracePt t="31165" x="2952750" y="6203950"/>
          <p14:tracePt t="31180" x="2959100" y="6203950"/>
          <p14:tracePt t="31194" x="2965450" y="6197600"/>
          <p14:tracePt t="31210" x="2971800" y="6197600"/>
          <p14:tracePt t="31244" x="2984500" y="6197600"/>
          <p14:tracePt t="31261" x="2990850" y="6197600"/>
          <p14:tracePt t="31278" x="3003550" y="6191250"/>
          <p14:tracePt t="31294" x="3009900" y="6191250"/>
          <p14:tracePt t="31310" x="3016250" y="6191250"/>
          <p14:tracePt t="31328" x="3022600" y="6191250"/>
          <p14:tracePt t="31344" x="3028950" y="6184900"/>
          <p14:tracePt t="31360" x="3041650" y="6184900"/>
          <p14:tracePt t="31377" x="3048000" y="6184900"/>
          <p14:tracePt t="31410" x="3060700" y="6184900"/>
          <p14:tracePt t="31427" x="3073400" y="6184900"/>
          <p14:tracePt t="31443" x="3079750" y="6184900"/>
          <p14:tracePt t="31461" x="3092450" y="6178550"/>
          <p14:tracePt t="31477" x="3111500" y="6178550"/>
          <p14:tracePt t="31493" x="3143250" y="6178550"/>
          <p14:tracePt t="31510" x="3187700" y="6172200"/>
          <p14:tracePt t="31526" x="3200400" y="6172200"/>
          <p14:tracePt t="31543" x="3238500" y="6165850"/>
          <p14:tracePt t="31560" x="3263900" y="6165850"/>
          <p14:tracePt t="31576" x="3276600" y="6165850"/>
          <p14:tracePt t="31594" x="3295650" y="6159500"/>
          <p14:tracePt t="31609" x="3308350" y="6159500"/>
          <p14:tracePt t="31643" x="3314700" y="6159500"/>
          <p14:tracePt t="31671" x="3314700" y="6153150"/>
          <p14:tracePt t="31699" x="3321050" y="6153150"/>
          <p14:tracePt t="31721" x="3327400" y="6153150"/>
          <p14:tracePt t="31748" x="3333750" y="6153150"/>
          <p14:tracePt t="31770" x="3346450" y="6153150"/>
          <p14:tracePt t="31790" x="3352800" y="6153150"/>
          <p14:tracePt t="31798" x="3352800" y="6146800"/>
          <p14:tracePt t="31826" x="3359150" y="6146800"/>
          <p14:tracePt t="31847" x="3365500" y="6146800"/>
          <p14:tracePt t="31889" x="3371850" y="6146800"/>
          <p14:tracePt t="31910" x="3378200" y="6146800"/>
          <p14:tracePt t="31938" x="3384550" y="6146800"/>
          <p14:tracePt t="31966" x="3390900" y="6146800"/>
          <p14:tracePt t="32008" x="3397250" y="6146800"/>
          <p14:tracePt t="32029" x="3403600" y="6146800"/>
          <p14:tracePt t="32058" x="3409950" y="6146800"/>
          <p14:tracePt t="32078" x="3416300" y="6146800"/>
          <p14:tracePt t="32093" x="3422650" y="6146800"/>
          <p14:tracePt t="32100" x="3429000" y="6146800"/>
          <p14:tracePt t="32114" x="3435350" y="6146800"/>
          <p14:tracePt t="32124" x="3441700" y="6146800"/>
          <p14:tracePt t="32141" x="3460750" y="6146800"/>
          <p14:tracePt t="32157" x="3511550" y="6140450"/>
          <p14:tracePt t="32174" x="3568700" y="6140450"/>
          <p14:tracePt t="32192" x="3638550" y="6134100"/>
          <p14:tracePt t="32207" x="3676650" y="6134100"/>
          <p14:tracePt t="32224" x="3714750" y="6127750"/>
          <p14:tracePt t="32241" x="3803650" y="6121400"/>
          <p14:tracePt t="32257" x="3822700" y="6121400"/>
          <p14:tracePt t="32274" x="3841750" y="6121400"/>
          <p14:tracePt t="32291" x="3873500" y="6115050"/>
          <p14:tracePt t="32307" x="3892550" y="6115050"/>
          <p14:tracePt t="32325" x="3905250" y="6115050"/>
          <p14:tracePt t="32409" x="3911600" y="6115050"/>
          <p14:tracePt t="32479" x="3917950" y="6115050"/>
          <p14:tracePt t="33150" x="3905250" y="6121400"/>
          <p14:tracePt t="33157" x="3892550" y="6140450"/>
          <p14:tracePt t="33163" x="3879850" y="6146800"/>
          <p14:tracePt t="33178" x="3873500" y="6159500"/>
          <p14:tracePt t="33187" x="3867150" y="6159500"/>
          <p14:tracePt t="33207" x="3867150" y="6165850"/>
          <p14:tracePt t="33318" x="3873500" y="6159500"/>
          <p14:tracePt t="33325" x="3886200" y="6153150"/>
          <p14:tracePt t="33340" x="3892550" y="6146800"/>
          <p14:tracePt t="33354" x="3905250" y="6134100"/>
          <p14:tracePt t="33370" x="3917950" y="6115050"/>
          <p14:tracePt t="33387" x="3930650" y="6102350"/>
          <p14:tracePt t="33403" x="3956050" y="6076950"/>
          <p14:tracePt t="33420" x="3975100" y="6057900"/>
          <p14:tracePt t="33437" x="3981450" y="6045200"/>
          <p14:tracePt t="33439" x="3994150" y="6045200"/>
          <p14:tracePt t="33453" x="4000500" y="6038850"/>
          <p14:tracePt t="33470" x="4000500" y="6032500"/>
          <p14:tracePt t="33515" x="4006850" y="6032500"/>
          <p14:tracePt t="33536" x="4006850" y="6038850"/>
          <p14:tracePt t="33557" x="4013200" y="6038850"/>
          <p14:tracePt t="33585" x="4013200" y="6045200"/>
          <p14:tracePt t="33606" x="4013200" y="6051550"/>
          <p14:tracePt t="33628" x="4019550" y="6057900"/>
          <p14:tracePt t="33649" x="4032250" y="6064250"/>
          <p14:tracePt t="33670" x="4038600" y="6076950"/>
          <p14:tracePt t="33677" x="4051300" y="6089650"/>
          <p14:tracePt t="33691" x="4057650" y="6089650"/>
          <p14:tracePt t="33702" x="4070350" y="6102350"/>
          <p14:tracePt t="33720" x="4102100" y="6121400"/>
          <p14:tracePt t="33735" x="4121150" y="6127750"/>
          <p14:tracePt t="33752" x="4146550" y="6140450"/>
          <p14:tracePt t="33769" x="4171950" y="6146800"/>
          <p14:tracePt t="33785" x="4184650" y="6153150"/>
          <p14:tracePt t="33802" x="4197350" y="6153150"/>
          <p14:tracePt t="33818" x="4203700" y="6153150"/>
          <p14:tracePt t="34333" x="4178300" y="6153150"/>
          <p14:tracePt t="34340" x="4121150" y="6146800"/>
          <p14:tracePt t="34354" x="4083050" y="6140450"/>
          <p14:tracePt t="34367" x="4032250" y="6140450"/>
          <p14:tracePt t="34383" x="3924300" y="6134100"/>
          <p14:tracePt t="34400" x="3873500" y="6134100"/>
          <p14:tracePt t="34418" x="3746500" y="6134100"/>
          <p14:tracePt t="34433" x="3594100" y="6134100"/>
          <p14:tracePt t="34450" x="3511550" y="6134100"/>
          <p14:tracePt t="34452" x="3422650" y="6134100"/>
          <p14:tracePt t="34467" x="3333750" y="6121400"/>
          <p14:tracePt t="34483" x="3168650" y="6121400"/>
          <p14:tracePt t="34500" x="3092450" y="6121400"/>
          <p14:tracePt t="34516" x="2901950" y="6146800"/>
          <p14:tracePt t="34533" x="2717800" y="6178550"/>
          <p14:tracePt t="34550" x="2641600" y="6197600"/>
          <p14:tracePt t="34566" x="2482850" y="6223000"/>
          <p14:tracePt t="34583" x="2406650" y="6235700"/>
          <p14:tracePt t="34600" x="2247900" y="6261100"/>
          <p14:tracePt t="34616" x="2190750" y="6261100"/>
          <p14:tracePt t="34632" x="2139950" y="6261100"/>
          <p14:tracePt t="34649" x="2070100" y="6267450"/>
          <p14:tracePt t="34666" x="2012950" y="6280150"/>
          <p14:tracePt t="34682" x="1987550" y="6286500"/>
          <p14:tracePt t="34699" x="1924050" y="6299200"/>
          <p14:tracePt t="34715" x="1873250" y="6324600"/>
          <p14:tracePt t="34733" x="1847850" y="6330950"/>
          <p14:tracePt t="34749" x="1803400" y="6343650"/>
          <p14:tracePt t="34765" x="1771650" y="6362700"/>
          <p14:tracePt t="34783" x="1733550" y="6381750"/>
          <p14:tracePt t="34798" x="1714500" y="6388100"/>
          <p14:tracePt t="34815" x="1682750" y="6413500"/>
          <p14:tracePt t="34832" x="1644650" y="6432550"/>
          <p14:tracePt t="34848" x="1631950" y="6438900"/>
          <p14:tracePt t="34865" x="1625600" y="6445250"/>
          <p14:tracePt t="34881" x="1600200" y="6451600"/>
          <p14:tracePt t="34898" x="1593850" y="6451600"/>
          <p14:tracePt t="34931" x="1587500" y="6457950"/>
          <p14:tracePt t="35253" x="1593850" y="6457950"/>
          <p14:tracePt t="35267" x="1600200" y="6457950"/>
          <p14:tracePt t="35295" x="1606550" y="6457950"/>
          <p14:tracePt t="35302" x="1612900" y="6457950"/>
          <p14:tracePt t="35317" x="1619250" y="6457950"/>
          <p14:tracePt t="35330" x="1625600" y="6457950"/>
          <p14:tracePt t="35347" x="1638300" y="6457950"/>
          <p14:tracePt t="35363" x="1651000" y="6457950"/>
          <p14:tracePt t="35380" x="1695450" y="6470650"/>
          <p14:tracePt t="35396" x="1752600" y="6470650"/>
          <p14:tracePt t="35413" x="1778000" y="6470650"/>
          <p14:tracePt t="35430" x="1828800" y="6470650"/>
          <p14:tracePt t="35446" x="1879600" y="6477000"/>
          <p14:tracePt t="35464" x="1898650" y="6477000"/>
          <p14:tracePt t="35480" x="1924050" y="6477000"/>
          <p14:tracePt t="35496" x="1936750" y="6477000"/>
          <p14:tracePt t="35513" x="1949450" y="6477000"/>
          <p14:tracePt t="35555" x="1955800" y="6477000"/>
          <p14:tracePt t="35619" x="1962150" y="6477000"/>
          <p14:tracePt t="35675" x="1968500" y="6477000"/>
          <p14:tracePt t="35717" x="1974850" y="6477000"/>
          <p14:tracePt t="35738" x="1981200" y="6477000"/>
          <p14:tracePt t="35746" x="1987550" y="6477000"/>
          <p14:tracePt t="35766" x="1993900" y="6477000"/>
          <p14:tracePt t="35780" x="2006600" y="6477000"/>
          <p14:tracePt t="35787" x="2019300" y="6477000"/>
          <p14:tracePt t="35796" x="2038350" y="6477000"/>
          <p14:tracePt t="35811" x="2070100" y="6477000"/>
          <p14:tracePt t="35829" x="2108200" y="6477000"/>
          <p14:tracePt t="35844" x="2178050" y="6457950"/>
          <p14:tracePt t="35861" x="2273300" y="6451600"/>
          <p14:tracePt t="35879" x="2336800" y="6445250"/>
          <p14:tracePt t="35894" x="2355850" y="6445250"/>
          <p14:tracePt t="35911" x="2393950" y="6438900"/>
          <p14:tracePt t="35928" x="2406650" y="6432550"/>
          <p14:tracePt t="35944" x="2413000" y="6432550"/>
          <p14:tracePt t="35961" x="2419350" y="6432550"/>
          <p14:tracePt t="35998" x="2425700" y="6432550"/>
          <p14:tracePt t="36230" x="2432050" y="6432550"/>
          <p14:tracePt t="36237" x="2438400" y="6432550"/>
          <p14:tracePt t="36251" x="2444750" y="6432550"/>
          <p14:tracePt t="36272" x="2451100" y="6432550"/>
          <p14:tracePt t="36280" x="2457450" y="6432550"/>
          <p14:tracePt t="36294" x="2470150" y="6432550"/>
          <p14:tracePt t="36310" x="2501900" y="6432550"/>
          <p14:tracePt t="36327" x="2520950" y="6432550"/>
          <p14:tracePt t="36344" x="2578100" y="6432550"/>
          <p14:tracePt t="36360" x="2667000" y="6432550"/>
          <p14:tracePt t="36377" x="2717800" y="6432550"/>
          <p14:tracePt t="36393" x="2825750" y="6432550"/>
          <p14:tracePt t="36409" x="2876550" y="6426200"/>
          <p14:tracePt t="36427" x="2990850" y="6419850"/>
          <p14:tracePt t="36443" x="3035300" y="6413500"/>
          <p14:tracePt t="36459" x="3130550" y="6394450"/>
          <p14:tracePt t="36476" x="3181350" y="6388100"/>
          <p14:tracePt t="36493" x="3251200" y="6369050"/>
          <p14:tracePt t="36509" x="3276600" y="6369050"/>
          <p14:tracePt t="36526" x="3314700" y="6356350"/>
          <p14:tracePt t="36542" x="3327400" y="6356350"/>
          <p14:tracePt t="36561" x="3346450" y="6350000"/>
          <p14:tracePt t="36575" x="3352800" y="6350000"/>
          <p14:tracePt t="36593" x="3359150" y="6350000"/>
          <p14:tracePt t="36609" x="3365500" y="6350000"/>
          <p14:tracePt t="36729" x="3371850" y="6350000"/>
          <p14:tracePt t="36771" x="3378200" y="6350000"/>
          <p14:tracePt t="36799" x="3384550" y="6350000"/>
          <p14:tracePt t="36841" x="3397250" y="6356350"/>
          <p14:tracePt t="36862" x="3403600" y="6356350"/>
          <p14:tracePt t="36883" x="3409950" y="6356350"/>
          <p14:tracePt t="36904" x="3416300" y="6356350"/>
          <p14:tracePt t="36918" x="3422650" y="6356350"/>
          <p14:tracePt t="36933" x="3429000" y="6356350"/>
          <p14:tracePt t="36941" x="3435350" y="6356350"/>
          <p14:tracePt t="36957" x="3441700" y="6356350"/>
          <p14:tracePt t="36975" x="3448050" y="6356350"/>
          <p14:tracePt t="36990" x="3460750" y="6356350"/>
          <p14:tracePt t="37007" x="3467100" y="6356350"/>
          <p14:tracePt t="37024" x="3492500" y="6356350"/>
          <p14:tracePt t="37040" x="3505200" y="6356350"/>
          <p14:tracePt t="37058" x="3517900" y="6356350"/>
          <p14:tracePt t="37074" x="3543300" y="6356350"/>
          <p14:tracePt t="37090" x="3556000" y="6356350"/>
          <p14:tracePt t="37107" x="3562350" y="6356350"/>
          <p14:tracePt t="37124" x="3568700" y="6356350"/>
          <p14:tracePt t="37140" x="3575050" y="6356350"/>
          <p14:tracePt t="37806" x="3606800" y="6356350"/>
          <p14:tracePt t="37813" x="3683000" y="6343650"/>
          <p14:tracePt t="37827" x="3733800" y="6343650"/>
          <p14:tracePt t="37837" x="3797300" y="6343650"/>
          <p14:tracePt t="37855" x="3956050" y="6350000"/>
          <p14:tracePt t="37871" x="4032250" y="6350000"/>
          <p14:tracePt t="37888" x="4095750" y="6350000"/>
          <p14:tracePt t="37905" x="4222750" y="6343650"/>
          <p14:tracePt t="37921" x="4356100" y="6324600"/>
          <p14:tracePt t="37938" x="4406900" y="6318250"/>
          <p14:tracePt t="37954" x="4470400" y="6305550"/>
          <p14:tracePt t="37971" x="4514850" y="6305550"/>
          <p14:tracePt t="37989" x="4521200" y="6305550"/>
          <p14:tracePt t="38004" x="4552950" y="6299200"/>
          <p14:tracePt t="38021" x="4559300" y="6299200"/>
          <p14:tracePt t="38038" x="4578350" y="6299200"/>
          <p14:tracePt t="38070" x="4584700" y="6299200"/>
          <p14:tracePt t="38094" x="4591050" y="6299200"/>
          <p14:tracePt t="38129" x="4597400" y="6299200"/>
          <p14:tracePt t="38143" x="4603750" y="6299200"/>
          <p14:tracePt t="38164" x="4610100" y="6299200"/>
          <p14:tracePt t="38185" x="4622800" y="6305550"/>
          <p14:tracePt t="38206" x="4629150" y="6305550"/>
          <p14:tracePt t="38228" x="4635500" y="6305550"/>
          <p14:tracePt t="38235" x="4648200" y="6305550"/>
          <p14:tracePt t="38255" x="4654550" y="6305550"/>
          <p14:tracePt t="38271" x="4660900" y="6311900"/>
          <p14:tracePt t="38276" x="4667250" y="6311900"/>
          <p14:tracePt t="38298" x="4673600" y="6311900"/>
          <p14:tracePt t="38326" x="4679950" y="6311900"/>
          <p14:tracePt t="38340" x="4686300" y="6311900"/>
          <p14:tracePt t="38346" x="4692650" y="6311900"/>
          <p14:tracePt t="38356" x="4705350" y="6311900"/>
          <p14:tracePt t="38369" x="4718050" y="6311900"/>
          <p14:tracePt t="38386" x="4730750" y="6311900"/>
          <p14:tracePt t="38403" x="4775200" y="6311900"/>
          <p14:tracePt t="38419" x="4832350" y="6311900"/>
          <p14:tracePt t="38436" x="4864100" y="6311900"/>
          <p14:tracePt t="38453" x="4927600" y="6311900"/>
          <p14:tracePt t="38469" x="4997450" y="6311900"/>
          <p14:tracePt t="38486" x="5022850" y="6311900"/>
          <p14:tracePt t="38503" x="5067300" y="6311900"/>
          <p14:tracePt t="38519" x="5105400" y="6311900"/>
          <p14:tracePt t="38536" x="5118100" y="6311900"/>
          <p14:tracePt t="38552" x="5137150" y="6311900"/>
          <p14:tracePt t="38572" x="5143500" y="6311900"/>
          <p14:tracePt t="38588" x="5149850" y="6311900"/>
          <p14:tracePt t="38607" x="5156200" y="6305550"/>
          <p14:tracePt t="38649" x="5162550" y="6305550"/>
          <p14:tracePt t="38761" x="5168900" y="6305550"/>
          <p14:tracePt t="38769" x="5175250" y="6305550"/>
          <p14:tracePt t="38790" x="5181600" y="6305550"/>
          <p14:tracePt t="38867" x="5187950" y="6305550"/>
          <p14:tracePt t="38888" x="5194300" y="6305550"/>
          <p14:tracePt t="38951" x="5200650" y="6305550"/>
          <p14:tracePt t="38979" x="5207000" y="6305550"/>
          <p14:tracePt t="39022" x="5213350" y="6305550"/>
          <p14:tracePt t="39071" x="5213350" y="6299200"/>
          <p14:tracePt t="39398" x="5276850" y="6299200"/>
          <p14:tracePt t="39412" x="5353050" y="6305550"/>
          <p14:tracePt t="39419" x="5441950" y="6318250"/>
          <p14:tracePt t="39435" x="5537200" y="6343650"/>
          <p14:tracePt t="39449" x="5626100" y="6369050"/>
          <p14:tracePt t="39465" x="5810250" y="6407150"/>
          <p14:tracePt t="39483" x="5969000" y="6438900"/>
          <p14:tracePt t="39499" x="6045200" y="6445250"/>
          <p14:tracePt t="39515" x="6165850" y="6464300"/>
          <p14:tracePt t="39532" x="6242050" y="6464300"/>
          <p14:tracePt t="39549" x="6261100" y="6464300"/>
          <p14:tracePt t="39565" x="6305550" y="6464300"/>
          <p14:tracePt t="39581" x="6337300" y="6457950"/>
          <p14:tracePt t="39598" x="6350000" y="6451600"/>
          <p14:tracePt t="39616" x="6362700" y="6451600"/>
          <p14:tracePt t="39632" x="6369050" y="6451600"/>
          <p14:tracePt t="39649" x="6381750" y="6451600"/>
          <p14:tracePt t="39666" x="6388100" y="6451600"/>
          <p14:tracePt t="39721" x="6394450" y="6451600"/>
          <p14:tracePt t="39749" x="6400800" y="6451600"/>
          <p14:tracePt t="39784" x="6407150" y="6445250"/>
          <p14:tracePt t="39806" x="6413500" y="6445250"/>
          <p14:tracePt t="39812" x="6419850" y="6445250"/>
          <p14:tracePt t="39819" x="6432550" y="6445250"/>
          <p14:tracePt t="39834" x="6438900" y="6445250"/>
          <p14:tracePt t="39848" x="6451600" y="6445250"/>
          <p14:tracePt t="39864" x="6483350" y="6438900"/>
          <p14:tracePt t="39881" x="6502400" y="6438900"/>
          <p14:tracePt t="39898" x="6553200" y="6432550"/>
          <p14:tracePt t="39914" x="6610350" y="6426200"/>
          <p14:tracePt t="39931" x="6648450" y="6413500"/>
          <p14:tracePt t="39949" x="6718300" y="6407150"/>
          <p14:tracePt t="39964" x="6743700" y="6407150"/>
          <p14:tracePt t="39981" x="6845300" y="6394450"/>
          <p14:tracePt t="39997" x="6870700" y="6388100"/>
          <p14:tracePt t="40014" x="6896100" y="6381750"/>
          <p14:tracePt t="40031" x="6927850" y="6369050"/>
          <p14:tracePt t="40047" x="6946900" y="6362700"/>
          <p14:tracePt t="40063" x="6953250" y="6362700"/>
          <p14:tracePt t="40080" x="6959600" y="6362700"/>
          <p14:tracePt t="40097" x="6972300" y="6356350"/>
          <p14:tracePt t="40114" x="6978650" y="6356350"/>
          <p14:tracePt t="40130" x="6985000" y="6356350"/>
          <p14:tracePt t="40146" x="6991350" y="6356350"/>
          <p14:tracePt t="40164" x="6997700" y="6356350"/>
          <p14:tracePt t="40214" x="7004050" y="6356350"/>
          <p14:tracePt t="40234" x="7010400" y="6356350"/>
          <p14:tracePt t="40255" x="7016750" y="6356350"/>
          <p14:tracePt t="40283" x="7023100" y="6356350"/>
          <p14:tracePt t="40304" x="7029450" y="6356350"/>
          <p14:tracePt t="40333" x="7042150" y="6356350"/>
          <p14:tracePt t="40354" x="7048500" y="6356350"/>
          <p14:tracePt t="40368" x="7054850" y="6356350"/>
          <p14:tracePt t="40375" x="7061200" y="6356350"/>
          <p14:tracePt t="40382" x="7067550" y="6356350"/>
          <p14:tracePt t="40403" x="7073900" y="6356350"/>
          <p14:tracePt t="40438" x="7080250" y="6356350"/>
          <p14:tracePt t="40446" x="7086600" y="6356350"/>
          <p14:tracePt t="40473" x="7092950" y="6356350"/>
          <p14:tracePt t="40487" x="7099300" y="6356350"/>
          <p14:tracePt t="40496" x="7105650" y="6356350"/>
          <p14:tracePt t="40543" x="7112000" y="6356350"/>
          <p14:tracePt t="40593" x="7118350" y="6356350"/>
          <p14:tracePt t="40607" x="7124700" y="6356350"/>
          <p14:tracePt t="40635" x="7131050" y="6356350"/>
          <p14:tracePt t="40663" x="7137400" y="6356350"/>
          <p14:tracePt t="40726" x="7143750" y="6356350"/>
          <p14:tracePt t="41112" x="7131050" y="6343650"/>
          <p14:tracePt t="41118" x="7080250" y="6292850"/>
          <p14:tracePt t="41133" x="7023100" y="6235700"/>
          <p14:tracePt t="41143" x="6965950" y="6178550"/>
          <p14:tracePt t="41160" x="6889750" y="6102350"/>
          <p14:tracePt t="41176" x="6597650" y="5759450"/>
          <p14:tracePt t="41193" x="6394450" y="5537200"/>
          <p14:tracePt t="41210" x="5937250" y="4978400"/>
          <p14:tracePt t="41226" x="5467350" y="4438650"/>
          <p14:tracePt t="41243" x="5187950" y="4159250"/>
          <p14:tracePt t="41260" x="4749800" y="3771900"/>
          <p14:tracePt t="41276" x="4413250" y="3460750"/>
          <p14:tracePt t="41293" x="4254500" y="3352800"/>
          <p14:tracePt t="41310" x="4051300" y="3194050"/>
          <p14:tracePt t="41326" x="3898900" y="3092450"/>
          <p14:tracePt t="41344" x="3841750" y="3054350"/>
          <p14:tracePt t="41359" x="3752850" y="2997200"/>
          <p14:tracePt t="41376" x="3721100" y="2984500"/>
          <p14:tracePt t="41393" x="3632200" y="2940050"/>
          <p14:tracePt t="41409" x="3517900" y="2882900"/>
          <p14:tracePt t="41426" x="3467100" y="2863850"/>
          <p14:tracePt t="41443" x="3340100" y="2774950"/>
          <p14:tracePt t="41459" x="3295650" y="2743200"/>
          <p14:tracePt t="41475" x="3219450" y="2679700"/>
          <p14:tracePt t="41492" x="3124200" y="2603500"/>
          <p14:tracePt t="41508" x="3092450" y="2584450"/>
          <p14:tracePt t="41526" x="3035300" y="2533650"/>
          <p14:tracePt t="41541" x="3003550" y="2501900"/>
          <p14:tracePt t="41558" x="2978150" y="2482850"/>
          <p14:tracePt t="41576" x="2959100" y="2463800"/>
          <p14:tracePt t="41592" x="2959100" y="2451100"/>
          <p14:tracePt t="41608" x="2952750" y="2451100"/>
          <p14:tracePt t="41625" x="2952750" y="2444750"/>
          <p14:tracePt t="41641" x="2952750" y="2438400"/>
          <p14:tracePt t="41658" x="2959100" y="2438400"/>
          <p14:tracePt t="41675" x="2971800" y="2419350"/>
          <p14:tracePt t="41691" x="2978150" y="2406650"/>
          <p14:tracePt t="41709" x="2990850" y="2387600"/>
          <p14:tracePt t="41724" x="3022600" y="2343150"/>
          <p14:tracePt t="41741" x="3054350" y="2279650"/>
          <p14:tracePt t="41758" x="3067050" y="2247900"/>
          <p14:tracePt t="41774" x="3098800" y="2159000"/>
          <p14:tracePt t="41791" x="3105150" y="2133600"/>
          <p14:tracePt t="41808" x="3105150" y="2101850"/>
          <p14:tracePt t="41824" x="3105150" y="2082800"/>
          <p14:tracePt t="41841" x="3105150" y="2076450"/>
          <p14:tracePt t="41857" x="3105150" y="2070100"/>
          <p14:tracePt t="41874" x="3105150" y="2063750"/>
          <p14:tracePt t="41907" x="3105150" y="2057400"/>
          <p14:tracePt t="41923" x="3105150" y="2051050"/>
          <p14:tracePt t="42011" x="3111500" y="2044700"/>
          <p14:tracePt t="42074" x="3117850" y="2044700"/>
          <p14:tracePt t="42124" x="3124200" y="2044700"/>
          <p14:tracePt t="42222" x="3124200" y="2051050"/>
          <p14:tracePt t="42285" x="3124200" y="2057400"/>
          <p14:tracePt t="42524" x="3124200" y="2063750"/>
          <p14:tracePt t="42531" x="3124200" y="2070100"/>
          <p14:tracePt t="42566" x="3130550" y="2076450"/>
          <p14:tracePt t="42573" x="3136900" y="2082800"/>
          <p14:tracePt t="42588" x="3143250" y="2089150"/>
          <p14:tracePt t="42601" x="3149600" y="2101850"/>
          <p14:tracePt t="42616" x="3175000" y="2133600"/>
          <p14:tracePt t="42630" x="3219450" y="2178050"/>
          <p14:tracePt t="42638" x="3289300" y="2254250"/>
          <p14:tracePt t="42654" x="3384550" y="2336800"/>
          <p14:tracePt t="42672" x="3676650" y="2622550"/>
          <p14:tracePt t="42688" x="4121150" y="3035300"/>
          <p14:tracePt t="42704" x="4387850" y="3289300"/>
          <p14:tracePt t="42721" x="4940300" y="3822700"/>
          <p14:tracePt t="42737" x="5461000" y="4343400"/>
          <p14:tracePt t="42754" x="5702300" y="4616450"/>
          <p14:tracePt t="42771" x="6121400" y="5099050"/>
          <p14:tracePt t="42787" x="6432550" y="5505450"/>
          <p14:tracePt t="42804" x="6572250" y="5670550"/>
          <p14:tracePt t="42820" x="6807200" y="5969000"/>
          <p14:tracePt t="42837" x="6870700" y="6076950"/>
          <p14:tracePt t="42855" x="6985000" y="6229350"/>
          <p14:tracePt t="42870" x="7029450" y="6286500"/>
          <p14:tracePt t="42887" x="7054850" y="6318250"/>
          <p14:tracePt t="42904" x="7080250" y="6362700"/>
          <p14:tracePt t="42921" x="7086600" y="6375400"/>
          <p14:tracePt t="42937" x="7086600" y="6388100"/>
          <p14:tracePt t="42954" x="7092950" y="6400800"/>
          <p14:tracePt t="42970" x="7099300" y="6413500"/>
          <p14:tracePt t="42986" x="7099300" y="6426200"/>
          <p14:tracePt t="43058" x="7099300" y="6432550"/>
          <p14:tracePt t="43093" x="7092950" y="6432550"/>
          <p14:tracePt t="43115" x="7086600" y="6432550"/>
          <p14:tracePt t="43128" x="7073900" y="6432550"/>
          <p14:tracePt t="43143" x="7054850" y="6432550"/>
          <p14:tracePt t="43156" x="7029450" y="6432550"/>
          <p14:tracePt t="43164" x="6997700" y="6432550"/>
          <p14:tracePt t="43178" x="6953250" y="6419850"/>
          <p14:tracePt t="43192" x="6883400" y="6413500"/>
          <p14:tracePt t="43203" x="6807200" y="6394450"/>
          <p14:tracePt t="43220" x="6711950" y="6375400"/>
          <p14:tracePt t="43236" x="6496050" y="6318250"/>
          <p14:tracePt t="43253" x="6381750" y="6286500"/>
          <p14:tracePt t="43269" x="6184900" y="6229350"/>
          <p14:tracePt t="43286" x="6057900" y="6191250"/>
          <p14:tracePt t="43303" x="6019800" y="6184900"/>
          <p14:tracePt t="43319" x="5969000" y="6165850"/>
          <p14:tracePt t="43353" x="5956300" y="6165850"/>
          <p14:tracePt t="43410" x="5956300" y="6172200"/>
          <p14:tracePt t="43416" x="5962650" y="6178550"/>
          <p14:tracePt t="43444" x="5981700" y="6184900"/>
          <p14:tracePt t="43459" x="6013450" y="6197600"/>
          <p14:tracePt t="43466" x="6064250" y="6197600"/>
          <p14:tracePt t="43479" x="6134100" y="6216650"/>
          <p14:tracePt t="43494" x="6235700" y="6229350"/>
          <p14:tracePt t="43502" x="6337300" y="6229350"/>
          <p14:tracePt t="43518" x="6438900" y="6229350"/>
          <p14:tracePt t="43535" x="6540500" y="6223000"/>
          <p14:tracePt t="43551" x="6718300" y="6197600"/>
          <p14:tracePt t="43568" x="6788150" y="6184900"/>
          <p14:tracePt t="43586" x="6838950" y="6159500"/>
          <p14:tracePt t="43601" x="6851650" y="6146800"/>
          <p14:tracePt t="43618" x="6858000" y="6140450"/>
          <p14:tracePt t="43635" x="6858000" y="6127750"/>
          <p14:tracePt t="43651" x="6851650" y="6115050"/>
          <p14:tracePt t="43668" x="6813550" y="6070600"/>
          <p14:tracePt t="43684" x="6680200" y="5905500"/>
          <p14:tracePt t="43701" x="6559550" y="5746750"/>
          <p14:tracePt t="43717" x="6115050" y="5232400"/>
          <p14:tracePt t="43734" x="5518150" y="4584700"/>
          <p14:tracePt t="43751" x="5207000" y="4241800"/>
          <p14:tracePt t="43768" x="4597400" y="3587750"/>
          <p14:tracePt t="43784" x="4324350" y="3314700"/>
          <p14:tracePt t="43801" x="3905250" y="2908300"/>
          <p14:tracePt t="43818" x="3740150" y="2774950"/>
          <p14:tracePt t="43834" x="3606800" y="2692400"/>
          <p14:tracePt t="43850" x="3429000" y="2552700"/>
          <p14:tracePt t="43867" x="3346450" y="2495550"/>
          <p14:tracePt t="43884" x="3263900" y="2432050"/>
          <p14:tracePt t="43900" x="3079750" y="2305050"/>
          <p14:tracePt t="43916" x="2889250" y="2190750"/>
          <p14:tracePt t="43933" x="2736850" y="2101850"/>
          <p14:tracePt t="43951" x="2647950" y="2038350"/>
          <p14:tracePt t="43967" x="2603500" y="2012950"/>
          <p14:tracePt t="43983" x="2559050" y="1981200"/>
          <p14:tracePt t="44000" x="2527300" y="1962150"/>
          <p14:tracePt t="44016" x="2520950" y="1949450"/>
          <p14:tracePt t="44033" x="2501900" y="1924050"/>
          <p14:tracePt t="44050" x="2489200" y="1905000"/>
          <p14:tracePt t="44084" x="2482850" y="1898650"/>
          <p14:tracePt t="44099" x="2482850" y="1905000"/>
          <p14:tracePt t="44119" x="2482850" y="1911350"/>
          <p14:tracePt t="44133" x="2489200" y="1917700"/>
          <p14:tracePt t="44149" x="2495550" y="1924050"/>
          <p14:tracePt t="44166" x="2508250" y="1930400"/>
          <p14:tracePt t="44183" x="2533650" y="1930400"/>
          <p14:tracePt t="44199" x="2578100" y="1930400"/>
          <p14:tracePt t="44216" x="2603500" y="1930400"/>
          <p14:tracePt t="44233" x="2679700" y="1930400"/>
          <p14:tracePt t="44249" x="2743200" y="1930400"/>
          <p14:tracePt t="44266" x="2851150" y="1930400"/>
          <p14:tracePt t="44282" x="2952750" y="1930400"/>
          <p14:tracePt t="44299" x="2990850" y="1930400"/>
          <p14:tracePt t="44316" x="3060700" y="1930400"/>
          <p14:tracePt t="44332" x="3098800" y="1930400"/>
          <p14:tracePt t="44348" x="3111500" y="1930400"/>
          <p14:tracePt t="44366" x="3130550" y="1930400"/>
          <p14:tracePt t="44382" x="3143250" y="1924050"/>
          <p14:tracePt t="44399" x="3149600" y="1924050"/>
          <p14:tracePt t="44611" x="3149600" y="1936750"/>
          <p14:tracePt t="44625" x="3155950" y="1949450"/>
          <p14:tracePt t="44639" x="3162300" y="1962150"/>
          <p14:tracePt t="44653" x="3175000" y="1993900"/>
          <p14:tracePt t="44664" x="3200400" y="2051050"/>
          <p14:tracePt t="44681" x="3333750" y="2279650"/>
          <p14:tracePt t="44697" x="3575050" y="2730500"/>
          <p14:tracePt t="44714" x="3727450" y="3028950"/>
          <p14:tracePt t="44731" x="4057650" y="3702050"/>
          <p14:tracePt t="44747" x="4362450" y="4375150"/>
          <p14:tracePt t="44764" x="4603750" y="4940300"/>
          <p14:tracePt t="44781" x="4775200" y="5346700"/>
          <p14:tracePt t="44797" x="4819650" y="5467350"/>
          <p14:tracePt t="44814" x="4857750" y="5556250"/>
          <p14:tracePt t="44830" x="4914900" y="5746750"/>
          <p14:tracePt t="44847" x="4933950" y="5791200"/>
          <p14:tracePt t="44865" x="4940300" y="5848350"/>
          <p14:tracePt t="44880" x="4940300" y="5867400"/>
          <p14:tracePt t="44897" x="4940300" y="5886450"/>
          <p14:tracePt t="44914" x="4940300" y="5892800"/>
          <p14:tracePt t="44930" x="4946650" y="5899150"/>
          <p14:tracePt t="44946" x="4953000" y="5911850"/>
          <p14:tracePt t="44963" x="4959350" y="5937250"/>
          <p14:tracePt t="44980" x="4965700" y="5949950"/>
          <p14:tracePt t="44997" x="4978400" y="5969000"/>
          <p14:tracePt t="45013" x="5022850" y="6045200"/>
          <p14:tracePt t="45029" x="5054600" y="6083300"/>
          <p14:tracePt t="45047" x="5149850" y="6172200"/>
          <p14:tracePt t="45063" x="5219700" y="6216650"/>
          <p14:tracePt t="45079" x="5391150" y="6305550"/>
          <p14:tracePt t="45097" x="5543550" y="6375400"/>
          <p14:tracePt t="45113" x="5657850" y="6445250"/>
          <p14:tracePt t="45129" x="5702300" y="6470650"/>
          <p14:tracePt t="45146" x="5765800" y="6502400"/>
          <p14:tracePt t="45163" x="5784850" y="6515100"/>
          <p14:tracePt t="45179" x="5797550" y="6521450"/>
          <p14:tracePt t="45182" x="5803900" y="6521450"/>
          <p14:tracePt t="45201" x="5803900" y="6515100"/>
          <p14:tracePt t="45216" x="5803900" y="6508750"/>
          <p14:tracePt t="45230" x="5803900" y="6502400"/>
          <p14:tracePt t="45246" x="5791200" y="6502400"/>
          <p14:tracePt t="45262" x="5778500" y="6496050"/>
          <p14:tracePt t="45279" x="5708650" y="6477000"/>
          <p14:tracePt t="45295" x="5556250" y="6470650"/>
          <p14:tracePt t="45312" x="5441950" y="6457950"/>
          <p14:tracePt t="45329" x="5175250" y="6445250"/>
          <p14:tracePt t="45345" x="4895850" y="6426200"/>
          <p14:tracePt t="45362" x="4768850" y="6426200"/>
          <p14:tracePt t="45378" x="4540250" y="6426200"/>
          <p14:tracePt t="45395" x="4362450" y="6426200"/>
          <p14:tracePt t="45413" x="4248150" y="6419850"/>
          <p14:tracePt t="45428" x="4203700" y="6419850"/>
          <p14:tracePt t="45445" x="4178300" y="6419850"/>
          <p14:tracePt t="45462" x="4121150" y="6432550"/>
          <p14:tracePt t="45498" x="4114800" y="6438900"/>
          <p14:tracePt t="45574" x="4127500" y="6438900"/>
          <p14:tracePt t="45588" x="4140200" y="6438900"/>
          <p14:tracePt t="45597" x="4171950" y="6438900"/>
          <p14:tracePt t="45611" x="4210050" y="6438900"/>
          <p14:tracePt t="45628" x="4375150" y="6451600"/>
          <p14:tracePt t="45645" x="4673600" y="6451600"/>
          <p14:tracePt t="45661" x="4864100" y="6445250"/>
          <p14:tracePt t="45678" x="5092700" y="6400800"/>
          <p14:tracePt t="45680" x="5365750" y="6356350"/>
          <p14:tracePt t="45695" x="5626100" y="6280150"/>
          <p14:tracePt t="45711" x="5861050" y="6203950"/>
          <p14:tracePt t="45727" x="6045200" y="6153150"/>
          <p14:tracePt t="45744" x="6299200" y="6089650"/>
          <p14:tracePt t="45761" x="6356350" y="6070600"/>
          <p14:tracePt t="45778" x="6407150" y="6045200"/>
          <p14:tracePt t="45794" x="6419850" y="6038850"/>
          <p14:tracePt t="45828" x="6337300" y="6032500"/>
          <p14:tracePt t="45843" x="6235700" y="6032500"/>
          <p14:tracePt t="45860" x="6102350" y="6032500"/>
          <p14:tracePt t="45877" x="5530850" y="6019800"/>
          <p14:tracePt t="45893" x="5162550" y="6000750"/>
          <p14:tracePt t="45910" x="4775200" y="6000750"/>
          <p14:tracePt t="45926" x="4000500" y="5988050"/>
          <p14:tracePt t="45943" x="3663950" y="5988050"/>
          <p14:tracePt t="45961" x="3302000" y="5988050"/>
          <p14:tracePt t="45976" x="2736850" y="6038850"/>
          <p14:tracePt t="45993" x="2540000" y="6064250"/>
          <p14:tracePt t="46010" x="2317750" y="6115050"/>
          <p14:tracePt t="46026" x="2209800" y="6153150"/>
          <p14:tracePt t="46042" x="2178050" y="6165850"/>
          <p14:tracePt t="46060" x="2165350" y="6172200"/>
          <p14:tracePt t="46076" x="2165350" y="6178550"/>
          <p14:tracePt t="46093" x="2171700" y="6178550"/>
          <p14:tracePt t="46109" x="2254250" y="6184900"/>
          <p14:tracePt t="46126" x="2324100" y="6197600"/>
          <p14:tracePt t="46143" x="2527300" y="6203950"/>
          <p14:tracePt t="46159" x="2768600" y="6235700"/>
          <p14:tracePt t="46176" x="2895600" y="6248400"/>
          <p14:tracePt t="46193" x="3054350" y="6261100"/>
          <p14:tracePt t="46196" x="3206750" y="6261100"/>
          <p14:tracePt t="46209" x="3473450" y="6254750"/>
          <p14:tracePt t="46226" x="3575050" y="6242050"/>
          <p14:tracePt t="46243" x="3778250" y="6223000"/>
          <p14:tracePt t="46259" x="3848100" y="6216650"/>
          <p14:tracePt t="46275" x="3911600" y="6203950"/>
          <p14:tracePt t="46292" x="4006850" y="6197600"/>
          <p14:tracePt t="46308" x="4044950" y="6191250"/>
          <p14:tracePt t="46326" x="4089400" y="6172200"/>
          <p14:tracePt t="46342" x="4140200" y="6172200"/>
          <p14:tracePt t="46358" x="4146550" y="6172200"/>
          <p14:tracePt t="46376" x="4146550" y="6165850"/>
          <p14:tracePt t="46392" x="4127500" y="6165850"/>
          <p14:tracePt t="46408" x="4057650" y="6172200"/>
          <p14:tracePt t="46425" x="3867150" y="6203950"/>
          <p14:tracePt t="46442" x="3606800" y="6248400"/>
          <p14:tracePt t="46459" x="3454400" y="6286500"/>
          <p14:tracePt t="46475" x="3155950" y="6343650"/>
          <p14:tracePt t="46491" x="2889250" y="6400800"/>
          <p14:tracePt t="46508" x="2800350" y="6419850"/>
          <p14:tracePt t="46524" x="2679700" y="6445250"/>
          <p14:tracePt t="46541" x="2609850" y="6451600"/>
          <p14:tracePt t="46558" x="2590800" y="6457950"/>
          <p14:tracePt t="46574" x="2584450" y="6464300"/>
          <p14:tracePt t="46591" x="2584450" y="6470650"/>
          <p14:tracePt t="46608" x="2603500" y="6470650"/>
          <p14:tracePt t="46624" x="2755900" y="6489700"/>
          <p14:tracePt t="46641" x="2882900" y="6508750"/>
          <p14:tracePt t="46658" x="3689350" y="6540500"/>
          <p14:tracePt t="46674" x="3924300" y="6540500"/>
          <p14:tracePt t="46677" x="4184650" y="6540500"/>
          <p14:tracePt t="46707" x="4591050" y="6508750"/>
          <p14:tracePt t="46724" x="4895850" y="6438900"/>
          <p14:tracePt t="46741" x="5067300" y="6394450"/>
          <p14:tracePt t="46757" x="5099050" y="6381750"/>
          <p14:tracePt t="46774" x="5118100" y="6375400"/>
          <p14:tracePt t="46807" x="5118100" y="6369050"/>
          <p14:tracePt t="46823" x="5105400" y="6369050"/>
          <p14:tracePt t="46840" x="4978400" y="6369050"/>
          <p14:tracePt t="46857" x="4864100" y="6381750"/>
          <p14:tracePt t="46873" x="4565650" y="6400800"/>
          <p14:tracePt t="46890" x="4114800" y="6432550"/>
          <p14:tracePt t="46907" x="3854450" y="6432550"/>
          <p14:tracePt t="46924" x="3619500" y="6432550"/>
          <p14:tracePt t="46940" x="3257550" y="6400800"/>
          <p14:tracePt t="46956" x="2978150" y="6375400"/>
          <p14:tracePt t="46974" x="2838450" y="6350000"/>
          <p14:tracePt t="46990" x="2813050" y="6350000"/>
          <p14:tracePt t="47006" x="2787650" y="6343650"/>
          <p14:tracePt t="47023" x="2787650" y="6337300"/>
          <p14:tracePt t="47039" x="2806700" y="6337300"/>
          <p14:tracePt t="47056" x="2921000" y="6337300"/>
          <p14:tracePt t="47073" x="3117850" y="6369050"/>
          <p14:tracePt t="47089" x="3276600" y="6381750"/>
          <p14:tracePt t="47106" x="3600450" y="6400800"/>
          <p14:tracePt t="47123" x="3930650" y="6426200"/>
          <p14:tracePt t="47139" x="4057650" y="6426200"/>
          <p14:tracePt t="47156" x="4260850" y="6438900"/>
          <p14:tracePt t="47172" x="4400550" y="6432550"/>
          <p14:tracePt t="47189" x="4451350" y="6432550"/>
          <p14:tracePt t="47192" x="4508500" y="6432550"/>
          <p14:tracePt t="47208" x="4546600" y="6426200"/>
          <p14:tracePt t="47222" x="4597400" y="6413500"/>
          <p14:tracePt t="47239" x="4610100" y="6407150"/>
          <p14:tracePt t="47255" x="4616450" y="6407150"/>
          <p14:tracePt t="47304" x="4610100" y="6407150"/>
          <p14:tracePt t="47310" x="4572000" y="6407150"/>
          <p14:tracePt t="47325" x="4495800" y="6407150"/>
          <p14:tracePt t="47339" x="4381500" y="6407150"/>
          <p14:tracePt t="47355" x="4114800" y="6394450"/>
          <p14:tracePt t="47371" x="3943350" y="6394450"/>
          <p14:tracePt t="47389" x="3562350" y="6356350"/>
          <p14:tracePt t="47405" x="3194050" y="6305550"/>
          <p14:tracePt t="47421" x="3054350" y="6292850"/>
          <p14:tracePt t="47438" x="2787650" y="6280150"/>
          <p14:tracePt t="47455" x="2597150" y="6280150"/>
          <p14:tracePt t="47472" x="2533650" y="6280150"/>
          <p14:tracePt t="47488" x="2463800" y="6286500"/>
          <p14:tracePt t="47504" x="2444750" y="6292850"/>
          <p14:tracePt t="47522" x="2451100" y="6292850"/>
          <p14:tracePt t="47538" x="2476500" y="6292850"/>
          <p14:tracePt t="47554" x="2527300" y="6273800"/>
          <p14:tracePt t="47571" x="2705100" y="6280150"/>
          <p14:tracePt t="47587" x="2978150" y="6299200"/>
          <p14:tracePt t="47604" x="3194050" y="6311900"/>
          <p14:tracePt t="47621" x="3600450" y="6356350"/>
          <p14:tracePt t="47637" x="4006850" y="6381750"/>
          <p14:tracePt t="47653" x="4171950" y="6394450"/>
          <p14:tracePt t="47670" x="4438650" y="6426200"/>
          <p14:tracePt t="47687" x="4679950" y="6432550"/>
          <p14:tracePt t="47705" x="4870450" y="6432550"/>
          <p14:tracePt t="47721" x="4933950" y="6432550"/>
          <p14:tracePt t="47737" x="4991100" y="6426200"/>
          <p14:tracePt t="47754" x="5022850" y="6413500"/>
          <p14:tracePt t="47770" x="5022850" y="6407150"/>
          <p14:tracePt t="47787" x="5022850" y="6394450"/>
          <p14:tracePt t="47866" x="5016500" y="6394450"/>
          <p14:tracePt t="47873" x="4984750" y="6394450"/>
          <p14:tracePt t="47889" x="4927600" y="6394450"/>
          <p14:tracePt t="47903" x="4838700" y="6394450"/>
          <p14:tracePt t="47920" x="4584700" y="6394450"/>
          <p14:tracePt t="47937" x="4445000" y="6394450"/>
          <p14:tracePt t="47953" x="4171950" y="6394450"/>
          <p14:tracePt t="47970" x="3873500" y="6394450"/>
          <p14:tracePt t="47986" x="3606800" y="6426200"/>
          <p14:tracePt t="48003" x="3479800" y="6451600"/>
          <p14:tracePt t="48019" x="3263900" y="6483350"/>
          <p14:tracePt t="48036" x="3079750" y="6508750"/>
          <p14:tracePt t="48053" x="3028950" y="6521450"/>
          <p14:tracePt t="48070" x="2946400" y="6546850"/>
          <p14:tracePt t="48085" x="2908300" y="6559550"/>
          <p14:tracePt t="48103" x="2895600" y="6559550"/>
          <p14:tracePt t="48119" x="2889250" y="6559550"/>
          <p14:tracePt t="48135" x="2895600" y="6559550"/>
          <p14:tracePt t="48152" x="2921000" y="6559550"/>
          <p14:tracePt t="48169" x="2997200" y="6553200"/>
          <p14:tracePt t="48185" x="3073400" y="6553200"/>
          <p14:tracePt t="48202" x="3327400" y="6553200"/>
          <p14:tracePt t="48219" x="3689350" y="6565900"/>
          <p14:tracePt t="48235" x="3892550" y="6565900"/>
          <p14:tracePt t="48252" x="4413250" y="6515100"/>
          <p14:tracePt t="48269" x="4800600" y="6464300"/>
          <p14:tracePt t="48285" x="4933950" y="6432550"/>
          <p14:tracePt t="48302" x="5111750" y="6394450"/>
          <p14:tracePt t="48318" x="5213350" y="6343650"/>
          <p14:tracePt t="48336" x="5232400" y="6337300"/>
          <p14:tracePt t="48352" x="5251450" y="6324600"/>
          <p14:tracePt t="48407" x="5251450" y="6318250"/>
          <p14:tracePt t="48555" x="5238750" y="6318250"/>
          <p14:tracePt t="49037" x="5251450" y="6305550"/>
          <p14:tracePt t="49051" x="5276850" y="6292850"/>
          <p14:tracePt t="49058" x="5289550" y="6273800"/>
          <p14:tracePt t="49072" x="5308600" y="6254750"/>
          <p14:tracePt t="49082" x="5334000" y="6235700"/>
          <p14:tracePt t="49100" x="5372100" y="6178550"/>
          <p14:tracePt t="49116" x="5384800" y="6159500"/>
          <p14:tracePt t="49132" x="5416550" y="6096000"/>
          <p14:tracePt t="49150" x="5454650" y="6032500"/>
          <p14:tracePt t="49165" x="5467350" y="5988050"/>
          <p14:tracePt t="49182" x="5480050" y="5956300"/>
          <p14:tracePt t="49199" x="5486400" y="5899150"/>
          <p14:tracePt t="49215" x="5486400" y="5861050"/>
          <p14:tracePt t="49232" x="5486400" y="5842000"/>
          <p14:tracePt t="49249" x="5461000" y="5753100"/>
          <p14:tracePt t="49265" x="5454650" y="5721350"/>
          <p14:tracePt t="49283" x="5403850" y="5645150"/>
          <p14:tracePt t="49298" x="5378450" y="5613400"/>
          <p14:tracePt t="49315" x="5302250" y="5537200"/>
          <p14:tracePt t="49332" x="5207000" y="5454650"/>
          <p14:tracePt t="49348" x="5175250" y="5429250"/>
          <p14:tracePt t="49365" x="5099050" y="5391150"/>
          <p14:tracePt t="49382" x="5060950" y="5372100"/>
          <p14:tracePt t="49398" x="5048250" y="5365750"/>
          <p14:tracePt t="49415" x="5041900" y="5365750"/>
          <p14:tracePt t="49458" x="5035550" y="5365750"/>
          <p14:tracePt t="49515" x="5035550" y="5372100"/>
          <p14:tracePt t="49564" x="5035550" y="5378450"/>
          <p14:tracePt t="49592" x="5035550" y="5384800"/>
          <p14:tracePt t="49627" x="5035550" y="5391150"/>
          <p14:tracePt t="54318" x="5016500" y="5422900"/>
          <p14:tracePt t="54332" x="4972050" y="5480050"/>
          <p14:tracePt t="54339" x="4927600" y="5530850"/>
          <p14:tracePt t="54353" x="4876800" y="5588000"/>
          <p14:tracePt t="54364" x="4819650" y="5657850"/>
          <p14:tracePt t="54382" x="4686300" y="5810250"/>
          <p14:tracePt t="54397" x="4622800" y="5880100"/>
          <p14:tracePt t="54414" x="4527550" y="5988050"/>
          <p14:tracePt t="54431" x="4457700" y="6057900"/>
          <p14:tracePt t="54447" x="4432300" y="6089650"/>
          <p14:tracePt t="54463" x="4406900" y="6121400"/>
          <p14:tracePt t="54480" x="4394200" y="6134100"/>
          <p14:tracePt t="54497" x="4387850" y="6140450"/>
          <p14:tracePt t="54514" x="4387850" y="6146800"/>
          <p14:tracePt t="54530" x="4387850" y="6159500"/>
          <p14:tracePt t="54613" x="4394200" y="6165850"/>
          <p14:tracePt t="54718" x="4394200" y="6172200"/>
          <p14:tracePt t="54732" x="4387850" y="6172200"/>
          <p14:tracePt t="54739" x="4387850" y="6184900"/>
          <p14:tracePt t="54754" x="4387850" y="6197600"/>
          <p14:tracePt t="54762" x="4381500" y="6210300"/>
          <p14:tracePt t="54779" x="4381500" y="6223000"/>
          <p14:tracePt t="54796" x="4381500" y="6280150"/>
          <p14:tracePt t="54813" x="4413250" y="6375400"/>
          <p14:tracePt t="54829" x="4438650" y="6432550"/>
          <p14:tracePt t="54846" x="4527550" y="6559550"/>
          <p14:tracePt t="54862" x="4660900" y="6692900"/>
          <p14:tracePt t="54880" x="4800600" y="6781800"/>
          <p14:tracePt t="54895" x="4851400" y="6813550"/>
          <p14:tracePt t="54912" x="4908550" y="6819900"/>
          <p14:tracePt t="54929" x="5016500" y="6813550"/>
          <p14:tracePt t="54945" x="5029200" y="6794500"/>
          <p14:tracePt t="54962" x="5048250" y="6775450"/>
          <p14:tracePt t="54979" x="5073650" y="6724650"/>
          <p14:tracePt t="54995" x="5092700" y="6692900"/>
          <p14:tracePt t="55012" x="5124450" y="6616700"/>
          <p14:tracePt t="55028" x="5200650" y="6515100"/>
          <p14:tracePt t="55045" x="5232400" y="6470650"/>
          <p14:tracePt t="55063" x="5435600" y="6318250"/>
          <p14:tracePt t="55078" x="5524500" y="6267450"/>
          <p14:tracePt t="55095" x="5727700" y="6184900"/>
          <p14:tracePt t="55112" x="5930900" y="6121400"/>
          <p14:tracePt t="55128" x="6038850" y="6089650"/>
          <p14:tracePt t="55144" x="6153150" y="6070600"/>
          <p14:tracePt t="55162" x="6432550" y="6038850"/>
          <p14:tracePt t="55178" x="6496050" y="6038850"/>
          <p14:tracePt t="55194" x="6540500" y="6032500"/>
          <p14:tracePt t="55211" x="6604000" y="6032500"/>
          <p14:tracePt t="55227" x="6616700" y="6032500"/>
          <p14:tracePt t="55245" x="6635750" y="6032500"/>
          <p14:tracePt t="55261" x="6642100" y="6032500"/>
          <p14:tracePt t="55278" x="6667500" y="6019800"/>
          <p14:tracePt t="55295" x="6692900" y="6013450"/>
          <p14:tracePt t="55311" x="6705600" y="6007100"/>
          <p14:tracePt t="55327" x="6724650" y="6007100"/>
          <p14:tracePt t="55344" x="6737350" y="6007100"/>
          <p14:tracePt t="55361" x="6743700" y="6000750"/>
          <p14:tracePt t="55377" x="6750050" y="6000750"/>
          <p14:tracePt t="55393" x="6705600" y="6000750"/>
          <p14:tracePt t="55410" x="6654800" y="6000750"/>
          <p14:tracePt t="55428" x="6470650" y="6032500"/>
          <p14:tracePt t="55443" x="6210300" y="6064250"/>
          <p14:tracePt t="55460" x="6064250" y="6089650"/>
          <p14:tracePt t="55478" x="5759450" y="6121400"/>
          <p14:tracePt t="55493" x="5524500" y="6165850"/>
          <p14:tracePt t="55510" x="5422900" y="6197600"/>
          <p14:tracePt t="55527" x="5289550" y="6235700"/>
          <p14:tracePt t="55544" x="5257800" y="6248400"/>
          <p14:tracePt t="55560" x="5219700" y="6280150"/>
          <p14:tracePt t="55576" x="5207000" y="6292850"/>
          <p14:tracePt t="55610" x="5213350" y="6299200"/>
          <p14:tracePt t="55626" x="5283200" y="6311900"/>
          <p14:tracePt t="55643" x="5346700" y="6318250"/>
          <p14:tracePt t="55660" x="5543550" y="6350000"/>
          <p14:tracePt t="55676" x="5791200" y="6350000"/>
          <p14:tracePt t="55693" x="5930900" y="6343650"/>
          <p14:tracePt t="55710" x="6318250" y="6267450"/>
          <p14:tracePt t="55726" x="6457950" y="6254750"/>
          <p14:tracePt t="55743" x="6597650" y="6235700"/>
          <p14:tracePt t="55760" x="6851650" y="6191250"/>
          <p14:tracePt t="55775" x="7061200" y="6153150"/>
          <p14:tracePt t="55793" x="7181850" y="6134100"/>
          <p14:tracePt t="55809" x="7219950" y="6127750"/>
          <p14:tracePt t="55825" x="7226300" y="6121400"/>
          <p14:tracePt t="55843" x="7232650" y="6121400"/>
          <p14:tracePt t="55878" x="7226300" y="6121400"/>
          <p14:tracePt t="55906" x="7219950" y="6121400"/>
          <p14:tracePt t="55920" x="7200900" y="6121400"/>
          <p14:tracePt t="55934" x="7162800" y="6121400"/>
          <p14:tracePt t="55944" x="7112000" y="6127750"/>
          <p14:tracePt t="55958" x="7035800" y="6146800"/>
          <p14:tracePt t="55976" x="6813550" y="6172200"/>
          <p14:tracePt t="55992" x="6578600" y="6178550"/>
          <p14:tracePt t="56008" x="6438900" y="6191250"/>
          <p14:tracePt t="56026" x="6019800" y="6203950"/>
          <p14:tracePt t="56042" x="5905500" y="6203950"/>
          <p14:tracePt t="56058" x="5702300" y="6203950"/>
          <p14:tracePt t="56075" x="5511800" y="6223000"/>
          <p14:tracePt t="56091" x="5435600" y="6229350"/>
          <p14:tracePt t="56108" x="5372100" y="6242050"/>
          <p14:tracePt t="56125" x="5238750" y="6248400"/>
          <p14:tracePt t="56141" x="5207000" y="6248400"/>
          <p14:tracePt t="56159" x="5175250" y="6248400"/>
          <p14:tracePt t="56174" x="5168900" y="6248400"/>
          <p14:tracePt t="56191" x="5162550" y="6248400"/>
          <p14:tracePt t="56208" x="5156200" y="6242050"/>
          <p14:tracePt t="56224" x="5149850" y="6242050"/>
          <p14:tracePt t="56241" x="5162550" y="6235700"/>
          <p14:tracePt t="56510" x="5080000" y="6229350"/>
          <p14:tracePt t="56517" x="4953000" y="6229350"/>
          <p14:tracePt t="56526" x="4813300" y="6216650"/>
          <p14:tracePt t="56540" x="4673600" y="6210300"/>
          <p14:tracePt t="56556" x="4432300" y="6197600"/>
          <p14:tracePt t="56574" x="4191000" y="6197600"/>
          <p14:tracePt t="56589" x="3987800" y="6197600"/>
          <p14:tracePt t="56606" x="3886200" y="6203950"/>
          <p14:tracePt t="56623" x="3695700" y="6210300"/>
          <p14:tracePt t="56639" x="3505200" y="6229350"/>
          <p14:tracePt t="56656" x="3416300" y="6254750"/>
          <p14:tracePt t="56673" x="3257550" y="6280150"/>
          <p14:tracePt t="56690" x="3111500" y="6299200"/>
          <p14:tracePt t="56707" x="3016250" y="6324600"/>
          <p14:tracePt t="56723" x="2978150" y="6337300"/>
          <p14:tracePt t="56739" x="2946400" y="6343650"/>
          <p14:tracePt t="56757" x="2870200" y="6362700"/>
          <p14:tracePt t="56772" x="2844800" y="6369050"/>
          <p14:tracePt t="56789" x="2832100" y="6369050"/>
          <p14:tracePt t="56806" x="2819400" y="6375400"/>
          <p14:tracePt t="56822" x="2813050" y="6381750"/>
          <p14:tracePt t="56862" x="2806700" y="6388100"/>
          <p14:tracePt t="56871" x="2794000" y="6388100"/>
          <p14:tracePt t="56889" x="2781300" y="6394450"/>
          <p14:tracePt t="56905" x="2781300" y="6400800"/>
          <p14:tracePt t="56922" x="2762250" y="6400800"/>
          <p14:tracePt t="56939" x="2736850" y="6407150"/>
          <p14:tracePt t="56955" x="2724150" y="6407150"/>
          <p14:tracePt t="56972" x="2692400" y="6413500"/>
          <p14:tracePt t="56989" x="2660650" y="6419850"/>
          <p14:tracePt t="57005" x="2647950" y="6426200"/>
          <p14:tracePt t="57021" x="2635250" y="6426200"/>
          <p14:tracePt t="57038" x="2597150" y="6432550"/>
          <p14:tracePt t="57055" x="2584450" y="6432550"/>
          <p14:tracePt t="57073" x="2571750" y="6432550"/>
          <p14:tracePt t="57088" x="2559050" y="6432550"/>
          <p14:tracePt t="57128" x="2552700" y="6432550"/>
          <p14:tracePt t="57192" x="2546350" y="6432550"/>
          <p14:tracePt t="57466" x="2552700" y="6432550"/>
          <p14:tracePt t="57543" x="2559050" y="6432550"/>
          <p14:tracePt t="57557" x="2565400" y="6432550"/>
          <p14:tracePt t="57564" x="2571750" y="6432550"/>
          <p14:tracePt t="57586" x="2578100" y="6432550"/>
          <p14:tracePt t="57592" x="2584450" y="6426200"/>
          <p14:tracePt t="57606" x="2590800" y="6426200"/>
          <p14:tracePt t="57622" x="2603500" y="6426200"/>
          <p14:tracePt t="57636" x="2616200" y="6419850"/>
          <p14:tracePt t="57653" x="2641600" y="6419850"/>
          <p14:tracePt t="57670" x="2673350" y="6413500"/>
          <p14:tracePt t="57686" x="2711450" y="6407150"/>
          <p14:tracePt t="57703" x="2736850" y="6400800"/>
          <p14:tracePt t="57719" x="2774950" y="6394450"/>
          <p14:tracePt t="57736" x="2806700" y="6394450"/>
          <p14:tracePt t="57753" x="2813050" y="6394450"/>
          <p14:tracePt t="57769" x="2825750" y="6388100"/>
          <p14:tracePt t="57852" x="2832100" y="6381750"/>
          <p14:tracePt t="57937" x="2838450" y="6381750"/>
          <p14:tracePt t="57952" x="2838450" y="6375400"/>
          <p14:tracePt t="57964" x="2844800" y="6375400"/>
          <p14:tracePt t="57972" x="2851150" y="6375400"/>
          <p14:tracePt t="57992" x="2857500" y="6375400"/>
          <p14:tracePt t="58014" x="2863850" y="6375400"/>
          <p14:tracePt t="58021" x="2870200" y="6375400"/>
          <p14:tracePt t="58063" x="2876550" y="6375400"/>
          <p14:tracePt t="58084" x="2882900" y="6375400"/>
          <p14:tracePt t="58105" x="2889250" y="6369050"/>
          <p14:tracePt t="58112" x="2895600" y="6369050"/>
          <p14:tracePt t="58126" x="2901950" y="6369050"/>
          <p14:tracePt t="58147" x="2908300" y="6369050"/>
          <p14:tracePt t="58154" x="2914650" y="6369050"/>
          <p14:tracePt t="58175" x="2921000" y="6369050"/>
          <p14:tracePt t="58184" x="2927350" y="6369050"/>
          <p14:tracePt t="58200" x="2933700" y="6362700"/>
          <p14:tracePt t="58218" x="2952750" y="6362700"/>
          <p14:tracePt t="58234" x="2965450" y="6362700"/>
          <p14:tracePt t="58251" x="2971800" y="6362700"/>
          <p14:tracePt t="58267" x="2990850" y="6362700"/>
          <p14:tracePt t="58300" x="3003550" y="6362700"/>
          <p14:tracePt t="58372" x="3009900" y="6362700"/>
          <p14:tracePt t="58393" x="3016250" y="6362700"/>
          <p14:tracePt t="58407" x="3022600" y="6362700"/>
          <p14:tracePt t="58429" x="3028950" y="6362700"/>
          <p14:tracePt t="58436" x="3035300" y="6362700"/>
          <p14:tracePt t="58449" x="3041650" y="6369050"/>
          <p14:tracePt t="58485" x="3048000" y="6369050"/>
          <p14:tracePt t="58500" x="3054350" y="6369050"/>
          <p14:tracePt t="58513" x="3067050" y="6369050"/>
          <p14:tracePt t="58520" x="3073400" y="6375400"/>
          <p14:tracePt t="58536" x="3086100" y="6375400"/>
          <p14:tracePt t="58549" x="3105150" y="6375400"/>
          <p14:tracePt t="58566" x="3143250" y="6375400"/>
          <p14:tracePt t="58584" x="3187700" y="6375400"/>
          <p14:tracePt t="58599" x="3200400" y="6369050"/>
          <p14:tracePt t="58616" x="3232150" y="6362700"/>
          <p14:tracePt t="58633" x="3251200" y="6362700"/>
          <p14:tracePt t="58649" x="3257550" y="6362700"/>
          <p14:tracePt t="58666" x="3263900" y="6362700"/>
          <p14:tracePt t="58717" x="3263900" y="6369050"/>
          <p14:tracePt t="58724" x="3263900" y="6375400"/>
          <p14:tracePt t="58738" x="3263900" y="6381750"/>
          <p14:tracePt t="58767" x="3257550" y="6388100"/>
          <p14:tracePt t="58773" x="3251200" y="6388100"/>
          <p14:tracePt t="58801" x="3251200" y="6394450"/>
          <p14:tracePt t="58808" x="3251200" y="6400800"/>
          <p14:tracePt t="58836" x="3244850" y="6400800"/>
          <p14:tracePt t="58885" x="3238500" y="6407150"/>
          <p14:tracePt t="58920" x="3238500" y="6413500"/>
          <p14:tracePt t="58955" x="3232150" y="6419850"/>
          <p14:tracePt t="58991" x="3238500" y="6419850"/>
          <p14:tracePt t="59005" x="3244850" y="6419850"/>
          <p14:tracePt t="59026" x="3251200" y="6419850"/>
          <p14:tracePt t="59054" x="3263900" y="6419850"/>
          <p14:tracePt t="59075" x="3263900" y="6426200"/>
          <p14:tracePt t="59103" x="3270250" y="6426200"/>
          <p14:tracePt t="59124" x="3276600" y="6432550"/>
          <p14:tracePt t="59180" x="3282950" y="6438900"/>
          <p14:tracePt t="59216" x="3282950" y="6445250"/>
          <p14:tracePt t="59237" x="3282950" y="6451600"/>
          <p14:tracePt t="59258" x="3282950" y="6457950"/>
          <p14:tracePt t="59279" x="3276600" y="6457950"/>
          <p14:tracePt t="59286" x="3276600" y="6464300"/>
          <p14:tracePt t="59321" x="3270250" y="6470650"/>
          <p14:tracePt t="59356" x="3270250" y="6477000"/>
          <p14:tracePt t="59419" x="3270250" y="6483350"/>
          <p14:tracePt t="59440" x="3276600" y="6483350"/>
          <p14:tracePt t="59454" x="3282950" y="6483350"/>
          <p14:tracePt t="59462" x="3289300" y="6483350"/>
          <p14:tracePt t="59475" x="3302000" y="6477000"/>
          <p14:tracePt t="59490" x="3314700" y="6477000"/>
          <p14:tracePt t="59504" x="3333750" y="6470650"/>
          <p14:tracePt t="59513" x="3371850" y="6457950"/>
          <p14:tracePt t="59529" x="3416300" y="6451600"/>
          <p14:tracePt t="59546" x="3524250" y="6432550"/>
          <p14:tracePt t="59563" x="3600450" y="6413500"/>
          <p14:tracePt t="59579" x="3676650" y="6400800"/>
          <p14:tracePt t="59596" x="3860800" y="6381750"/>
          <p14:tracePt t="59613" x="3949700" y="6369050"/>
          <p14:tracePt t="59631" x="4025900" y="6362700"/>
          <p14:tracePt t="59646" x="4159250" y="6350000"/>
          <p14:tracePt t="59663" x="4210050" y="6343650"/>
          <p14:tracePt t="59679" x="4248150" y="6343650"/>
          <p14:tracePt t="59696" x="4273550" y="6337300"/>
          <p14:tracePt t="59713" x="4286250" y="6337300"/>
          <p14:tracePt t="59729" x="4292600" y="6330950"/>
          <p14:tracePt t="59961" x="4298950" y="6330950"/>
          <p14:tracePt t="59974" x="4311650" y="6330950"/>
          <p14:tracePt t="59988" x="4330700" y="6330950"/>
          <p14:tracePt t="60002" x="4368800" y="6330950"/>
          <p14:tracePt t="60011" x="4406900" y="6330950"/>
          <p14:tracePt t="60028" x="4457700" y="6330950"/>
          <p14:tracePt t="60045" x="4514850" y="6330950"/>
          <p14:tracePt t="60061" x="4616450" y="6318250"/>
          <p14:tracePt t="60078" x="4648200" y="6318250"/>
          <p14:tracePt t="60095" x="4705350" y="6311900"/>
          <p14:tracePt t="60111" x="4724400" y="6311900"/>
          <p14:tracePt t="60128" x="4737100" y="6305550"/>
          <p14:tracePt t="60144" x="4756150" y="6305550"/>
          <p14:tracePt t="60161" x="4762500" y="6305550"/>
          <p14:tracePt t="60178" x="4768850" y="6305550"/>
          <p14:tracePt t="60210" x="4775200" y="6305550"/>
          <p14:tracePt t="60242" x="4781550" y="6305550"/>
          <p14:tracePt t="60305" x="4781550" y="6311900"/>
          <p14:tracePt t="60340" x="4781550" y="6318250"/>
          <p14:tracePt t="60361" x="4781550" y="6324600"/>
          <p14:tracePt t="60396" x="4775200" y="6330950"/>
          <p14:tracePt t="60411" x="4775200" y="6337300"/>
          <p14:tracePt t="60417" x="4768850" y="6343650"/>
          <p14:tracePt t="60426" x="4762500" y="6350000"/>
          <p14:tracePt t="60443" x="4756150" y="6362700"/>
          <p14:tracePt t="60460" x="4730750" y="6394450"/>
          <p14:tracePt t="60476" x="4705350" y="6419850"/>
          <p14:tracePt t="60493" x="4673600" y="6432550"/>
          <p14:tracePt t="60510" x="4635500" y="6483350"/>
          <p14:tracePt t="60526" x="4622800" y="6502400"/>
          <p14:tracePt t="60544" x="4584700" y="6521450"/>
          <p14:tracePt t="60559" x="4584700" y="6527800"/>
          <p14:tracePt t="60576" x="4578350" y="6534150"/>
          <p14:tracePt t="60608" x="4578350" y="6527800"/>
          <p14:tracePt t="60626" x="4597400" y="6521450"/>
          <p14:tracePt t="60643" x="4635500" y="6489700"/>
          <p14:tracePt t="60659" x="4692650" y="6457950"/>
          <p14:tracePt t="60676" x="4737100" y="6432550"/>
          <p14:tracePt t="60692" x="4864100" y="6356350"/>
          <p14:tracePt t="60709" x="4921250" y="6324600"/>
          <p14:tracePt t="60726" x="5003800" y="6280150"/>
          <p14:tracePt t="60742" x="5041900" y="6254750"/>
          <p14:tracePt t="60759" x="5060950" y="6248400"/>
          <p14:tracePt t="60777" x="5080000" y="6235700"/>
          <p14:tracePt t="60792" x="5092700" y="6235700"/>
          <p14:tracePt t="60853" x="5099050" y="6235700"/>
          <p14:tracePt t="60944" x="5105400" y="6242050"/>
          <p14:tracePt t="60979" x="5111750" y="6242050"/>
          <p14:tracePt t="61022" x="5118100" y="6242050"/>
          <p14:tracePt t="61057" x="5124450" y="6242050"/>
          <p14:tracePt t="61078" x="5130800" y="6242050"/>
          <p14:tracePt t="61106" x="5137150" y="6248400"/>
          <p14:tracePt t="61127" x="5143500" y="6248400"/>
          <p14:tracePt t="61142" x="5149850" y="6248400"/>
          <p14:tracePt t="61155" x="5156200" y="6248400"/>
          <p14:tracePt t="61162" x="5168900" y="6254750"/>
          <p14:tracePt t="61177" x="5187950" y="6261100"/>
          <p14:tracePt t="61193" x="5200650" y="6267450"/>
          <p14:tracePt t="61207" x="5219700" y="6273800"/>
          <p14:tracePt t="61224" x="5245100" y="6280150"/>
          <p14:tracePt t="61240" x="5283200" y="6299200"/>
          <p14:tracePt t="61257" x="5314950" y="6305550"/>
          <p14:tracePt t="61275" x="5365750" y="6305550"/>
          <p14:tracePt t="61290" x="5391150" y="6311900"/>
          <p14:tracePt t="61307" x="5429250" y="6311900"/>
          <p14:tracePt t="61324" x="5511800" y="6311900"/>
          <p14:tracePt t="61340" x="5537200" y="6311900"/>
          <p14:tracePt t="61356" x="5568950" y="6311900"/>
          <p14:tracePt t="61374" x="5613400" y="6311900"/>
          <p14:tracePt t="61390" x="5638800" y="6311900"/>
          <p14:tracePt t="61406" x="5657850" y="6311900"/>
          <p14:tracePt t="61423" x="5683250" y="6311900"/>
          <p14:tracePt t="61439" x="5695950" y="6311900"/>
          <p14:tracePt t="61458" x="5708650" y="6311900"/>
          <p14:tracePt t="61472" x="5715000" y="6305550"/>
          <p14:tracePt t="61489" x="5727700" y="6305550"/>
          <p14:tracePt t="61507" x="5746750" y="6305550"/>
          <p14:tracePt t="61523" x="5753100" y="6305550"/>
          <p14:tracePt t="61542" x="5759450" y="6305550"/>
          <p14:tracePt t="61556" x="5772150" y="6305550"/>
          <p14:tracePt t="61576" x="5784850" y="6305550"/>
          <p14:tracePt t="61589" x="5791200" y="6305550"/>
          <p14:tracePt t="61606" x="5797550" y="6305550"/>
          <p14:tracePt t="61622" x="5810250" y="6305550"/>
          <p14:tracePt t="61639" x="5822950" y="6305550"/>
          <p14:tracePt t="61655" x="5835650" y="6305550"/>
          <p14:tracePt t="61672" x="5880100" y="6305550"/>
          <p14:tracePt t="61689" x="5899150" y="6305550"/>
          <p14:tracePt t="61705" x="5918200" y="6305550"/>
          <p14:tracePt t="61722" x="5975350" y="6305550"/>
          <p14:tracePt t="61739" x="6007100" y="6305550"/>
          <p14:tracePt t="61755" x="6070600" y="6311900"/>
          <p14:tracePt t="61772" x="6102350" y="6311900"/>
          <p14:tracePt t="61788" x="6140450" y="6311900"/>
          <p14:tracePt t="61805" x="6184900" y="6311900"/>
          <p14:tracePt t="61822" x="6210300" y="6318250"/>
          <p14:tracePt t="61838" x="6223000" y="6318250"/>
          <p14:tracePt t="61855" x="6242050" y="6318250"/>
          <p14:tracePt t="61872" x="6248400" y="6318250"/>
          <p14:tracePt t="61888" x="6261100" y="6318250"/>
          <p14:tracePt t="61904" x="6267450" y="6318250"/>
          <p14:tracePt t="61938" x="6273800" y="6318250"/>
          <p14:tracePt t="61998" x="6280150" y="6318250"/>
          <p14:tracePt t="62125" x="6286500" y="6318250"/>
          <p14:tracePt t="62146" x="6292850" y="6318250"/>
          <p14:tracePt t="62174" x="6299200" y="6318250"/>
          <p14:tracePt t="62188" x="6305550" y="6318250"/>
          <p14:tracePt t="62223" x="6311900" y="6318250"/>
          <p14:tracePt t="62238" x="6318250" y="6318250"/>
          <p14:tracePt t="62272" x="6324600" y="6318250"/>
          <p14:tracePt t="62288" x="6337300" y="6318250"/>
          <p14:tracePt t="62301" x="6350000" y="6318250"/>
          <p14:tracePt t="62322" x="6381750" y="6318250"/>
          <p14:tracePt t="62329" x="6400800" y="6318250"/>
          <p14:tracePt t="62343" x="6438900" y="6311900"/>
          <p14:tracePt t="62357" x="6477000" y="6311900"/>
          <p14:tracePt t="62372" x="6515100" y="6311900"/>
          <p14:tracePt t="62386" x="6559550" y="6305550"/>
          <p14:tracePt t="62403" x="6584950" y="6305550"/>
          <p14:tracePt t="62420" x="6642100" y="6299200"/>
          <p14:tracePt t="62436" x="6667500" y="6299200"/>
          <p14:tracePt t="62453" x="6673850" y="6299200"/>
          <p14:tracePt t="62470" x="6699250" y="6299200"/>
          <p14:tracePt t="62486" x="6705600" y="6299200"/>
          <p14:tracePt t="62503" x="6718300" y="6299200"/>
          <p14:tracePt t="62519" x="6731000" y="6299200"/>
          <p14:tracePt t="62536" x="6737350" y="6292850"/>
          <p14:tracePt t="62553" x="6750050" y="6292850"/>
          <p14:tracePt t="62569" x="6762750" y="6286500"/>
          <p14:tracePt t="62586" x="6775450" y="6286500"/>
          <p14:tracePt t="62603" x="6800850" y="6280150"/>
          <p14:tracePt t="62619" x="6813550" y="6280150"/>
          <p14:tracePt t="62635" x="6845300" y="6273800"/>
          <p14:tracePt t="62652" x="6858000" y="6273800"/>
          <p14:tracePt t="62669" x="6864350" y="6273800"/>
          <p14:tracePt t="62685" x="6877050" y="6267450"/>
          <p14:tracePt t="62719" x="6883400" y="6267450"/>
          <p14:tracePt t="63087" x="6877050" y="6267450"/>
          <p14:tracePt t="63102" x="6858000" y="6267450"/>
          <p14:tracePt t="63115" x="6826250" y="6267450"/>
          <p14:tracePt t="63123" x="6769100" y="6267450"/>
          <p14:tracePt t="63137" x="6667500" y="6267450"/>
          <p14:tracePt t="63151" x="6540500" y="6267450"/>
          <p14:tracePt t="63167" x="6197600" y="6242050"/>
          <p14:tracePt t="63183" x="5956300" y="6229350"/>
          <p14:tracePt t="63200" x="5448300" y="6203950"/>
          <p14:tracePt t="63217" x="4933950" y="6203950"/>
          <p14:tracePt t="63233" x="4718050" y="6184900"/>
          <p14:tracePt t="63250" x="4292600" y="6197600"/>
          <p14:tracePt t="63266" x="3943350" y="6223000"/>
          <p14:tracePt t="63284" x="3778250" y="6229350"/>
          <p14:tracePt t="63299" x="3505200" y="6267450"/>
          <p14:tracePt t="63316" x="3378200" y="6273800"/>
          <p14:tracePt t="63334" x="3251200" y="6299200"/>
          <p14:tracePt t="63350" x="3149600" y="6305550"/>
          <p14:tracePt t="63366" x="3048000" y="6318250"/>
          <p14:tracePt t="63383" x="2819400" y="6337300"/>
          <p14:tracePt t="63400" x="2743200" y="6350000"/>
          <p14:tracePt t="63416" x="2622550" y="6356350"/>
          <p14:tracePt t="63433" x="2597150" y="6356350"/>
          <p14:tracePt t="63449" x="2571750" y="6362700"/>
          <p14:tracePt t="63466" x="2546350" y="6375400"/>
          <p14:tracePt t="63482" x="2540000" y="6375400"/>
          <p14:tracePt t="63537" x="2540000" y="6388100"/>
          <p14:tracePt t="63565" x="2540000" y="6394450"/>
          <p14:tracePt t="63614" x="2540000" y="6407150"/>
          <p14:tracePt t="63635" x="2546350" y="6407150"/>
          <p14:tracePt t="63643" x="2552700" y="6426200"/>
          <p14:tracePt t="63657" x="2559050" y="6438900"/>
          <p14:tracePt t="63665" x="2571750" y="6464300"/>
          <p14:tracePt t="63681" x="2590800" y="6483350"/>
          <p14:tracePt t="63699" x="2609850" y="6546850"/>
          <p14:tracePt t="63715" x="2635250" y="6584950"/>
          <p14:tracePt t="63732" x="2641600" y="6597650"/>
          <p14:tracePt t="63748" x="2647950" y="6610350"/>
          <p14:tracePt t="63765" x="2647950" y="6616700"/>
          <p14:tracePt t="63799" x="2654300" y="6616700"/>
          <p14:tracePt t="63874" x="2660650" y="6616700"/>
          <p14:tracePt t="63938" x="2667000" y="6616700"/>
          <p14:tracePt t="63980" x="2667000" y="6623050"/>
          <p14:tracePt t="63987" x="2673350" y="6623050"/>
          <p14:tracePt t="64008" x="2679700" y="6623050"/>
          <p14:tracePt t="64043" x="2692400" y="6623050"/>
          <p14:tracePt t="64065" x="2711450" y="6623050"/>
          <p14:tracePt t="64071" x="2724150" y="6623050"/>
          <p14:tracePt t="64080" x="2749550" y="6616700"/>
          <p14:tracePt t="64097" x="2768600" y="6610350"/>
          <p14:tracePt t="64114" x="2825750" y="6604000"/>
          <p14:tracePt t="64130" x="2876550" y="6584950"/>
          <p14:tracePt t="64147" x="2901950" y="6584950"/>
          <p14:tracePt t="64163" x="2946400" y="6578600"/>
          <p14:tracePt t="64180" x="2978150" y="6572250"/>
          <p14:tracePt t="64198" x="3009900" y="6572250"/>
          <p14:tracePt t="64213" x="3016250" y="6572250"/>
          <p14:tracePt t="64230" x="3035300" y="6572250"/>
          <p14:tracePt t="64507" x="3041650" y="6572250"/>
          <p14:tracePt t="64549" x="3048000" y="6572250"/>
          <p14:tracePt t="64556" x="3054350" y="6572250"/>
          <p14:tracePt t="64570" x="3060700" y="6578600"/>
          <p14:tracePt t="64578" x="3067050" y="6578600"/>
          <p14:tracePt t="64595" x="3073400" y="6578600"/>
          <p14:tracePt t="64613" x="3086100" y="6584950"/>
          <p14:tracePt t="64628" x="3111500" y="6591300"/>
          <p14:tracePt t="64645" x="3124200" y="6597650"/>
          <p14:tracePt t="64662" x="3149600" y="6604000"/>
          <p14:tracePt t="64678" x="3162300" y="6604000"/>
          <p14:tracePt t="64695" x="3194050" y="6610350"/>
          <p14:tracePt t="64711" x="3213100" y="6616700"/>
          <p14:tracePt t="64731" x="3219450" y="6616700"/>
          <p14:tracePt t="64745" x="3225800" y="6616700"/>
          <p14:tracePt t="64761" x="3232150" y="6616700"/>
          <p14:tracePt t="64788" x="3232150" y="6623050"/>
          <p14:tracePt t="64823" x="3238500" y="6623050"/>
          <p14:tracePt t="64837" x="3244850" y="6623050"/>
          <p14:tracePt t="64858" x="3251200" y="6623050"/>
          <p14:tracePt t="64872" x="3257550" y="6623050"/>
          <p14:tracePt t="64894" x="3263900" y="6623050"/>
          <p14:tracePt t="64907" x="3270250" y="6623050"/>
          <p14:tracePt t="64929" x="3276600" y="6623050"/>
          <p14:tracePt t="64942" x="3282950" y="6623050"/>
          <p14:tracePt t="64949" x="3289300" y="6623050"/>
          <p14:tracePt t="64970" x="3295650" y="6623050"/>
          <p14:tracePt t="64980" x="3302000" y="6623050"/>
          <p14:tracePt t="64994" x="3308350" y="6623050"/>
          <p14:tracePt t="65019" x="3314700" y="6623050"/>
          <p14:tracePt t="65040" x="3321050" y="6623050"/>
          <p14:tracePt t="65069" x="3327400" y="6623050"/>
          <p14:tracePt t="65083" x="3333750" y="6623050"/>
          <p14:tracePt t="65111" x="3340100" y="6623050"/>
          <p14:tracePt t="65118" x="3346450" y="6623050"/>
          <p14:tracePt t="65138" x="3352800" y="6623050"/>
          <p14:tracePt t="65209" x="3359150" y="6623050"/>
          <p14:tracePt t="65230" x="3365500" y="6623050"/>
          <p14:tracePt t="65251" x="3371850" y="6623050"/>
          <p14:tracePt t="65258" x="3378200" y="6623050"/>
          <p14:tracePt t="65272" x="3384550" y="6623050"/>
          <p14:tracePt t="65280" x="3390900" y="6623050"/>
          <p14:tracePt t="65301" x="3403600" y="6623050"/>
          <p14:tracePt t="65315" x="3416300" y="6623050"/>
          <p14:tracePt t="65326" x="3435350" y="6623050"/>
          <p14:tracePt t="65344" x="3479800" y="6629400"/>
          <p14:tracePt t="65359" x="3505200" y="6629400"/>
          <p14:tracePt t="65376" x="3549650" y="6635750"/>
          <p14:tracePt t="65393" x="3587750" y="6635750"/>
          <p14:tracePt t="65409" x="3606800" y="6635750"/>
          <p14:tracePt t="65427" x="3644900" y="6635750"/>
          <p14:tracePt t="65443" x="3657600" y="6635750"/>
          <p14:tracePt t="65459" x="3663950" y="6635750"/>
          <p14:tracePt t="65476" x="3676650" y="6635750"/>
          <p14:tracePt t="65493" x="3689350" y="6642100"/>
          <p14:tracePt t="65528" x="3695700" y="6642100"/>
          <p14:tracePt t="65542" x="3702050" y="6642100"/>
          <p14:tracePt t="65559" x="3708400" y="6642100"/>
          <p14:tracePt t="65576" x="3714750" y="6642100"/>
          <p14:tracePt t="65595" x="3721100" y="6642100"/>
          <p14:tracePt t="65609" x="3727450" y="6642100"/>
          <p14:tracePt t="65631" x="3733800" y="6642100"/>
          <p14:tracePt t="65645" x="3740150" y="6642100"/>
          <p14:tracePt t="65659" x="3746500" y="6642100"/>
          <p14:tracePt t="65675" x="3759200" y="6642100"/>
          <p14:tracePt t="65708" x="3765550" y="6642100"/>
          <p14:tracePt t="65725" x="3771900" y="6642100"/>
          <p14:tracePt t="65771" x="3778250" y="6635750"/>
          <p14:tracePt t="65792" x="3784600" y="6635750"/>
          <p14:tracePt t="65813" x="3790950" y="6635750"/>
          <p14:tracePt t="65862" x="3797300" y="6635750"/>
          <p14:tracePt t="65905" x="3797300" y="6629400"/>
          <p14:tracePt t="65912" x="3784600" y="6629400"/>
          <p14:tracePt t="65927" x="3778250" y="6629400"/>
          <p14:tracePt t="65941" x="3759200" y="6629400"/>
          <p14:tracePt t="65957" x="3714750" y="6629400"/>
          <p14:tracePt t="65975" x="3676650" y="6629400"/>
          <p14:tracePt t="65991" x="3581400" y="6635750"/>
          <p14:tracePt t="66007" x="3473450" y="6642100"/>
          <p14:tracePt t="66024" x="3397250" y="6648450"/>
          <p14:tracePt t="66040" x="3365500" y="6648450"/>
          <p14:tracePt t="66057" x="3314700" y="6654800"/>
          <p14:tracePt t="66074" x="3282950" y="6673850"/>
          <p14:tracePt t="66090" x="3270250" y="6673850"/>
          <p14:tracePt t="66107" x="3257550" y="6673850"/>
          <p14:tracePt t="66172" x="3251200" y="6680200"/>
          <p14:tracePt t="66213" x="3251200" y="6686550"/>
          <p14:tracePt t="66263" x="3257550" y="6686550"/>
          <p14:tracePt t="66277" x="3263900" y="6686550"/>
          <p14:tracePt t="66284" x="3270250" y="6686550"/>
          <p14:tracePt t="66298" x="3282950" y="6686550"/>
          <p14:tracePt t="66307" x="3295650" y="6686550"/>
          <p14:tracePt t="66323" x="3314700" y="6686550"/>
          <p14:tracePt t="66340" x="3365500" y="6686550"/>
          <p14:tracePt t="66356" x="3441700" y="6686550"/>
          <p14:tracePt t="66373" x="3473450" y="6680200"/>
          <p14:tracePt t="66390" x="3511550" y="6680200"/>
          <p14:tracePt t="66406" x="3619500" y="6661150"/>
          <p14:tracePt t="66423" x="3651250" y="6654800"/>
          <p14:tracePt t="66439" x="3689350" y="6648450"/>
          <p14:tracePt t="66455" x="3727450" y="6635750"/>
          <p14:tracePt t="66472" x="3733800" y="6635750"/>
          <p14:tracePt t="66489" x="3746500" y="6629400"/>
          <p14:tracePt t="66505" x="3752850" y="6629400"/>
          <p14:tracePt t="66523" x="3765550" y="6623050"/>
          <p14:tracePt t="66555" x="3771900" y="6623050"/>
          <p14:tracePt t="66573" x="3778250" y="6623050"/>
          <p14:tracePt t="66607" x="3778250" y="6616700"/>
          <p14:tracePt t="66635" x="3784600" y="6616700"/>
          <p14:tracePt t="66663" x="3790950" y="6616700"/>
          <p14:tracePt t="66678" x="3797300" y="6616700"/>
          <p14:tracePt t="66684" x="3803650" y="6616700"/>
          <p14:tracePt t="66706" x="3810000" y="6616700"/>
          <p14:tracePt t="66719" x="3822700" y="6616700"/>
          <p14:tracePt t="66741" x="3835400" y="6616700"/>
          <p14:tracePt t="66748" x="3848100" y="6616700"/>
          <p14:tracePt t="66757" x="3860800" y="6616700"/>
          <p14:tracePt t="66771" x="3879850" y="6616700"/>
          <p14:tracePt t="66788" x="3905250" y="6616700"/>
          <p14:tracePt t="66804" x="3943350" y="6616700"/>
          <p14:tracePt t="66821" x="3987800" y="6610350"/>
          <p14:tracePt t="66838" x="3994150" y="6610350"/>
          <p14:tracePt t="66854" x="4032250" y="6604000"/>
          <p14:tracePt t="66871" x="4044950" y="6597650"/>
          <p14:tracePt t="66888" x="4057650" y="6597650"/>
          <p14:tracePt t="66904" x="4064000" y="6597650"/>
          <p14:tracePt t="66921" x="4070350" y="6597650"/>
          <p14:tracePt t="66938" x="4076700" y="6597650"/>
          <p14:tracePt t="66954" x="4083050" y="6597650"/>
          <p14:tracePt t="66970" x="4089400" y="6597650"/>
          <p14:tracePt t="66987" x="4095750" y="6597650"/>
          <p14:tracePt t="67004" x="4102100" y="6597650"/>
          <p14:tracePt t="67020" x="4114800" y="6597650"/>
          <p14:tracePt t="67037" x="4121150" y="6597650"/>
          <p14:tracePt t="67054" x="4133850" y="6597650"/>
          <p14:tracePt t="67071" x="4152900" y="6597650"/>
          <p14:tracePt t="67087" x="4165600" y="6597650"/>
          <p14:tracePt t="67103" x="4191000" y="6604000"/>
          <p14:tracePt t="67120" x="4210050" y="6604000"/>
          <p14:tracePt t="67137" x="4235450" y="6604000"/>
          <p14:tracePt t="67154" x="4248150" y="6604000"/>
          <p14:tracePt t="67170" x="4267200" y="6604000"/>
          <p14:tracePt t="67203" x="4273550" y="6604000"/>
          <p14:tracePt t="67220" x="4279900" y="6604000"/>
          <p14:tracePt t="67246" x="4286250" y="6604000"/>
          <p14:tracePt t="67255" x="4292600" y="6604000"/>
          <p14:tracePt t="67289" x="4298950" y="6604000"/>
          <p14:tracePt t="67324" x="4298950" y="6610350"/>
          <p14:tracePt t="67352" x="4305300" y="6610350"/>
          <p14:tracePt t="67387" x="4311650" y="6610350"/>
          <p14:tracePt t="67422" x="4318000" y="6610350"/>
          <p14:tracePt t="67430" x="4324350" y="6610350"/>
          <p14:tracePt t="67465" x="4330700" y="6610350"/>
          <p14:tracePt t="67493" x="4337050" y="6610350"/>
          <p14:tracePt t="67570" x="4343400" y="6610350"/>
          <p14:tracePt t="67598" x="4349750" y="6610350"/>
          <p14:tracePt t="67633" x="4356100" y="6610350"/>
          <p14:tracePt t="67683" x="4356100" y="6616700"/>
          <p14:tracePt t="67690" x="4343400" y="6616700"/>
          <p14:tracePt t="67704" x="4337050" y="6616700"/>
          <p14:tracePt t="67718" x="4324350" y="6623050"/>
          <p14:tracePt t="67734" x="4311650" y="6629400"/>
          <p14:tracePt t="67751" x="4298950" y="6635750"/>
          <p14:tracePt t="67767" x="4260850" y="6667500"/>
          <p14:tracePt t="67784" x="4210050" y="6692900"/>
          <p14:tracePt t="67803" x="4165600" y="6724650"/>
          <p14:tracePt t="67817" x="4146550" y="6731000"/>
          <p14:tracePt t="67834" x="4114800" y="6750050"/>
          <p14:tracePt t="67851" x="4089400" y="6756400"/>
          <p14:tracePt t="67867" x="4083050" y="6762750"/>
          <p14:tracePt t="67884" x="4070350" y="6769100"/>
          <p14:tracePt t="67901" x="4064000" y="6769100"/>
          <p14:tracePt t="67934" x="4057650" y="6769100"/>
          <p14:tracePt t="68006" x="4064000" y="6769100"/>
          <p14:tracePt t="68013" x="4070350" y="6769100"/>
          <p14:tracePt t="68020" x="4076700" y="6762750"/>
          <p14:tracePt t="68041" x="4083050" y="6762750"/>
          <p14:tracePt t="68062" x="4089400" y="6762750"/>
          <p14:tracePt t="68084" x="4095750" y="6756400"/>
          <p14:tracePt t="68097" x="4108450" y="6756400"/>
          <p14:tracePt t="68111" x="4121150" y="6750050"/>
          <p14:tracePt t="68119" x="4133850" y="6743700"/>
          <p14:tracePt t="68134" x="4152900" y="6743700"/>
          <p14:tracePt t="68149" x="4184650" y="6731000"/>
          <p14:tracePt t="68167" x="4241800" y="6718300"/>
          <p14:tracePt t="68183" x="4267200" y="6705600"/>
          <p14:tracePt t="68199" x="4292600" y="6699250"/>
          <p14:tracePt t="68217" x="4349750" y="6680200"/>
          <p14:tracePt t="68233" x="4368800" y="6673850"/>
          <p14:tracePt t="68249" x="4381500" y="6673850"/>
          <p14:tracePt t="68266" x="4400550" y="6661150"/>
          <p14:tracePt t="68283" x="4413250" y="6661150"/>
          <p14:tracePt t="68299" x="4413250" y="6654800"/>
          <p14:tracePt t="68332" x="4419600" y="6654800"/>
          <p14:tracePt t="68377" x="4425950" y="6654800"/>
          <p14:tracePt t="68434" x="4432300" y="6661150"/>
          <p14:tracePt t="68463" x="4445000" y="6661150"/>
          <p14:tracePt t="68483" x="4451350" y="6661150"/>
          <p14:tracePt t="68505" x="4457700" y="6661150"/>
          <p14:tracePt t="68533" x="4464050" y="6661150"/>
          <p14:tracePt t="68539" x="4470400" y="6661150"/>
          <p14:tracePt t="68548" x="4476750" y="6661150"/>
          <p14:tracePt t="68564" x="4483100" y="6661150"/>
          <p14:tracePt t="68582" x="4508500" y="6661150"/>
          <p14:tracePt t="68598" x="4540250" y="6661150"/>
          <p14:tracePt t="68615" x="4559300" y="6661150"/>
          <p14:tracePt t="68631" x="4597400" y="6654800"/>
          <p14:tracePt t="68648" x="4641850" y="6654800"/>
          <p14:tracePt t="68665" x="4654550" y="6654800"/>
          <p14:tracePt t="68681" x="4686300" y="6654800"/>
          <p14:tracePt t="68698" x="4711700" y="6654800"/>
          <p14:tracePt t="68715" x="4724400" y="6648450"/>
          <p14:tracePt t="68731" x="4737100" y="6648450"/>
          <p14:tracePt t="68748" x="4743450" y="6648450"/>
          <p14:tracePt t="68765" x="4756150" y="6648450"/>
          <p14:tracePt t="68781" x="4762500" y="6642100"/>
          <p14:tracePt t="68797" x="4768850" y="6642100"/>
          <p14:tracePt t="68814" x="4781550" y="6635750"/>
          <p14:tracePt t="68847" x="4800600" y="6635750"/>
          <p14:tracePt t="68864" x="4826000" y="6629400"/>
          <p14:tracePt t="68880" x="4838700" y="6623050"/>
          <p14:tracePt t="68898" x="4870450" y="6616700"/>
          <p14:tracePt t="68913" x="4902200" y="6604000"/>
          <p14:tracePt t="68930" x="4927600" y="6597650"/>
          <p14:tracePt t="68947" x="4953000" y="6591300"/>
          <p14:tracePt t="68963" x="4965700" y="6584950"/>
          <p14:tracePt t="68980" x="4997450" y="6578600"/>
          <p14:tracePt t="68997" x="5016500" y="6565900"/>
          <p14:tracePt t="69013" x="5035550" y="6559550"/>
          <p14:tracePt t="69030" x="5054600" y="6546850"/>
          <p14:tracePt t="69046" x="5080000" y="6540500"/>
          <p14:tracePt t="69063" x="5092700" y="6534150"/>
          <p14:tracePt t="69081" x="5118100" y="6527800"/>
          <p14:tracePt t="69096" x="5130800" y="6521450"/>
          <p14:tracePt t="69113" x="5143500" y="6515100"/>
          <p14:tracePt t="69130" x="5175250" y="6508750"/>
          <p14:tracePt t="69146" x="5187950" y="6508750"/>
          <p14:tracePt t="69162" x="5207000" y="6502400"/>
          <p14:tracePt t="69180" x="5251450" y="6496050"/>
          <p14:tracePt t="69196" x="5270500" y="6496050"/>
          <p14:tracePt t="69213" x="5295900" y="6496050"/>
          <p14:tracePt t="69229" x="5346700" y="6496050"/>
          <p14:tracePt t="69246" x="5397500" y="6496050"/>
          <p14:tracePt t="69263" x="5429250" y="6496050"/>
          <p14:tracePt t="69279" x="5454650" y="6496050"/>
          <p14:tracePt t="69296" x="5473700" y="6496050"/>
          <p14:tracePt t="69313" x="5486400" y="6496050"/>
          <p14:tracePt t="69329" x="5492750" y="6496050"/>
          <p14:tracePt t="69376" x="5492750" y="6502400"/>
          <p14:tracePt t="69404" x="5486400" y="6502400"/>
          <p14:tracePt t="69418" x="5480050" y="6502400"/>
          <p14:tracePt t="69425" x="5461000" y="6502400"/>
          <p14:tracePt t="69439" x="5461000" y="6496050"/>
          <p14:tracePt t="69592" x="5441950" y="6496050"/>
          <p14:tracePt t="69598" x="5403850" y="6496050"/>
          <p14:tracePt t="69611" x="5353050" y="6496050"/>
          <p14:tracePt t="69628" x="5302250" y="6483350"/>
          <p14:tracePt t="69644" x="5232400" y="6477000"/>
          <p14:tracePt t="69662" x="5041900" y="6457950"/>
          <p14:tracePt t="69678" x="4914900" y="6445250"/>
          <p14:tracePt t="69694" x="4787900" y="6432550"/>
          <p14:tracePt t="69712" x="4673600" y="6432550"/>
          <p14:tracePt t="69728" x="4533900" y="6426200"/>
          <p14:tracePt t="69744" x="4222750" y="6400800"/>
          <p14:tracePt t="69761" x="4083050" y="6400800"/>
          <p14:tracePt t="69777" x="3968750" y="6394450"/>
          <p14:tracePt t="69794" x="3778250" y="6369050"/>
          <p14:tracePt t="69811" x="3683000" y="6350000"/>
          <p14:tracePt t="69827" x="3556000" y="6343650"/>
          <p14:tracePt t="69844" x="3524250" y="6337300"/>
          <p14:tracePt t="69860" x="3498850" y="6337300"/>
          <p14:tracePt t="69877" x="3479800" y="6337300"/>
          <p14:tracePt t="69894" x="3473450" y="6337300"/>
          <p14:tracePt t="69910" x="3467100" y="6337300"/>
          <p14:tracePt t="69943" x="3473450" y="6337300"/>
          <p14:tracePt t="69960" x="3511550" y="6337300"/>
          <p14:tracePt t="69977" x="3543300" y="6337300"/>
          <p14:tracePt t="69993" x="3670300" y="6337300"/>
          <p14:tracePt t="70010" x="3759200" y="6350000"/>
          <p14:tracePt t="70027" x="3835400" y="6350000"/>
          <p14:tracePt t="70043" x="3937000" y="6362700"/>
          <p14:tracePt t="70059" x="4013200" y="6362700"/>
          <p14:tracePt t="70077" x="4114800" y="6362700"/>
          <p14:tracePt t="70093" x="4191000" y="6362700"/>
          <p14:tracePt t="70110" x="4254500" y="6362700"/>
          <p14:tracePt t="70127" x="4292600" y="6362700"/>
          <p14:tracePt t="70143" x="4324350" y="6362700"/>
          <p14:tracePt t="70159" x="4337050" y="6362700"/>
          <p14:tracePt t="70196" x="4337050" y="6356350"/>
          <p14:tracePt t="70203" x="4337050" y="6350000"/>
          <p14:tracePt t="70212" x="4337050" y="6343650"/>
          <p14:tracePt t="70226" x="4330700" y="6330950"/>
          <p14:tracePt t="70243" x="4330700" y="6324600"/>
          <p14:tracePt t="70588" x="4337050" y="6330950"/>
          <p14:tracePt t="70595" x="4349750" y="6356350"/>
          <p14:tracePt t="70611" x="4362450" y="6369050"/>
          <p14:tracePt t="70624" x="4387850" y="6388100"/>
          <p14:tracePt t="70640" x="4438650" y="6438900"/>
          <p14:tracePt t="70659" x="4502150" y="6477000"/>
          <p14:tracePt t="70674" x="4546600" y="6502400"/>
          <p14:tracePt t="70691" x="4597400" y="6540500"/>
          <p14:tracePt t="70708" x="4686300" y="6591300"/>
          <p14:tracePt t="70724" x="4756150" y="6635750"/>
          <p14:tracePt t="70741" x="4806950" y="6661150"/>
          <p14:tracePt t="70758" x="4895850" y="6692900"/>
          <p14:tracePt t="70774" x="4927600" y="6705600"/>
          <p14:tracePt t="70791" x="4940300" y="6711950"/>
          <p14:tracePt t="70807" x="4946650" y="6711950"/>
          <p14:tracePt t="70824" x="4953000" y="6711950"/>
          <p14:tracePt t="70862" x="4959350" y="6711950"/>
          <p14:tracePt t="70890" x="4965700" y="6711950"/>
          <p14:tracePt t="70911" x="4972050" y="6705600"/>
          <p14:tracePt t="70925" x="4978400" y="6705600"/>
          <p14:tracePt t="70940" x="4991100" y="6699250"/>
          <p14:tracePt t="70960" x="5003800" y="6699250"/>
          <p14:tracePt t="70975" x="5010150" y="6692900"/>
          <p14:tracePt t="70989" x="5022850" y="6686550"/>
          <p14:tracePt t="70996" x="5035550" y="6680200"/>
          <p14:tracePt t="71010" x="5041900" y="6680200"/>
          <p14:tracePt t="71026" x="5060950" y="6667500"/>
          <p14:tracePt t="71039" x="5073650" y="6661150"/>
          <p14:tracePt t="71057" x="5092700" y="6648450"/>
          <p14:tracePt t="71073" x="5105400" y="6635750"/>
          <p14:tracePt t="71090" x="5130800" y="6623050"/>
          <p14:tracePt t="71106" x="5143500" y="6604000"/>
          <p14:tracePt t="71123" x="5156200" y="6597650"/>
          <p14:tracePt t="71139" x="5168900" y="6591300"/>
          <p14:tracePt t="71156" x="5175250" y="6591300"/>
          <p14:tracePt t="71172" x="5181600" y="6591300"/>
          <p14:tracePt t="71193" x="5181600" y="6584950"/>
          <p14:tracePt t="71242" x="5187950" y="6584950"/>
          <p14:tracePt t="71257" x="5194300" y="6578600"/>
          <p14:tracePt t="71270" x="5200650" y="6578600"/>
          <p14:tracePt t="71291" x="5213350" y="6578600"/>
          <p14:tracePt t="71306" x="5232400" y="6572250"/>
          <p14:tracePt t="71319" x="5251450" y="6572250"/>
          <p14:tracePt t="71340" x="5276850" y="6572250"/>
          <p14:tracePt t="71353" x="5302250" y="6565900"/>
          <p14:tracePt t="71367" x="5334000" y="6565900"/>
          <p14:tracePt t="71382" x="5359400" y="6553200"/>
          <p14:tracePt t="71396" x="5391150" y="6553200"/>
          <p14:tracePt t="71410" x="5416550" y="6553200"/>
          <p14:tracePt t="71425" x="5441950" y="6553200"/>
          <p14:tracePt t="71439" x="5461000" y="6553200"/>
          <p14:tracePt t="71455" x="5473700" y="6553200"/>
          <p14:tracePt t="71472" x="5486400" y="6553200"/>
          <p14:tracePt t="71488" x="5499100" y="6553200"/>
          <p14:tracePt t="71524" x="5505450" y="6553200"/>
          <p14:tracePt t="71544" x="5505450" y="6546850"/>
          <p14:tracePt t="71555" x="5511800" y="6540500"/>
          <p14:tracePt t="71574" x="5511800" y="6534150"/>
          <p14:tracePt t="71588" x="5511800" y="6527800"/>
          <p14:tracePt t="71604" x="5511800" y="6521450"/>
          <p14:tracePt t="72822" x="5505450" y="6515100"/>
          <p14:tracePt t="72836" x="5486400" y="6508750"/>
          <p14:tracePt t="72843" x="5461000" y="6502400"/>
          <p14:tracePt t="72857" x="5435600" y="6496050"/>
          <p14:tracePt t="72867" x="5410200" y="6489700"/>
          <p14:tracePt t="72884" x="5391150" y="6483350"/>
          <p14:tracePt t="72900" x="5346700" y="6464300"/>
          <p14:tracePt t="72916" x="5327650" y="6445250"/>
          <p14:tracePt t="72933" x="5308600" y="6432550"/>
          <p14:tracePt t="72950" x="5245100" y="6400800"/>
          <p14:tracePt t="72966" x="5194300" y="6362700"/>
          <p14:tracePt t="72984" x="5130800" y="6305550"/>
          <p14:tracePt t="73000" x="5086350" y="6280150"/>
          <p14:tracePt t="73016" x="5067300" y="6248400"/>
        </p14:tracePtLst>
      </p14:laserTraceLst>
    </p:ext>
  </p:extLs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attrib2=4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attrib3: ...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attrib4:...=4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'__annotations__',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'__class__',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'__doc__',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'__format__',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'__hash__',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'__le__',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'__module__',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'__ne__',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'__new__', '__reduce__',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</a:t>
            </a:r>
            <a:r>
              <a:rPr lang="en-US" altLang="en-US" sz="2200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 err="1">
                <a:solidFill>
                  <a:srgbClr val="00B0F0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'attrib2', 'attrib4']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200" b="1" spc="-1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b="1" spc="-1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dataclass_params</a:t>
            </a:r>
            <a:r>
              <a:rPr lang="en-US" sz="2200" b="1" spc="-1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DataclassParams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init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</a:t>
            </a:r>
            <a:r>
              <a:rPr lang="en-US" sz="2200" b="1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repr</a:t>
            </a:r>
            <a:r>
              <a:rPr lang="en-US" sz="2200" b="1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b="1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,eq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True,order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False,unsafe_hash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False,frozen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=False)</a:t>
            </a: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spc="-9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x=</a:t>
            </a:r>
            <a:r>
              <a:rPr lang="fr-FR" sz="2200" spc="-9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(1,7</a:t>
            </a:r>
            <a:r>
              <a:rPr lang="fr-FR" sz="2200" spc="-10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; </a:t>
            </a:r>
            <a:r>
              <a:rPr lang="fr-FR" sz="2200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repr</a:t>
            </a:r>
            <a:r>
              <a:rPr lang="fr-FR" sz="2200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(x)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; </a:t>
            </a:r>
            <a:r>
              <a:rPr lang="fr-FR" sz="2200" spc="-10" dirty="0" err="1">
                <a:solidFill>
                  <a:srgbClr val="00B0F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</a:t>
            </a:r>
            <a:r>
              <a:rPr lang="fr-FR" sz="2200" spc="-10" dirty="0">
                <a:solidFill>
                  <a:srgbClr val="00B0F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(x)</a:t>
            </a:r>
          </a:p>
          <a:p>
            <a:pPr>
              <a:lnSpc>
                <a:spcPct val="90000"/>
              </a:lnSpc>
            </a:pPr>
            <a:r>
              <a:rPr lang="fr-FR" sz="2200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</a:t>
            </a:r>
            <a:r>
              <a:rPr lang="fr-FR" sz="2200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(attrib1=1, attrib3=7, attrib4=4)'</a:t>
            </a:r>
          </a:p>
          <a:p>
            <a:pPr>
              <a:lnSpc>
                <a:spcPct val="90000"/>
              </a:lnSpc>
            </a:pPr>
            <a:r>
              <a:rPr lang="fr-FR" sz="2200" spc="-10" dirty="0" err="1">
                <a:solidFill>
                  <a:srgbClr val="00B0F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10" dirty="0">
                <a:solidFill>
                  <a:srgbClr val="00B0F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(attrib1=1, attrib3=7, attrib4=4)</a:t>
            </a:r>
          </a:p>
          <a:p>
            <a:pPr>
              <a:lnSpc>
                <a:spcPct val="90000"/>
              </a:lnSpc>
            </a:pPr>
            <a:endParaRPr lang="fr-FR" sz="2200" spc="-1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sz="2200" spc="-1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sz="2200" spc="-1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200" b="0" i="0" u="none" strike="noStrike" cap="none" spc="-10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432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975"/>
    </mc:Choice>
    <mc:Fallback xmlns="">
      <p:transition spd="slow" advTm="339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591" x="5022850" y="6248400"/>
          <p14:tracePt t="4598" x="4959350" y="6229350"/>
          <p14:tracePt t="4614" x="4889500" y="6216650"/>
          <p14:tracePt t="4628" x="4749800" y="6216650"/>
          <p14:tracePt t="4644" x="4660900" y="6216650"/>
          <p14:tracePt t="4662" x="4533900" y="6210300"/>
          <p14:tracePt t="4678" x="4470400" y="6197600"/>
          <p14:tracePt t="4694" x="4349750" y="6191250"/>
          <p14:tracePt t="4711" x="4279900" y="6165850"/>
          <p14:tracePt t="4727" x="4254500" y="6159500"/>
          <p14:tracePt t="4744" x="4222750" y="6140450"/>
          <p14:tracePt t="4761" x="4210050" y="6127750"/>
          <p14:tracePt t="4777" x="4203700" y="6121400"/>
          <p14:tracePt t="4794" x="4203700" y="6115050"/>
          <p14:tracePt t="4811" x="4203700" y="6108700"/>
          <p14:tracePt t="4844" x="4210050" y="6089650"/>
          <p14:tracePt t="4860" x="4222750" y="6070600"/>
          <p14:tracePt t="4877" x="4235450" y="6057900"/>
          <p14:tracePt t="4880" x="4241800" y="6045200"/>
          <p14:tracePt t="4897" x="4254500" y="6032500"/>
          <p14:tracePt t="4911" x="4286250" y="6013450"/>
          <p14:tracePt t="4926" x="4298950" y="5994400"/>
          <p14:tracePt t="4944" x="4305300" y="5994400"/>
          <p14:tracePt t="4960" x="4311650" y="5988050"/>
          <p14:tracePt t="4977" x="4324350" y="5988050"/>
          <p14:tracePt t="4993" x="4343400" y="5988050"/>
          <p14:tracePt t="5010" x="4349750" y="5988050"/>
          <p14:tracePt t="5027" x="4362450" y="5988050"/>
          <p14:tracePt t="5043" x="4381500" y="5988050"/>
          <p14:tracePt t="5060" x="4400550" y="5988050"/>
          <p14:tracePt t="5077" x="4445000" y="5994400"/>
          <p14:tracePt t="5093" x="4502150" y="6000750"/>
          <p14:tracePt t="5110" x="4533900" y="6013450"/>
          <p14:tracePt t="5126" x="4578350" y="6032500"/>
          <p14:tracePt t="5143" x="4622800" y="6045200"/>
          <p14:tracePt t="5160" x="4629150" y="6045200"/>
          <p14:tracePt t="5176" x="4641850" y="6051550"/>
          <p14:tracePt t="5192" x="4648200" y="6051550"/>
          <p14:tracePt t="5259" x="4641850" y="6051550"/>
          <p14:tracePt t="5294" x="4635500" y="6051550"/>
          <p14:tracePt t="5301" x="4629150" y="6051550"/>
          <p14:tracePt t="5315" x="4622800" y="6051550"/>
          <p14:tracePt t="5330" x="4616450" y="6051550"/>
          <p14:tracePt t="5345" x="4603750" y="6057900"/>
          <p14:tracePt t="5359" x="4597400" y="6057900"/>
          <p14:tracePt t="5375" x="4559300" y="6057900"/>
          <p14:tracePt t="5393" x="4489450" y="6057900"/>
          <p14:tracePt t="5408" x="4451350" y="6057900"/>
          <p14:tracePt t="5425" x="4381500" y="6045200"/>
          <p14:tracePt t="5442" x="4305300" y="6038850"/>
          <p14:tracePt t="5458" x="4273550" y="6038850"/>
          <p14:tracePt t="5475" x="4235450" y="6038850"/>
          <p14:tracePt t="5492" x="4210050" y="6038850"/>
          <p14:tracePt t="5508" x="4197350" y="6038850"/>
          <p14:tracePt t="5541" x="4184650" y="6038850"/>
          <p14:tracePt t="5750" x="4184650" y="6026150"/>
          <p14:tracePt t="5764" x="4210050" y="6019800"/>
          <p14:tracePt t="5771" x="4222750" y="6007100"/>
          <p14:tracePt t="5785" x="4241800" y="5988050"/>
          <p14:tracePt t="5794" x="4273550" y="5962650"/>
          <p14:tracePt t="5810" x="4311650" y="5924550"/>
          <p14:tracePt t="5824" x="4368800" y="5886450"/>
          <p14:tracePt t="5841" x="4425950" y="5829300"/>
          <p14:tracePt t="5857" x="4578350" y="5715000"/>
          <p14:tracePt t="5874" x="4660900" y="5632450"/>
          <p14:tracePt t="5891" x="4870450" y="5461000"/>
          <p14:tracePt t="5907" x="5118100" y="5257800"/>
          <p14:tracePt t="5924" x="5251450" y="5156200"/>
          <p14:tracePt t="5942" x="5537200" y="4914900"/>
          <p14:tracePt t="5957" x="5651500" y="4813300"/>
          <p14:tracePt t="5974" x="5797550" y="4679950"/>
          <p14:tracePt t="5990" x="6102350" y="4413250"/>
          <p14:tracePt t="6006" x="6229350" y="4292600"/>
          <p14:tracePt t="6023" x="6477000" y="4044950"/>
          <p14:tracePt t="6040" x="6623050" y="3867150"/>
          <p14:tracePt t="6056" x="6680200" y="3803650"/>
          <p14:tracePt t="6073" x="6743700" y="3727450"/>
          <p14:tracePt t="6090" x="6762750" y="3708400"/>
          <p14:tracePt t="6106" x="6769100" y="3702050"/>
          <p14:tracePt t="6165" x="6775450" y="3702050"/>
          <p14:tracePt t="6186" x="6775450" y="3708400"/>
          <p14:tracePt t="6214" x="6775450" y="3721100"/>
          <p14:tracePt t="6228" x="6769100" y="3721100"/>
          <p14:tracePt t="6235" x="6756400" y="3727450"/>
          <p14:tracePt t="6242" x="6737350" y="3740150"/>
          <p14:tracePt t="6259" x="6718300" y="3740150"/>
          <p14:tracePt t="6272" x="6686550" y="3752850"/>
          <p14:tracePt t="6289" x="6654800" y="3759200"/>
          <p14:tracePt t="6306" x="6572250" y="3778250"/>
          <p14:tracePt t="6322" x="6508750" y="3784600"/>
          <p14:tracePt t="6339" x="6388100" y="3803650"/>
          <p14:tracePt t="6356" x="6254750" y="3835400"/>
          <p14:tracePt t="6372" x="6134100" y="3879850"/>
          <p14:tracePt t="6389" x="6076950" y="3898900"/>
          <p14:tracePt t="6405" x="5994400" y="3930650"/>
          <p14:tracePt t="6422" x="5956300" y="3956050"/>
          <p14:tracePt t="6441" x="5937250" y="3962400"/>
          <p14:tracePt t="6455" x="5930900" y="3962400"/>
          <p14:tracePt t="6489" x="5930900" y="3968750"/>
          <p14:tracePt t="6516" x="5937250" y="3968750"/>
          <p14:tracePt t="6524" x="5943600" y="3968750"/>
          <p14:tracePt t="6541" x="5949950" y="3968750"/>
          <p14:tracePt t="6554" x="5962650" y="3962400"/>
          <p14:tracePt t="6571" x="5994400" y="3943350"/>
          <p14:tracePt t="6588" x="6019800" y="3930650"/>
          <p14:tracePt t="6604" x="6070600" y="3898900"/>
          <p14:tracePt t="6621" x="6102350" y="3873500"/>
          <p14:tracePt t="6638" x="6191250" y="3810000"/>
          <p14:tracePt t="6655" x="6235700" y="3784600"/>
          <p14:tracePt t="6672" x="6337300" y="3727450"/>
          <p14:tracePt t="6687" x="6381750" y="3702050"/>
          <p14:tracePt t="6704" x="6426200" y="3663950"/>
          <p14:tracePt t="6721" x="6540500" y="3587750"/>
          <p14:tracePt t="6738" x="6559550" y="3568700"/>
          <p14:tracePt t="6755" x="6584950" y="3549650"/>
          <p14:tracePt t="6770" x="6604000" y="3530600"/>
          <p14:tracePt t="6787" x="6604000" y="3524250"/>
          <p14:tracePt t="6804" x="6610350" y="3517900"/>
          <p14:tracePt t="6837" x="6616700" y="3511550"/>
          <p14:tracePt t="6867" x="6616700" y="3505200"/>
          <p14:tracePt t="6874" x="6610350" y="3505200"/>
          <p14:tracePt t="6909" x="6610350" y="3498850"/>
          <p14:tracePt t="6916" x="6604000" y="3498850"/>
          <p14:tracePt t="6945" x="6604000" y="3492500"/>
          <p14:tracePt t="6966" x="6597650" y="3492500"/>
          <p14:tracePt t="6988" x="6591300" y="3492500"/>
          <p14:tracePt t="7009" x="6584950" y="3486150"/>
          <p14:tracePt t="7044" x="6572250" y="3479800"/>
          <p14:tracePt t="7058" x="6565900" y="3479800"/>
          <p14:tracePt t="7064" x="6559550" y="3473450"/>
          <p14:tracePt t="7079" x="6553200" y="3467100"/>
          <p14:tracePt t="7093" x="6540500" y="3467100"/>
          <p14:tracePt t="7103" x="6515100" y="3454400"/>
          <p14:tracePt t="7119" x="6496050" y="3454400"/>
          <p14:tracePt t="7136" x="6451600" y="3429000"/>
          <p14:tracePt t="7152" x="6432550" y="3422650"/>
          <p14:tracePt t="7171" x="6407150" y="3416300"/>
          <p14:tracePt t="7186" x="6388100" y="3416300"/>
          <p14:tracePt t="7202" x="6381750" y="3416300"/>
          <p14:tracePt t="7219" x="6375400" y="3416300"/>
          <p14:tracePt t="7236" x="6369050" y="3429000"/>
          <p14:tracePt t="7271" x="6369050" y="3435350"/>
          <p14:tracePt t="7285" x="6369050" y="3441700"/>
          <p14:tracePt t="7346" x="6375400" y="3441700"/>
          <p14:tracePt t="7381" x="6375400" y="3448050"/>
          <p14:tracePt t="7395" x="6375400" y="3460750"/>
          <p14:tracePt t="7404" x="6375400" y="3467100"/>
          <p14:tracePt t="7418" x="6369050" y="3479800"/>
          <p14:tracePt t="7435" x="6369050" y="3511550"/>
          <p14:tracePt t="7452" x="6362700" y="3543300"/>
          <p14:tracePt t="7468" x="6356350" y="3600450"/>
          <p14:tracePt t="7485" x="6356350" y="3638550"/>
          <p14:tracePt t="7501" x="6356350" y="3714750"/>
          <p14:tracePt t="7518" x="6356350" y="3759200"/>
          <p14:tracePt t="7535" x="6362700" y="3816350"/>
          <p14:tracePt t="7550" x="6381750" y="3835400"/>
          <p14:tracePt t="7568" x="6400800" y="3873500"/>
          <p14:tracePt t="7585" x="6419850" y="3911600"/>
          <p14:tracePt t="7601" x="6445250" y="3930650"/>
          <p14:tracePt t="7618" x="6457950" y="3943350"/>
          <p14:tracePt t="7635" x="6477000" y="3962400"/>
          <p14:tracePt t="7650" x="6502400" y="3968750"/>
          <p14:tracePt t="7667" x="6508750" y="3975100"/>
          <p14:tracePt t="7684" x="6540500" y="3987800"/>
          <p14:tracePt t="7700" x="6546850" y="3987800"/>
          <p14:tracePt t="7718" x="6584950" y="4000500"/>
          <p14:tracePt t="7734" x="6597650" y="4000500"/>
          <p14:tracePt t="7750" x="6610350" y="4000500"/>
          <p14:tracePt t="7768" x="6629400" y="4000500"/>
          <p14:tracePt t="7784" x="6635750" y="3994150"/>
          <p14:tracePt t="7800" x="6642100" y="3994150"/>
          <p14:tracePt t="7845" x="6648450" y="3987800"/>
          <p14:tracePt t="7880" x="6648450" y="3981450"/>
          <p14:tracePt t="7901" x="6648450" y="3975100"/>
          <p14:tracePt t="7915" x="6648450" y="3968750"/>
          <p14:tracePt t="7928" x="6642100" y="3962400"/>
          <p14:tracePt t="7985" x="6642100" y="3956050"/>
          <p14:tracePt t="7992" x="6648450" y="3956050"/>
          <p14:tracePt t="8006" x="6654800" y="3956050"/>
          <p14:tracePt t="8016" x="6661150" y="3949700"/>
          <p14:tracePt t="8033" x="6667500" y="3949700"/>
          <p14:tracePt t="8050" x="6686550" y="3937000"/>
          <p14:tracePt t="8066" x="6750050" y="3917950"/>
          <p14:tracePt t="8084" x="6845300" y="3886200"/>
          <p14:tracePt t="8099" x="6902450" y="3867150"/>
          <p14:tracePt t="8116" x="7010400" y="3829050"/>
          <p14:tracePt t="8133" x="7131050" y="3803650"/>
          <p14:tracePt t="8149" x="7181850" y="3790950"/>
          <p14:tracePt t="8166" x="7239000" y="3784600"/>
          <p14:tracePt t="8182" x="7397750" y="3759200"/>
          <p14:tracePt t="8199" x="7442200" y="3746500"/>
          <p14:tracePt t="8215" x="7480300" y="3746500"/>
          <p14:tracePt t="8232" x="7537450" y="3746500"/>
          <p14:tracePt t="8249" x="7581900" y="3740150"/>
          <p14:tracePt t="8266" x="7607300" y="3733800"/>
          <p14:tracePt t="8299" x="7620000" y="3727450"/>
          <p14:tracePt t="8331" x="7626350" y="3721100"/>
          <p14:tracePt t="8348" x="7626350" y="3714750"/>
          <p14:tracePt t="8407" x="7620000" y="3714750"/>
          <p14:tracePt t="8435" x="7613650" y="3708400"/>
          <p14:tracePt t="8547" x="7607300" y="3702050"/>
          <p14:tracePt t="8576" x="7600950" y="3702050"/>
          <p14:tracePt t="8582" x="7594600" y="3695700"/>
          <p14:tracePt t="8603" x="7581900" y="3695700"/>
          <p14:tracePt t="8618" x="7575550" y="3689350"/>
          <p14:tracePt t="8624" x="7569200" y="3689350"/>
          <p14:tracePt t="8633" x="7562850" y="3689350"/>
          <p14:tracePt t="8647" x="7537450" y="3689350"/>
          <p14:tracePt t="8664" x="7512050" y="3683000"/>
          <p14:tracePt t="8681" x="7442200" y="3670300"/>
          <p14:tracePt t="8697" x="7346950" y="3651250"/>
          <p14:tracePt t="8714" x="7289800" y="3644900"/>
          <p14:tracePt t="8731" x="7226300" y="3644900"/>
          <p14:tracePt t="8747" x="7175500" y="3638550"/>
          <p14:tracePt t="8763" x="7162800" y="3638550"/>
          <p14:tracePt t="8780" x="7137400" y="3638550"/>
          <p14:tracePt t="8797" x="7131050" y="3638550"/>
          <p14:tracePt t="8905" x="7131050" y="3644900"/>
          <p14:tracePt t="8934" x="7137400" y="3644900"/>
          <p14:tracePt t="9377" x="7067550" y="3651250"/>
          <p14:tracePt t="9384" x="6940550" y="3676650"/>
          <p14:tracePt t="9395" x="6794500" y="3695700"/>
          <p14:tracePt t="9412" x="6419850" y="3778250"/>
          <p14:tracePt t="9428" x="6165850" y="3822700"/>
          <p14:tracePt t="9445" x="5911850" y="3879850"/>
          <p14:tracePt t="9462" x="5340350" y="3975100"/>
          <p14:tracePt t="9478" x="4616450" y="4076700"/>
          <p14:tracePt t="9494" x="3949700" y="4140200"/>
          <p14:tracePt t="9511" x="3454400" y="4216400"/>
          <p14:tracePt t="9527" x="3289300" y="4222750"/>
          <p14:tracePt t="9544" x="3016250" y="4267200"/>
          <p14:tracePt t="9561" x="2819400" y="4298950"/>
          <p14:tracePt t="9577" x="2743200" y="4330700"/>
          <p14:tracePt t="9595" x="2622550" y="4368800"/>
          <p14:tracePt t="9611" x="2508250" y="4406900"/>
          <p14:tracePt t="9627" x="2470150" y="4419600"/>
          <p14:tracePt t="9644" x="2381250" y="4445000"/>
          <p14:tracePt t="9660" x="2324100" y="4451350"/>
          <p14:tracePt t="9677" x="2305050" y="4464050"/>
          <p14:tracePt t="9694" x="2279650" y="4470400"/>
          <p14:tracePt t="9710" x="2247900" y="4470400"/>
          <p14:tracePt t="9727" x="2228850" y="4470400"/>
          <p14:tracePt t="9744" x="2184400" y="4470400"/>
          <p14:tracePt t="9760" x="2133600" y="4476750"/>
          <p14:tracePt t="9777" x="2108200" y="4483100"/>
          <p14:tracePt t="9793" x="2057400" y="4489450"/>
          <p14:tracePt t="9810" x="2000250" y="4502150"/>
          <p14:tracePt t="9827" x="1968500" y="4508500"/>
          <p14:tracePt t="9843" x="1943100" y="4508500"/>
          <p14:tracePt t="9860" x="1930400" y="4508500"/>
          <p14:tracePt t="9877" x="1873250" y="4508500"/>
          <p14:tracePt t="9893" x="1841500" y="4508500"/>
          <p14:tracePt t="9910" x="1816100" y="4508500"/>
          <p14:tracePt t="9926" x="1746250" y="4527550"/>
          <p14:tracePt t="9943" x="1695450" y="4533900"/>
          <p14:tracePt t="9961" x="1651000" y="4540250"/>
          <p14:tracePt t="9993" x="1631950" y="4546600"/>
          <p14:tracePt t="10010" x="1619250" y="4546600"/>
          <p14:tracePt t="10042" x="1631950" y="4552950"/>
          <p14:tracePt t="10060" x="1663700" y="4559300"/>
          <p14:tracePt t="10076" x="1682750" y="4565650"/>
          <p14:tracePt t="10092" x="1809750" y="4591050"/>
          <p14:tracePt t="10109" x="1905000" y="4622800"/>
          <p14:tracePt t="10125" x="2235200" y="4724400"/>
          <p14:tracePt t="10143" x="2476500" y="4813300"/>
          <p14:tracePt t="10159" x="3149600" y="5016500"/>
          <p14:tracePt t="10175" x="3517900" y="5137150"/>
          <p14:tracePt t="10193" x="4197350" y="5372100"/>
          <p14:tracePt t="10208" x="4648200" y="5537200"/>
          <p14:tracePt t="10225" x="4781550" y="5581650"/>
          <p14:tracePt t="10242" x="4984750" y="5657850"/>
          <p14:tracePt t="10258" x="5010150" y="5664200"/>
          <p14:tracePt t="10275" x="5035550" y="5670550"/>
          <p14:tracePt t="10333" x="5029200" y="5670550"/>
          <p14:tracePt t="10340" x="5022850" y="5670550"/>
          <p14:tracePt t="10354" x="5016500" y="5670550"/>
          <p14:tracePt t="10382" x="5010150" y="5676900"/>
          <p14:tracePt t="10389" x="5003800" y="5676900"/>
          <p14:tracePt t="10403" x="4997450" y="5683250"/>
          <p14:tracePt t="10411" x="4991100" y="5689600"/>
          <p14:tracePt t="10427" x="4991100" y="5695950"/>
          <p14:tracePt t="10441" x="4991100" y="5708650"/>
          <p14:tracePt t="10474" x="4997450" y="5715000"/>
          <p14:tracePt t="10491" x="5003800" y="5715000"/>
          <p14:tracePt t="10508" x="5010150" y="5715000"/>
          <p14:tracePt t="10511" x="5022850" y="5715000"/>
          <p14:tracePt t="10524" x="5029200" y="5715000"/>
          <p14:tracePt t="10541" x="5035550" y="5715000"/>
          <p14:tracePt t="10558" x="5041900" y="5715000"/>
          <p14:tracePt t="10593" x="5048250" y="5715000"/>
          <p14:tracePt t="10621" x="5048250" y="5708650"/>
          <p14:tracePt t="10635" x="5041900" y="5708650"/>
          <p14:tracePt t="10643" x="5035550" y="5702300"/>
          <p14:tracePt t="10657" x="5022850" y="5695950"/>
          <p14:tracePt t="10674" x="4991100" y="5689600"/>
          <p14:tracePt t="10690" x="4959350" y="5676900"/>
          <p14:tracePt t="10707" x="4864100" y="5645150"/>
          <p14:tracePt t="10724" x="4756150" y="5613400"/>
          <p14:tracePt t="10741" x="4648200" y="5594350"/>
          <p14:tracePt t="10757" x="4616450" y="5575300"/>
          <p14:tracePt t="10773" x="4584700" y="5568950"/>
          <p14:tracePt t="10790" x="4527550" y="5562600"/>
          <p14:tracePt t="10806" x="4502150" y="5562600"/>
          <p14:tracePt t="10823" x="4495800" y="5562600"/>
          <p14:tracePt t="10840" x="4489450" y="5562600"/>
          <p14:tracePt t="10873" x="4495800" y="5562600"/>
          <p14:tracePt t="10889" x="4521200" y="5562600"/>
          <p14:tracePt t="10906" x="4572000" y="5562600"/>
          <p14:tracePt t="10924" x="4699000" y="5581650"/>
          <p14:tracePt t="10939" x="4800600" y="5594350"/>
          <p14:tracePt t="10956" x="5016500" y="5613400"/>
          <p14:tracePt t="10973" x="5270500" y="5626100"/>
          <p14:tracePt t="10989" x="5384800" y="5626100"/>
          <p14:tracePt t="11006" x="5499100" y="5619750"/>
          <p14:tracePt t="11009" x="5588000" y="5607050"/>
          <p14:tracePt t="11023" x="5664200" y="5600700"/>
          <p14:tracePt t="11039" x="5746750" y="5581650"/>
          <p14:tracePt t="11056" x="5829300" y="5556250"/>
          <p14:tracePt t="11072" x="5861050" y="5537200"/>
          <p14:tracePt t="11089" x="5886450" y="5518150"/>
          <p14:tracePt t="11106" x="5892800" y="5511800"/>
          <p14:tracePt t="11138" x="5899150" y="5511800"/>
          <p14:tracePt t="11254" x="5892800" y="5511800"/>
          <p14:tracePt t="11310" x="5886450" y="5511800"/>
          <p14:tracePt t="11345" x="5886450" y="5505450"/>
          <p14:tracePt t="13934" x="5861050" y="5524500"/>
          <p14:tracePt t="13947" x="5803900" y="5575300"/>
          <p14:tracePt t="13954" x="5721350" y="5645150"/>
          <p14:tracePt t="13969" x="5638800" y="5708650"/>
          <p14:tracePt t="13979" x="5556250" y="5772150"/>
          <p14:tracePt t="13996" x="5473700" y="5822950"/>
          <p14:tracePt t="14012" x="5340350" y="5880100"/>
          <p14:tracePt t="14029" x="5168900" y="5918200"/>
          <p14:tracePt t="14046" x="4997450" y="5949950"/>
          <p14:tracePt t="14062" x="4921250" y="5969000"/>
          <p14:tracePt t="14078" x="4762500" y="6000750"/>
          <p14:tracePt t="14095" x="4591050" y="6038850"/>
          <p14:tracePt t="14112" x="4514850" y="6057900"/>
          <p14:tracePt t="14128" x="4387850" y="6070600"/>
          <p14:tracePt t="14145" x="4254500" y="6089650"/>
          <p14:tracePt t="14161" x="4191000" y="6089650"/>
          <p14:tracePt t="14179" x="4083050" y="6083300"/>
          <p14:tracePt t="14194" x="3994150" y="6076950"/>
          <p14:tracePt t="14211" x="3949700" y="6070600"/>
          <p14:tracePt t="14229" x="3892550" y="6045200"/>
          <p14:tracePt t="14244" x="3848100" y="6026150"/>
          <p14:tracePt t="14261" x="3835400" y="6019800"/>
          <p14:tracePt t="14278" x="3803650" y="6000750"/>
          <p14:tracePt t="14294" x="3790950" y="5994400"/>
          <p14:tracePt t="14311" x="3752850" y="5975350"/>
          <p14:tracePt t="14328" x="3721100" y="5962650"/>
          <p14:tracePt t="14344" x="3689350" y="5956300"/>
          <p14:tracePt t="14361" x="3632200" y="5937250"/>
          <p14:tracePt t="14378" x="3530600" y="5937250"/>
          <p14:tracePt t="14394" x="3479800" y="5937250"/>
          <p14:tracePt t="14411" x="3352800" y="5937250"/>
          <p14:tracePt t="14427" x="3232150" y="5949950"/>
          <p14:tracePt t="14444" x="3181350" y="5962650"/>
          <p14:tracePt t="14461" x="3067050" y="5988050"/>
          <p14:tracePt t="14477" x="3009900" y="6000750"/>
          <p14:tracePt t="14495" x="2984500" y="6000750"/>
          <p14:tracePt t="14510" x="2971800" y="6000750"/>
          <p14:tracePt t="14972" x="2984500" y="6000750"/>
          <p14:tracePt t="14986" x="3016250" y="6013450"/>
          <p14:tracePt t="14995" x="3060700" y="6019800"/>
          <p14:tracePt t="15008" x="3098800" y="6038850"/>
          <p14:tracePt t="15025" x="3155950" y="6051550"/>
          <p14:tracePt t="15042" x="3251200" y="6083300"/>
          <p14:tracePt t="15058" x="3295650" y="6089650"/>
          <p14:tracePt t="15075" x="3346450" y="6108700"/>
          <p14:tracePt t="15079" x="3403600" y="6127750"/>
          <p14:tracePt t="15094" x="3454400" y="6134100"/>
          <p14:tracePt t="15108" x="3556000" y="6159500"/>
          <p14:tracePt t="15125" x="3581400" y="6165850"/>
          <p14:tracePt t="15142" x="3638550" y="6172200"/>
          <p14:tracePt t="15158" x="3663950" y="6184900"/>
          <p14:tracePt t="15175" x="3702050" y="6191250"/>
          <p14:tracePt t="15192" x="3746500" y="6197600"/>
          <p14:tracePt t="15208" x="3765550" y="6203950"/>
          <p14:tracePt t="15225" x="3790950" y="6216650"/>
          <p14:tracePt t="15241" x="3822700" y="6223000"/>
          <p14:tracePt t="15258" x="3829050" y="6223000"/>
          <p14:tracePt t="15275" x="3848100" y="6223000"/>
          <p14:tracePt t="15291" x="3854450" y="6229350"/>
          <p14:tracePt t="15308" x="3860800" y="6235700"/>
          <p14:tracePt t="15324" x="3867150" y="6235700"/>
          <p14:tracePt t="15340" x="3879850" y="6235700"/>
          <p14:tracePt t="15358" x="3886200" y="6235700"/>
          <p14:tracePt t="15379" x="3892550" y="6235700"/>
          <p14:tracePt t="15391" x="3898900" y="6235700"/>
          <p14:tracePt t="15414" x="3898900" y="6229350"/>
          <p14:tracePt t="15450" x="3905250" y="6229350"/>
          <p14:tracePt t="15471" x="3911600" y="6223000"/>
          <p14:tracePt t="15485" x="3917950" y="6223000"/>
          <p14:tracePt t="15499" x="3924300" y="6216650"/>
          <p14:tracePt t="15513" x="3930650" y="6216650"/>
          <p14:tracePt t="15527" x="3930650" y="6210300"/>
          <p14:tracePt t="15548" x="3943350" y="6210300"/>
          <p14:tracePt t="15562" x="3956050" y="6203950"/>
          <p14:tracePt t="15576" x="3968750" y="6197600"/>
          <p14:tracePt t="15593" x="3987800" y="6191250"/>
          <p14:tracePt t="15606" x="4013200" y="6191250"/>
          <p14:tracePt t="15623" x="4038600" y="6178550"/>
          <p14:tracePt t="15640" x="4102100" y="6172200"/>
          <p14:tracePt t="15657" x="4127500" y="6165850"/>
          <p14:tracePt t="15673" x="4152900" y="6153150"/>
          <p14:tracePt t="15690" x="4191000" y="6146800"/>
          <p14:tracePt t="15706" x="4197350" y="6146800"/>
          <p14:tracePt t="15723" x="4210050" y="6146800"/>
          <p14:tracePt t="15739" x="4216400" y="6140450"/>
          <p14:tracePt t="15808" x="4216400" y="6134100"/>
          <p14:tracePt t="15829" x="4216400" y="6127750"/>
          <p14:tracePt t="15864" x="4210050" y="6121400"/>
          <p14:tracePt t="15893" x="4203700" y="6121400"/>
          <p14:tracePt t="15907" x="4197350" y="6121400"/>
          <p14:tracePt t="15913" x="4191000" y="6121400"/>
          <p14:tracePt t="15928" x="4178300" y="6121400"/>
          <p14:tracePt t="15942" x="4165600" y="6121400"/>
          <p14:tracePt t="15956" x="4152900" y="6121400"/>
          <p14:tracePt t="15972" x="4133850" y="6121400"/>
          <p14:tracePt t="15989" x="4108450" y="6115050"/>
          <p14:tracePt t="16005" x="4064000" y="6108700"/>
          <p14:tracePt t="16022" x="4044950" y="6108700"/>
          <p14:tracePt t="16038" x="4013200" y="6102350"/>
          <p14:tracePt t="16055" x="4000500" y="6102350"/>
          <p14:tracePt t="16071" x="3987800" y="6102350"/>
          <p14:tracePt t="16089" x="3975100" y="6102350"/>
          <p14:tracePt t="16105" x="3968750" y="6102350"/>
          <p14:tracePt t="16166" x="3975100" y="6102350"/>
          <p14:tracePt t="16180" x="3981450" y="6102350"/>
          <p14:tracePt t="16209" x="3987800" y="6102350"/>
          <p14:tracePt t="16222" x="3994150" y="6102350"/>
          <p14:tracePt t="16243" x="4000500" y="6102350"/>
          <p14:tracePt t="16251" x="4013200" y="6102350"/>
          <p14:tracePt t="16265" x="4032250" y="6102350"/>
          <p14:tracePt t="16279" x="4044950" y="6102350"/>
          <p14:tracePt t="16292" x="4083050" y="6102350"/>
          <p14:tracePt t="16304" x="4108450" y="6102350"/>
          <p14:tracePt t="16321" x="4159250" y="6102350"/>
          <p14:tracePt t="16337" x="4273550" y="6108700"/>
          <p14:tracePt t="16354" x="4343400" y="6108700"/>
          <p14:tracePt t="16371" x="4419600" y="6115050"/>
          <p14:tracePt t="16387" x="4572000" y="6115050"/>
          <p14:tracePt t="16405" x="4648200" y="6115050"/>
          <p14:tracePt t="16420" x="4724400" y="6115050"/>
          <p14:tracePt t="16437" x="4813300" y="6115050"/>
          <p14:tracePt t="16454" x="4851400" y="6115050"/>
          <p14:tracePt t="16470" x="4902200" y="6115050"/>
          <p14:tracePt t="16487" x="4914900" y="6115050"/>
          <p14:tracePt t="16504" x="4927600" y="6115050"/>
          <p14:tracePt t="16520" x="4940300" y="6115050"/>
          <p14:tracePt t="16537" x="4946650" y="6115050"/>
          <p14:tracePt t="16637" x="4940300" y="6115050"/>
          <p14:tracePt t="16665" x="4933950" y="6115050"/>
          <p14:tracePt t="16700" x="4927600" y="6115050"/>
          <p14:tracePt t="16714" x="4921250" y="6115050"/>
          <p14:tracePt t="16728" x="4914900" y="6115050"/>
          <p14:tracePt t="16737" x="4908550" y="6115050"/>
          <p14:tracePt t="16752" x="4883150" y="6121400"/>
          <p14:tracePt t="16769" x="4832350" y="6140450"/>
          <p14:tracePt t="16786" x="4743450" y="6184900"/>
          <p14:tracePt t="16802" x="4692650" y="6203950"/>
          <p14:tracePt t="16820" x="4565650" y="6248400"/>
          <p14:tracePt t="16835" x="4470400" y="6299200"/>
          <p14:tracePt t="16852" x="4425950" y="6311900"/>
          <p14:tracePt t="16869" x="4362450" y="6337300"/>
          <p14:tracePt t="16885" x="4330700" y="6350000"/>
          <p14:tracePt t="16902" x="4318000" y="6356350"/>
          <p14:tracePt t="16919" x="4298950" y="6362700"/>
          <p14:tracePt t="16935" x="4286250" y="6369050"/>
          <p14:tracePt t="16952" x="4279900" y="6369050"/>
          <p14:tracePt t="16968" x="4241800" y="6369050"/>
          <p14:tracePt t="16985" x="4229100" y="6369050"/>
          <p14:tracePt t="17002" x="4140200" y="6369050"/>
          <p14:tracePt t="17018" x="4102100" y="6369050"/>
          <p14:tracePt t="17035" x="4051300" y="6362700"/>
          <p14:tracePt t="17052" x="3943350" y="6356350"/>
          <p14:tracePt t="17068" x="3841750" y="6337300"/>
          <p14:tracePt t="17085" x="3784600" y="6330950"/>
          <p14:tracePt t="17101" x="3695700" y="6318250"/>
          <p14:tracePt t="17118" x="3632200" y="6305550"/>
          <p14:tracePt t="17135" x="3613150" y="6305550"/>
          <p14:tracePt t="17151" x="3568700" y="6292850"/>
          <p14:tracePt t="17168" x="3524250" y="6292850"/>
          <p14:tracePt t="17186" x="3492500" y="6286500"/>
          <p14:tracePt t="17201" x="3486150" y="6286500"/>
          <p14:tracePt t="17217" x="3460750" y="6286500"/>
          <p14:tracePt t="17235" x="3441700" y="6286500"/>
          <p14:tracePt t="17251" x="3435350" y="6292850"/>
          <p14:tracePt t="17267" x="3429000" y="6292850"/>
          <p14:tracePt t="17284" x="3403600" y="6299200"/>
          <p14:tracePt t="17317" x="3390900" y="6305550"/>
          <p14:tracePt t="17334" x="3384550" y="6305550"/>
          <p14:tracePt t="17350" x="3371850" y="6305550"/>
          <p14:tracePt t="17417" x="3365500" y="6305550"/>
          <p14:tracePt t="17424" x="3359150" y="6305550"/>
          <p14:tracePt t="17486" x="3365500" y="6305550"/>
          <p14:tracePt t="17508" x="3378200" y="6305550"/>
          <p14:tracePt t="17515" x="3384550" y="6305550"/>
          <p14:tracePt t="17529" x="3390900" y="6305550"/>
          <p14:tracePt t="17537" x="3409950" y="6305550"/>
          <p14:tracePt t="17552" x="3435350" y="6305550"/>
          <p14:tracePt t="17567" x="3517900" y="6299200"/>
          <p14:tracePt t="17583" x="3594100" y="6299200"/>
          <p14:tracePt t="17600" x="3759200" y="6299200"/>
          <p14:tracePt t="17616" x="3860800" y="6305550"/>
          <p14:tracePt t="17633" x="4114800" y="6318250"/>
          <p14:tracePt t="17649" x="4375150" y="6324600"/>
          <p14:tracePt t="17666" x="4514850" y="6324600"/>
          <p14:tracePt t="17683" x="4781550" y="6350000"/>
          <p14:tracePt t="17700" x="5035550" y="6356350"/>
          <p14:tracePt t="17716" x="5137150" y="6356350"/>
          <p14:tracePt t="17733" x="5353050" y="6356350"/>
          <p14:tracePt t="17749" x="5518150" y="6356350"/>
          <p14:tracePt t="17766" x="5594350" y="6356350"/>
          <p14:tracePt t="17783" x="5708650" y="6356350"/>
          <p14:tracePt t="17799" x="5835650" y="6356350"/>
          <p14:tracePt t="17816" x="5911850" y="6356350"/>
          <p14:tracePt t="17832" x="6026150" y="6356350"/>
          <p14:tracePt t="17849" x="6146800" y="6356350"/>
          <p14:tracePt t="17866" x="6210300" y="6356350"/>
          <p14:tracePt t="17882" x="6292850" y="6362700"/>
          <p14:tracePt t="17899" x="6318250" y="6369050"/>
          <p14:tracePt t="17916" x="6400800" y="6381750"/>
          <p14:tracePt t="17932" x="6419850" y="6381750"/>
          <p14:tracePt t="17949" x="6438900" y="6381750"/>
          <p14:tracePt t="17965" x="6483350" y="6375400"/>
          <p14:tracePt t="17981" x="6515100" y="6375400"/>
          <p14:tracePt t="17998" x="6527800" y="6375400"/>
          <p14:tracePt t="18015" x="6553200" y="6375400"/>
          <p14:tracePt t="18031" x="6584950" y="6388100"/>
          <p14:tracePt t="18049" x="6597650" y="6388100"/>
          <p14:tracePt t="18064" x="6623050" y="6394450"/>
          <p14:tracePt t="18081" x="6648450" y="6394450"/>
          <p14:tracePt t="18099" x="6661150" y="6394450"/>
          <p14:tracePt t="18115" x="6667500" y="6394450"/>
          <p14:tracePt t="18131" x="6680200" y="6394450"/>
          <p14:tracePt t="18148" x="6686550" y="6394450"/>
          <p14:tracePt t="18218" x="6680200" y="6394450"/>
          <p14:tracePt t="18232" x="6673850" y="6394450"/>
          <p14:tracePt t="18239" x="6654800" y="6394450"/>
          <p14:tracePt t="18253" x="6642100" y="6394450"/>
          <p14:tracePt t="18264" x="6604000" y="6388100"/>
          <p14:tracePt t="18282" x="6464300" y="6375400"/>
          <p14:tracePt t="18297" x="6350000" y="6375400"/>
          <p14:tracePt t="18314" x="6076950" y="6356350"/>
          <p14:tracePt t="18331" x="5657850" y="6356350"/>
          <p14:tracePt t="18347" x="5422900" y="6337300"/>
          <p14:tracePt t="18364" x="4895850" y="6324600"/>
          <p14:tracePt t="18380" x="4349750" y="6324600"/>
          <p14:tracePt t="18397" x="4089400" y="6324600"/>
          <p14:tracePt t="18414" x="3651250" y="6324600"/>
          <p14:tracePt t="18430" x="3282950" y="6324600"/>
          <p14:tracePt t="18447" x="3124200" y="6324600"/>
          <p14:tracePt t="18464" x="2882900" y="6330950"/>
          <p14:tracePt t="18480" x="2679700" y="6337300"/>
          <p14:tracePt t="18497" x="2603500" y="6337300"/>
          <p14:tracePt t="18513" x="2463800" y="6337300"/>
          <p14:tracePt t="18530" x="2413000" y="6337300"/>
          <p14:tracePt t="18547" x="2311400" y="6337300"/>
          <p14:tracePt t="18563" x="2216150" y="6318250"/>
          <p14:tracePt t="18580" x="2171700" y="6311900"/>
          <p14:tracePt t="18597" x="2120900" y="6305550"/>
          <p14:tracePt t="18613" x="2089150" y="6292850"/>
          <p14:tracePt t="18629" x="2082800" y="6292850"/>
          <p14:tracePt t="18632" x="2070100" y="6286500"/>
          <p14:tracePt t="18647" x="2063750" y="6286500"/>
          <p14:tracePt t="18864" x="2070100" y="6286500"/>
          <p14:tracePt t="18900" x="2076450" y="6286500"/>
          <p14:tracePt t="18921" x="2082800" y="6286500"/>
          <p14:tracePt t="18934" x="2089150" y="6286500"/>
          <p14:tracePt t="18942" x="2095500" y="6286500"/>
          <p14:tracePt t="18956" x="2101850" y="6286500"/>
          <p14:tracePt t="18964" x="2114550" y="6286500"/>
          <p14:tracePt t="18978" x="2146300" y="6299200"/>
          <p14:tracePt t="18995" x="2286000" y="6318250"/>
          <p14:tracePt t="19012" x="2540000" y="6337300"/>
          <p14:tracePt t="19028" x="2717800" y="6350000"/>
          <p14:tracePt t="19045" x="2940050" y="6375400"/>
          <p14:tracePt t="19062" x="3689350" y="6375400"/>
          <p14:tracePt t="19078" x="3924300" y="6375400"/>
          <p14:tracePt t="19094" x="4165600" y="6369050"/>
          <p14:tracePt t="19111" x="4756150" y="6330950"/>
          <p14:tracePt t="19127" x="4921250" y="6318250"/>
          <p14:tracePt t="19146" x="5162550" y="6305550"/>
          <p14:tracePt t="19161" x="5264150" y="6305550"/>
          <p14:tracePt t="19178" x="5448300" y="6286500"/>
          <p14:tracePt t="19195" x="5600700" y="6286500"/>
          <p14:tracePt t="19211" x="5676900" y="6286500"/>
          <p14:tracePt t="19227" x="5803900" y="6286500"/>
          <p14:tracePt t="19244" x="5918200" y="6292850"/>
          <p14:tracePt t="19261" x="5969000" y="6292850"/>
          <p14:tracePt t="19277" x="6064250" y="6292850"/>
          <p14:tracePt t="19294" x="6134100" y="6280150"/>
          <p14:tracePt t="19310" x="6165850" y="6273800"/>
          <p14:tracePt t="19329" x="6178550" y="6267450"/>
          <p14:tracePt t="19343" x="6203950" y="6261100"/>
          <p14:tracePt t="19360" x="6210300" y="6254750"/>
          <p14:tracePt t="19393" x="6210300" y="6248400"/>
          <p14:tracePt t="19409" x="6203950" y="6242050"/>
          <p14:tracePt t="19427" x="6197600" y="6235700"/>
          <p14:tracePt t="20711" x="6172200" y="6235700"/>
          <p14:tracePt t="20718" x="6134100" y="6242050"/>
          <p14:tracePt t="20732" x="6076950" y="6248400"/>
          <p14:tracePt t="20742" x="6013450" y="6248400"/>
          <p14:tracePt t="20755" x="5937250" y="6261100"/>
          <p14:tracePt t="20772" x="5734050" y="6267450"/>
          <p14:tracePt t="20789" x="5518150" y="6280150"/>
          <p14:tracePt t="20805" x="5403850" y="6280150"/>
          <p14:tracePt t="20822" x="5187950" y="6280150"/>
          <p14:tracePt t="20838" x="5022850" y="6280150"/>
          <p14:tracePt t="20855" x="4959350" y="6280150"/>
          <p14:tracePt t="20872" x="4895850" y="6280150"/>
          <p14:tracePt t="20888" x="4724400" y="6299200"/>
          <p14:tracePt t="20904" x="4686300" y="6299200"/>
          <p14:tracePt t="20922" x="4572000" y="6305550"/>
          <p14:tracePt t="20938" x="4514850" y="6318250"/>
          <p14:tracePt t="20955" x="4400550" y="6318250"/>
          <p14:tracePt t="20972" x="4349750" y="6324600"/>
          <p14:tracePt t="20988" x="4241800" y="6343650"/>
          <p14:tracePt t="21005" x="4133850" y="6362700"/>
          <p14:tracePt t="21021" x="4051300" y="6369050"/>
          <p14:tracePt t="21038" x="4025900" y="6369050"/>
          <p14:tracePt t="21055" x="3975100" y="6375400"/>
          <p14:tracePt t="21071" x="3924300" y="6381750"/>
          <p14:tracePt t="21088" x="3905250" y="6388100"/>
          <p14:tracePt t="21105" x="3873500" y="6394450"/>
          <p14:tracePt t="21121" x="3829050" y="6400800"/>
          <p14:tracePt t="21137" x="3810000" y="6413500"/>
          <p14:tracePt t="21154" x="3790950" y="6407150"/>
          <p14:tracePt t="21171" x="3759200" y="6381750"/>
          <p14:tracePt t="21187" x="3752850" y="6375400"/>
          <p14:tracePt t="22279" x="3803650" y="6369050"/>
          <p14:tracePt t="22285" x="3879850" y="6369050"/>
          <p14:tracePt t="22301" x="3987800" y="6362700"/>
          <p14:tracePt t="22307" x="4095750" y="6362700"/>
          <p14:tracePt t="22321" x="4222750" y="6362700"/>
          <p14:tracePt t="22334" x="4337050" y="6350000"/>
          <p14:tracePt t="22350" x="4521200" y="6337300"/>
          <p14:tracePt t="22366" x="4597400" y="6330950"/>
          <p14:tracePt t="22383" x="4749800" y="6299200"/>
          <p14:tracePt t="22399" x="4895850" y="6292850"/>
          <p14:tracePt t="22416" x="4946650" y="6292850"/>
          <p14:tracePt t="22433" x="5016500" y="6280150"/>
          <p14:tracePt t="22449" x="5048250" y="6280150"/>
          <p14:tracePt t="22466" x="5054600" y="6280150"/>
          <p14:tracePt t="22483" x="5067300" y="6280150"/>
          <p14:tracePt t="22992" x="5099050" y="6280150"/>
          <p14:tracePt t="23006" x="5168900" y="6273800"/>
          <p14:tracePt t="23012" x="5219700" y="6273800"/>
          <p14:tracePt t="23020" x="5295900" y="6261100"/>
          <p14:tracePt t="23034" x="5359400" y="6254750"/>
          <p14:tracePt t="23048" x="5429250" y="6235700"/>
          <p14:tracePt t="23064" x="5549900" y="6197600"/>
          <p14:tracePt t="23081" x="5607050" y="6191250"/>
          <p14:tracePt t="23097" x="5676900" y="6153150"/>
          <p14:tracePt t="23114" x="5708650" y="6146800"/>
          <p14:tracePt t="23130" x="5721350" y="6140450"/>
          <p14:tracePt t="23147" x="5740400" y="6134100"/>
          <p14:tracePt t="23164" x="5746750" y="6127750"/>
          <p14:tracePt t="23245" x="5746750" y="6134100"/>
          <p14:tracePt t="23287" x="5740400" y="6134100"/>
          <p14:tracePt t="23343" x="5740400" y="6140450"/>
          <p14:tracePt t="23371" x="5746750" y="6140450"/>
          <p14:tracePt t="23392" x="5759450" y="6140450"/>
          <p14:tracePt t="23406" x="5772150" y="6140450"/>
          <p14:tracePt t="23420" x="5784850" y="6140450"/>
          <p14:tracePt t="23429" x="5816600" y="6140450"/>
          <p14:tracePt t="23446" x="5842000" y="6140450"/>
          <p14:tracePt t="23463" x="5892800" y="6134100"/>
          <p14:tracePt t="23479" x="6007100" y="6134100"/>
          <p14:tracePt t="23496" x="6070600" y="6121400"/>
          <p14:tracePt t="23512" x="6216650" y="6115050"/>
          <p14:tracePt t="23529" x="6280150" y="6102350"/>
          <p14:tracePt t="23546" x="6330950" y="6102350"/>
          <p14:tracePt t="23562" x="6426200" y="6089650"/>
          <p14:tracePt t="23579" x="6445250" y="6089650"/>
          <p14:tracePt t="23596" x="6489700" y="6083300"/>
          <p14:tracePt t="23612" x="6521450" y="6070600"/>
          <p14:tracePt t="23629" x="6534150" y="6070600"/>
          <p14:tracePt t="23645" x="6540500" y="6070600"/>
          <p14:tracePt t="23729" x="6534150" y="6070600"/>
          <p14:tracePt t="23743" x="6527800" y="6070600"/>
          <p14:tracePt t="23750" x="6521450" y="6070600"/>
          <p14:tracePt t="23765" x="6508750" y="6070600"/>
          <p14:tracePt t="23779" x="6496050" y="6076950"/>
          <p14:tracePt t="23795" x="6451600" y="6121400"/>
          <p14:tracePt t="23812" x="6369050" y="6203950"/>
          <p14:tracePt t="23828" x="6286500" y="6286500"/>
          <p14:tracePt t="23844" x="6242050" y="6337300"/>
          <p14:tracePt t="23862" x="6178550" y="6413500"/>
          <p14:tracePt t="23878" x="6140450" y="6470650"/>
          <p14:tracePt t="23895" x="6127750" y="6489700"/>
          <p14:tracePt t="23912" x="6108700" y="6527800"/>
          <p14:tracePt t="23928" x="6108700" y="6534150"/>
          <p14:tracePt t="23944" x="6108700" y="6546850"/>
          <p14:tracePt t="23962" x="6108700" y="6553200"/>
          <p14:tracePt t="23978" x="6108700" y="6559550"/>
          <p14:tracePt t="24018" x="6115050" y="6565900"/>
          <p14:tracePt t="24039" x="6121400" y="6565900"/>
          <p14:tracePt t="24047" x="6127750" y="6565900"/>
          <p14:tracePt t="24061" x="6140450" y="6565900"/>
          <p14:tracePt t="24077" x="6153150" y="6572250"/>
          <p14:tracePt t="24095" x="6197600" y="6578600"/>
          <p14:tracePt t="24110" x="6235700" y="6591300"/>
          <p14:tracePt t="24127" x="6356350" y="6610350"/>
          <p14:tracePt t="24144" x="6483350" y="6616700"/>
          <p14:tracePt t="24161" x="6546850" y="6629400"/>
          <p14:tracePt t="24177" x="6616700" y="6635750"/>
          <p14:tracePt t="24194" x="6705600" y="6635750"/>
          <p14:tracePt t="24210" x="6724650" y="6635750"/>
          <p14:tracePt t="24227" x="6731000" y="6635750"/>
          <p14:tracePt t="24243" x="6743700" y="6635750"/>
          <p14:tracePt t="24284" x="6737350" y="6635750"/>
          <p14:tracePt t="24305" x="6731000" y="6635750"/>
          <p14:tracePt t="24320" x="6718300" y="6635750"/>
          <p14:tracePt t="24327" x="6699250" y="6635750"/>
          <p14:tracePt t="24341" x="6680200" y="6635750"/>
          <p14:tracePt t="24347" x="6642100" y="6635750"/>
          <p14:tracePt t="24360" x="6572250" y="6648450"/>
          <p14:tracePt t="24376" x="6381750" y="6648450"/>
          <p14:tracePt t="24393" x="6261100" y="6642100"/>
          <p14:tracePt t="24409" x="5918200" y="6642100"/>
          <p14:tracePt t="24426" x="5486400" y="6604000"/>
          <p14:tracePt t="24443" x="5264150" y="6572250"/>
          <p14:tracePt t="24460" x="4800600" y="6515100"/>
          <p14:tracePt t="24476" x="4438650" y="6477000"/>
          <p14:tracePt t="24493" x="4324350" y="6470650"/>
          <p14:tracePt t="24511" x="4133850" y="6457950"/>
          <p14:tracePt t="24525" x="4070350" y="6457950"/>
          <p14:tracePt t="24542" x="3981450" y="6457950"/>
          <p14:tracePt t="24559" x="3937000" y="6477000"/>
          <p14:tracePt t="24575" x="3930650" y="6477000"/>
          <p14:tracePt t="30841" x="3930650" y="6483350"/>
          <p14:tracePt t="30862" x="3930650" y="6489700"/>
          <p14:tracePt t="30869" x="3930650" y="6502400"/>
          <p14:tracePt t="30876" x="3949700" y="6508750"/>
          <p14:tracePt t="30891" x="3975100" y="6521450"/>
          <p14:tracePt t="30904" x="4013200" y="6540500"/>
          <p14:tracePt t="30920" x="4108450" y="6546850"/>
          <p14:tracePt t="30937" x="4146550" y="6565900"/>
          <p14:tracePt t="30954" x="4279900" y="6584950"/>
          <p14:tracePt t="30970" x="4419600" y="6597650"/>
          <p14:tracePt t="30987" x="4502150" y="6604000"/>
          <p14:tracePt t="31004" x="4654550" y="6616700"/>
          <p14:tracePt t="31020" x="4781550" y="6623050"/>
          <p14:tracePt t="31037" x="4851400" y="6635750"/>
          <p14:tracePt t="31053" x="4953000" y="6648450"/>
          <p14:tracePt t="31070" x="4997450" y="6648450"/>
          <p14:tracePt t="31087" x="5073650" y="6648450"/>
          <p14:tracePt t="31103" x="5137150" y="6661150"/>
          <p14:tracePt t="31120" x="5156200" y="6661150"/>
          <p14:tracePt t="31137" x="5194300" y="6667500"/>
          <p14:tracePt t="31153" x="5232400" y="6667500"/>
          <p14:tracePt t="31187" x="5257800" y="6661150"/>
          <p14:tracePt t="31203" x="5283200" y="6648450"/>
          <p14:tracePt t="31219" x="5308600" y="6629400"/>
          <p14:tracePt t="31235" x="5340350" y="6604000"/>
          <p14:tracePt t="31252" x="5403850" y="6565900"/>
          <p14:tracePt t="31270" x="5435600" y="6527800"/>
          <p14:tracePt t="31285" x="5543550" y="6464300"/>
          <p14:tracePt t="31302" x="5657850" y="6369050"/>
          <p14:tracePt t="31320" x="5803900" y="6223000"/>
          <p14:tracePt t="31335" x="5873750" y="6140450"/>
          <p14:tracePt t="31352" x="5949950" y="6045200"/>
          <p14:tracePt t="31369" x="6134100" y="5803900"/>
          <p14:tracePt t="31386" x="6248400" y="5664200"/>
          <p14:tracePt t="31402" x="6343650" y="5530850"/>
          <p14:tracePt t="31419" x="6521450" y="5302250"/>
          <p14:tracePt t="31435" x="6610350" y="5207000"/>
          <p14:tracePt t="31453" x="6775450" y="5060950"/>
          <p14:tracePt t="31468" x="6858000" y="5003800"/>
          <p14:tracePt t="31485" x="6927850" y="4940300"/>
          <p14:tracePt t="31503" x="7112000" y="4813300"/>
          <p14:tracePt t="31518" x="7150100" y="4787900"/>
          <p14:tracePt t="31535" x="7181850" y="4775200"/>
          <p14:tracePt t="31552" x="7219950" y="4737100"/>
          <p14:tracePt t="31568" x="7226300" y="4737100"/>
          <p14:tracePt t="31585" x="7232650" y="4737100"/>
          <p14:tracePt t="31601" x="7232650" y="4730750"/>
          <p14:tracePt t="31713" x="7232650" y="4724400"/>
          <p14:tracePt t="31720" x="7232650" y="4718050"/>
          <p14:tracePt t="31741" x="7232650" y="4711700"/>
          <p14:tracePt t="31762" x="7239000" y="4699000"/>
          <p14:tracePt t="31776" x="7245350" y="4692650"/>
          <p14:tracePt t="31784" x="7251700" y="4686300"/>
          <p14:tracePt t="31790" x="7258050" y="4673600"/>
          <p14:tracePt t="31804" x="7270750" y="4648200"/>
          <p14:tracePt t="31818" x="7277100" y="4635500"/>
          <p14:tracePt t="31834" x="7302500" y="4603750"/>
          <p14:tracePt t="31850" x="7308850" y="4591050"/>
          <p14:tracePt t="31868" x="7327900" y="4572000"/>
          <p14:tracePt t="31883" x="7334250" y="4559300"/>
          <p14:tracePt t="31900" x="7340600" y="4552950"/>
          <p14:tracePt t="31923" x="7346950" y="4552950"/>
          <p14:tracePt t="31944" x="7346950" y="4559300"/>
          <p14:tracePt t="31953" x="7346950" y="4565650"/>
          <p14:tracePt t="31966" x="7353300" y="4572000"/>
        </p14:tracePtLst>
      </p14:laserTraceLst>
    </p:ext>
  </p:extLs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attrib2=4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attrib3: ...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attrib4:...=4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'__annotations__',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'__class__',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'__doc__',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'__format__',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'__hash__',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'__le__',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'__module__',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</a:t>
            </a:r>
            <a:r>
              <a:rPr lang="en-US" altLang="en-US" sz="2200" b="1" spc="-100" dirty="0">
                <a:solidFill>
                  <a:srgbClr val="FF0000"/>
                </a:solidFill>
                <a:latin typeface="Lucida Console" panose="020B0609040504020204" pitchFamily="49" charset="0"/>
              </a:rPr>
              <a:t>__ne__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'__new__', '__reduce__',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'attrib2', 'attrib4']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200" b="1" spc="-1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b="1" spc="-1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dataclass_params</a:t>
            </a:r>
            <a:r>
              <a:rPr lang="en-US" sz="2200" b="1" spc="-1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DataclassParams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init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True,repr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</a:t>
            </a:r>
            <a:r>
              <a:rPr lang="en-US" sz="2200" b="1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eq</a:t>
            </a:r>
            <a:r>
              <a:rPr lang="en-US" sz="2200" b="1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b="1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,order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False,unsafe_hash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False,frozen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=False)</a:t>
            </a: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spc="-9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x=</a:t>
            </a:r>
            <a:r>
              <a:rPr lang="fr-FR" sz="2200" spc="-9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(1,7</a:t>
            </a:r>
            <a:r>
              <a:rPr lang="fr-FR" sz="2200" spc="-20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r>
              <a:rPr lang="fr-FR" sz="2200" spc="-9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;</a:t>
            </a:r>
            <a:r>
              <a:rPr lang="fr-FR" sz="2200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y=</a:t>
            </a:r>
            <a:r>
              <a:rPr lang="fr-FR" sz="2200" spc="-9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fr-FR" sz="2200" spc="-2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1,</a:t>
            </a:r>
            <a:r>
              <a:rPr lang="fr-FR" sz="2200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7)</a:t>
            </a:r>
            <a:r>
              <a:rPr lang="fr-FR" sz="2200" spc="-9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;</a:t>
            </a:r>
            <a:r>
              <a:rPr lang="fr-FR" sz="2200" spc="-90" dirty="0">
                <a:solidFill>
                  <a:srgbClr val="FFC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z=</a:t>
            </a:r>
            <a:r>
              <a:rPr lang="fr-FR" sz="2200" spc="-90" dirty="0" err="1">
                <a:solidFill>
                  <a:srgbClr val="FFC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</a:t>
            </a:r>
            <a:r>
              <a:rPr lang="fr-FR" sz="2200" spc="-120" dirty="0" err="1">
                <a:solidFill>
                  <a:srgbClr val="FFC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l</a:t>
            </a:r>
            <a:r>
              <a:rPr lang="fr-FR" sz="2200" spc="-90" dirty="0" err="1">
                <a:solidFill>
                  <a:srgbClr val="FFC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ass</a:t>
            </a:r>
            <a:r>
              <a:rPr lang="fr-FR" sz="2200" spc="-90" dirty="0">
                <a:solidFill>
                  <a:srgbClr val="FFC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fr-FR" sz="2200" spc="-300" dirty="0">
                <a:solidFill>
                  <a:srgbClr val="FFC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7</a:t>
            </a:r>
            <a:r>
              <a:rPr lang="fr-FR" sz="2200" spc="-200" dirty="0">
                <a:solidFill>
                  <a:srgbClr val="FFC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</a:t>
            </a:r>
            <a:r>
              <a:rPr lang="fr-FR" sz="2200" spc="-120" dirty="0">
                <a:solidFill>
                  <a:srgbClr val="FFC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1</a:t>
            </a:r>
            <a:r>
              <a:rPr lang="fr-FR" sz="2200" spc="-90" dirty="0">
                <a:solidFill>
                  <a:srgbClr val="FFC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endParaRPr lang="fr-FR" sz="2200" spc="-10" dirty="0">
              <a:solidFill>
                <a:srgbClr val="FFC00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([</a:t>
            </a:r>
            <a:r>
              <a:rPr lang="fr-FR" sz="2200" b="1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==</a:t>
            </a:r>
            <a:r>
              <a:rPr lang="fr-FR" sz="2200" b="1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y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fr-FR" sz="2200" b="1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!=</a:t>
            </a:r>
            <a:r>
              <a:rPr lang="fr-FR" sz="2200" b="1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y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fr-FR" sz="2200" b="1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is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b="1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y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],[</a:t>
            </a:r>
            <a:r>
              <a:rPr lang="fr-FR" sz="2200" b="1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y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==</a:t>
            </a:r>
            <a:r>
              <a:rPr lang="fr-FR" sz="2200" b="1" spc="-90" dirty="0">
                <a:solidFill>
                  <a:srgbClr val="FFC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z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fr-FR" sz="2200" b="1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y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!=</a:t>
            </a:r>
            <a:r>
              <a:rPr lang="fr-FR" sz="2200" b="1" spc="-90" dirty="0">
                <a:solidFill>
                  <a:srgbClr val="FFC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z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fr-FR" sz="2200" b="1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y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is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b="1" spc="-90" dirty="0">
                <a:solidFill>
                  <a:srgbClr val="FFC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z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])</a:t>
            </a:r>
          </a:p>
          <a:p>
            <a:pPr>
              <a:lnSpc>
                <a:spcPct val="90000"/>
              </a:lnSpc>
            </a:pP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([</a:t>
            </a:r>
            <a:r>
              <a:rPr lang="fr-FR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False, False], [False, </a:t>
            </a:r>
            <a:r>
              <a:rPr lang="fr-FR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False])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385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861"/>
    </mc:Choice>
    <mc:Fallback xmlns="">
      <p:transition spd="slow" advTm="528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560" x="7315200" y="4565650"/>
          <p14:tracePt t="567" x="7239000" y="4559300"/>
          <p14:tracePt t="574" x="7156450" y="4540250"/>
          <p14:tracePt t="588" x="7067550" y="4495800"/>
          <p14:tracePt t="599" x="6946900" y="4464050"/>
          <p14:tracePt t="616" x="6718300" y="4387850"/>
          <p14:tracePt t="632" x="6610350" y="4349750"/>
          <p14:tracePt t="649" x="6350000" y="4273550"/>
          <p14:tracePt t="666" x="6045200" y="4203700"/>
          <p14:tracePt t="682" x="5886450" y="4152900"/>
          <p14:tracePt t="699" x="5702300" y="4102100"/>
          <p14:tracePt t="716" x="5314950" y="4000500"/>
          <p14:tracePt t="732" x="5200650" y="3968750"/>
          <p14:tracePt t="750" x="4972050" y="3930650"/>
          <p14:tracePt t="765" x="4876800" y="3898900"/>
          <p14:tracePt t="782" x="4679950" y="3848100"/>
          <p14:tracePt t="800" x="4502150" y="3803650"/>
          <p14:tracePt t="815" x="4406900" y="3784600"/>
          <p14:tracePt t="832" x="4254500" y="3746500"/>
          <p14:tracePt t="849" x="4171950" y="3727450"/>
          <p14:tracePt t="865" x="4025900" y="3676650"/>
          <p14:tracePt t="882" x="3949700" y="3657600"/>
          <p14:tracePt t="898" x="3771900" y="3600450"/>
          <p14:tracePt t="915" x="3651250" y="3549650"/>
          <p14:tracePt t="932" x="3575050" y="3517900"/>
          <p14:tracePt t="948" x="3536950" y="3505200"/>
          <p14:tracePt t="965" x="3511550" y="3492500"/>
          <p14:tracePt t="982" x="3492500" y="3460750"/>
          <p14:tracePt t="998" x="3486150" y="3435350"/>
          <p14:tracePt t="1032" x="3486150" y="3416300"/>
          <p14:tracePt t="1048" x="3486150" y="3403600"/>
          <p14:tracePt t="1064" x="3492500" y="3390900"/>
          <p14:tracePt t="1081" x="3511550" y="3378200"/>
          <p14:tracePt t="1098" x="3530600" y="3371850"/>
          <p14:tracePt t="1115" x="3562350" y="3340100"/>
          <p14:tracePt t="1131" x="3606800" y="3314700"/>
          <p14:tracePt t="1147" x="3625850" y="3295650"/>
          <p14:tracePt t="1164" x="3676650" y="3276600"/>
          <p14:tracePt t="1181" x="3721100" y="3263900"/>
          <p14:tracePt t="1197" x="3740150" y="3263900"/>
          <p14:tracePt t="1214" x="3771900" y="3257550"/>
          <p14:tracePt t="1230" x="3797300" y="3257550"/>
          <p14:tracePt t="1249" x="3803650" y="3257550"/>
          <p14:tracePt t="1264" x="3822700" y="3263900"/>
          <p14:tracePt t="1280" x="3829050" y="3263900"/>
          <p14:tracePt t="1297" x="3829050" y="3270250"/>
          <p14:tracePt t="1313" x="3822700" y="3270250"/>
          <p14:tracePt t="1330" x="3816350" y="3270250"/>
          <p14:tracePt t="1347" x="3778250" y="3289300"/>
          <p14:tracePt t="1363" x="3759200" y="3308350"/>
          <p14:tracePt t="1380" x="3714750" y="3321050"/>
          <p14:tracePt t="1397" x="3594100" y="3378200"/>
          <p14:tracePt t="1413" x="3409950" y="3441700"/>
          <p14:tracePt t="1430" x="3302000" y="3473450"/>
          <p14:tracePt t="1446" x="3054350" y="3549650"/>
          <p14:tracePt t="1463" x="2806700" y="3625850"/>
          <p14:tracePt t="1481" x="2571750" y="3695700"/>
          <p14:tracePt t="1496" x="2470150" y="3714750"/>
          <p14:tracePt t="1513" x="2286000" y="3759200"/>
          <p14:tracePt t="1530" x="2152650" y="3797300"/>
          <p14:tracePt t="1546" x="2101850" y="3816350"/>
          <p14:tracePt t="1563" x="2038350" y="3848100"/>
          <p14:tracePt t="1579" x="2006600" y="3867150"/>
          <p14:tracePt t="1596" x="1987550" y="3873500"/>
          <p14:tracePt t="1612" x="1981200" y="3873500"/>
          <p14:tracePt t="1646" x="1981200" y="3867150"/>
          <p14:tracePt t="1662" x="1993900" y="3867150"/>
          <p14:tracePt t="2082" x="2019300" y="3898900"/>
          <p14:tracePt t="2089" x="2057400" y="3956050"/>
          <p14:tracePt t="2104" x="2101850" y="4006850"/>
          <p14:tracePt t="2113" x="2152650" y="4064000"/>
          <p14:tracePt t="2127" x="2222500" y="4114800"/>
          <p14:tracePt t="2144" x="2279650" y="4171950"/>
          <p14:tracePt t="2161" x="2482850" y="4330700"/>
          <p14:tracePt t="2177" x="2565400" y="4381500"/>
          <p14:tracePt t="2194" x="2647950" y="4432300"/>
          <p14:tracePt t="2211" x="2825750" y="4572000"/>
          <p14:tracePt t="2227" x="2921000" y="4641850"/>
          <p14:tracePt t="2244" x="3244850" y="4876800"/>
          <p14:tracePt t="2260" x="3378200" y="4972050"/>
          <p14:tracePt t="2277" x="3581400" y="5099050"/>
          <p14:tracePt t="2294" x="3746500" y="5213350"/>
          <p14:tracePt t="2311" x="3829050" y="5276850"/>
          <p14:tracePt t="2327" x="3981450" y="5384800"/>
          <p14:tracePt t="2343" x="4146550" y="5511800"/>
          <p14:tracePt t="2360" x="4197350" y="5568950"/>
          <p14:tracePt t="2376" x="4286250" y="5651500"/>
          <p14:tracePt t="2393" x="4330700" y="5683250"/>
          <p14:tracePt t="2410" x="4343400" y="5695950"/>
          <p14:tracePt t="2427" x="4349750" y="5695950"/>
          <p14:tracePt t="2443" x="4349750" y="5702300"/>
          <p14:tracePt t="2483" x="4349750" y="5708650"/>
          <p14:tracePt t="2497" x="4349750" y="5721350"/>
          <p14:tracePt t="2504" x="4343400" y="5727700"/>
          <p14:tracePt t="2512" x="4324350" y="5734050"/>
          <p14:tracePt t="2527" x="4311650" y="5734050"/>
          <p14:tracePt t="3044" x="4311650" y="5746750"/>
          <p14:tracePt t="3072" x="4318000" y="5784850"/>
          <p14:tracePt t="3079" x="4311650" y="5803900"/>
          <p14:tracePt t="3090" x="4311650" y="5822950"/>
          <p14:tracePt t="3108" x="4305300" y="5867400"/>
          <p14:tracePt t="3124" x="4298950" y="5886450"/>
          <p14:tracePt t="3141" x="4279900" y="5937250"/>
          <p14:tracePt t="3157" x="4273550" y="5962650"/>
          <p14:tracePt t="3174" x="4267200" y="5969000"/>
          <p14:tracePt t="3191" x="4260850" y="5981700"/>
          <p14:tracePt t="3248" x="4267200" y="5975350"/>
          <p14:tracePt t="3255" x="4273550" y="5969000"/>
          <p14:tracePt t="3269" x="4279900" y="5969000"/>
          <p14:tracePt t="3277" x="4286250" y="5956300"/>
          <p14:tracePt t="3293" x="4305300" y="5949950"/>
          <p14:tracePt t="3306" x="4324350" y="5930900"/>
          <p14:tracePt t="3324" x="4356100" y="5918200"/>
          <p14:tracePt t="3340" x="4457700" y="5873750"/>
          <p14:tracePt t="3356" x="4508500" y="5854700"/>
          <p14:tracePt t="3373" x="4641850" y="5816600"/>
          <p14:tracePt t="3390" x="4800600" y="5784850"/>
          <p14:tracePt t="3406" x="4889500" y="5778500"/>
          <p14:tracePt t="3423" x="5073650" y="5759450"/>
          <p14:tracePt t="3439" x="5175250" y="5759450"/>
          <p14:tracePt t="3456" x="5391150" y="5727700"/>
          <p14:tracePt t="3473" x="5505450" y="5702300"/>
          <p14:tracePt t="3490" x="5619750" y="5683250"/>
          <p14:tracePt t="3506" x="5848350" y="5651500"/>
          <p14:tracePt t="3523" x="5956300" y="5632450"/>
          <p14:tracePt t="3539" x="6134100" y="5600700"/>
          <p14:tracePt t="3556" x="6223000" y="5600700"/>
          <p14:tracePt t="3573" x="6311900" y="5594350"/>
          <p14:tracePt t="3589" x="6457950" y="5562600"/>
          <p14:tracePt t="3606" x="6521450" y="5562600"/>
          <p14:tracePt t="3622" x="6616700" y="5537200"/>
          <p14:tracePt t="3656" x="6661150" y="5518150"/>
          <p14:tracePt t="3672" x="6756400" y="5492750"/>
          <p14:tracePt t="3705" x="6851650" y="5473700"/>
          <p14:tracePt t="3722" x="6883400" y="5467350"/>
          <p14:tracePt t="3738" x="6921500" y="5467350"/>
          <p14:tracePt t="3755" x="6953250" y="5461000"/>
          <p14:tracePt t="3771" x="6978650" y="5454650"/>
          <p14:tracePt t="3789" x="7029450" y="5448300"/>
          <p14:tracePt t="3804" x="7048500" y="5448300"/>
          <p14:tracePt t="3821" x="7061200" y="5448300"/>
          <p14:tracePt t="3838" x="7086600" y="5448300"/>
          <p14:tracePt t="3855" x="7092950" y="5448300"/>
          <p14:tracePt t="3871" x="7112000" y="5448300"/>
          <p14:tracePt t="3888" x="7118350" y="5448300"/>
          <p14:tracePt t="3921" x="7143750" y="5448300"/>
          <p14:tracePt t="3938" x="7156450" y="5448300"/>
          <p14:tracePt t="3954" x="7181850" y="5448300"/>
          <p14:tracePt t="3971" x="7200900" y="5454650"/>
          <p14:tracePt t="3988" x="7232650" y="5454650"/>
          <p14:tracePt t="4004" x="7302500" y="5461000"/>
          <p14:tracePt t="4021" x="7340600" y="5461000"/>
          <p14:tracePt t="4037" x="7429500" y="5461000"/>
          <p14:tracePt t="4054" x="7480300" y="5461000"/>
          <p14:tracePt t="4070" x="7524750" y="5461000"/>
          <p14:tracePt t="4087" x="7569200" y="5461000"/>
          <p14:tracePt t="4104" x="7594600" y="5454650"/>
          <p14:tracePt t="4121" x="7613650" y="5454650"/>
          <p14:tracePt t="4137" x="7626350" y="5448300"/>
          <p14:tracePt t="4154" x="7632700" y="5448300"/>
          <p14:tracePt t="4211" x="7632700" y="5441950"/>
          <p14:tracePt t="4218" x="7626350" y="5441950"/>
          <p14:tracePt t="4232" x="7613650" y="5441950"/>
          <p14:tracePt t="4246" x="7581900" y="5441950"/>
          <p14:tracePt t="4255" x="7543800" y="5448300"/>
          <p14:tracePt t="4270" x="7480300" y="5461000"/>
          <p14:tracePt t="4287" x="7410450" y="5467350"/>
          <p14:tracePt t="4303" x="7270750" y="5499100"/>
          <p14:tracePt t="4320" x="7200900" y="5505450"/>
          <p14:tracePt t="4337" x="7105650" y="5537200"/>
          <p14:tracePt t="4353" x="7073900" y="5543550"/>
          <p14:tracePt t="4369" x="7054850" y="5549900"/>
          <p14:tracePt t="4387" x="7029450" y="5556250"/>
          <p14:tracePt t="4403" x="7016750" y="5562600"/>
          <p14:tracePt t="4450" x="7023100" y="5562600"/>
          <p14:tracePt t="4464" x="7035800" y="5562600"/>
          <p14:tracePt t="4472" x="7061200" y="5562600"/>
          <p14:tracePt t="4486" x="7086600" y="5562600"/>
          <p14:tracePt t="4502" x="7124700" y="5562600"/>
          <p14:tracePt t="4520" x="7239000" y="5549900"/>
          <p14:tracePt t="4536" x="7308850" y="5543550"/>
          <p14:tracePt t="4552" x="7372350" y="5543550"/>
          <p14:tracePt t="4569" x="7461250" y="5530850"/>
          <p14:tracePt t="4586" x="7499350" y="5530850"/>
          <p14:tracePt t="4603" x="7524750" y="5524500"/>
          <p14:tracePt t="4619" x="7543800" y="5524500"/>
          <p14:tracePt t="4655" x="7543800" y="5518150"/>
          <p14:tracePt t="4716" x="7537450" y="5518150"/>
          <p14:tracePt t="4765" x="7524750" y="5518150"/>
          <p14:tracePt t="4772" x="7518400" y="5518150"/>
          <p14:tracePt t="4788" x="7512050" y="5518150"/>
          <p14:tracePt t="4802" x="7505700" y="5518150"/>
          <p14:tracePt t="4822" x="7493000" y="5518150"/>
          <p14:tracePt t="4837" x="7480300" y="5518150"/>
          <p14:tracePt t="4852" x="7461250" y="5524500"/>
          <p14:tracePt t="4868" x="7429500" y="5537200"/>
          <p14:tracePt t="4885" x="7346950" y="5562600"/>
          <p14:tracePt t="4901" x="7289800" y="5568950"/>
          <p14:tracePt t="4918" x="7169150" y="5594350"/>
          <p14:tracePt t="4935" x="7048500" y="5626100"/>
          <p14:tracePt t="4951" x="6997700" y="5632450"/>
          <p14:tracePt t="4968" x="6940550" y="5645150"/>
          <p14:tracePt t="4984" x="6877050" y="5645150"/>
          <p14:tracePt t="5001" x="6858000" y="5651500"/>
          <p14:tracePt t="5018" x="6832600" y="5651500"/>
          <p14:tracePt t="5034" x="6826250" y="5651500"/>
          <p14:tracePt t="5050" x="6819900" y="5651500"/>
          <p14:tracePt t="5068" x="6800850" y="5657850"/>
          <p14:tracePt t="5598" x="6750050" y="5657850"/>
          <p14:tracePt t="5612" x="6667500" y="5657850"/>
          <p14:tracePt t="5619" x="6591300" y="5670550"/>
          <p14:tracePt t="5634" x="6489700" y="5676900"/>
          <p14:tracePt t="5648" x="6362700" y="5689600"/>
          <p14:tracePt t="5665" x="6223000" y="5702300"/>
          <p14:tracePt t="5682" x="5899150" y="5734050"/>
          <p14:tracePt t="5698" x="5695950" y="5772150"/>
          <p14:tracePt t="5715" x="5276850" y="5842000"/>
          <p14:tracePt t="5732" x="4806950" y="5918200"/>
          <p14:tracePt t="5748" x="4489450" y="5962650"/>
          <p14:tracePt t="5765" x="4343400" y="5981700"/>
          <p14:tracePt t="5781" x="4089400" y="6038850"/>
          <p14:tracePt t="5798" x="3854450" y="6089650"/>
          <p14:tracePt t="5815" x="3638550" y="6134100"/>
          <p14:tracePt t="5831" x="3536950" y="6140450"/>
          <p14:tracePt t="5848" x="3314700" y="6197600"/>
          <p14:tracePt t="5865" x="3175000" y="6203950"/>
          <p14:tracePt t="5881" x="3117850" y="6216650"/>
          <p14:tracePt t="5898" x="3079750" y="6216650"/>
          <p14:tracePt t="5915" x="2952750" y="6184900"/>
          <p14:tracePt t="5931" x="2914650" y="6165850"/>
          <p14:tracePt t="6286" x="2857500" y="6165850"/>
          <p14:tracePt t="6294" x="2781300" y="6172200"/>
          <p14:tracePt t="6300" x="2705100" y="6184900"/>
          <p14:tracePt t="6316" x="2628900" y="6191250"/>
          <p14:tracePt t="6330" x="2482850" y="6210300"/>
          <p14:tracePt t="6346" x="2419350" y="6210300"/>
          <p14:tracePt t="6363" x="2279650" y="6223000"/>
          <p14:tracePt t="6379" x="2133600" y="6229350"/>
          <p14:tracePt t="6396" x="2057400" y="6229350"/>
          <p14:tracePt t="6413" x="1968500" y="6229350"/>
          <p14:tracePt t="6429" x="1898650" y="6235700"/>
          <p14:tracePt t="6445" x="1854200" y="6235700"/>
          <p14:tracePt t="6463" x="1809750" y="6242050"/>
          <p14:tracePt t="6479" x="1765300" y="6261100"/>
          <p14:tracePt t="6496" x="1746250" y="6261100"/>
          <p14:tracePt t="6512" x="1714500" y="6267450"/>
          <p14:tracePt t="6529" x="1689100" y="6267450"/>
          <p14:tracePt t="6546" x="1638300" y="6280150"/>
          <p14:tracePt t="6549" x="1619250" y="6292850"/>
          <p14:tracePt t="6562" x="1593850" y="6292850"/>
          <p14:tracePt t="6578" x="1568450" y="6305550"/>
          <p14:tracePt t="6596" x="1536700" y="6324600"/>
          <p14:tracePt t="6612" x="1511300" y="6330950"/>
          <p14:tracePt t="6628" x="1504950" y="6330950"/>
          <p14:tracePt t="6645" x="1492250" y="6330950"/>
          <p14:tracePt t="6708" x="1492250" y="6337300"/>
          <p14:tracePt t="6743" x="1485900" y="6343650"/>
          <p14:tracePt t="6884" x="1485900" y="6350000"/>
          <p14:tracePt t="6982" x="1492250" y="6350000"/>
          <p14:tracePt t="7024" x="1492250" y="6343650"/>
          <p14:tracePt t="7031" x="1492250" y="6337300"/>
          <p14:tracePt t="7061" x="1492250" y="6330950"/>
          <p14:tracePt t="7074" x="1492250" y="6324600"/>
          <p14:tracePt t="7080" x="1485900" y="6311900"/>
          <p14:tracePt t="7096" x="1479550" y="6299200"/>
          <p14:tracePt t="7111" x="1460500" y="6261100"/>
          <p14:tracePt t="7127" x="1454150" y="6242050"/>
          <p14:tracePt t="7144" x="1422400" y="6191250"/>
          <p14:tracePt t="7160" x="1416050" y="6178550"/>
          <p14:tracePt t="7177" x="1397000" y="6146800"/>
          <p14:tracePt t="7193" x="1384300" y="6127750"/>
          <p14:tracePt t="7210" x="1377950" y="6121400"/>
          <p14:tracePt t="7226" x="1377950" y="6108700"/>
          <p14:tracePt t="7243" x="1371600" y="6108700"/>
          <p14:tracePt t="7566" x="1365250" y="6108700"/>
          <p14:tracePt t="7579" x="1358900" y="6108700"/>
          <p14:tracePt t="7608" x="1352550" y="6115050"/>
          <p14:tracePt t="7614" x="1346200" y="6115050"/>
          <p14:tracePt t="7643" x="1339850" y="6121400"/>
          <p14:tracePt t="7678" x="1339850" y="6127750"/>
          <p14:tracePt t="7699" x="1333500" y="6127750"/>
          <p14:tracePt t="7727" x="1327150" y="6127750"/>
          <p14:tracePt t="7762" x="1320800" y="6127750"/>
          <p14:tracePt t="7783" x="1314450" y="6127750"/>
          <p14:tracePt t="7832" x="1308100" y="6127750"/>
          <p14:tracePt t="7882" x="1308100" y="6134100"/>
          <p14:tracePt t="7910" x="1314450" y="6134100"/>
          <p14:tracePt t="7916" x="1327150" y="6134100"/>
          <p14:tracePt t="7931" x="1333500" y="6134100"/>
          <p14:tracePt t="7944" x="1346200" y="6134100"/>
          <p14:tracePt t="7957" x="1371600" y="6134100"/>
          <p14:tracePt t="7974" x="1397000" y="6134100"/>
          <p14:tracePt t="7990" x="1447800" y="6134100"/>
          <p14:tracePt t="8007" x="1587500" y="6127750"/>
          <p14:tracePt t="8023" x="1682750" y="6115050"/>
          <p14:tracePt t="8040" x="1771650" y="6115050"/>
          <p14:tracePt t="8058" x="1949450" y="6108700"/>
          <p14:tracePt t="8073" x="2025650" y="6108700"/>
          <p14:tracePt t="8090" x="2089150" y="6096000"/>
          <p14:tracePt t="8107" x="2190750" y="6096000"/>
          <p14:tracePt t="8123" x="2222500" y="6089650"/>
          <p14:tracePt t="8140" x="2241550" y="6089650"/>
          <p14:tracePt t="8157" x="2266950" y="6089650"/>
          <p14:tracePt t="8173" x="2279650" y="6089650"/>
          <p14:tracePt t="8191" x="2292350" y="6089650"/>
          <p14:tracePt t="8206" x="2298700" y="6089650"/>
          <p14:tracePt t="8241" x="2311400" y="6089650"/>
          <p14:tracePt t="8256" x="2336800" y="6096000"/>
          <p14:tracePt t="8272" x="2362200" y="6096000"/>
          <p14:tracePt t="8290" x="2457450" y="6115050"/>
          <p14:tracePt t="8306" x="2520950" y="6121400"/>
          <p14:tracePt t="8323" x="2616200" y="6146800"/>
          <p14:tracePt t="8339" x="2806700" y="6153150"/>
          <p14:tracePt t="8356" x="2908300" y="6153150"/>
          <p14:tracePt t="8373" x="3073400" y="6140450"/>
          <p14:tracePt t="8389" x="3130550" y="6134100"/>
          <p14:tracePt t="8405" x="3181350" y="6121400"/>
          <p14:tracePt t="8423" x="3251200" y="6108700"/>
          <p14:tracePt t="8439" x="3270250" y="6102350"/>
          <p14:tracePt t="8455" x="3289300" y="6096000"/>
          <p14:tracePt t="8472" x="3302000" y="6096000"/>
          <p14:tracePt t="8505" x="3314700" y="6096000"/>
          <p14:tracePt t="8528" x="3321050" y="6089650"/>
          <p14:tracePt t="8577" x="3327400" y="6089650"/>
          <p14:tracePt t="8668" x="3321050" y="6089650"/>
          <p14:tracePt t="8718" x="3314700" y="6089650"/>
          <p14:tracePt t="8837" x="3321050" y="6089650"/>
          <p14:tracePt t="8865" x="3327400" y="6089650"/>
          <p14:tracePt t="8879" x="3333750" y="6089650"/>
          <p14:tracePt t="8935" x="3340100" y="6083300"/>
          <p14:tracePt t="8971" x="3346450" y="6083300"/>
          <p14:tracePt t="9013" x="3352800" y="6083300"/>
          <p14:tracePt t="9048" x="3359150" y="6083300"/>
          <p14:tracePt t="9055" x="3365500" y="6083300"/>
          <p14:tracePt t="9188" x="3365500" y="6076950"/>
          <p14:tracePt t="9238" x="3365500" y="6070600"/>
          <p14:tracePt t="9821" x="3359150" y="6070600"/>
          <p14:tracePt t="9827" x="3327400" y="6083300"/>
          <p14:tracePt t="9842" x="3289300" y="6083300"/>
          <p14:tracePt t="9856" x="3219450" y="6102350"/>
          <p14:tracePt t="9871" x="3143250" y="6108700"/>
          <p14:tracePt t="9884" x="3041650" y="6121400"/>
          <p14:tracePt t="9900" x="2940050" y="6134100"/>
          <p14:tracePt t="9917" x="2673350" y="6140450"/>
          <p14:tracePt t="9934" x="2533650" y="6140450"/>
          <p14:tracePt t="9950" x="2273300" y="6153150"/>
          <p14:tracePt t="9967" x="2146300" y="6153150"/>
          <p14:tracePt t="9983" x="1816100" y="6172200"/>
          <p14:tracePt t="10000" x="1739900" y="6172200"/>
          <p14:tracePt t="10017" x="1606550" y="6184900"/>
          <p14:tracePt t="10033" x="1543050" y="6184900"/>
          <p14:tracePt t="10050" x="1517650" y="6184900"/>
          <p14:tracePt t="10067" x="1492250" y="6191250"/>
          <p14:tracePt t="10083" x="1485900" y="6191250"/>
          <p14:tracePt t="10460" x="1492250" y="6191250"/>
          <p14:tracePt t="10475" x="1511300" y="6191250"/>
          <p14:tracePt t="10489" x="1549400" y="6191250"/>
          <p14:tracePt t="10496" x="1587500" y="6184900"/>
          <p14:tracePt t="10510" x="1651000" y="6184900"/>
          <p14:tracePt t="10524" x="1714500" y="6184900"/>
          <p14:tracePt t="10532" x="1797050" y="6172200"/>
          <p14:tracePt t="10548" x="1885950" y="6159500"/>
          <p14:tracePt t="10566" x="1962150" y="6153150"/>
          <p14:tracePt t="10581" x="2127250" y="6140450"/>
          <p14:tracePt t="10598" x="2203450" y="6140450"/>
          <p14:tracePt t="10616" x="2324100" y="6134100"/>
          <p14:tracePt t="10632" x="2362200" y="6134100"/>
          <p14:tracePt t="10648" x="2393950" y="6134100"/>
          <p14:tracePt t="10665" x="2451100" y="6127750"/>
          <p14:tracePt t="10681" x="2476500" y="6121400"/>
          <p14:tracePt t="10698" x="2508250" y="6121400"/>
          <p14:tracePt t="10714" x="2559050" y="6115050"/>
          <p14:tracePt t="10731" x="2584450" y="6115050"/>
          <p14:tracePt t="10747" x="2622550" y="6115050"/>
          <p14:tracePt t="10764" x="2717800" y="6121400"/>
          <p14:tracePt t="10780" x="2794000" y="6121400"/>
          <p14:tracePt t="10798" x="2984500" y="6121400"/>
          <p14:tracePt t="10814" x="3124200" y="6121400"/>
          <p14:tracePt t="10831" x="3276600" y="6134100"/>
          <p14:tracePt t="10848" x="3752850" y="6127750"/>
          <p14:tracePt t="10864" x="4025900" y="6096000"/>
          <p14:tracePt t="10881" x="4267200" y="6064250"/>
          <p14:tracePt t="10897" x="4597400" y="6045200"/>
          <p14:tracePt t="10914" x="4711700" y="6032500"/>
          <p14:tracePt t="10930" x="4775200" y="6026150"/>
          <p14:tracePt t="10947" x="4870450" y="6007100"/>
          <p14:tracePt t="10963" x="4895850" y="6007100"/>
          <p14:tracePt t="10981" x="4902200" y="6007100"/>
          <p14:tracePt t="11058" x="4895850" y="6007100"/>
          <p14:tracePt t="11086" x="4889500" y="6007100"/>
          <p14:tracePt t="11150" x="4883150" y="6007100"/>
          <p14:tracePt t="11213" x="4895850" y="6007100"/>
          <p14:tracePt t="11227" x="4914900" y="6007100"/>
          <p14:tracePt t="11241" x="4940300" y="6013450"/>
          <p14:tracePt t="11255" x="4984750" y="6019800"/>
          <p14:tracePt t="11265" x="5080000" y="6032500"/>
          <p14:tracePt t="11278" x="5194300" y="6045200"/>
          <p14:tracePt t="11295" x="5334000" y="6064250"/>
          <p14:tracePt t="11313" x="5530850" y="6089650"/>
          <p14:tracePt t="11329" x="5746750" y="6102350"/>
          <p14:tracePt t="11345" x="5981700" y="6115050"/>
          <p14:tracePt t="11362" x="6477000" y="6115050"/>
          <p14:tracePt t="11379" x="6718300" y="6108700"/>
          <p14:tracePt t="11396" x="7035800" y="6089650"/>
          <p14:tracePt t="11412" x="7150100" y="6076950"/>
          <p14:tracePt t="11428" x="7226300" y="6076950"/>
          <p14:tracePt t="11446" x="7315200" y="6064250"/>
          <p14:tracePt t="11462" x="7340600" y="6057900"/>
          <p14:tracePt t="11478" x="7346950" y="6057900"/>
          <p14:tracePt t="11565" x="7340600" y="6057900"/>
          <p14:tracePt t="11593" x="7334250" y="6057900"/>
          <p14:tracePt t="11628" x="7327900" y="6057900"/>
          <p14:tracePt t="11677" x="7321550" y="6057900"/>
          <p14:tracePt t="11691" x="7308850" y="6057900"/>
          <p14:tracePt t="11698" x="7289800" y="6057900"/>
          <p14:tracePt t="11713" x="7264400" y="6057900"/>
          <p14:tracePt t="11728" x="7213600" y="6057900"/>
          <p14:tracePt t="11743" x="7124700" y="6057900"/>
          <p14:tracePt t="11761" x="6845300" y="6057900"/>
          <p14:tracePt t="11777" x="6635750" y="6057900"/>
          <p14:tracePt t="11794" x="6369050" y="6070600"/>
          <p14:tracePt t="11811" x="5454650" y="6070600"/>
          <p14:tracePt t="11827" x="5168900" y="6070600"/>
          <p14:tracePt t="11844" x="4673600" y="6070600"/>
          <p14:tracePt t="11861" x="4286250" y="6070600"/>
          <p14:tracePt t="11877" x="4146550" y="6070600"/>
          <p14:tracePt t="11894" x="3879850" y="6070600"/>
          <p14:tracePt t="11910" x="3670300" y="6070600"/>
          <p14:tracePt t="11927" x="3581400" y="6070600"/>
          <p14:tracePt t="11944" x="3435350" y="6083300"/>
          <p14:tracePt t="11960" x="3333750" y="6083300"/>
          <p14:tracePt t="11977" x="3302000" y="6083300"/>
          <p14:tracePt t="11994" x="3244850" y="6089650"/>
          <p14:tracePt t="12010" x="3213100" y="6089650"/>
          <p14:tracePt t="12026" x="3206750" y="6089650"/>
          <p14:tracePt t="12043" x="3194050" y="6089650"/>
          <p14:tracePt t="12064" x="3187700" y="6089650"/>
          <p14:tracePt t="12076" x="3187700" y="6096000"/>
          <p14:tracePt t="12093" x="3181350" y="6096000"/>
          <p14:tracePt t="12148" x="3168650" y="6102350"/>
          <p14:tracePt t="12155" x="3162300" y="6102350"/>
          <p14:tracePt t="12170" x="3149600" y="6108700"/>
          <p14:tracePt t="12178" x="3136900" y="6108700"/>
          <p14:tracePt t="12192" x="3111500" y="6108700"/>
          <p14:tracePt t="12210" x="3105150" y="6108700"/>
          <p14:tracePt t="12226" x="3079750" y="6108700"/>
          <p14:tracePt t="12242" x="3067050" y="6108700"/>
          <p14:tracePt t="12259" x="3060700" y="6108700"/>
          <p14:tracePt t="12276" x="3048000" y="6108700"/>
          <p14:tracePt t="12422" x="3054350" y="6108700"/>
          <p14:tracePt t="12437" x="3067050" y="6108700"/>
          <p14:tracePt t="12451" x="3086100" y="6108700"/>
          <p14:tracePt t="12465" x="3117850" y="6108700"/>
          <p14:tracePt t="12475" x="3168650" y="6121400"/>
          <p14:tracePt t="12491" x="3219450" y="6121400"/>
          <p14:tracePt t="12508" x="3321050" y="6127750"/>
          <p14:tracePt t="12525" x="3378200" y="6127750"/>
          <p14:tracePt t="12542" x="3429000" y="6140450"/>
          <p14:tracePt t="12558" x="3486150" y="6146800"/>
          <p14:tracePt t="12574" x="3505200" y="6146800"/>
          <p14:tracePt t="12592" x="3536950" y="6146800"/>
          <p14:tracePt t="12608" x="3543300" y="6146800"/>
          <p14:tracePt t="12624" x="3556000" y="6146800"/>
          <p14:tracePt t="12641" x="3587750" y="6146800"/>
          <p14:tracePt t="12658" x="3606800" y="6146800"/>
          <p14:tracePt t="12674" x="3657600" y="6153150"/>
          <p14:tracePt t="12691" x="3886200" y="6165850"/>
          <p14:tracePt t="12707" x="4044950" y="6172200"/>
          <p14:tracePt t="12723" x="4235450" y="6165850"/>
          <p14:tracePt t="12740" x="4641850" y="6127750"/>
          <p14:tracePt t="12757" x="4813300" y="6102350"/>
          <p14:tracePt t="12774" x="5022850" y="6051550"/>
          <p14:tracePt t="12790" x="5086350" y="6032500"/>
          <p14:tracePt t="12807" x="5143500" y="6026150"/>
          <p14:tracePt t="12824" x="5187950" y="6000750"/>
          <p14:tracePt t="12840" x="5200650" y="5994400"/>
          <p14:tracePt t="12857" x="5207000" y="5994400"/>
          <p14:tracePt t="12874" x="5207000" y="5988050"/>
          <p14:tracePt t="12894" x="5213350" y="5988050"/>
          <p14:tracePt t="12992" x="5213350" y="5994400"/>
          <p14:tracePt t="13020" x="5213350" y="6000750"/>
          <p14:tracePt t="13042" x="5226050" y="6000750"/>
          <p14:tracePt t="13056" x="5232400" y="6000750"/>
          <p14:tracePt t="13063" x="5245100" y="6007100"/>
          <p14:tracePt t="13077" x="5270500" y="6013450"/>
          <p14:tracePt t="13092" x="5314950" y="6013450"/>
          <p14:tracePt t="13107" x="5353050" y="6013450"/>
          <p14:tracePt t="13123" x="5429250" y="6019800"/>
          <p14:tracePt t="13140" x="5518150" y="6019800"/>
          <p14:tracePt t="13156" x="5632450" y="6032500"/>
          <p14:tracePt t="13173" x="5759450" y="6032500"/>
          <p14:tracePt t="13190" x="6051550" y="6045200"/>
          <p14:tracePt t="13206" x="6191250" y="6045200"/>
          <p14:tracePt t="13222" x="6318250" y="6038850"/>
          <p14:tracePt t="13239" x="6496050" y="6019800"/>
          <p14:tracePt t="13256" x="6559550" y="6019800"/>
          <p14:tracePt t="13272" x="6610350" y="6019800"/>
          <p14:tracePt t="13289" x="6667500" y="6019800"/>
          <p14:tracePt t="13305" x="6699250" y="6019800"/>
          <p14:tracePt t="13323" x="6737350" y="6019800"/>
          <p14:tracePt t="13338" x="6762750" y="6019800"/>
          <p14:tracePt t="13355" x="6800850" y="6019800"/>
          <p14:tracePt t="13372" x="6927850" y="6019800"/>
          <p14:tracePt t="13389" x="7042150" y="6019800"/>
          <p14:tracePt t="13405" x="7175500" y="6019800"/>
          <p14:tracePt t="13422" x="7556500" y="6019800"/>
          <p14:tracePt t="13438" x="7823200" y="6026150"/>
          <p14:tracePt t="13455" x="8274050" y="6019800"/>
          <p14:tracePt t="13471" x="8432800" y="6019800"/>
          <p14:tracePt t="13488" x="8559800" y="6000750"/>
          <p14:tracePt t="13505" x="8724900" y="5969000"/>
          <p14:tracePt t="13521" x="8801100" y="5943600"/>
          <p14:tracePt t="13538" x="8813800" y="5943600"/>
          <p14:tracePt t="13555" x="8826500" y="5937250"/>
          <p14:tracePt t="13689" x="8820150" y="5937250"/>
          <p14:tracePt t="13724" x="8813800" y="5937250"/>
          <p14:tracePt t="13731" x="8807450" y="5937250"/>
          <p14:tracePt t="13745" x="8801100" y="5937250"/>
          <p14:tracePt t="13753" x="8794750" y="5937250"/>
          <p14:tracePt t="13770" x="8775700" y="5937250"/>
          <p14:tracePt t="13788" x="8718550" y="5937250"/>
          <p14:tracePt t="13804" x="8572500" y="5943600"/>
          <p14:tracePt t="13820" x="8445500" y="5943600"/>
          <p14:tracePt t="13837" x="8153400" y="5956300"/>
          <p14:tracePt t="13854" x="7658100" y="5969000"/>
          <p14:tracePt t="13870" x="7346950" y="5969000"/>
          <p14:tracePt t="13886" x="6667500" y="5981700"/>
          <p14:tracePt t="13903" x="5918200" y="5981700"/>
          <p14:tracePt t="13921" x="5187950" y="6000750"/>
          <p14:tracePt t="13936" x="4870450" y="6013450"/>
          <p14:tracePt t="13953" x="4349750" y="6032500"/>
          <p14:tracePt t="13971" x="3930650" y="6032500"/>
          <p14:tracePt t="13986" x="3752850" y="6032500"/>
          <p14:tracePt t="14003" x="3422650" y="6057900"/>
          <p14:tracePt t="14020" x="3282950" y="6057900"/>
          <p14:tracePt t="14036" x="3041650" y="6076950"/>
          <p14:tracePt t="14053" x="2952750" y="6083300"/>
          <p14:tracePt t="14070" x="2838450" y="6083300"/>
          <p14:tracePt t="14086" x="2794000" y="6083300"/>
          <p14:tracePt t="14103" x="2755900" y="6083300"/>
          <p14:tracePt t="14119" x="2717800" y="6089650"/>
          <p14:tracePt t="14136" x="2705100" y="6102350"/>
          <p14:tracePt t="14155" x="2698750" y="6102350"/>
          <p14:tracePt t="14251" x="2692400" y="6102350"/>
          <p14:tracePt t="14265" x="2686050" y="6102350"/>
          <p14:tracePt t="14279" x="2679700" y="6102350"/>
          <p14:tracePt t="14288" x="2660650" y="6102350"/>
          <p14:tracePt t="14302" x="2635250" y="6102350"/>
          <p14:tracePt t="14318" x="2584450" y="6102350"/>
          <p14:tracePt t="14336" x="2520950" y="6108700"/>
          <p14:tracePt t="14352" x="2387600" y="6127750"/>
          <p14:tracePt t="14368" x="2247900" y="6153150"/>
          <p14:tracePt t="14386" x="2114550" y="6172200"/>
          <p14:tracePt t="14401" x="2070100" y="6184900"/>
          <p14:tracePt t="14418" x="2019300" y="6197600"/>
          <p14:tracePt t="14435" x="1981200" y="6203950"/>
          <p14:tracePt t="14451" x="1968500" y="6203950"/>
          <p14:tracePt t="14468" x="1943100" y="6203950"/>
          <p14:tracePt t="14485" x="1917700" y="6210300"/>
          <p14:tracePt t="14501" x="1911350" y="6210300"/>
          <p14:tracePt t="14518" x="1898650" y="6210300"/>
          <p14:tracePt t="14534" x="1866900" y="6203950"/>
          <p14:tracePt t="14551" x="1841500" y="6197600"/>
          <p14:tracePt t="14568" x="1822450" y="6178550"/>
          <p14:tracePt t="14897" x="1809750" y="6184900"/>
          <p14:tracePt t="14904" x="1790700" y="6203950"/>
          <p14:tracePt t="14919" x="1778000" y="6216650"/>
          <p14:tracePt t="14933" x="1739900" y="6242050"/>
          <p14:tracePt t="14950" x="1727200" y="6248400"/>
          <p14:tracePt t="14966" x="1708150" y="6254750"/>
          <p14:tracePt t="14983" x="1676400" y="6261100"/>
          <p14:tracePt t="15000" x="1638300" y="6261100"/>
          <p14:tracePt t="15017" x="1606550" y="6261100"/>
          <p14:tracePt t="15033" x="1593850" y="6267450"/>
          <p14:tracePt t="15049" x="1574800" y="6267450"/>
          <p14:tracePt t="15067" x="1568450" y="6273800"/>
          <p14:tracePt t="15082" x="1562100" y="6273800"/>
          <p14:tracePt t="15129" x="1568450" y="6273800"/>
          <p14:tracePt t="15136" x="1568450" y="6267450"/>
          <p14:tracePt t="15149" x="1574800" y="6267450"/>
          <p14:tracePt t="15165" x="1606550" y="6254750"/>
          <p14:tracePt t="15182" x="1638300" y="6248400"/>
          <p14:tracePt t="15200" x="1771650" y="6210300"/>
          <p14:tracePt t="15215" x="1943100" y="6146800"/>
          <p14:tracePt t="15231" x="2051050" y="6127750"/>
          <p14:tracePt t="15250" x="2279650" y="6064250"/>
          <p14:tracePt t="15265" x="2362200" y="6032500"/>
          <p14:tracePt t="15281" x="2495550" y="6007100"/>
          <p14:tracePt t="15299" x="2565400" y="5981700"/>
          <p14:tracePt t="15315" x="2578100" y="5981700"/>
          <p14:tracePt t="15332" x="2597150" y="5975350"/>
          <p14:tracePt t="15348" x="2603500" y="5975350"/>
          <p14:tracePt t="15516" x="2603500" y="5981700"/>
          <p14:tracePt t="15558" x="2597150" y="5981700"/>
          <p14:tracePt t="15566" x="2590800" y="5981700"/>
          <p14:tracePt t="15579" x="2584450" y="5988050"/>
          <p14:tracePt t="15586" x="2578100" y="5994400"/>
          <p14:tracePt t="15600" x="2571750" y="6000750"/>
          <p14:tracePt t="15614" x="2546350" y="6013450"/>
          <p14:tracePt t="15630" x="2482850" y="6051550"/>
          <p14:tracePt t="15647" x="2438400" y="6089650"/>
          <p14:tracePt t="15664" x="2362200" y="6140450"/>
          <p14:tracePt t="15681" x="2266950" y="6216650"/>
          <p14:tracePt t="15697" x="2247900" y="6235700"/>
          <p14:tracePt t="15714" x="2209800" y="6280150"/>
          <p14:tracePt t="15730" x="2209800" y="6305550"/>
          <p14:tracePt t="15747" x="2216150" y="6311900"/>
          <p14:tracePt t="15763" x="2247900" y="6318250"/>
          <p14:tracePt t="15780" x="2292350" y="6324600"/>
          <p14:tracePt t="15798" x="2336800" y="6324600"/>
          <p14:tracePt t="15813" x="2368550" y="6324600"/>
          <p14:tracePt t="15830" x="2387600" y="6324600"/>
          <p14:tracePt t="15847" x="2419350" y="6324600"/>
          <p14:tracePt t="15917" x="2419350" y="6330950"/>
          <p14:tracePt t="15938" x="2406650" y="6330950"/>
          <p14:tracePt t="15980" x="2400300" y="6330950"/>
          <p14:tracePt t="16008" x="2393950" y="6330950"/>
          <p14:tracePt t="16030" x="2387600" y="6330950"/>
          <p14:tracePt t="16044" x="2381250" y="6330950"/>
          <p14:tracePt t="16058" x="2374900" y="6330950"/>
          <p14:tracePt t="16071" x="2368550" y="6337300"/>
          <p14:tracePt t="16081" x="2362200" y="6337300"/>
          <p14:tracePt t="16095" x="2355850" y="6337300"/>
          <p14:tracePt t="16112" x="2324100" y="6337300"/>
          <p14:tracePt t="16129" x="2273300" y="6356350"/>
          <p14:tracePt t="16145" x="2247900" y="6362700"/>
          <p14:tracePt t="16164" x="2146300" y="6375400"/>
          <p14:tracePt t="16179" x="2127250" y="6375400"/>
          <p14:tracePt t="16195" x="2082800" y="6381750"/>
          <p14:tracePt t="16213" x="2057400" y="6381750"/>
          <p14:tracePt t="16228" x="2051050" y="6381750"/>
          <p14:tracePt t="16245" x="2044700" y="6381750"/>
          <p14:tracePt t="16304" x="2038350" y="6381750"/>
          <p14:tracePt t="16360" x="2044700" y="6375400"/>
          <p14:tracePt t="16374" x="2057400" y="6369050"/>
          <p14:tracePt t="16381" x="2082800" y="6362700"/>
          <p14:tracePt t="16397" x="2120900" y="6356350"/>
          <p14:tracePt t="16411" x="2266950" y="6318250"/>
          <p14:tracePt t="16428" x="2355850" y="6305550"/>
          <p14:tracePt t="16445" x="2584450" y="6261100"/>
          <p14:tracePt t="16461" x="2698750" y="6242050"/>
          <p14:tracePt t="16478" x="2933700" y="6210300"/>
          <p14:tracePt t="16494" x="3124200" y="6191250"/>
          <p14:tracePt t="16511" x="3213100" y="6178550"/>
          <p14:tracePt t="16528" x="3371850" y="6159500"/>
          <p14:tracePt t="16544" x="3486150" y="6159500"/>
          <p14:tracePt t="16560" x="3536950" y="6159500"/>
          <p14:tracePt t="16578" x="3606800" y="6159500"/>
          <p14:tracePt t="16594" x="3651250" y="6159500"/>
          <p14:tracePt t="16610" x="3657600" y="6165850"/>
          <p14:tracePt t="16628" x="3670300" y="6172200"/>
          <p14:tracePt t="16760" x="3670300" y="6178550"/>
          <p14:tracePt t="16775" x="3676650" y="6178550"/>
          <p14:tracePt t="16782" x="3689350" y="6178550"/>
          <p14:tracePt t="16797" x="3702050" y="6184900"/>
          <p14:tracePt t="16813" x="3721100" y="6191250"/>
          <p14:tracePt t="16826" x="3771900" y="6197600"/>
          <p14:tracePt t="16843" x="3848100" y="6216650"/>
          <p14:tracePt t="16859" x="3962400" y="6242050"/>
          <p14:tracePt t="16876" x="4406900" y="6280150"/>
          <p14:tracePt t="16893" x="4699000" y="6292850"/>
          <p14:tracePt t="16910" x="5302250" y="6286500"/>
          <p14:tracePt t="16926" x="5759450" y="6242050"/>
          <p14:tracePt t="16944" x="6019800" y="6184900"/>
          <p14:tracePt t="16960" x="6096000" y="6165850"/>
          <p14:tracePt t="16976" x="6191250" y="6140450"/>
          <p14:tracePt t="16993" x="6216650" y="6127750"/>
          <p14:tracePt t="17009" x="6223000" y="6121400"/>
          <p14:tracePt t="17043" x="6216650" y="6115050"/>
          <p14:tracePt t="17059" x="6203950" y="6115050"/>
          <p14:tracePt t="17076" x="6153150" y="6115050"/>
          <p14:tracePt t="17092" x="5975350" y="6108700"/>
          <p14:tracePt t="17109" x="5835650" y="6108700"/>
          <p14:tracePt t="17126" x="5118100" y="6096000"/>
          <p14:tracePt t="17141" x="4781550" y="6096000"/>
          <p14:tracePt t="17159" x="4114800" y="6096000"/>
          <p14:tracePt t="17176" x="3536950" y="6108700"/>
          <p14:tracePt t="17192" x="3302000" y="6108700"/>
          <p14:tracePt t="17208" x="2978150" y="6115050"/>
          <p14:tracePt t="17225" x="2749550" y="6146800"/>
          <p14:tracePt t="17242" x="2673350" y="6159500"/>
          <p14:tracePt t="17258" x="2540000" y="6184900"/>
          <p14:tracePt t="17274" x="2413000" y="6203950"/>
          <p14:tracePt t="17291" x="2355850" y="6223000"/>
          <p14:tracePt t="17308" x="2311400" y="6235700"/>
          <p14:tracePt t="17325" x="2228850" y="6267450"/>
          <p14:tracePt t="17341" x="2216150" y="6273800"/>
          <p14:tracePt t="17359" x="2203450" y="6273800"/>
          <p14:tracePt t="17375" x="2197100" y="6280150"/>
          <p14:tracePt t="17410" x="2197100" y="6286500"/>
          <p14:tracePt t="17450" x="2197100" y="6292850"/>
          <p14:tracePt t="17458" x="2190750" y="6299200"/>
          <p14:tracePt t="17478" x="2184400" y="6305550"/>
          <p14:tracePt t="17485" x="2178050" y="6311900"/>
          <p14:tracePt t="17506" x="2165350" y="6318250"/>
          <p14:tracePt t="17520" x="2159000" y="6318250"/>
          <p14:tracePt t="17528" x="2146300" y="6330950"/>
          <p14:tracePt t="17543" x="2127250" y="6337300"/>
          <p14:tracePt t="17557" x="2076450" y="6369050"/>
          <p14:tracePt t="17574" x="2032000" y="6388100"/>
          <p14:tracePt t="17591" x="1936750" y="6419850"/>
          <p14:tracePt t="17607" x="1835150" y="6464300"/>
          <p14:tracePt t="17624" x="1803400" y="6483350"/>
          <p14:tracePt t="17641" x="1733550" y="6496050"/>
          <p14:tracePt t="18106" x="1968500" y="6464300"/>
          <p14:tracePt t="18111" x="2057400" y="6445250"/>
          <p14:tracePt t="18125" x="2133600" y="6426200"/>
          <p14:tracePt t="18141" x="2203450" y="6407150"/>
          <p14:tracePt t="18155" x="2266950" y="6400800"/>
          <p14:tracePt t="18172" x="2311400" y="6388100"/>
          <p14:tracePt t="18189" x="2349500" y="6381750"/>
          <p14:tracePt t="18205" x="2362200" y="6381750"/>
          <p14:tracePt t="18222" x="2374900" y="6375400"/>
          <p14:tracePt t="18365" x="2374900" y="6381750"/>
          <p14:tracePt t="18442" x="2368550" y="6388100"/>
          <p14:tracePt t="18477" x="2362200" y="6388100"/>
          <p14:tracePt t="18491" x="2362200" y="6394450"/>
          <p14:tracePt t="18540" x="2362200" y="6400800"/>
          <p14:tracePt t="18582" x="2368550" y="6400800"/>
          <p14:tracePt t="18604" x="2374900" y="6400800"/>
          <p14:tracePt t="18611" x="2381250" y="6407150"/>
          <p14:tracePt t="18624" x="2393950" y="6407150"/>
          <p14:tracePt t="18637" x="2413000" y="6407150"/>
          <p14:tracePt t="18654" x="2470150" y="6413500"/>
          <p14:tracePt t="18670" x="2514600" y="6426200"/>
          <p14:tracePt t="18687" x="2597150" y="6432550"/>
          <p14:tracePt t="18703" x="2679700" y="6451600"/>
          <p14:tracePt t="18720" x="2717800" y="6451600"/>
          <p14:tracePt t="18737" x="2768600" y="6451600"/>
          <p14:tracePt t="18753" x="2800350" y="6457950"/>
          <p14:tracePt t="18770" x="2806700" y="6457950"/>
          <p14:tracePt t="18787" x="2813050" y="6457950"/>
          <p14:tracePt t="18976" x="2819400" y="6457950"/>
          <p14:tracePt t="18990" x="2825750" y="6457950"/>
          <p14:tracePt t="19005" x="2832100" y="6457950"/>
          <p14:tracePt t="19011" x="2844800" y="6457950"/>
          <p14:tracePt t="19040" x="2851150" y="6457950"/>
          <p14:tracePt t="19061" x="2857500" y="6451600"/>
          <p14:tracePt t="19075" x="2863850" y="6451600"/>
          <p14:tracePt t="19089" x="2870200" y="6451600"/>
          <p14:tracePt t="19096" x="2876550" y="6445250"/>
          <p14:tracePt t="19131" x="2882900" y="6445250"/>
          <p14:tracePt t="19159" x="2889250" y="6445250"/>
          <p14:tracePt t="19209" x="2889250" y="6438900"/>
          <p14:tracePt t="19279" x="2882900" y="6438900"/>
          <p14:tracePt t="19293" x="2870200" y="6438900"/>
          <p14:tracePt t="19307" x="2863850" y="6438900"/>
          <p14:tracePt t="19314" x="2851150" y="6438900"/>
          <p14:tracePt t="19328" x="2832100" y="6438900"/>
          <p14:tracePt t="19337" x="2813050" y="6438900"/>
          <p14:tracePt t="19351" x="2781300" y="6438900"/>
          <p14:tracePt t="19368" x="2717800" y="6438900"/>
          <p14:tracePt t="19385" x="2679700" y="6438900"/>
          <p14:tracePt t="19401" x="2597150" y="6451600"/>
          <p14:tracePt t="19418" x="2571750" y="6451600"/>
          <p14:tracePt t="19434" x="2501900" y="6457950"/>
          <p14:tracePt t="19451" x="2489200" y="6457950"/>
          <p14:tracePt t="19468" x="2482850" y="6457950"/>
          <p14:tracePt t="19484" x="2470150" y="6457950"/>
          <p14:tracePt t="19501" x="2463800" y="6457950"/>
          <p14:tracePt t="19546" x="2457450" y="6457950"/>
          <p14:tracePt t="19666" x="2463800" y="6457950"/>
          <p14:tracePt t="19680" x="2470150" y="6457950"/>
          <p14:tracePt t="19694" x="2476500" y="6457950"/>
          <p14:tracePt t="19715" x="2489200" y="6457950"/>
          <p14:tracePt t="19729" x="2495550" y="6451600"/>
          <p14:tracePt t="19751" x="2508250" y="6451600"/>
          <p14:tracePt t="19764" x="2520950" y="6451600"/>
          <p14:tracePt t="19778" x="2540000" y="6451600"/>
          <p14:tracePt t="19786" x="2565400" y="6451600"/>
          <p14:tracePt t="19802" x="2584450" y="6451600"/>
          <p14:tracePt t="19816" x="2603500" y="6451600"/>
          <p14:tracePt t="19833" x="2628900" y="6451600"/>
          <p14:tracePt t="19849" x="2667000" y="6445250"/>
          <p14:tracePt t="19866" x="2686050" y="6445250"/>
          <p14:tracePt t="19882" x="2698750" y="6445250"/>
          <p14:tracePt t="19899" x="2705100" y="6445250"/>
          <p14:tracePt t="20017" x="2698750" y="6445250"/>
          <p14:tracePt t="20032" x="2692400" y="6445250"/>
          <p14:tracePt t="20038" x="2686050" y="6451600"/>
          <p14:tracePt t="20053" x="2673350" y="6451600"/>
          <p14:tracePt t="20065" x="2673350" y="6457950"/>
          <p14:tracePt t="20082" x="2647950" y="6464300"/>
          <p14:tracePt t="20098" x="2622550" y="6483350"/>
          <p14:tracePt t="20116" x="2584450" y="6508750"/>
          <p14:tracePt t="20132" x="2527300" y="6540500"/>
          <p14:tracePt t="20148" x="2514600" y="6559550"/>
          <p14:tracePt t="20165" x="2470150" y="6584950"/>
          <p14:tracePt t="20181" x="2444750" y="6604000"/>
          <p14:tracePt t="20198" x="2438400" y="6610350"/>
          <p14:tracePt t="20215" x="2432050" y="6616700"/>
          <p14:tracePt t="20232" x="2425700" y="6616700"/>
          <p14:tracePt t="20270" x="2419350" y="6616700"/>
          <p14:tracePt t="20615" x="2425700" y="6616700"/>
          <p14:tracePt t="20650" x="2432050" y="6616700"/>
          <p14:tracePt t="20665" x="2432050" y="6610350"/>
          <p14:tracePt t="20671" x="2438400" y="6604000"/>
          <p14:tracePt t="20686" x="2444750" y="6604000"/>
          <p14:tracePt t="20696" x="2444750" y="6597650"/>
          <p14:tracePt t="20713" x="2457450" y="6591300"/>
          <p14:tracePt t="20730" x="2463800" y="6584950"/>
          <p14:tracePt t="20746" x="2489200" y="6553200"/>
          <p14:tracePt t="20763" x="2501900" y="6540500"/>
          <p14:tracePt t="20780" x="2540000" y="6502400"/>
          <p14:tracePt t="20796" x="2552700" y="6489700"/>
          <p14:tracePt t="20813" x="2559050" y="6470650"/>
          <p14:tracePt t="20829" x="2584450" y="6451600"/>
          <p14:tracePt t="20846" x="2590800" y="6438900"/>
          <p14:tracePt t="20862" x="2603500" y="6426200"/>
          <p14:tracePt t="20879" x="2609850" y="6419850"/>
          <p14:tracePt t="20912" x="2622550" y="6413500"/>
          <p14:tracePt t="20929" x="2628900" y="6413500"/>
          <p14:tracePt t="20946" x="2635250" y="6413500"/>
          <p14:tracePt t="20962" x="2667000" y="6407150"/>
          <p14:tracePt t="20978" x="2698750" y="6400800"/>
          <p14:tracePt t="20995" x="2768600" y="6375400"/>
          <p14:tracePt t="21012" x="2876550" y="6330950"/>
          <p14:tracePt t="21029" x="2927350" y="6292850"/>
          <p14:tracePt t="21045" x="3048000" y="6197600"/>
          <p14:tracePt t="21062" x="3073400" y="6165850"/>
          <p14:tracePt t="21079" x="3098800" y="6121400"/>
          <p14:tracePt t="21095" x="3105150" y="6096000"/>
          <p14:tracePt t="21112" x="3105150" y="6089650"/>
          <p14:tracePt t="21129" x="3098800" y="6083300"/>
          <p14:tracePt t="21145" x="3092450" y="6076950"/>
          <p14:tracePt t="21178" x="3073400" y="6070600"/>
          <p14:tracePt t="21195" x="3067050" y="6070600"/>
          <p14:tracePt t="21298" x="3073400" y="6070600"/>
          <p14:tracePt t="21304" x="3086100" y="6076950"/>
          <p14:tracePt t="21318" x="3117850" y="6083300"/>
          <p14:tracePt t="21327" x="3168650" y="6096000"/>
          <p14:tracePt t="21344" x="3251200" y="6127750"/>
          <p14:tracePt t="21361" x="3479800" y="6191250"/>
          <p14:tracePt t="21377" x="3632200" y="6223000"/>
          <p14:tracePt t="21394" x="3829050" y="6261100"/>
          <p14:tracePt t="21411" x="4419600" y="6286500"/>
          <p14:tracePt t="21427" x="4546600" y="6286500"/>
          <p14:tracePt t="21444" x="4737100" y="6254750"/>
          <p14:tracePt t="21460" x="4845050" y="6216650"/>
          <p14:tracePt t="21477" x="4889500" y="6197600"/>
          <p14:tracePt t="21494" x="4921250" y="6184900"/>
          <p14:tracePt t="21510" x="4927600" y="6178550"/>
          <p14:tracePt t="21544" x="4927600" y="6172200"/>
          <p14:tracePt t="21560" x="4921250" y="6172200"/>
          <p14:tracePt t="21577" x="4914900" y="6172200"/>
          <p14:tracePt t="21593" x="4876800" y="6172200"/>
          <p14:tracePt t="21610" x="4826000" y="6159500"/>
          <p14:tracePt t="21627" x="4686300" y="6159500"/>
          <p14:tracePt t="21643" x="4445000" y="6159500"/>
          <p14:tracePt t="21660" x="4191000" y="6165850"/>
          <p14:tracePt t="21678" x="3949700" y="6178550"/>
          <p14:tracePt t="21693" x="3848100" y="6178550"/>
          <p14:tracePt t="21710" x="3670300" y="6197600"/>
          <p14:tracePt t="21727" x="3536950" y="6216650"/>
          <p14:tracePt t="21743" x="3498850" y="6223000"/>
          <p14:tracePt t="21759" x="3435350" y="6229350"/>
          <p14:tracePt t="21776" x="3397250" y="6229350"/>
          <p14:tracePt t="21793" x="3378200" y="6229350"/>
          <p14:tracePt t="21809" x="3352800" y="6229350"/>
          <p14:tracePt t="21826" x="3308350" y="6248400"/>
          <p14:tracePt t="21842" x="3295650" y="6248400"/>
          <p14:tracePt t="21860" x="3282950" y="6248400"/>
          <p14:tracePt t="21896" x="3276600" y="6254750"/>
          <p14:tracePt t="21912" x="3276600" y="6261100"/>
          <p14:tracePt t="21925" x="3276600" y="6267450"/>
          <p14:tracePt t="21942" x="3263900" y="6286500"/>
          <p14:tracePt t="21959" x="3251200" y="6299200"/>
          <p14:tracePt t="21975" x="3238500" y="6330950"/>
          <p14:tracePt t="21992" x="3225800" y="6343650"/>
          <p14:tracePt t="22009" x="3194050" y="6388100"/>
          <p14:tracePt t="22025" x="3155950" y="6432550"/>
          <p14:tracePt t="22042" x="3105150" y="6457950"/>
          <p14:tracePt t="22058" x="3048000" y="6483350"/>
          <p14:tracePt t="22075" x="3016250" y="6489700"/>
          <p14:tracePt t="22093" x="2959100" y="6489700"/>
          <p14:tracePt t="22109" x="2901950" y="6489700"/>
          <p14:tracePt t="22125" x="2876550" y="6489700"/>
          <p14:tracePt t="22142" x="2851150" y="6483350"/>
          <p14:tracePt t="22158" x="2800350" y="6477000"/>
          <p14:tracePt t="22175" x="2774950" y="6470650"/>
          <p14:tracePt t="22191" x="2730500" y="6457950"/>
          <p14:tracePt t="22208" x="2717800" y="6457950"/>
          <p14:tracePt t="22225" x="2698750" y="6457950"/>
          <p14:tracePt t="22241" x="2667000" y="6457950"/>
          <p14:tracePt t="22258" x="2647950" y="6457950"/>
          <p14:tracePt t="22275" x="2641600" y="6457950"/>
          <p14:tracePt t="22291" x="2622550" y="6457950"/>
          <p14:tracePt t="22331" x="2616200" y="6457950"/>
          <p14:tracePt t="22388" x="2616200" y="6464300"/>
          <p14:tracePt t="22408" x="2609850" y="6470650"/>
          <p14:tracePt t="22424" x="2609850" y="6477000"/>
          <p14:tracePt t="22430" x="2609850" y="6483350"/>
          <p14:tracePt t="22444" x="2603500" y="6489700"/>
          <p14:tracePt t="22460" x="2603500" y="6496050"/>
          <p14:tracePt t="22473" x="2597150" y="6502400"/>
          <p14:tracePt t="22490" x="2590800" y="6508750"/>
          <p14:tracePt t="22507" x="2578100" y="6527800"/>
          <p14:tracePt t="22523" x="2546350" y="6559550"/>
          <p14:tracePt t="22540" x="2533650" y="6584950"/>
          <p14:tracePt t="22557" x="2514600" y="6616700"/>
          <p14:tracePt t="22574" x="2489200" y="6642100"/>
          <p14:tracePt t="22590" x="2476500" y="6648450"/>
          <p14:tracePt t="22607" x="2463800" y="6667500"/>
          <p14:tracePt t="22623" x="2463800" y="6673850"/>
          <p14:tracePt t="22710" x="2463800" y="6667500"/>
          <p14:tracePt t="22732" x="2470150" y="6661150"/>
          <p14:tracePt t="22741" x="2476500" y="6661150"/>
          <p14:tracePt t="22753" x="2482850" y="6654800"/>
          <p14:tracePt t="22760" x="2489200" y="6648450"/>
          <p14:tracePt t="22776" x="2501900" y="6635750"/>
          <p14:tracePt t="22790" x="2520950" y="6610350"/>
          <p14:tracePt t="22806" x="2546350" y="6591300"/>
          <p14:tracePt t="22823" x="2565400" y="6572250"/>
          <p14:tracePt t="22839" x="2635250" y="6502400"/>
          <p14:tracePt t="22855" x="2667000" y="6464300"/>
          <p14:tracePt t="22873" x="2717800" y="6419850"/>
          <p14:tracePt t="22889" x="2749550" y="6394450"/>
          <p14:tracePt t="22905" x="2762250" y="6381750"/>
          <p14:tracePt t="22923" x="2781300" y="6369050"/>
          <p14:tracePt t="22939" x="2794000" y="6362700"/>
          <p14:tracePt t="22955" x="2800350" y="6362700"/>
          <p14:tracePt t="23647" x="2813050" y="6356350"/>
          <p14:tracePt t="23655" x="2832100" y="6350000"/>
          <p14:tracePt t="23669" x="2844800" y="6343650"/>
          <p14:tracePt t="23676" x="2863850" y="6343650"/>
          <p14:tracePt t="23689" x="2882900" y="6337300"/>
          <p14:tracePt t="23703" x="2908300" y="6337300"/>
          <p14:tracePt t="23719" x="2940050" y="6337300"/>
          <p14:tracePt t="23736" x="2959100" y="6337300"/>
          <p14:tracePt t="23753" x="2984500" y="6330950"/>
          <p14:tracePt t="23769" x="3009900" y="6330950"/>
          <p14:tracePt t="23785" x="3028950" y="6324600"/>
          <p14:tracePt t="23789" x="3048000" y="6324600"/>
          <p14:tracePt t="23803" x="3073400" y="6318250"/>
          <p14:tracePt t="23819" x="3098800" y="6318250"/>
          <p14:tracePt t="23836" x="3175000" y="6311900"/>
          <p14:tracePt t="23852" x="3219450" y="6299200"/>
          <p14:tracePt t="23869" x="3302000" y="6292850"/>
          <p14:tracePt t="23885" x="3340100" y="6286500"/>
          <p14:tracePt t="23902" x="3371850" y="6286500"/>
          <p14:tracePt t="23919" x="3416300" y="6286500"/>
          <p14:tracePt t="23936" x="3435350" y="6286500"/>
          <p14:tracePt t="23952" x="3454400" y="6280150"/>
          <p14:tracePt t="23985" x="3460750" y="6280150"/>
          <p14:tracePt t="24002" x="3473450" y="6280150"/>
          <p14:tracePt t="24018" x="3479800" y="6273800"/>
          <p14:tracePt t="24035" x="3486150" y="6273800"/>
          <p14:tracePt t="24051" x="3498850" y="6267450"/>
          <p14:tracePt t="24068" x="3505200" y="6267450"/>
          <p14:tracePt t="24085" x="3524250" y="6261100"/>
          <p14:tracePt t="24101" x="3536950" y="6254750"/>
          <p14:tracePt t="24119" x="3568700" y="6248400"/>
          <p14:tracePt t="24134" x="3625850" y="6235700"/>
          <p14:tracePt t="24151" x="3670300" y="6216650"/>
          <p14:tracePt t="24168" x="3752850" y="6191250"/>
          <p14:tracePt t="24184" x="3829050" y="6159500"/>
          <p14:tracePt t="24201" x="3886200" y="6140450"/>
          <p14:tracePt t="24218" x="3937000" y="6127750"/>
          <p14:tracePt t="24234" x="3956050" y="6127750"/>
          <p14:tracePt t="24251" x="3975100" y="6121400"/>
          <p14:tracePt t="24268" x="4013200" y="6121400"/>
          <p14:tracePt t="24284" x="4025900" y="6121400"/>
          <p14:tracePt t="24302" x="4038600" y="6121400"/>
          <p14:tracePt t="24317" x="4044950" y="6121400"/>
          <p14:tracePt t="24334" x="4051300" y="6121400"/>
          <p14:tracePt t="24421" x="4051300" y="6115050"/>
          <p14:tracePt t="24442" x="4044950" y="6108700"/>
          <p14:tracePt t="24450" x="4038600" y="6102350"/>
          <p14:tracePt t="24456" x="4025900" y="6102350"/>
          <p14:tracePt t="24913" x="3987800" y="6102350"/>
          <p14:tracePt t="24920" x="3949700" y="6102350"/>
          <p14:tracePt t="24935" x="3898900" y="6102350"/>
          <p14:tracePt t="24949" x="3841750" y="6096000"/>
          <p14:tracePt t="24965" x="3752850" y="6096000"/>
          <p14:tracePt t="24982" x="3714750" y="6096000"/>
          <p14:tracePt t="24998" x="3644900" y="6096000"/>
          <p14:tracePt t="25015" x="3600450" y="6089650"/>
          <p14:tracePt t="25032" x="3568700" y="6083300"/>
          <p14:tracePt t="25048" x="3536950" y="6076950"/>
          <p14:tracePt t="25064" x="3511550" y="6070600"/>
          <p14:tracePt t="25082" x="3505200" y="6070600"/>
          <p14:tracePt t="25114" x="3492500" y="6070600"/>
          <p14:tracePt t="25173" x="3498850" y="6070600"/>
          <p14:tracePt t="25182" x="3505200" y="6070600"/>
          <p14:tracePt t="25195" x="3511550" y="6070600"/>
          <p14:tracePt t="25202" x="3524250" y="6070600"/>
          <p14:tracePt t="25217" x="3530600" y="6070600"/>
          <p14:tracePt t="25230" x="3556000" y="6070600"/>
          <p14:tracePt t="25247" x="3632200" y="6070600"/>
          <p14:tracePt t="25265" x="3759200" y="6057900"/>
          <p14:tracePt t="25280" x="3835400" y="6057900"/>
          <p14:tracePt t="25297" x="4051300" y="6051550"/>
          <p14:tracePt t="25314" x="4254500" y="6038850"/>
          <p14:tracePt t="25330" x="4343400" y="6026150"/>
          <p14:tracePt t="25347" x="4527550" y="6019800"/>
          <p14:tracePt t="25364" x="4654550" y="6007100"/>
          <p14:tracePt t="25380" x="4692650" y="6007100"/>
          <p14:tracePt t="25397" x="4737100" y="6000750"/>
          <p14:tracePt t="25414" x="4743450" y="6000750"/>
          <p14:tracePt t="25476" x="4749800" y="6000750"/>
          <p14:tracePt t="25518" x="4756150" y="6000750"/>
          <p14:tracePt t="25525" x="4768850" y="6000750"/>
          <p14:tracePt t="25533" x="4775200" y="6000750"/>
          <p14:tracePt t="25549" x="4787900" y="6000750"/>
          <p14:tracePt t="25563" x="4806950" y="6000750"/>
          <p14:tracePt t="25580" x="4857750" y="6007100"/>
          <p14:tracePt t="25596" x="4921250" y="6019800"/>
          <p14:tracePt t="25613" x="4972050" y="6019800"/>
          <p14:tracePt t="25629" x="5016500" y="6026150"/>
          <p14:tracePt t="25646" x="5105400" y="6026150"/>
          <p14:tracePt t="25662" x="5137150" y="6026150"/>
          <p14:tracePt t="25680" x="5162550" y="6026150"/>
          <p14:tracePt t="25696" x="5207000" y="6019800"/>
          <p14:tracePt t="25712" x="5219700" y="6013450"/>
          <p14:tracePt t="25730" x="5232400" y="6013450"/>
          <p14:tracePt t="25806" x="5232400" y="6007100"/>
          <p14:tracePt t="25834" x="5232400" y="6000750"/>
          <p14:tracePt t="26149" x="5226050" y="6000750"/>
          <p14:tracePt t="26156" x="5207000" y="6000750"/>
          <p14:tracePt t="26170" x="5181600" y="6000750"/>
          <p14:tracePt t="26180" x="5162550" y="6000750"/>
          <p14:tracePt t="26193" x="5149850" y="6000750"/>
          <p14:tracePt t="26210" x="5124450" y="6007100"/>
          <p14:tracePt t="26228" x="5111750" y="6019800"/>
          <p14:tracePt t="26276" x="5105400" y="6019800"/>
          <p14:tracePt t="26311" x="5105400" y="6026150"/>
          <p14:tracePt t="26318" x="5118100" y="6026150"/>
          <p14:tracePt t="26332" x="5124450" y="6026150"/>
          <p14:tracePt t="26344" x="5143500" y="6026150"/>
          <p14:tracePt t="26361" x="5175250" y="6013450"/>
          <p14:tracePt t="26377" x="5200650" y="6007100"/>
          <p14:tracePt t="26393" x="5270500" y="5994400"/>
          <p14:tracePt t="26410" x="5359400" y="5981700"/>
          <p14:tracePt t="26427" x="5416550" y="5962650"/>
          <p14:tracePt t="26444" x="5505450" y="5956300"/>
          <p14:tracePt t="26460" x="5600700" y="5949950"/>
          <p14:tracePt t="26476" x="5632450" y="5949950"/>
          <p14:tracePt t="26494" x="5689600" y="5956300"/>
          <p14:tracePt t="26510" x="5727700" y="5956300"/>
          <p14:tracePt t="26526" x="5746750" y="5956300"/>
          <p14:tracePt t="26544" x="5765800" y="5956300"/>
          <p14:tracePt t="26560" x="5778500" y="5956300"/>
          <p14:tracePt t="26593" x="5784850" y="5956300"/>
          <p14:tracePt t="26649" x="5778500" y="5949950"/>
          <p14:tracePt t="26684" x="5772150" y="5949950"/>
          <p14:tracePt t="26690" x="5765800" y="5949950"/>
          <p14:tracePt t="26740" x="5753100" y="5949950"/>
          <p14:tracePt t="26754" x="5753100" y="5956300"/>
          <p14:tracePt t="26762" x="5746750" y="5956300"/>
          <p14:tracePt t="26775" x="5740400" y="5962650"/>
          <p14:tracePt t="26792" x="5734050" y="5969000"/>
          <p14:tracePt t="26809" x="5727700" y="5975350"/>
          <p14:tracePt t="26825" x="5715000" y="5975350"/>
          <p14:tracePt t="26842" x="5683250" y="6000750"/>
          <p14:tracePt t="26859" x="5651500" y="6026150"/>
          <p14:tracePt t="26875" x="5632450" y="6038850"/>
          <p14:tracePt t="26892" x="5613400" y="6051550"/>
          <p14:tracePt t="26909" x="5575300" y="6089650"/>
          <p14:tracePt t="26925" x="5568950" y="6089650"/>
          <p14:tracePt t="26941" x="5562600" y="6102350"/>
          <p14:tracePt t="26958" x="5562600" y="6108700"/>
          <p14:tracePt t="27000" x="5568950" y="6115050"/>
          <p14:tracePt t="27035" x="5575300" y="6115050"/>
          <p14:tracePt t="27084" x="5581650" y="6115050"/>
          <p14:tracePt t="27134" x="5581650" y="6108700"/>
          <p14:tracePt t="27142" x="5575300" y="6108700"/>
          <p14:tracePt t="27162" x="5562600" y="6102350"/>
          <p14:tracePt t="27176" x="5556250" y="6102350"/>
          <p14:tracePt t="27182" x="5537200" y="6096000"/>
          <p14:tracePt t="27191" x="5511800" y="6096000"/>
          <p14:tracePt t="27207" x="5461000" y="6089650"/>
          <p14:tracePt t="27224" x="5384800" y="6083300"/>
          <p14:tracePt t="27240" x="5175250" y="6038850"/>
          <p14:tracePt t="27257" x="4870450" y="6007100"/>
          <p14:tracePt t="27275" x="4483100" y="5969000"/>
          <p14:tracePt t="27290" x="4298950" y="5956300"/>
          <p14:tracePt t="27307" x="3911600" y="5918200"/>
          <p14:tracePt t="27324" x="3752850" y="5918200"/>
          <p14:tracePt t="27340" x="3473450" y="5918200"/>
          <p14:tracePt t="27357" x="3257550" y="5918200"/>
          <p14:tracePt t="27374" x="3111500" y="5930900"/>
          <p14:tracePt t="27390" x="3073400" y="5930900"/>
          <p14:tracePt t="27406" x="3016250" y="5937250"/>
          <p14:tracePt t="27423" x="2978150" y="5937250"/>
          <p14:tracePt t="27440" x="2971800" y="5937250"/>
          <p14:tracePt t="27458" x="2959100" y="5943600"/>
          <p14:tracePt t="27473" x="2952750" y="5943600"/>
          <p14:tracePt t="27787" x="2959100" y="5943600"/>
          <p14:tracePt t="27837" x="2965450" y="5949950"/>
          <p14:tracePt t="27914" x="2971800" y="5949950"/>
          <p14:tracePt t="27942" x="2978150" y="5949950"/>
          <p14:tracePt t="27977" x="2984500" y="5949950"/>
          <p14:tracePt t="27985" x="2984500" y="5956300"/>
          <p14:tracePt t="28013" x="2990850" y="5956300"/>
          <p14:tracePt t="28034" x="2997200" y="5956300"/>
          <p14:tracePt t="28076" x="3003550" y="5962650"/>
          <p14:tracePt t="28097" x="3009900" y="5962650"/>
          <p14:tracePt t="28105" x="3016250" y="5962650"/>
          <p14:tracePt t="28118" x="3028950" y="5969000"/>
          <p14:tracePt t="28125" x="3041650" y="5969000"/>
          <p14:tracePt t="28141" x="3073400" y="5981700"/>
          <p14:tracePt t="28156" x="3111500" y="5981700"/>
          <p14:tracePt t="28170" x="3175000" y="6000750"/>
          <p14:tracePt t="28187" x="3270250" y="6026150"/>
          <p14:tracePt t="28204" x="3511550" y="6064250"/>
          <p14:tracePt t="28220" x="3771900" y="6121400"/>
          <p14:tracePt t="28238" x="4006850" y="6172200"/>
          <p14:tracePt t="28253" x="4140200" y="6210300"/>
          <p14:tracePt t="28270" x="4184650" y="6229350"/>
          <p14:tracePt t="28287" x="4203700" y="6267450"/>
          <p14:tracePt t="28304" x="4178300" y="6286500"/>
          <p14:tracePt t="28320" x="4127500" y="6318250"/>
          <p14:tracePt t="28337" x="4076700" y="6350000"/>
          <p14:tracePt t="28353" x="4044950" y="6362700"/>
          <p14:tracePt t="28370" x="4000500" y="6381750"/>
          <p14:tracePt t="28387" x="3917950" y="6426200"/>
          <p14:tracePt t="28403" x="3898900" y="6438900"/>
          <p14:tracePt t="28420" x="3879850" y="6451600"/>
          <p14:tracePt t="28436" x="3854450" y="6457950"/>
          <p14:tracePt t="28453" x="3841750" y="6457950"/>
          <p14:tracePt t="28618" x="3848100" y="6457950"/>
          <p14:tracePt t="28723" x="3841750" y="6451600"/>
          <p14:tracePt t="28730" x="3835400" y="6451600"/>
          <p14:tracePt t="28753" x="3829050" y="6445250"/>
          <p14:tracePt t="28773" x="3822700" y="6438900"/>
          <p14:tracePt t="28780" x="3810000" y="6432550"/>
          <p14:tracePt t="28794" x="3810000" y="6426200"/>
          <p14:tracePt t="28802" x="3797300" y="6419850"/>
          <p14:tracePt t="28818" x="3784600" y="6413500"/>
          <p14:tracePt t="28836" x="3759200" y="6400800"/>
          <p14:tracePt t="28851" x="3727450" y="6381750"/>
          <p14:tracePt t="28868" x="3714750" y="6375400"/>
          <p14:tracePt t="28885" x="3689350" y="6362700"/>
          <p14:tracePt t="28901" x="3670300" y="6356350"/>
          <p14:tracePt t="28918" x="3657600" y="6350000"/>
          <p14:tracePt t="28921" x="3644900" y="6343650"/>
          <p14:tracePt t="28937" x="3632200" y="6343650"/>
          <p14:tracePt t="28951" x="3581400" y="6324600"/>
          <p14:tracePt t="28968" x="3556000" y="6305550"/>
          <p14:tracePt t="28984" x="3479800" y="6292850"/>
          <p14:tracePt t="29001" x="3422650" y="6267450"/>
          <p14:tracePt t="29018" x="3378200" y="6254750"/>
          <p14:tracePt t="29034" x="3365500" y="6248400"/>
          <p14:tracePt t="29051" x="3352800" y="6248400"/>
          <p14:tracePt t="29068" x="3333750" y="6242050"/>
          <p14:tracePt t="29084" x="3327400" y="6242050"/>
          <p14:tracePt t="29370" x="3327400" y="6235700"/>
          <p14:tracePt t="29461" x="3327400" y="6229350"/>
          <p14:tracePt t="29688" x="3333750" y="6229350"/>
          <p14:tracePt t="29723" x="3340100" y="6229350"/>
          <p14:tracePt t="29731" x="3346450" y="6235700"/>
          <p14:tracePt t="29737" x="3352800" y="6235700"/>
          <p14:tracePt t="29752" x="3365500" y="6242050"/>
          <p14:tracePt t="29766" x="3384550" y="6248400"/>
          <p14:tracePt t="29782" x="3454400" y="6273800"/>
          <p14:tracePt t="29798" x="3511550" y="6299200"/>
          <p14:tracePt t="29815" x="3632200" y="6350000"/>
          <p14:tracePt t="29832" x="3759200" y="6394450"/>
          <p14:tracePt t="29849" x="3810000" y="6413500"/>
          <p14:tracePt t="29866" x="3898900" y="6438900"/>
          <p14:tracePt t="29881" x="3994150" y="6464300"/>
          <p14:tracePt t="29898" x="4032250" y="6477000"/>
          <p14:tracePt t="29915" x="4102100" y="6477000"/>
          <p14:tracePt t="29931" x="4127500" y="6477000"/>
          <p14:tracePt t="29934" x="4165600" y="6477000"/>
          <p14:tracePt t="29949" x="4184650" y="6477000"/>
          <p14:tracePt t="29965" x="4235450" y="6470650"/>
          <p14:tracePt t="29981" x="4254500" y="6470650"/>
          <p14:tracePt t="29998" x="4298950" y="6464300"/>
          <p14:tracePt t="30014" x="4330700" y="6457950"/>
          <p14:tracePt t="30031" x="4343400" y="6451600"/>
          <p14:tracePt t="30048" x="4375150" y="6445250"/>
          <p14:tracePt t="30064" x="4413250" y="6445250"/>
          <p14:tracePt t="30081" x="4432300" y="6445250"/>
          <p14:tracePt t="30097" x="4483100" y="6451600"/>
          <p14:tracePt t="30114" x="4540250" y="6464300"/>
          <p14:tracePt t="30131" x="4559300" y="6464300"/>
          <p14:tracePt t="30147" x="4597400" y="6464300"/>
          <p14:tracePt t="30164" x="4629150" y="6464300"/>
          <p14:tracePt t="30181" x="4654550" y="6464300"/>
          <p14:tracePt t="30197" x="4686300" y="6464300"/>
          <p14:tracePt t="30214" x="4705350" y="6464300"/>
          <p14:tracePt t="30231" x="4768850" y="6451600"/>
          <p14:tracePt t="30247" x="4787900" y="6451600"/>
          <p14:tracePt t="30264" x="4800600" y="6451600"/>
          <p14:tracePt t="30280" x="4832350" y="6445250"/>
          <p14:tracePt t="30297" x="4851400" y="6445250"/>
          <p14:tracePt t="30315" x="4857750" y="6445250"/>
          <p14:tracePt t="30330" x="4864100" y="6445250"/>
          <p14:tracePt t="30346" x="4876800" y="6438900"/>
          <p14:tracePt t="30365" x="4883150" y="6438900"/>
          <p14:tracePt t="30396" x="4895850" y="6438900"/>
          <p14:tracePt t="30434" x="4908550" y="6438900"/>
          <p14:tracePt t="30463" x="4914900" y="6438900"/>
          <p14:tracePt t="30483" x="4914900" y="6432550"/>
          <p14:tracePt t="30497" x="4921250" y="6432550"/>
          <p14:tracePt t="30512" x="4927600" y="6432550"/>
          <p14:tracePt t="30532" x="4933950" y="6432550"/>
          <p14:tracePt t="30553" x="4946650" y="6432550"/>
          <p14:tracePt t="30574" x="4946650" y="6426200"/>
          <p14:tracePt t="30581" x="4953000" y="6426200"/>
          <p14:tracePt t="30602" x="4959350" y="6426200"/>
          <p14:tracePt t="30651" x="4965700" y="6426200"/>
          <p14:tracePt t="30764" x="4965700" y="6419850"/>
          <p14:tracePt t="30785" x="4972050" y="6413500"/>
          <p14:tracePt t="30806" x="4978400" y="6407150"/>
          <p14:tracePt t="30820" x="4984750" y="6400800"/>
          <p14:tracePt t="30834" x="4991100" y="6400800"/>
          <p14:tracePt t="30841" x="4997450" y="6400800"/>
          <p14:tracePt t="30855" x="4997450" y="6394450"/>
          <p14:tracePt t="30869" x="5016500" y="6388100"/>
          <p14:tracePt t="30884" x="5041900" y="6381750"/>
          <p14:tracePt t="30898" x="5067300" y="6362700"/>
          <p14:tracePt t="30914" x="5111750" y="6350000"/>
          <p14:tracePt t="30929" x="5175250" y="6337300"/>
          <p14:tracePt t="30944" x="5232400" y="6311900"/>
          <p14:tracePt t="30962" x="5391150" y="6261100"/>
          <p14:tracePt t="30977" x="5473700" y="6229350"/>
          <p14:tracePt t="30995" x="5619750" y="6178550"/>
          <p14:tracePt t="31011" x="5746750" y="6121400"/>
          <p14:tracePt t="31027" x="5822950" y="6083300"/>
          <p14:tracePt t="31044" x="5854700" y="6057900"/>
          <p14:tracePt t="31061" x="5905500" y="6026150"/>
          <p14:tracePt t="31077" x="5930900" y="6007100"/>
          <p14:tracePt t="31094" x="5937250" y="5994400"/>
          <p14:tracePt t="31111" x="5956300" y="5988050"/>
          <p14:tracePt t="31127" x="5956300" y="5981700"/>
          <p14:tracePt t="31145" x="5969000" y="5981700"/>
          <p14:tracePt t="31177" x="5975350" y="5981700"/>
          <p14:tracePt t="31256" x="5975350" y="5988050"/>
          <p14:tracePt t="31320" x="5969000" y="5988050"/>
          <p14:tracePt t="31327" x="5962650" y="5994400"/>
          <p14:tracePt t="31348" x="5949950" y="5994400"/>
          <p14:tracePt t="31355" x="5943600" y="6000750"/>
          <p14:tracePt t="31369" x="5937250" y="6000750"/>
          <p14:tracePt t="31379" x="5911850" y="6000750"/>
          <p14:tracePt t="31393" x="5892800" y="6013450"/>
          <p14:tracePt t="31410" x="5861050" y="6026150"/>
          <p14:tracePt t="31426" x="5791200" y="6038850"/>
          <p14:tracePt t="31443" x="5721350" y="6051550"/>
          <p14:tracePt t="31459" x="5702300" y="6057900"/>
          <p14:tracePt t="31476" x="5664200" y="6064250"/>
          <p14:tracePt t="31493" x="5645150" y="6070600"/>
          <p14:tracePt t="31510" x="5638800" y="6070600"/>
          <p14:tracePt t="31542" x="5638800" y="6076950"/>
          <p14:tracePt t="31560" x="5657850" y="6076950"/>
          <p14:tracePt t="31576" x="5670550" y="6076950"/>
          <p14:tracePt t="31592" x="5708650" y="6076950"/>
          <p14:tracePt t="31609" x="5759450" y="6070600"/>
          <p14:tracePt t="31625" x="5784850" y="6070600"/>
          <p14:tracePt t="31642" x="5867400" y="6057900"/>
          <p14:tracePt t="31659" x="5924550" y="6057900"/>
          <p14:tracePt t="31675" x="5949950" y="6057900"/>
          <p14:tracePt t="31692" x="5962650" y="6057900"/>
          <p14:tracePt t="31709" x="5994400" y="6051550"/>
          <p14:tracePt t="31725" x="6000750" y="6051550"/>
          <p14:tracePt t="31758" x="6000750" y="6045200"/>
          <p14:tracePt t="31840" x="5994400" y="6045200"/>
          <p14:tracePt t="31847" x="5988050" y="6045200"/>
          <p14:tracePt t="32152" x="6013450" y="6045200"/>
          <p14:tracePt t="32159" x="6089650" y="6045200"/>
          <p14:tracePt t="32174" x="6178550" y="6045200"/>
          <p14:tracePt t="32180" x="6280150" y="6045200"/>
          <p14:tracePt t="32195" x="6407150" y="6045200"/>
          <p14:tracePt t="32207" x="6534150" y="6045200"/>
          <p14:tracePt t="32225" x="6845300" y="6045200"/>
          <p14:tracePt t="32240" x="7004050" y="6045200"/>
          <p14:tracePt t="32257" x="7156450" y="6045200"/>
          <p14:tracePt t="32274" x="7537450" y="6019800"/>
          <p14:tracePt t="32290" x="7651750" y="6019800"/>
          <p14:tracePt t="32306" x="7842250" y="6019800"/>
          <p14:tracePt t="32323" x="7943850" y="6013450"/>
          <p14:tracePt t="32340" x="7975600" y="6013450"/>
          <p14:tracePt t="32357" x="8007350" y="6013450"/>
          <p14:tracePt t="32373" x="8026400" y="6013450"/>
          <p14:tracePt t="32483" x="8020050" y="6019800"/>
          <p14:tracePt t="32553" x="8026400" y="6019800"/>
          <p14:tracePt t="32574" x="8032750" y="6019800"/>
          <p14:tracePt t="32581" x="8039100" y="6019800"/>
          <p14:tracePt t="32602" x="8045450" y="6019800"/>
          <p14:tracePt t="32616" x="8058150" y="6019800"/>
          <p14:tracePt t="32625" x="8070850" y="6026150"/>
          <p14:tracePt t="32639" x="8077200" y="6026150"/>
          <p14:tracePt t="32655" x="8089900" y="6026150"/>
          <p14:tracePt t="32672" x="8115300" y="6032500"/>
          <p14:tracePt t="32689" x="8121650" y="6032500"/>
          <p14:tracePt t="32705" x="8128000" y="6032500"/>
          <p14:tracePt t="32722" x="8172450" y="6045200"/>
          <p14:tracePt t="32738" x="8197850" y="6045200"/>
          <p14:tracePt t="32755" x="8261350" y="6057900"/>
          <p14:tracePt t="32772" x="8299450" y="6057900"/>
          <p14:tracePt t="32788" x="8337550" y="6057900"/>
          <p14:tracePt t="32805" x="8394700" y="6057900"/>
          <p14:tracePt t="32822" x="8420100" y="6057900"/>
          <p14:tracePt t="32838" x="8458200" y="6057900"/>
          <p14:tracePt t="32871" x="8464550" y="6057900"/>
          <p14:tracePt t="32888" x="8464550" y="6051550"/>
          <p14:tracePt t="32912" x="8464550" y="6045200"/>
          <p14:tracePt t="32947" x="8458200" y="6045200"/>
          <p14:tracePt t="32961" x="8451850" y="6045200"/>
          <p14:tracePt t="32968" x="8445500" y="6045200"/>
          <p14:tracePt t="32982" x="8439150" y="6045200"/>
          <p14:tracePt t="32991" x="8432800" y="6045200"/>
          <p14:tracePt t="33004" x="8426450" y="6045200"/>
          <p14:tracePt t="33021" x="8382000" y="6045200"/>
          <p14:tracePt t="33038" x="8356600" y="6045200"/>
          <p14:tracePt t="33054" x="8216900" y="6045200"/>
          <p14:tracePt t="33071" x="8115300" y="6045200"/>
          <p14:tracePt t="33090" x="7835900" y="6064250"/>
          <p14:tracePt t="33104" x="7645400" y="6076950"/>
          <p14:tracePt t="33120" x="7372350" y="6102350"/>
          <p14:tracePt t="33137" x="6915150" y="6146800"/>
          <p14:tracePt t="33153" x="6718300" y="6172200"/>
          <p14:tracePt t="33170" x="6591300" y="6191250"/>
          <p14:tracePt t="33188" x="6407150" y="6223000"/>
          <p14:tracePt t="33203" x="6369050" y="6235700"/>
          <p14:tracePt t="33220" x="6337300" y="6235700"/>
          <p14:tracePt t="33237" x="6305550" y="6242050"/>
          <p14:tracePt t="33253" x="6292850" y="6242050"/>
          <p14:tracePt t="33271" x="6286500" y="6242050"/>
          <p14:tracePt t="33327" x="6286500" y="6235700"/>
          <p14:tracePt t="33341" x="6280150" y="6235700"/>
          <p14:tracePt t="33355" x="6254750" y="6229350"/>
          <p14:tracePt t="33362" x="6229350" y="6229350"/>
          <p14:tracePt t="33376" x="6178550" y="6210300"/>
          <p14:tracePt t="33386" x="6102350" y="6197600"/>
          <p14:tracePt t="33403" x="6007100" y="6178550"/>
          <p14:tracePt t="33420" x="5715000" y="6127750"/>
          <p14:tracePt t="33436" x="5619750" y="6121400"/>
          <p14:tracePt t="33439" x="5530850" y="6108700"/>
          <p14:tracePt t="33453" x="5441950" y="6102350"/>
          <p14:tracePt t="33469" x="5327650" y="6102350"/>
          <p14:tracePt t="33486" x="5276850" y="6102350"/>
          <p14:tracePt t="33502" x="5200650" y="6108700"/>
          <p14:tracePt t="33519" x="5175250" y="6121400"/>
          <p14:tracePt t="33535" x="5137150" y="6146800"/>
          <p14:tracePt t="33553" x="5124450" y="6159500"/>
          <p14:tracePt t="33569" x="5111750" y="6172200"/>
          <p14:tracePt t="33585" x="5105400" y="6172200"/>
          <p14:tracePt t="33602" x="5105400" y="6178550"/>
          <p14:tracePt t="33619" x="5099050" y="6178550"/>
          <p14:tracePt t="33652" x="5092700" y="6197600"/>
          <p14:tracePt t="33668" x="5086350" y="6203950"/>
          <p14:tracePt t="33686" x="5080000" y="6210300"/>
          <p14:tracePt t="33701" x="5067300" y="6223000"/>
          <p14:tracePt t="33719" x="5067300" y="6235700"/>
          <p14:tracePt t="33735" x="5048250" y="6248400"/>
          <p14:tracePt t="33752" x="5022850" y="6273800"/>
          <p14:tracePt t="33768" x="4997450" y="6286500"/>
          <p14:tracePt t="33785" x="4953000" y="6330950"/>
          <p14:tracePt t="33801" x="4889500" y="6381750"/>
          <p14:tracePt t="33818" x="4864100" y="6400800"/>
          <p14:tracePt t="33834" x="4826000" y="6432550"/>
          <p14:tracePt t="33851" x="4794250" y="6457950"/>
          <p14:tracePt t="33868" x="4794250" y="6464300"/>
          <p14:tracePt t="33885" x="4768850" y="6496050"/>
          <p14:tracePt t="33901" x="4749800" y="6540500"/>
          <p14:tracePt t="33918" x="4730750" y="6584950"/>
          <p14:tracePt t="33934" x="4718050" y="6604000"/>
          <p14:tracePt t="33951" x="4711700" y="6629400"/>
          <p14:tracePt t="33968" x="4699000" y="6635750"/>
          <p14:tracePt t="33984" x="4699000" y="6642100"/>
          <p14:tracePt t="34269" x="4705350" y="6642100"/>
          <p14:tracePt t="34290" x="4711700" y="6642100"/>
          <p14:tracePt t="34304" x="4724400" y="6642100"/>
          <p14:tracePt t="34311" x="4737100" y="6635750"/>
          <p14:tracePt t="34319" x="4768850" y="6635750"/>
          <p14:tracePt t="34335" x="4806950" y="6616700"/>
          <p14:tracePt t="34349" x="4876800" y="6584950"/>
          <p14:tracePt t="34366" x="5035550" y="6515100"/>
          <p14:tracePt t="34383" x="5232400" y="6432550"/>
          <p14:tracePt t="34399" x="5327650" y="6400800"/>
          <p14:tracePt t="34416" x="5499100" y="6330950"/>
          <p14:tracePt t="34432" x="5607050" y="6286500"/>
          <p14:tracePt t="34449" x="5664200" y="6267450"/>
          <p14:tracePt t="34452" x="5683250" y="6261100"/>
          <p14:tracePt t="34466" x="5708650" y="6248400"/>
          <p14:tracePt t="34482" x="5734050" y="6242050"/>
          <p14:tracePt t="34499" x="5740400" y="6242050"/>
          <p14:tracePt t="34516" x="5740400" y="6235700"/>
          <p14:tracePt t="34549" x="5740400" y="6229350"/>
          <p14:tracePt t="34571" x="5746750" y="6229350"/>
          <p14:tracePt t="34593" x="5753100" y="6223000"/>
          <p14:tracePt t="34614" x="5759450" y="6223000"/>
          <p14:tracePt t="34621" x="5765800" y="6216650"/>
          <p14:tracePt t="34635" x="5765800" y="6210300"/>
          <p14:tracePt t="34648" x="5772150" y="6210300"/>
          <p14:tracePt t="34665" x="5778500" y="6210300"/>
          <p14:tracePt t="34681" x="5797550" y="6197600"/>
          <p14:tracePt t="34699" x="5816600" y="6191250"/>
          <p14:tracePt t="34715" x="5829300" y="6172200"/>
          <p14:tracePt t="34731" x="5854700" y="6153150"/>
          <p14:tracePt t="34748" x="5867400" y="6146800"/>
          <p14:tracePt t="34765" x="5886450" y="6134100"/>
          <p14:tracePt t="34782" x="5892800" y="6127750"/>
          <p14:tracePt t="34798" x="5899150" y="6127750"/>
          <p14:tracePt t="34888" x="5905500" y="6127750"/>
          <p14:tracePt t="34909" x="5911850" y="6127750"/>
          <p14:tracePt t="34923" x="5918200" y="6127750"/>
          <p14:tracePt t="34937" x="5924550" y="6127750"/>
          <p14:tracePt t="34944" x="5937250" y="6127750"/>
          <p14:tracePt t="34972" x="5949950" y="6127750"/>
          <p14:tracePt t="34980" x="5962650" y="6127750"/>
          <p14:tracePt t="34993" x="5981700" y="6127750"/>
          <p14:tracePt t="35007" x="5994400" y="6127750"/>
          <p14:tracePt t="35021" x="6019800" y="6121400"/>
          <p14:tracePt t="35030" x="6032500" y="6121400"/>
          <p14:tracePt t="35057" x="6045200" y="6121400"/>
          <p14:tracePt t="35066" x="6051550" y="6121400"/>
          <p14:tracePt t="35080" x="6064250" y="6115050"/>
          <p14:tracePt t="35106" x="6070600" y="6115050"/>
          <p14:tracePt t="35141" x="6076950" y="6115050"/>
          <p14:tracePt t="35176" x="6083300" y="6115050"/>
          <p14:tracePt t="35183" x="6096000" y="6115050"/>
          <p14:tracePt t="35196" x="6102350" y="6121400"/>
          <p14:tracePt t="35214" x="6140450" y="6127750"/>
          <p14:tracePt t="35230" x="6235700" y="6146800"/>
          <p14:tracePt t="35246" x="6305550" y="6153150"/>
          <p14:tracePt t="35263" x="6394450" y="6165850"/>
          <p14:tracePt t="35280" x="6508750" y="6178550"/>
          <p14:tracePt t="35296" x="6775450" y="6178550"/>
          <p14:tracePt t="35313" x="6896100" y="6172200"/>
          <p14:tracePt t="35329" x="7023100" y="6159500"/>
          <p14:tracePt t="35347" x="7219950" y="6127750"/>
          <p14:tracePt t="35363" x="7270750" y="6121400"/>
          <p14:tracePt t="35379" x="7340600" y="6115050"/>
          <p14:tracePt t="35396" x="7366000" y="6108700"/>
          <p14:tracePt t="35412" x="7378700" y="6102350"/>
          <p14:tracePt t="35429" x="7385050" y="6102350"/>
          <p14:tracePt t="35463" x="7321550" y="6102350"/>
          <p14:tracePt t="35480" x="7181850" y="6127750"/>
          <p14:tracePt t="35495" x="7067550" y="6140450"/>
          <p14:tracePt t="35513" x="6826250" y="6159500"/>
          <p14:tracePt t="35529" x="6604000" y="6191250"/>
          <p14:tracePt t="35545" x="6515100" y="6203950"/>
          <p14:tracePt t="35562" x="6375400" y="6223000"/>
          <p14:tracePt t="35578" x="6292850" y="6235700"/>
          <p14:tracePt t="35595" x="6267450" y="6235700"/>
          <p14:tracePt t="35612" x="6254750" y="6242050"/>
          <p14:tracePt t="35628" x="6248400" y="6242050"/>
          <p14:tracePt t="35662" x="6248400" y="6248400"/>
          <p14:tracePt t="35678" x="6242050" y="6254750"/>
          <p14:tracePt t="35698" x="6235700" y="6267450"/>
          <p14:tracePt t="35715" x="6235700" y="6273800"/>
          <p14:tracePt t="35728" x="6229350" y="6280150"/>
          <p14:tracePt t="35745" x="6223000" y="6280150"/>
          <p14:tracePt t="35761" x="6223000" y="6286500"/>
          <p14:tracePt t="35778" x="6216650" y="6292850"/>
          <p14:tracePt t="35794" x="6210300" y="6299200"/>
          <p14:tracePt t="35908" x="6216650" y="6299200"/>
          <p14:tracePt t="35922" x="6223000" y="6299200"/>
          <p14:tracePt t="35930" x="6235700" y="6299200"/>
          <p14:tracePt t="35944" x="6242050" y="6299200"/>
          <p14:tracePt t="35960" x="6273800" y="6299200"/>
          <p14:tracePt t="35977" x="6299200" y="6292850"/>
          <p14:tracePt t="35994" x="6388100" y="6267450"/>
          <p14:tracePt t="36010" x="6496050" y="6242050"/>
          <p14:tracePt t="36027" x="6546850" y="6223000"/>
          <p14:tracePt t="36043" x="6604000" y="6210300"/>
          <p14:tracePt t="36060" x="6654800" y="6191250"/>
          <p14:tracePt t="36078" x="6762750" y="6178550"/>
          <p14:tracePt t="36093" x="6819900" y="6165850"/>
          <p14:tracePt t="36110" x="6883400" y="6159500"/>
          <p14:tracePt t="36127" x="7048500" y="6140450"/>
          <p14:tracePt t="36143" x="7137400" y="6127750"/>
          <p14:tracePt t="36160" x="7239000" y="6127750"/>
          <p14:tracePt t="36177" x="7442200" y="6127750"/>
          <p14:tracePt t="36193" x="7543800" y="6127750"/>
          <p14:tracePt t="36210" x="7645400" y="6115050"/>
          <p14:tracePt t="36226" x="7829550" y="6089650"/>
          <p14:tracePt t="36243" x="7905750" y="6070600"/>
          <p14:tracePt t="36260" x="8045450" y="6019800"/>
          <p14:tracePt t="36276" x="8108950" y="6000750"/>
          <p14:tracePt t="36293" x="8153400" y="5994400"/>
          <p14:tracePt t="36310" x="8223250" y="5975350"/>
          <p14:tracePt t="36326" x="8242300" y="5975350"/>
          <p14:tracePt t="36342" x="8255000" y="5975350"/>
          <p14:tracePt t="36359" x="8280400" y="5975350"/>
          <p14:tracePt t="36376" x="8286750" y="5975350"/>
          <p14:tracePt t="36393" x="8293100" y="5975350"/>
          <p14:tracePt t="36428" x="8293100" y="5981700"/>
          <p14:tracePt t="36477" x="8286750" y="5981700"/>
          <p14:tracePt t="36493" x="8274050" y="5981700"/>
          <p14:tracePt t="36498" x="8255000" y="5981700"/>
          <p14:tracePt t="36513" x="8191500" y="5988050"/>
          <p14:tracePt t="36528" x="8089900" y="5994400"/>
          <p14:tracePt t="36542" x="7950200" y="6019800"/>
          <p14:tracePt t="36558" x="7778750" y="6038850"/>
          <p14:tracePt t="36575" x="7232650" y="6115050"/>
          <p14:tracePt t="36591" x="6711950" y="6191250"/>
          <p14:tracePt t="36608" x="6337300" y="6267450"/>
          <p14:tracePt t="36626" x="6165850" y="6292850"/>
          <p14:tracePt t="36641" x="5867400" y="6375400"/>
          <p14:tracePt t="36658" x="5784850" y="6407150"/>
          <p14:tracePt t="36676" x="5676900" y="6432550"/>
          <p14:tracePt t="36691" x="5632450" y="6451600"/>
          <p14:tracePt t="36708" x="5575300" y="6477000"/>
          <p14:tracePt t="36725" x="5549900" y="6489700"/>
          <p14:tracePt t="36741" x="5530850" y="6502400"/>
          <p14:tracePt t="36758" x="5524500" y="6508750"/>
          <p14:tracePt t="36774" x="5518150" y="6515100"/>
          <p14:tracePt t="36815" x="5518150" y="6521450"/>
          <p14:tracePt t="36824" x="5524500" y="6521450"/>
          <p14:tracePt t="36841" x="5524500" y="6527800"/>
          <p14:tracePt t="36858" x="5530850" y="6527800"/>
          <p14:tracePt t="36874" x="5543550" y="6534150"/>
          <p14:tracePt t="36891" x="5556250" y="6534150"/>
          <p14:tracePt t="36908" x="5568950" y="6540500"/>
          <p14:tracePt t="36924" x="5607050" y="6546850"/>
          <p14:tracePt t="36940" x="5626100" y="6553200"/>
          <p14:tracePt t="36957" x="5676900" y="6559550"/>
          <p14:tracePt t="36973" x="5702300" y="6559550"/>
          <p14:tracePt t="36976" x="5740400" y="6565900"/>
          <p14:tracePt t="36990" x="5772150" y="6578600"/>
          <p14:tracePt t="37007" x="5854700" y="6604000"/>
          <p14:tracePt t="37023" x="5886450" y="6610350"/>
          <p14:tracePt t="37041" x="5930900" y="6629400"/>
          <p14:tracePt t="37056" x="5956300" y="6642100"/>
          <p14:tracePt t="37090" x="5962650" y="6648450"/>
          <p14:tracePt t="37152" x="5956300" y="6648450"/>
          <p14:tracePt t="37195" x="5949950" y="6648450"/>
          <p14:tracePt t="37223" x="5949950" y="6642100"/>
          <p14:tracePt t="37735" x="5962650" y="6642100"/>
          <p14:tracePt t="37749" x="5981700" y="6642100"/>
          <p14:tracePt t="37757" x="5994400" y="6642100"/>
          <p14:tracePt t="37771" x="6019800" y="6642100"/>
          <p14:tracePt t="37787" x="6051550" y="6642100"/>
          <p14:tracePt t="37806" x="6159500" y="6629400"/>
          <p14:tracePt t="37821" x="6203950" y="6616700"/>
          <p14:tracePt t="37837" x="6248400" y="6604000"/>
          <p14:tracePt t="37854" x="6318250" y="6584950"/>
          <p14:tracePt t="37870" x="6375400" y="6565900"/>
          <p14:tracePt t="37887" x="6400800" y="6553200"/>
          <p14:tracePt t="37904" x="6432550" y="6540500"/>
          <p14:tracePt t="37920" x="6464300" y="6527800"/>
          <p14:tracePt t="37937" x="6477000" y="6521450"/>
          <p14:tracePt t="37953" x="6515100" y="6508750"/>
          <p14:tracePt t="37970" x="6565900" y="6496050"/>
          <p14:tracePt t="37987" x="6584950" y="6496050"/>
          <p14:tracePt t="37990" x="6604000" y="6489700"/>
          <p14:tracePt t="38004" x="6635750" y="6483350"/>
          <p14:tracePt t="38020" x="6667500" y="6477000"/>
          <p14:tracePt t="38037" x="6692900" y="6457950"/>
          <p14:tracePt t="38053" x="6705600" y="6451600"/>
          <p14:tracePt t="38070" x="6718300" y="6438900"/>
          <p14:tracePt t="38087" x="6743700" y="6432550"/>
          <p14:tracePt t="38103" x="6750050" y="6432550"/>
          <p14:tracePt t="38120" x="6756400" y="6426200"/>
          <p14:tracePt t="38136" x="6762750" y="6413500"/>
          <p14:tracePt t="38153" x="6769100" y="6407150"/>
          <p14:tracePt t="38170" x="6769100" y="6400800"/>
          <p14:tracePt t="38186" x="6775450" y="6400800"/>
          <p14:tracePt t="38203" x="6781800" y="6394450"/>
          <p14:tracePt t="38221" x="6788150" y="6394450"/>
          <p14:tracePt t="38236" x="6788150" y="6381750"/>
          <p14:tracePt t="38269" x="6794500" y="6375400"/>
          <p14:tracePt t="38604" x="6826250" y="6375400"/>
          <p14:tracePt t="38619" x="6877050" y="6375400"/>
          <p14:tracePt t="38632" x="6940550" y="6375400"/>
          <p14:tracePt t="38639" x="7029450" y="6375400"/>
          <p14:tracePt t="38654" x="7105650" y="6375400"/>
          <p14:tracePt t="38668" x="7194550" y="6375400"/>
          <p14:tracePt t="38684" x="7283450" y="6381750"/>
          <p14:tracePt t="38701" x="7372350" y="6381750"/>
          <p14:tracePt t="38717" x="7543800" y="6400800"/>
          <p14:tracePt t="38734" x="7594600" y="6407150"/>
          <p14:tracePt t="38752" x="7683500" y="6407150"/>
          <p14:tracePt t="38767" x="7708900" y="6407150"/>
          <p14:tracePt t="38784" x="7727950" y="6407150"/>
          <p14:tracePt t="38801" x="7759700" y="6407150"/>
          <p14:tracePt t="38817" x="7778750" y="6407150"/>
          <p14:tracePt t="38834" x="7785100" y="6407150"/>
          <p14:tracePt t="38850" x="7797800" y="6407150"/>
          <p14:tracePt t="38867" x="7804150" y="6407150"/>
          <p14:tracePt t="38934" x="7797800" y="6407150"/>
          <p14:tracePt t="38941" x="7791450" y="6407150"/>
          <p14:tracePt t="38969" x="7785100" y="6407150"/>
          <p14:tracePt t="39005" x="7772400" y="6400800"/>
          <p14:tracePt t="39040" x="7759700" y="6400800"/>
          <p14:tracePt t="39054" x="7747000" y="6400800"/>
          <p14:tracePt t="39060" x="7727950" y="6400800"/>
          <p14:tracePt t="39075" x="7696200" y="6400800"/>
          <p14:tracePt t="39088" x="7658100" y="6407150"/>
          <p14:tracePt t="39103" x="7607300" y="6407150"/>
          <p14:tracePt t="39117" x="7524750" y="6419850"/>
          <p14:tracePt t="39133" x="7448550" y="6419850"/>
          <p14:tracePt t="39149" x="7372350" y="6419850"/>
          <p14:tracePt t="39166" x="7232650" y="6419850"/>
          <p14:tracePt t="39182" x="7181850" y="6419850"/>
          <p14:tracePt t="39199" x="7105650" y="6419850"/>
          <p14:tracePt t="39216" x="7080250" y="6419850"/>
          <p14:tracePt t="39233" x="7061200" y="6419850"/>
          <p14:tracePt t="39249" x="7048500" y="6419850"/>
          <p14:tracePt t="39306" x="7054850" y="6419850"/>
          <p14:tracePt t="39321" x="7067550" y="6413500"/>
          <p14:tracePt t="39327" x="7080250" y="6413500"/>
          <p14:tracePt t="39342" x="7099300" y="6413500"/>
          <p14:tracePt t="39356" x="7131050" y="6413500"/>
          <p14:tracePt t="39365" x="7169150" y="6413500"/>
          <p14:tracePt t="39382" x="7207250" y="6413500"/>
          <p14:tracePt t="39399" x="7270750" y="6413500"/>
          <p14:tracePt t="39415" x="7372350" y="6413500"/>
          <p14:tracePt t="39431" x="7429500" y="6407150"/>
          <p14:tracePt t="39448" x="7467600" y="6407150"/>
          <p14:tracePt t="39465" x="7473950" y="6400800"/>
          <p14:tracePt t="39482" x="7480300" y="6400800"/>
          <p14:tracePt t="39498" x="7480300" y="6394450"/>
          <p14:tracePt t="39532" x="7454900" y="6394450"/>
          <p14:tracePt t="39548" x="7404100" y="6394450"/>
          <p14:tracePt t="39565" x="7378700" y="6394450"/>
          <p14:tracePt t="39581" x="7277100" y="6388100"/>
          <p14:tracePt t="39598" x="7175500" y="6388100"/>
          <p14:tracePt t="39614" x="7112000" y="6388100"/>
          <p14:tracePt t="39631" x="7016750" y="6388100"/>
          <p14:tracePt t="39648" x="6959600" y="6388100"/>
          <p14:tracePt t="39665" x="6946900" y="6388100"/>
          <p14:tracePt t="39681" x="6934200" y="6388100"/>
          <p14:tracePt t="39697" x="6927850" y="6388100"/>
          <p14:tracePt t="39743" x="6934200" y="6388100"/>
          <p14:tracePt t="39757" x="6953250" y="6388100"/>
          <p14:tracePt t="39766" x="6972300" y="6388100"/>
          <p14:tracePt t="39780" x="7004050" y="6388100"/>
          <p14:tracePt t="39797" x="7042150" y="6388100"/>
          <p14:tracePt t="39814" x="7169150" y="6394450"/>
          <p14:tracePt t="39830" x="7232650" y="6394450"/>
          <p14:tracePt t="39847" x="7296150" y="6394450"/>
          <p14:tracePt t="39863" x="7416800" y="6394450"/>
          <p14:tracePt t="39880" x="7442200" y="6394450"/>
          <p14:tracePt t="39897" x="7473950" y="6394450"/>
          <p14:tracePt t="39913" x="7480300" y="6394450"/>
          <p14:tracePt t="39961" x="7473950" y="6394450"/>
          <p14:tracePt t="39982" x="7454900" y="6394450"/>
          <p14:tracePt t="39988" x="7435850" y="6394450"/>
          <p14:tracePt t="40003" x="7397750" y="6394450"/>
          <p14:tracePt t="40013" x="7353300" y="6394450"/>
          <p14:tracePt t="40030" x="7302500" y="6394450"/>
          <p14:tracePt t="40046" x="7245350" y="6400800"/>
          <p14:tracePt t="40063" x="7105650" y="6413500"/>
          <p14:tracePt t="40080" x="7042150" y="6419850"/>
          <p14:tracePt t="40096" x="6985000" y="6432550"/>
          <p14:tracePt t="40112" x="6927850" y="6438900"/>
          <p14:tracePt t="40130" x="6902450" y="6445250"/>
          <p14:tracePt t="40146" x="6896100" y="6451600"/>
          <p14:tracePt t="40163" x="6896100" y="6457950"/>
          <p14:tracePt t="40179" x="6889750" y="6464300"/>
          <p14:tracePt t="40249" x="6889750" y="6470650"/>
          <p14:tracePt t="40291" x="6896100" y="6477000"/>
          <p14:tracePt t="40298" x="6896100" y="6483350"/>
          <p14:tracePt t="40318" x="6902450" y="6489700"/>
          <p14:tracePt t="40339" x="6902450" y="6496050"/>
          <p14:tracePt t="40363" x="6902450" y="6502400"/>
          <p14:tracePt t="40382" x="6902450" y="6508750"/>
          <p14:tracePt t="40389" x="6902450" y="6515100"/>
          <p14:tracePt t="40412" x="6902450" y="6521450"/>
          <p14:tracePt t="40417" x="6902450" y="6527800"/>
          <p14:tracePt t="40439" x="6902450" y="6534150"/>
          <p14:tracePt t="40459" x="6908800" y="6534150"/>
          <p14:tracePt t="40501" x="6915150" y="6534150"/>
          <p14:tracePt t="40508" x="6921500" y="6534150"/>
          <p14:tracePt t="40579" x="6921500" y="6521450"/>
          <p14:tracePt t="40586" x="6921500" y="6515100"/>
          <p14:tracePt t="40594" x="6915150" y="6508750"/>
          <p14:tracePt t="40611" x="6902450" y="6496050"/>
          <p14:tracePt t="40628" x="6858000" y="6464300"/>
          <p14:tracePt t="40644" x="6743700" y="6394450"/>
          <p14:tracePt t="40661" x="6667500" y="6356350"/>
          <p14:tracePt t="40678" x="6400800" y="6254750"/>
          <p14:tracePt t="40694" x="6305550" y="6223000"/>
          <p14:tracePt t="40711" x="6203950" y="6203950"/>
          <p14:tracePt t="40727" x="6026150" y="6159500"/>
          <p14:tracePt t="40744" x="5880100" y="6140450"/>
          <p14:tracePt t="40761" x="5829300" y="6134100"/>
          <p14:tracePt t="40777" x="5765800" y="6134100"/>
          <p14:tracePt t="40794" x="5734050" y="6134100"/>
          <p14:tracePt t="40811" x="5721350" y="6134100"/>
          <p14:tracePt t="40827" x="5715000" y="6134100"/>
          <p14:tracePt t="40902" x="5721350" y="6134100"/>
          <p14:tracePt t="40910" x="5727700" y="6134100"/>
          <p14:tracePt t="40923" x="5740400" y="6134100"/>
          <p14:tracePt t="40930" x="5759450" y="6134100"/>
          <p14:tracePt t="40946" x="5784850" y="6134100"/>
          <p14:tracePt t="40960" x="5937250" y="6146800"/>
          <p14:tracePt t="40976" x="6083300" y="6172200"/>
          <p14:tracePt t="40994" x="6280150" y="6210300"/>
          <p14:tracePt t="41010" x="6750050" y="6267450"/>
          <p14:tracePt t="41026" x="7207250" y="6305550"/>
          <p14:tracePt t="41043" x="7416800" y="6305550"/>
          <p14:tracePt t="41046" x="7632700" y="6299200"/>
          <p14:tracePt t="41060" x="7797800" y="6280150"/>
          <p14:tracePt t="41076" x="8032750" y="6223000"/>
          <p14:tracePt t="41093" x="8178800" y="6165850"/>
          <p14:tracePt t="41109" x="8223250" y="6159500"/>
          <p14:tracePt t="41126" x="8267700" y="6134100"/>
          <p14:tracePt t="41143" x="8286750" y="6121400"/>
          <p14:tracePt t="41159" x="8293100" y="6115050"/>
          <p14:tracePt t="41204" x="8286750" y="6115050"/>
          <p14:tracePt t="41227" x="8280400" y="6115050"/>
          <p14:tracePt t="41232" x="8274050" y="6115050"/>
          <p14:tracePt t="41242" x="8267700" y="6115050"/>
          <p14:tracePt t="41259" x="8261350" y="6121400"/>
          <p14:tracePt t="41276" x="8235950" y="6127750"/>
          <p14:tracePt t="41292" x="8166100" y="6134100"/>
          <p14:tracePt t="41309" x="8039100" y="6153150"/>
          <p14:tracePt t="41325" x="7842250" y="6197600"/>
          <p14:tracePt t="41342" x="7727950" y="6216650"/>
          <p14:tracePt t="41359" x="7486650" y="6267450"/>
          <p14:tracePt t="41375" x="7239000" y="6330950"/>
          <p14:tracePt t="41392" x="7124700" y="6375400"/>
          <p14:tracePt t="41410" x="6889750" y="6419850"/>
          <p14:tracePt t="41425" x="6692900" y="6470650"/>
          <p14:tracePt t="41442" x="6642100" y="6477000"/>
          <p14:tracePt t="41459" x="6559550" y="6496050"/>
          <p14:tracePt t="41475" x="6521450" y="6508750"/>
          <p14:tracePt t="41491" x="6508750" y="6508750"/>
          <p14:tracePt t="41508" x="6489700" y="6508750"/>
          <p14:tracePt t="41524" x="6477000" y="6502400"/>
          <p14:tracePt t="41541" x="6470650" y="6502400"/>
          <p14:tracePt t="41558" x="6464300" y="6502400"/>
          <p14:tracePt t="41592" x="6457950" y="6496050"/>
          <p14:tracePt t="41802" x="6438900" y="6496050"/>
          <p14:tracePt t="41816" x="6419850" y="6502400"/>
          <p14:tracePt t="41824" x="6400800" y="6515100"/>
          <p14:tracePt t="41837" x="6369050" y="6521450"/>
          <p14:tracePt t="41844" x="6343650" y="6527800"/>
          <p14:tracePt t="41860" x="6299200" y="6534150"/>
          <p14:tracePt t="41874" x="6216650" y="6559550"/>
          <p14:tracePt t="41890" x="6172200" y="6578600"/>
          <p14:tracePt t="41907" x="6140450" y="6584950"/>
          <p14:tracePt t="41923" x="6096000" y="6591300"/>
          <p14:tracePt t="41940" x="6064250" y="6597650"/>
          <p14:tracePt t="41957" x="6057900" y="6604000"/>
          <p14:tracePt t="41990" x="6064250" y="6610350"/>
          <p14:tracePt t="42007" x="6108700" y="6610350"/>
          <p14:tracePt t="42023" x="6134100" y="6610350"/>
          <p14:tracePt t="42040" x="6229350" y="6604000"/>
          <p14:tracePt t="42057" x="6407150" y="6578600"/>
          <p14:tracePt t="42073" x="6508750" y="6559550"/>
          <p14:tracePt t="42090" x="6705600" y="6540500"/>
          <p14:tracePt t="42106" x="6858000" y="6546850"/>
          <p14:tracePt t="42122" x="6934200" y="6546850"/>
          <p14:tracePt t="42140" x="6985000" y="6553200"/>
          <p14:tracePt t="42155" x="7086600" y="6565900"/>
          <p14:tracePt t="42172" x="7099300" y="6565900"/>
          <p14:tracePt t="42190" x="7118350" y="6565900"/>
          <p14:tracePt t="42207" x="7124700" y="6565900"/>
          <p14:tracePt t="42222" x="7131050" y="6565900"/>
          <p14:tracePt t="42255" x="7137400" y="6565900"/>
          <p14:tracePt t="42295" x="7143750" y="6565900"/>
          <p14:tracePt t="42400" x="7137400" y="6565900"/>
          <p14:tracePt t="42541" x="7131050" y="6565900"/>
          <p14:tracePt t="42569" x="7124700" y="6559550"/>
          <p14:tracePt t="42590" x="7118350" y="6559550"/>
          <p14:tracePt t="42625" x="7118350" y="6553200"/>
          <p14:tracePt t="42654" x="7124700" y="6546850"/>
          <p14:tracePt t="42660" x="7124700" y="6540500"/>
          <p14:tracePt t="42675" x="7131050" y="6540500"/>
          <p14:tracePt t="42690" x="7143750" y="6534150"/>
          <p14:tracePt t="42703" x="7169150" y="6521450"/>
          <p14:tracePt t="42720" x="7200900" y="6508750"/>
          <p14:tracePt t="42738" x="7289800" y="6464300"/>
          <p14:tracePt t="42753" x="7334250" y="6451600"/>
          <p14:tracePt t="42770" x="7366000" y="6438900"/>
          <p14:tracePt t="42787" x="7410450" y="6419850"/>
          <p14:tracePt t="42803" x="7429500" y="6413500"/>
          <p14:tracePt t="42820" x="7448550" y="6407150"/>
          <p14:tracePt t="42893" x="7435850" y="6407150"/>
          <p14:tracePt t="42899" x="7423150" y="6407150"/>
          <p14:tracePt t="42913" x="7404100" y="6419850"/>
          <p14:tracePt t="42928" x="7391400" y="6419850"/>
          <p14:tracePt t="42936" x="7340600" y="6419850"/>
          <p14:tracePt t="42952" x="7289800" y="6426200"/>
          <p14:tracePt t="42970" x="7207250" y="6438900"/>
          <p14:tracePt t="42986" x="7067550" y="6445250"/>
          <p14:tracePt t="43003" x="7004050" y="6457950"/>
          <p14:tracePt t="43020" x="6934200" y="6464300"/>
          <p14:tracePt t="43036" x="6832600" y="6464300"/>
          <p14:tracePt t="43053" x="6794500" y="6464300"/>
          <p14:tracePt t="43069" x="6737350" y="6464300"/>
          <p14:tracePt t="43085" x="6724650" y="6464300"/>
          <p14:tracePt t="43102" x="6718300" y="6464300"/>
          <p14:tracePt t="43119" x="6711950" y="6464300"/>
          <p14:tracePt t="43159" x="6711950" y="6457950"/>
          <p14:tracePt t="43173" x="6724650" y="6457950"/>
          <p14:tracePt t="43681" x="6623050" y="6438900"/>
          <p14:tracePt t="43695" x="6438900" y="6419850"/>
          <p14:tracePt t="43709" x="6223000" y="6388100"/>
          <p14:tracePt t="43718" x="5943600" y="6343650"/>
          <p14:tracePt t="43733" x="5676900" y="6311900"/>
          <p14:tracePt t="43750" x="5403850" y="6286500"/>
          <p14:tracePt t="43766" x="4794250" y="6254750"/>
          <p14:tracePt t="43783" x="4654550" y="6254750"/>
          <p14:tracePt t="43800" x="4413250" y="6261100"/>
          <p14:tracePt t="43816" x="4184650" y="6261100"/>
          <p14:tracePt t="43833" x="4095750" y="6261100"/>
          <p14:tracePt t="43850" x="3917950" y="6261100"/>
          <p14:tracePt t="43866" x="3752850" y="6261100"/>
          <p14:tracePt t="43883" x="3689350" y="6261100"/>
          <p14:tracePt t="43900" x="3562350" y="6248400"/>
          <p14:tracePt t="43916" x="3492500" y="6242050"/>
          <p14:tracePt t="43934" x="3460750" y="6235700"/>
          <p14:tracePt t="43949" x="3429000" y="6229350"/>
          <p14:tracePt t="43966" x="3403600" y="6229350"/>
          <p14:tracePt t="43983" x="3390900" y="6223000"/>
          <p14:tracePt t="43999" x="3384550" y="6216650"/>
          <p14:tracePt t="44016" x="3384550" y="6210300"/>
          <p14:tracePt t="44033" x="3384550" y="6203950"/>
          <p14:tracePt t="44074" x="3384550" y="6197600"/>
          <p14:tracePt t="44088" x="3384550" y="6191250"/>
          <p14:tracePt t="44099" x="3384550" y="6184900"/>
          <p14:tracePt t="44124" x="3384550" y="6178550"/>
          <p14:tracePt t="44292" x="3378200" y="6178550"/>
          <p14:tracePt t="44306" x="3371850" y="6178550"/>
          <p14:tracePt t="44315" x="3371850" y="6172200"/>
          <p14:tracePt t="44328" x="3365500" y="6165850"/>
          <p14:tracePt t="44335" x="3359150" y="6165850"/>
          <p14:tracePt t="44351" x="3352800" y="6165850"/>
          <p14:tracePt t="44370" x="3346450" y="6165850"/>
          <p14:tracePt t="44381" x="3333750" y="6159500"/>
          <p14:tracePt t="44398" x="3295650" y="6140450"/>
          <p14:tracePt t="44414" x="3276600" y="6134100"/>
          <p14:tracePt t="44431" x="3219450" y="6115050"/>
          <p14:tracePt t="44448" x="3117850" y="6089650"/>
          <p14:tracePt t="44464" x="3054350" y="6076950"/>
          <p14:tracePt t="44481" x="2921000" y="6051550"/>
          <p14:tracePt t="44497" x="2800350" y="6019800"/>
          <p14:tracePt t="44514" x="2762250" y="6007100"/>
          <p14:tracePt t="44531" x="2673350" y="5988050"/>
          <p14:tracePt t="44547" x="2635250" y="5975350"/>
          <p14:tracePt t="44564" x="2622550" y="5975350"/>
          <p14:tracePt t="44581" x="2603500" y="5969000"/>
          <p14:tracePt t="44597" x="2584450" y="5969000"/>
          <p14:tracePt t="44651" x="2578100" y="5969000"/>
          <p14:tracePt t="45150" x="2584450" y="5969000"/>
          <p14:tracePt t="45157" x="2597150" y="5981700"/>
          <p14:tracePt t="45171" x="2609850" y="5981700"/>
          <p14:tracePt t="45181" x="2635250" y="5988050"/>
          <p14:tracePt t="45195" x="2673350" y="5994400"/>
          <p14:tracePt t="45211" x="2705100" y="6000750"/>
          <p14:tracePt t="45228" x="2863850" y="6026150"/>
          <p14:tracePt t="45245" x="2914650" y="6026150"/>
          <p14:tracePt t="45261" x="2965450" y="6038850"/>
          <p14:tracePt t="45278" x="3073400" y="6045200"/>
          <p14:tracePt t="45294" x="3143250" y="6051550"/>
          <p14:tracePt t="45313" x="3181350" y="6051550"/>
          <p14:tracePt t="45328" x="3200400" y="6051550"/>
          <p14:tracePt t="45345" x="3219450" y="6051550"/>
          <p14:tracePt t="45362" x="3232150" y="6051550"/>
          <p14:tracePt t="45378" x="3238500" y="6051550"/>
          <p14:tracePt t="45459" x="3238500" y="6057900"/>
          <p14:tracePt t="45481" x="3238500" y="6064250"/>
          <p14:tracePt t="45501" x="3232150" y="6064250"/>
          <p14:tracePt t="45530" x="3225800" y="6064250"/>
          <p14:tracePt t="45551" x="3219450" y="6064250"/>
          <p14:tracePt t="45572" x="3213100" y="6064250"/>
          <p14:tracePt t="45593" x="3206750" y="6064250"/>
          <p14:tracePt t="45614" x="3194050" y="6064250"/>
          <p14:tracePt t="45621" x="3187700" y="6070600"/>
          <p14:tracePt t="45635" x="3168650" y="6070600"/>
          <p14:tracePt t="45644" x="3149600" y="6070600"/>
          <p14:tracePt t="45660" x="3117850" y="6070600"/>
          <p14:tracePt t="45677" x="3060700" y="6076950"/>
          <p14:tracePt t="45693" x="3003550" y="6083300"/>
          <p14:tracePt t="45710" x="2984500" y="6083300"/>
          <p14:tracePt t="45727" x="2946400" y="6083300"/>
          <p14:tracePt t="45743" x="2927350" y="6083300"/>
          <p14:tracePt t="45760" x="2914650" y="6083300"/>
          <p14:tracePt t="45777" x="2908300" y="6083300"/>
          <p14:tracePt t="45793" x="2914650" y="6089650"/>
          <p14:tracePt t="45809" x="2927350" y="6089650"/>
          <p14:tracePt t="45826" x="2959100" y="6089650"/>
          <p14:tracePt t="45842" x="2997200" y="6089650"/>
          <p14:tracePt t="45860" x="3270250" y="6121400"/>
          <p14:tracePt t="45876" x="3422650" y="6134100"/>
          <p14:tracePt t="45893" x="3638550" y="6146800"/>
          <p14:tracePt t="45910" x="4121150" y="6172200"/>
          <p14:tracePt t="45926" x="4648200" y="6146800"/>
          <p14:tracePt t="45942" x="4889500" y="6134100"/>
          <p14:tracePt t="45959" x="5257800" y="6070600"/>
          <p14:tracePt t="45976" x="5480050" y="6038850"/>
          <p14:tracePt t="45992" x="5556250" y="6019800"/>
          <p14:tracePt t="46009" x="5626100" y="6007100"/>
          <p14:tracePt t="46025" x="5664200" y="5988050"/>
          <p14:tracePt t="46043" x="5676900" y="5988050"/>
          <p14:tracePt t="46059" x="5683250" y="5988050"/>
          <p14:tracePt t="46075" x="5689600" y="5988050"/>
          <p14:tracePt t="46345" x="5683250" y="5988050"/>
          <p14:tracePt t="46352" x="5676900" y="5988050"/>
          <p14:tracePt t="46375" x="5670550" y="5988050"/>
          <p14:tracePt t="46388" x="5651500" y="5988050"/>
          <p14:tracePt t="46394" x="5632450" y="5988050"/>
          <p14:tracePt t="46410" x="5600700" y="5994400"/>
          <p14:tracePt t="46424" x="5511800" y="6007100"/>
          <p14:tracePt t="46440" x="5441950" y="6007100"/>
          <p14:tracePt t="46458" x="5302250" y="6026150"/>
          <p14:tracePt t="46474" x="5238750" y="6026150"/>
          <p14:tracePt t="46491" x="5105400" y="6032500"/>
          <p14:tracePt t="46508" x="5016500" y="6032500"/>
          <p14:tracePt t="46523" x="4978400" y="6045200"/>
          <p14:tracePt t="46541" x="4927600" y="6045200"/>
          <p14:tracePt t="46557" x="4902200" y="6051550"/>
          <p14:tracePt t="46574" x="4889500" y="6051550"/>
          <p14:tracePt t="46591" x="4864100" y="6051550"/>
          <p14:tracePt t="46606" x="4806950" y="6045200"/>
          <p14:tracePt t="46623" x="4756150" y="6045200"/>
          <p14:tracePt t="46627" x="4699000" y="6032500"/>
          <p14:tracePt t="46641" x="4635500" y="6032500"/>
          <p14:tracePt t="46657" x="4457700" y="6026150"/>
          <p14:tracePt t="46673" x="4381500" y="6026150"/>
          <p14:tracePt t="46690" x="4216400" y="6026150"/>
          <p14:tracePt t="46706" x="4070350" y="6038850"/>
          <p14:tracePt t="46723" x="4019550" y="6038850"/>
          <p14:tracePt t="46740" x="3892550" y="6057900"/>
          <p14:tracePt t="46756" x="3810000" y="6083300"/>
          <p14:tracePt t="46775" x="3587750" y="6115050"/>
          <p14:tracePt t="46789" x="3524250" y="6121400"/>
          <p14:tracePt t="46806" x="3479800" y="6140450"/>
          <p14:tracePt t="46823" x="3384550" y="6159500"/>
          <p14:tracePt t="46839" x="3327400" y="6178550"/>
          <p14:tracePt t="46856" x="3295650" y="6197600"/>
          <p14:tracePt t="46873" x="3206750" y="6223000"/>
          <p14:tracePt t="46889" x="3124200" y="6248400"/>
          <p14:tracePt t="46906" x="3079750" y="6254750"/>
          <p14:tracePt t="46923" x="2997200" y="6280150"/>
          <p14:tracePt t="46939" x="2914650" y="6299200"/>
          <p14:tracePt t="46956" x="2882900" y="6311900"/>
          <p14:tracePt t="46972" x="2825750" y="6337300"/>
          <p14:tracePt t="46989" x="2774950" y="6350000"/>
          <p14:tracePt t="47006" x="2736850" y="6356350"/>
          <p14:tracePt t="47022" x="2730500" y="6356350"/>
          <p14:tracePt t="47039" x="2698750" y="6356350"/>
          <p14:tracePt t="47397" x="2660650" y="6356350"/>
          <p14:tracePt t="47411" x="2622550" y="6356350"/>
          <p14:tracePt t="47418" x="2571750" y="6356350"/>
          <p14:tracePt t="47432" x="2520950" y="6356350"/>
          <p14:tracePt t="47440" x="2463800" y="6356350"/>
          <p14:tracePt t="47455" x="2413000" y="6356350"/>
          <p14:tracePt t="47470" x="2317750" y="6356350"/>
          <p14:tracePt t="47488" x="2266950" y="6356350"/>
          <p14:tracePt t="47504" x="2171700" y="6350000"/>
          <p14:tracePt t="47520" x="2146300" y="6350000"/>
          <p14:tracePt t="47538" x="2070100" y="6337300"/>
          <p14:tracePt t="47553" x="2044700" y="6337300"/>
          <p14:tracePt t="47570" x="2032000" y="6330950"/>
          <p14:tracePt t="47587" x="1993900" y="6324600"/>
          <p14:tracePt t="47603" x="1968500" y="6324600"/>
          <p14:tracePt t="47620" x="1955800" y="6324600"/>
          <p14:tracePt t="47623" x="1949450" y="6324600"/>
          <p14:tracePt t="47636" x="1936750" y="6324600"/>
          <p14:tracePt t="47653" x="1917700" y="6324600"/>
          <p14:tracePt t="47670" x="1911350" y="6324600"/>
          <p14:tracePt t="47687" x="1885950" y="6324600"/>
          <p14:tracePt t="47703" x="1873250" y="6330950"/>
          <p14:tracePt t="47720" x="1866900" y="6330950"/>
          <p14:tracePt t="47736" x="1860550" y="6337300"/>
          <p14:tracePt t="47753" x="1847850" y="6337300"/>
          <p14:tracePt t="47770" x="1835150" y="6343650"/>
          <p14:tracePt t="47786" x="1828800" y="6350000"/>
          <p14:tracePt t="47820" x="1809750" y="6350000"/>
          <p14:tracePt t="47836" x="1803400" y="6350000"/>
          <p14:tracePt t="47852" x="1797050" y="6356350"/>
          <p14:tracePt t="47869" x="1784350" y="6362700"/>
          <p14:tracePt t="47885" x="1758950" y="6375400"/>
          <p14:tracePt t="47903" x="1746250" y="6381750"/>
          <p14:tracePt t="47919" x="1727200" y="6394450"/>
          <p14:tracePt t="47935" x="1708150" y="6407150"/>
          <p14:tracePt t="47953" x="1701800" y="6413500"/>
          <p14:tracePt t="47985" x="1695450" y="6413500"/>
          <p14:tracePt t="48100" x="1689100" y="6413500"/>
          <p14:tracePt t="48171" x="1682750" y="6413500"/>
          <p14:tracePt t="48297" x="1676400" y="6413500"/>
          <p14:tracePt t="48353" x="1670050" y="6413500"/>
          <p14:tracePt t="48374" x="1663700" y="6413500"/>
          <p14:tracePt t="48381" x="1663700" y="6407150"/>
          <p14:tracePt t="48402" x="1657350" y="6407150"/>
          <p14:tracePt t="48423" x="1651000" y="6407150"/>
          <p14:tracePt t="48445" x="1644650" y="6407150"/>
          <p14:tracePt t="48452" x="1638300" y="6407150"/>
          <p14:tracePt t="48473" x="1631950" y="6407150"/>
          <p14:tracePt t="48494" x="1625600" y="6407150"/>
          <p14:tracePt t="48522" x="1619250" y="6407150"/>
          <p14:tracePt t="48543" x="1612900" y="6407150"/>
          <p14:tracePt t="48564" x="1606550" y="6407150"/>
          <p14:tracePt t="48592" x="1600200" y="6407150"/>
          <p14:tracePt t="48613" x="1593850" y="6407150"/>
          <p14:tracePt t="48648" x="1587500" y="6407150"/>
          <p14:tracePt t="48697" x="1581150" y="6407150"/>
          <p14:tracePt t="48712" x="1574800" y="6400800"/>
          <p14:tracePt t="49241" x="1638300" y="6394450"/>
          <p14:tracePt t="49249" x="1739900" y="6381750"/>
          <p14:tracePt t="49255" x="1866900" y="6362700"/>
          <p14:tracePt t="49269" x="1993900" y="6350000"/>
          <p14:tracePt t="49280" x="2133600" y="6337300"/>
          <p14:tracePt t="49298" x="2432050" y="6318250"/>
          <p14:tracePt t="49314" x="2559050" y="6318250"/>
          <p14:tracePt t="49331" x="2781300" y="6318250"/>
          <p14:tracePt t="49347" x="2959100" y="6324600"/>
          <p14:tracePt t="49364" x="3041650" y="6330950"/>
          <p14:tracePt t="49382" x="3105150" y="6330950"/>
          <p14:tracePt t="49397" x="3263900" y="6350000"/>
          <p14:tracePt t="49414" x="3282950" y="6356350"/>
          <p14:tracePt t="49431" x="3340100" y="6356350"/>
          <p14:tracePt t="49447" x="3371850" y="6356350"/>
          <p14:tracePt t="49464" x="3403600" y="6375400"/>
          <p14:tracePt t="49482" x="3429000" y="6381750"/>
          <p14:tracePt t="49497" x="3435350" y="6388100"/>
          <p14:tracePt t="49513" x="3448050" y="6394450"/>
          <p14:tracePt t="49530" x="3448050" y="6400800"/>
          <p14:tracePt t="49547" x="3448050" y="6407150"/>
          <p14:tracePt t="49580" x="3454400" y="6413500"/>
          <p14:tracePt t="49596" x="3460750" y="6419850"/>
          <p14:tracePt t="49614" x="3473450" y="6432550"/>
          <p14:tracePt t="49630" x="3486150" y="6451600"/>
          <p14:tracePt t="49663" x="3492500" y="6451600"/>
          <p14:tracePt t="49680" x="3492500" y="6457950"/>
          <p14:tracePt t="49740" x="3498850" y="6457950"/>
          <p14:tracePt t="49790" x="3505200" y="6457950"/>
          <p14:tracePt t="49810" x="3511550" y="6457950"/>
          <p14:tracePt t="49818" x="3517900" y="6457950"/>
          <p14:tracePt t="49832" x="3524250" y="6457950"/>
          <p14:tracePt t="49853" x="3530600" y="6457950"/>
          <p14:tracePt t="49862" x="3543300" y="6457950"/>
          <p14:tracePt t="49878" x="3556000" y="6457950"/>
          <p14:tracePt t="49895" x="3613150" y="6445250"/>
          <p14:tracePt t="49912" x="3702050" y="6445250"/>
          <p14:tracePt t="49929" x="3752850" y="6445250"/>
          <p14:tracePt t="49945" x="3873500" y="6438900"/>
          <p14:tracePt t="49964" x="3962400" y="6438900"/>
          <p14:tracePt t="49980" x="4019550" y="6438900"/>
          <p14:tracePt t="49995" x="4051300" y="6438900"/>
          <p14:tracePt t="50012" x="4064000" y="6438900"/>
          <p14:tracePt t="50030" x="4102100" y="6438900"/>
          <p14:tracePt t="50061" x="4108450" y="6438900"/>
          <p14:tracePt t="50120" x="4102100" y="6432550"/>
          <p14:tracePt t="50134" x="4095750" y="6432550"/>
          <p14:tracePt t="50141" x="4089400" y="6432550"/>
          <p14:tracePt t="50155" x="4083050" y="6432550"/>
          <p14:tracePt t="50164" x="4070350" y="6432550"/>
          <p14:tracePt t="50178" x="4057650" y="6432550"/>
          <p14:tracePt t="50194" x="4000500" y="6438900"/>
          <p14:tracePt t="50212" x="3930650" y="6457950"/>
          <p14:tracePt t="50228" x="3873500" y="6477000"/>
          <p14:tracePt t="50244" x="3778250" y="6502400"/>
          <p14:tracePt t="50261" x="3708400" y="6527800"/>
          <p14:tracePt t="50277" x="3676650" y="6534150"/>
          <p14:tracePt t="50294" x="3657600" y="6540500"/>
          <p14:tracePt t="50311" x="3619500" y="6565900"/>
          <p14:tracePt t="50327" x="3613150" y="6565900"/>
          <p14:tracePt t="50345" x="3606800" y="6578600"/>
          <p14:tracePt t="50444" x="3600450" y="6584950"/>
          <p14:tracePt t="50465" x="3594100" y="6584950"/>
          <p14:tracePt t="50493" x="3587750" y="6591300"/>
          <p14:tracePt t="50556" x="3581400" y="6597650"/>
          <p14:tracePt t="51789" x="3594100" y="6584950"/>
          <p14:tracePt t="51804" x="3632200" y="6553200"/>
          <p14:tracePt t="51810" x="3670300" y="6527800"/>
          <p14:tracePt t="51822" x="3714750" y="6483350"/>
          <p14:tracePt t="51839" x="3810000" y="6388100"/>
          <p14:tracePt t="51855" x="3867150" y="6318250"/>
          <p14:tracePt t="51872" x="3943350" y="6235700"/>
          <p14:tracePt t="51889" x="4051300" y="6070600"/>
          <p14:tracePt t="51905" x="4114800" y="5975350"/>
          <p14:tracePt t="51922" x="4229100" y="5810250"/>
          <p14:tracePt t="51938" x="4330700" y="5670550"/>
          <p14:tracePt t="51955" x="4368800" y="5626100"/>
          <p14:tracePt t="51973" x="4451350" y="5511800"/>
          <p14:tracePt t="51988" x="4476750" y="5480050"/>
          <p14:tracePt t="52005" x="4514850" y="5441950"/>
          <p14:tracePt t="52022" x="4546600" y="5410200"/>
          <p14:tracePt t="52038" x="4565650" y="5384800"/>
          <p14:tracePt t="52055" x="4597400" y="5359400"/>
          <p14:tracePt t="52071" x="4622800" y="5334000"/>
          <p14:tracePt t="52088" x="4648200" y="5308600"/>
          <p14:tracePt t="52105" x="4673600" y="5289550"/>
          <p14:tracePt t="52121" x="4699000" y="5276850"/>
          <p14:tracePt t="52138" x="4705350" y="5270500"/>
          <p14:tracePt t="52155" x="4718050" y="5270500"/>
          <p14:tracePt t="52171" x="4724400" y="5270500"/>
          <p14:tracePt t="52205" x="4724400" y="5276850"/>
        </p14:tracePtLst>
      </p14:laserTraceLst>
    </p:ext>
  </p:extLs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32448"/>
          </a:xfrm>
        </p:spPr>
        <p:txBody>
          <a:bodyPr/>
          <a:lstStyle/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from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dataclasses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import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@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dataclass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class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attrib1:object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annotation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allows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type</a:t>
            </a:r>
            <a:r>
              <a:rPr lang="en-US" altLang="en-US" sz="20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checking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attrib2=4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#Isn't in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__, but has an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intial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attrib3: ... 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will become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__'s 2nd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   attrib4:...=4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#This 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arg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has a default 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val</a:t>
            </a:r>
            <a:endParaRPr lang="en-US" altLang="en-US" sz="2200" spc="-100" dirty="0">
              <a:solidFill>
                <a:srgbClr val="D2D4D3"/>
              </a:solidFill>
              <a:latin typeface="Lucida Console" panose="020B0609040504020204" pitchFamily="49" charset="0"/>
            </a:endParaRP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(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Testclass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'__annotations__',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'__class__',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dataclass_fields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b="1" spc="-1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dataclass_params</a:t>
            </a:r>
            <a:r>
              <a:rPr lang="en-US" altLang="en-US" sz="2200" b="1" spc="-100" dirty="0">
                <a:solidFill>
                  <a:schemeClr val="accent2"/>
                </a:solidFill>
                <a:latin typeface="Lucida Console" panose="020B0609040504020204" pitchFamily="49" charset="0"/>
              </a:rPr>
              <a:t>__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delattr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dir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'__doc__',</a:t>
            </a:r>
            <a:r>
              <a:rPr lang="en-US" altLang="en-US" sz="22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eq</a:t>
            </a:r>
            <a:r>
              <a:rPr lang="en-US" altLang="en-US" sz="22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'__format__',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getattribute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'__hash__',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init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init_subclass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'__le__', '__</a:t>
            </a:r>
            <a:r>
              <a:rPr lang="en-US" altLang="en-US" sz="2200" spc="-1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lt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'__module__',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'__ne__',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'__new__', '__reduce__',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reduce_ex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repr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setattr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sizeof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 '__</a:t>
            </a:r>
            <a:r>
              <a:rPr lang="en-US" altLang="en-US" sz="2200" spc="-100" dirty="0" err="1">
                <a:solidFill>
                  <a:srgbClr val="DBDCDC"/>
                </a:solidFill>
                <a:latin typeface="Lucida Console" panose="020B0609040504020204" pitchFamily="49" charset="0"/>
              </a:rPr>
              <a:t>str</a:t>
            </a:r>
            <a:r>
              <a:rPr lang="en-US" altLang="en-US" sz="2200" spc="-100" dirty="0">
                <a:solidFill>
                  <a:srgbClr val="DBDCDC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subclasshook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 '__</a:t>
            </a:r>
            <a:r>
              <a:rPr lang="en-US" altLang="en-US" sz="2200" spc="-100" dirty="0" err="1">
                <a:solidFill>
                  <a:srgbClr val="D2D4D3"/>
                </a:solidFill>
                <a:latin typeface="Lucida Console" panose="020B0609040504020204" pitchFamily="49" charset="0"/>
              </a:rPr>
              <a:t>weakref</a:t>
            </a:r>
            <a:r>
              <a:rPr lang="en-US" altLang="en-US" sz="2200" spc="-100" dirty="0">
                <a:solidFill>
                  <a:srgbClr val="D2D4D3"/>
                </a:solidFill>
                <a:latin typeface="Lucida Console" panose="020B0609040504020204" pitchFamily="49" charset="0"/>
              </a:rPr>
              <a:t>__',</a:t>
            </a:r>
            <a:r>
              <a:rPr lang="en-US" altLang="en-US" sz="220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 'attrib2', 'attrib4']</a:t>
            </a:r>
          </a:p>
          <a:p>
            <a:pPr marL="0" lvl="1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en-US" sz="22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200" spc="-10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304800" y="4953000"/>
            <a:ext cx="8534400" cy="189992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print(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</a:t>
            </a:r>
            <a:r>
              <a:rPr lang="en-US" sz="2200" b="1" spc="-1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b="1" spc="-1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dataclass_params</a:t>
            </a:r>
            <a:r>
              <a:rPr lang="en-US" sz="2200" b="1" spc="-1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DataclassParams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init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True,repr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True,eq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True,</a:t>
            </a:r>
            <a:r>
              <a:rPr lang="en-US" sz="2200" b="1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order</a:t>
            </a:r>
            <a:r>
              <a:rPr lang="en-US" sz="2200" b="1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b="1" spc="-1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,unsafe_hash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</a:t>
            </a:r>
            <a:r>
              <a:rPr lang="en-US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False,frozen</a:t>
            </a:r>
            <a:r>
              <a:rPr lang="en-US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=False)</a:t>
            </a: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spc="-9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x=</a:t>
            </a:r>
            <a:r>
              <a:rPr lang="fr-FR" sz="2200" spc="-90" dirty="0" err="1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(1,7</a:t>
            </a:r>
            <a:r>
              <a:rPr lang="fr-FR" sz="2200" spc="-20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r>
              <a:rPr lang="fr-FR" sz="2200" spc="-9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;</a:t>
            </a:r>
            <a:r>
              <a:rPr lang="fr-FR" sz="2200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y=</a:t>
            </a:r>
            <a:r>
              <a:rPr lang="fr-FR" sz="2200" spc="-90" dirty="0" err="1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Testclass</a:t>
            </a:r>
            <a:r>
              <a:rPr lang="fr-FR" sz="2200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fr-FR" sz="2200" spc="-2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1,</a:t>
            </a:r>
            <a:r>
              <a:rPr lang="fr-FR" sz="2200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7)</a:t>
            </a:r>
            <a:endParaRPr lang="fr-FR" sz="2200" spc="-10" dirty="0">
              <a:solidFill>
                <a:srgbClr val="FFC00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fr-FR" sz="2200" spc="-14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fr-FR" sz="1600" spc="-140" dirty="0">
                <a:solidFill>
                  <a:srgbClr val="DBDCD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fr-FR" sz="2200" b="1" spc="-1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&lt;</a:t>
            </a:r>
            <a:r>
              <a:rPr lang="fr-FR" sz="2200" b="1" spc="-9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y</a:t>
            </a:r>
            <a:endParaRPr lang="fr-FR" sz="2200" spc="-10" dirty="0">
              <a:solidFill>
                <a:schemeClr val="tx1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&lt;</a:t>
            </a:r>
            <a:r>
              <a:rPr lang="fr-FR" sz="2200" spc="-10" dirty="0" err="1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Prints</a:t>
            </a:r>
            <a:r>
              <a:rPr lang="fr-FR" sz="2200" spc="-10" dirty="0">
                <a:solidFill>
                  <a:schemeClr val="tx1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an ERROR&gt;</a:t>
            </a:r>
          </a:p>
        </p:txBody>
      </p:sp>
      <p:pic>
        <p:nvPicPr>
          <p:cNvPr id="7" name="Audio 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85200" y="62992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9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066"/>
    </mc:Choice>
    <mc:Fallback xmlns="">
      <p:transition spd="slow" advTm="580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532" x="4559300" y="3536950"/>
          <p14:tracePt t="555" x="4533900" y="3619500"/>
          <p14:tracePt t="588" x="4508500" y="3784600"/>
          <p14:tracePt t="623" x="4495800" y="3879850"/>
          <p14:tracePt t="639" x="4495800" y="3917950"/>
          <p14:tracePt t="666" x="4489450" y="4089400"/>
          <p14:tracePt t="698" x="4457700" y="4311650"/>
          <p14:tracePt t="731" x="4387850" y="4610100"/>
          <p14:tracePt t="764" x="4337050" y="4787900"/>
          <p14:tracePt t="797" x="4305300" y="4940300"/>
          <p14:tracePt t="821" x="4305300" y="4991100"/>
          <p14:tracePt t="854" x="4305300" y="5016500"/>
          <p14:tracePt t="887" x="4337050" y="5060950"/>
          <p14:tracePt t="915" x="4387850" y="5092700"/>
          <p14:tracePt t="947" x="4451350" y="5130800"/>
          <p14:tracePt t="980" x="4552950" y="5168900"/>
          <p14:tracePt t="1013" x="4730750" y="5213350"/>
          <p14:tracePt t="1046" x="4959350" y="5270500"/>
          <p14:tracePt t="1080" x="5416550" y="5365750"/>
          <p14:tracePt t="1118" x="5778500" y="5429250"/>
          <p14:tracePt t="1153" x="6153150" y="5480050"/>
          <p14:tracePt t="1181" x="6242050" y="5480050"/>
          <p14:tracePt t="1212" x="6292850" y="5473700"/>
          <p14:tracePt t="1246" x="6292850" y="5454650"/>
          <p14:tracePt t="1279" x="6292850" y="5448300"/>
          <p14:tracePt t="1312" x="6223000" y="5435600"/>
          <p14:tracePt t="1336" x="6115050" y="5416550"/>
          <p14:tracePt t="1369" x="5918200" y="5359400"/>
          <p14:tracePt t="1402" x="5676900" y="5283200"/>
          <p14:tracePt t="1431" x="5524500" y="5245100"/>
          <p14:tracePt t="1447" x="5505450" y="5238750"/>
          <p14:tracePt t="1544" x="5537200" y="5187950"/>
          <p14:tracePt t="1578" x="5556250" y="5022850"/>
          <p14:tracePt t="1602" x="5549900" y="4857750"/>
          <p14:tracePt t="1635" x="5480050" y="4584700"/>
          <p14:tracePt t="1669" x="5461000" y="4216400"/>
          <p14:tracePt t="1696" x="5518150" y="3879850"/>
          <p14:tracePt t="1727" x="5683250" y="3613150"/>
          <p14:tracePt t="1761" x="5842000" y="3498850"/>
          <p14:tracePt t="1794" x="6045200" y="3416300"/>
          <p14:tracePt t="1827" x="6350000" y="3346450"/>
          <p14:tracePt t="1860" x="6584950" y="3314700"/>
          <p14:tracePt t="1884" x="6737350" y="3295650"/>
          <p14:tracePt t="1917" x="6902450" y="3251200"/>
          <p14:tracePt t="1950" x="6927850" y="3232150"/>
          <p14:tracePt t="2010" x="6883400" y="3238500"/>
          <p14:tracePt t="2043" x="6610350" y="3270250"/>
          <p14:tracePt t="2076" x="6115050" y="3365500"/>
          <p14:tracePt t="2110" x="5422900" y="3530600"/>
          <p14:tracePt t="2133" x="4972050" y="3676650"/>
          <p14:tracePt t="2150" x="4857750" y="3721100"/>
          <p14:tracePt t="2183" x="4679950" y="3797300"/>
          <p14:tracePt t="2211" x="4622800" y="3810000"/>
          <p14:tracePt t="2247" x="4629150" y="3816350"/>
          <p14:tracePt t="2292" x="4889500" y="3810000"/>
          <p14:tracePt t="2325" x="5403850" y="3765550"/>
          <p14:tracePt t="2359" x="6305550" y="3651250"/>
          <p14:tracePt t="2392" x="6756400" y="3568700"/>
          <p14:tracePt t="2411" x="7346950" y="3473450"/>
          <p14:tracePt t="2447" x="7664450" y="3441700"/>
          <p14:tracePt t="2476" x="7791450" y="3422650"/>
          <p14:tracePt t="2508" x="7797800" y="3416300"/>
          <p14:tracePt t="2541" x="7715250" y="3416300"/>
          <p14:tracePt t="2574" x="7277100" y="3429000"/>
          <p14:tracePt t="2608" x="6527800" y="3492500"/>
          <p14:tracePt t="2641" x="5695950" y="3600450"/>
          <p14:tracePt t="2666" x="5429250" y="3651250"/>
          <p14:tracePt t="2699" x="5105400" y="3721100"/>
          <p14:tracePt t="2731" x="4997450" y="3746500"/>
          <p14:tracePt t="2759" x="4978400" y="3752850"/>
          <p14:tracePt t="2807" x="4978400" y="3759200"/>
          <p14:tracePt t="2840" x="5219700" y="3746500"/>
          <p14:tracePt t="2873" x="5734050" y="3746500"/>
          <p14:tracePt t="2907" x="6375400" y="3708400"/>
          <p14:tracePt t="2930" x="6724650" y="3651250"/>
          <p14:tracePt t="2964" x="7004050" y="3594100"/>
          <p14:tracePt t="2996" x="7010400" y="3587750"/>
          <p14:tracePt t="3025" x="6991350" y="3587750"/>
          <p14:tracePt t="3056" x="6870700" y="3606800"/>
          <p14:tracePt t="3090" x="6248400" y="3759200"/>
          <p14:tracePt t="3123" x="5683250" y="3848100"/>
          <p14:tracePt t="3156" x="5232400" y="3930650"/>
          <p14:tracePt t="3189" x="4902200" y="4013200"/>
          <p14:tracePt t="3214" x="4845050" y="4025900"/>
          <p14:tracePt t="3246" x="4819650" y="4032250"/>
          <p14:tracePt t="3338" x="4819650" y="4019550"/>
          <p14:tracePt t="5049" x="4038600" y="4305300"/>
          <p14:tracePt t="5073" x="3492500" y="4476750"/>
          <p14:tracePt t="5106" x="2622550" y="4762500"/>
          <p14:tracePt t="5134" x="2266950" y="4889500"/>
          <p14:tracePt t="5166" x="1911350" y="5029200"/>
          <p14:tracePt t="5199" x="1568450" y="5143500"/>
          <p14:tracePt t="5232" x="1441450" y="5181600"/>
          <p14:tracePt t="5265" x="1384300" y="5200650"/>
          <p14:tracePt t="5289" x="1371600" y="5207000"/>
          <p14:tracePt t="5322" x="1358900" y="5213350"/>
          <p14:tracePt t="5355" x="1346200" y="5226050"/>
          <p14:tracePt t="5383" x="1295400" y="5264150"/>
          <p14:tracePt t="5415" x="1238250" y="5321300"/>
          <p14:tracePt t="5448" x="1206500" y="5372100"/>
          <p14:tracePt t="5481" x="1143000" y="5454650"/>
          <p14:tracePt t="5514" x="1117600" y="5492750"/>
          <p14:tracePt t="5548" x="1104900" y="5505450"/>
          <p14:tracePt t="5603" x="1104900" y="5511800"/>
          <p14:tracePt t="5637" x="1104900" y="5518150"/>
          <p14:tracePt t="5665" x="1098550" y="5530850"/>
          <p14:tracePt t="5697" x="1092200" y="5530850"/>
          <p14:tracePt t="5730" x="1085850" y="5543550"/>
          <p14:tracePt t="5763" x="1085850" y="5556250"/>
          <p14:tracePt t="5797" x="1079500" y="5556250"/>
          <p14:tracePt t="5820" x="1079500" y="5562600"/>
          <p14:tracePt t="5868" x="1073150" y="5568950"/>
          <p14:tracePt t="6433" x="1092200" y="5568950"/>
          <p14:tracePt t="6463" x="1111250" y="5568950"/>
          <p14:tracePt t="6494" x="1181100" y="5568950"/>
          <p14:tracePt t="6528" x="1587500" y="5594350"/>
          <p14:tracePt t="6561" x="2349500" y="5683250"/>
          <p14:tracePt t="6594" x="3416300" y="5778500"/>
          <p14:tracePt t="6618" x="4533900" y="5784850"/>
          <p14:tracePt t="6651" x="5334000" y="5727700"/>
          <p14:tracePt t="6684" x="5727700" y="5695950"/>
          <p14:tracePt t="6712" x="5924550" y="5676900"/>
          <p14:tracePt t="6743" x="6032500" y="5676900"/>
          <p14:tracePt t="6777" x="6057900" y="5676900"/>
          <p14:tracePt t="6810" x="6089650" y="5683250"/>
          <p14:tracePt t="6843" x="6102350" y="5689600"/>
          <p14:tracePt t="6893" x="6108700" y="5695950"/>
          <p14:tracePt t="6994" x="6115050" y="5695950"/>
          <p14:tracePt t="7026" x="6096000" y="5689600"/>
          <p14:tracePt t="7059" x="6070600" y="5683250"/>
          <p14:tracePt t="7092" x="5949950" y="5676900"/>
          <p14:tracePt t="7125" x="5702300" y="5657850"/>
          <p14:tracePt t="7149" x="5511800" y="5645150"/>
          <p14:tracePt t="7182" x="5130800" y="5626100"/>
          <p14:tracePt t="7215" x="4876800" y="5626100"/>
          <p14:tracePt t="7243" x="4826000" y="5619750"/>
          <p14:tracePt t="7275" x="4794250" y="5619750"/>
          <p14:tracePt t="7308" x="4781550" y="5619750"/>
          <p14:tracePt t="7375" x="4800600" y="5607050"/>
          <p14:tracePt t="7398" x="4832350" y="5607050"/>
          <p14:tracePt t="7431" x="4953000" y="5581650"/>
          <p14:tracePt t="7465" x="5111750" y="5556250"/>
          <p14:tracePt t="7493" x="5422900" y="5492750"/>
          <p14:tracePt t="7524" x="5645150" y="5422900"/>
          <p14:tracePt t="7558" x="5746750" y="5378450"/>
          <p14:tracePt t="7576" x="5753100" y="5372100"/>
          <p14:tracePt t="7607" x="5759450" y="5359400"/>
          <p14:tracePt t="7640" x="5746750" y="5353050"/>
          <p14:tracePt t="7664" x="5740400" y="5340350"/>
          <p14:tracePt t="7697" x="5727700" y="5340350"/>
          <p14:tracePt t="7730" x="5715000" y="5334000"/>
          <p14:tracePt t="7790" x="5708650" y="5334000"/>
          <p14:tracePt t="7823" x="5702300" y="5334000"/>
          <p14:tracePt t="7856" x="5702300" y="5327650"/>
          <p14:tracePt t="7889" x="5695950" y="5314950"/>
          <p14:tracePt t="7923" x="5683250" y="5302250"/>
          <p14:tracePt t="7961" x="5676900" y="5295900"/>
          <p14:tracePt t="7980" x="5670550" y="5283200"/>
          <p14:tracePt t="8027" x="5670550" y="5270500"/>
          <p14:tracePt t="8057" x="5664200" y="5251450"/>
          <p14:tracePt t="8089" x="5664200" y="5245100"/>
          <p14:tracePt t="8122" x="5657850" y="5232400"/>
          <p14:tracePt t="8172" x="5651500" y="5219700"/>
          <p14:tracePt t="8195" x="5651500" y="5213350"/>
          <p14:tracePt t="8244" x="5645150" y="5200650"/>
          <p14:tracePt t="8273" x="5645150" y="5194300"/>
          <p14:tracePt t="8305" x="5638800" y="5156200"/>
          <p14:tracePt t="8338" x="5626100" y="5035550"/>
          <p14:tracePt t="8371" x="5607050" y="4953000"/>
          <p14:tracePt t="8404" x="5607050" y="4749800"/>
          <p14:tracePt t="8438" x="5607050" y="4572000"/>
          <p14:tracePt t="8461" x="5607050" y="4464050"/>
          <p14:tracePt t="8479" x="5607050" y="4324350"/>
          <p14:tracePt t="8511" x="5613400" y="4241800"/>
          <p14:tracePt t="8539" x="5613400" y="4133850"/>
          <p14:tracePt t="8571" x="5613400" y="4013200"/>
          <p14:tracePt t="8604" x="5613400" y="3968750"/>
          <p14:tracePt t="8637" x="5613400" y="3879850"/>
          <p14:tracePt t="8670" x="5613400" y="3816350"/>
          <p14:tracePt t="8703" x="5600700" y="3746500"/>
          <p14:tracePt t="8727" x="5594350" y="3714750"/>
          <p14:tracePt t="8760" x="5588000" y="3651250"/>
          <p14:tracePt t="8793" x="5588000" y="3638550"/>
          <p14:tracePt t="8821" x="5588000" y="3619500"/>
          <p14:tracePt t="8853" x="5588000" y="3600450"/>
          <p14:tracePt t="8886" x="5588000" y="3594100"/>
          <p14:tracePt t="8919" x="5594350" y="3587750"/>
          <p14:tracePt t="8952" x="5594350" y="3581400"/>
          <p14:tracePt t="9074" x="5581650" y="3581400"/>
          <p14:tracePt t="9104" x="5549900" y="3581400"/>
          <p14:tracePt t="9135" x="5486400" y="3581400"/>
          <p14:tracePt t="9168" x="5422900" y="3581400"/>
          <p14:tracePt t="9202" x="5359400" y="3581400"/>
          <p14:tracePt t="9220" x="5346700" y="3587750"/>
          <p14:tracePt t="9273" x="5340350" y="3587750"/>
          <p14:tracePt t="9324" x="5346700" y="3594100"/>
          <p14:tracePt t="9353" x="5372100" y="3594100"/>
          <p14:tracePt t="9385" x="5441950" y="3594100"/>
          <p14:tracePt t="9403" x="5505450" y="3594100"/>
          <p14:tracePt t="9434" x="5626100" y="3594100"/>
          <p14:tracePt t="9467" x="5670550" y="3594100"/>
          <p14:tracePt t="9500" x="5708650" y="3594100"/>
          <p14:tracePt t="9519" x="5721350" y="3587750"/>
          <p14:tracePt t="9556" x="5727700" y="3587750"/>
          <p14:tracePt t="9605" x="5708650" y="3587750"/>
          <p14:tracePt t="9650" x="5689600" y="3587750"/>
          <p14:tracePt t="9683" x="5607050" y="3587750"/>
          <p14:tracePt t="9716" x="5378450" y="3606800"/>
          <p14:tracePt t="9750" x="4851400" y="3600450"/>
          <p14:tracePt t="9768" x="4572000" y="3587750"/>
          <p14:tracePt t="9805" x="4216400" y="3581400"/>
          <p14:tracePt t="9840" x="3937000" y="3581400"/>
          <p14:tracePt t="9868" x="3867150" y="3581400"/>
          <p14:tracePt t="9901" x="3816350" y="3594100"/>
          <p14:tracePt t="9932" x="3803650" y="3594100"/>
          <p14:tracePt t="9982" x="3797300" y="3600450"/>
          <p14:tracePt t="10056" x="3803650" y="3606800"/>
          <p14:tracePt t="10089" x="3816350" y="3606800"/>
          <p14:tracePt t="10137" x="3841750" y="3632200"/>
          <p14:tracePt t="10182" x="4057650" y="3759200"/>
          <p14:tracePt t="10215" x="4495800" y="3962400"/>
          <p14:tracePt t="10248" x="5194300" y="4152900"/>
          <p14:tracePt t="10281" x="5835650" y="4191000"/>
          <p14:tracePt t="10305" x="6457950" y="4089400"/>
          <p14:tracePt t="10338" x="7061200" y="3835400"/>
          <p14:tracePt t="10371" x="7550150" y="3600450"/>
          <p14:tracePt t="10399" x="7689850" y="3530600"/>
          <p14:tracePt t="10430" x="7797800" y="3479800"/>
          <p14:tracePt t="10464" x="7924800" y="3429000"/>
          <p14:tracePt t="10497" x="8013700" y="3384550"/>
          <p14:tracePt t="10531" x="8039100" y="3365500"/>
          <p14:tracePt t="10563" x="8045450" y="3365500"/>
          <p14:tracePt t="10587" x="8032750" y="3352800"/>
          <p14:tracePt t="10620" x="8013700" y="3346450"/>
          <p14:tracePt t="10648" x="7899400" y="3346450"/>
          <p14:tracePt t="10680" x="7512050" y="3378200"/>
          <p14:tracePt t="10713" x="6438900" y="3543300"/>
          <p14:tracePt t="10731" x="5962650" y="3644900"/>
          <p14:tracePt t="10763" x="5486400" y="3740150"/>
          <p14:tracePt t="10796" x="5187950" y="3810000"/>
          <p14:tracePt t="10829" x="5010150" y="3848100"/>
          <p14:tracePt t="10853" x="4914900" y="3873500"/>
          <p14:tracePt t="10886" x="4838700" y="3905250"/>
          <p14:tracePt t="10914" x="4819650" y="3905250"/>
          <p14:tracePt t="10950" x="4806950" y="3905250"/>
          <p14:tracePt t="11012" x="4794250" y="3873500"/>
          <p14:tracePt t="13587" x="4781550" y="3873500"/>
          <p14:tracePt t="13620" x="4705350" y="3924300"/>
          <p14:tracePt t="13653" x="4679950" y="3943350"/>
          <p14:tracePt t="13686" x="4622800" y="4000500"/>
          <p14:tracePt t="13719" x="4533900" y="4089400"/>
          <p14:tracePt t="13743" x="4362450" y="4292600"/>
          <p14:tracePt t="13776" x="4165600" y="4540250"/>
          <p14:tracePt t="13819" x="3886200" y="4883150"/>
          <p14:tracePt t="13838" x="3727450" y="5048250"/>
          <p14:tracePt t="13869" x="3486150" y="5276850"/>
          <p14:tracePt t="13902" x="3302000" y="5422900"/>
          <p14:tracePt t="13935" x="3143250" y="5537200"/>
          <p14:tracePt t="13968" x="3028950" y="5626100"/>
          <p14:tracePt t="13992" x="2997200" y="5670550"/>
          <p14:tracePt t="14025" x="2959100" y="5727700"/>
          <p14:tracePt t="14058" x="2940050" y="5772150"/>
          <p14:tracePt t="14086" x="2914650" y="5797550"/>
          <p14:tracePt t="14119" x="2895600" y="5791200"/>
          <p14:tracePt t="14450" x="2749550" y="5848350"/>
          <p14:tracePt t="14483" x="2622550" y="5924550"/>
          <p14:tracePt t="14517" x="2540000" y="5981700"/>
          <p14:tracePt t="14535" x="2514600" y="5994400"/>
          <p14:tracePt t="14556" x="2476500" y="6032500"/>
          <p14:tracePt t="14590" x="2463800" y="6038850"/>
          <p14:tracePt t="14633" x="2489200" y="6038850"/>
          <p14:tracePt t="14666" x="2755900" y="6038850"/>
          <p14:tracePt t="14699" x="3111500" y="6064250"/>
          <p14:tracePt t="14732" x="3429000" y="6045200"/>
          <p14:tracePt t="14766" x="3556000" y="6032500"/>
          <p14:tracePt t="14789" x="3568700" y="6026150"/>
          <p14:tracePt t="14823" x="3556000" y="6026150"/>
          <p14:tracePt t="14856" x="3378200" y="6064250"/>
          <p14:tracePt t="14884" x="3194050" y="6108700"/>
          <p14:tracePt t="14915" x="2921000" y="6178550"/>
          <p14:tracePt t="14948" x="2679700" y="6254750"/>
          <p14:tracePt t="14982" x="2603500" y="6286500"/>
          <p14:tracePt t="15015" x="2578100" y="6318250"/>
          <p14:tracePt t="15048" x="2559050" y="6343650"/>
          <p14:tracePt t="15120" x="2559050" y="6362700"/>
          <p14:tracePt t="15150" x="2552700" y="6381750"/>
          <p14:tracePt t="15197" x="2546350" y="6400800"/>
          <p14:tracePt t="15231" x="2540000" y="6407150"/>
          <p14:tracePt t="15264" x="2540000" y="6413500"/>
          <p14:tracePt t="15314" x="2546350" y="6419850"/>
          <p14:tracePt t="15337" x="2552700" y="6419850"/>
          <p14:tracePt t="15371" x="2673350" y="6438900"/>
          <p14:tracePt t="15399" x="2857500" y="6457950"/>
          <p14:tracePt t="15430" x="2965450" y="6470650"/>
          <p14:tracePt t="15463" x="3073400" y="6489700"/>
          <p14:tracePt t="15496" x="3111500" y="6489700"/>
          <p14:tracePt t="15596" x="3111500" y="6496050"/>
          <p14:tracePt t="15795" x="3105150" y="6496050"/>
          <p14:tracePt t="16294" x="3302000" y="6400800"/>
          <p14:tracePt t="16327" x="3587750" y="6203950"/>
          <p14:tracePt t="16360" x="3752850" y="6013450"/>
          <p14:tracePt t="16384" x="3962400" y="5740400"/>
          <p14:tracePt t="16417" x="4229100" y="5314950"/>
          <p14:tracePt t="16450" x="4413250" y="4889500"/>
          <p14:tracePt t="16478" x="4514850" y="4597400"/>
          <p14:tracePt t="16510" x="4559300" y="4413250"/>
          <p14:tracePt t="16543" x="4584700" y="4286250"/>
          <p14:tracePt t="16576" x="4591050" y="4127500"/>
          <p14:tracePt t="16609" x="4597400" y="4038600"/>
          <p14:tracePt t="16633" x="4591050" y="3981450"/>
          <p14:tracePt t="16651" x="4584700" y="3943350"/>
          <p14:tracePt t="16682" x="4584700" y="3898900"/>
          <p14:tracePt t="16711" x="4584700" y="3841750"/>
          <p14:tracePt t="16742" x="4610100" y="3797300"/>
          <p14:tracePt t="16775" x="4673600" y="3746500"/>
          <p14:tracePt t="16808" x="4857750" y="3708400"/>
          <p14:tracePt t="16842" x="5435600" y="3663950"/>
          <p14:tracePt t="16875" x="6032500" y="3613150"/>
          <p14:tracePt t="16899" x="6235700" y="3556000"/>
          <p14:tracePt t="16932" x="6407150" y="3486150"/>
          <p14:tracePt t="16965" x="6445250" y="3460750"/>
          <p14:tracePt t="17008" x="6432550" y="3454400"/>
          <p14:tracePt t="17026" x="6343650" y="3460750"/>
          <p14:tracePt t="17058" x="6045200" y="3536950"/>
          <p14:tracePt t="17091" x="5562600" y="3606800"/>
          <p14:tracePt t="17124" x="4972050" y="3683000"/>
          <p14:tracePt t="17143" x="4667250" y="3683000"/>
          <p14:tracePt t="17190" x="4648200" y="3670300"/>
          <p14:tracePt t="19217" x="4654550" y="3746500"/>
          <p14:tracePt t="19243" x="4692650" y="3879850"/>
          <p14:tracePt t="19278" x="4743450" y="4267200"/>
          <p14:tracePt t="19308" x="4775200" y="4584700"/>
          <p14:tracePt t="19344" x="4794250" y="4991100"/>
          <p14:tracePt t="19352" x="4794250" y="5092700"/>
          <p14:tracePt t="19389" x="4781550" y="5334000"/>
          <p14:tracePt t="19419" x="4724400" y="5588000"/>
          <p14:tracePt t="19449" x="4641850" y="5765800"/>
          <p14:tracePt t="19483" x="4521200" y="5880100"/>
          <p14:tracePt t="19516" x="4305300" y="5994400"/>
          <p14:tracePt t="19541" x="4191000" y="6000750"/>
          <p14:tracePt t="19574" x="4044950" y="6000750"/>
          <p14:tracePt t="19606" x="3924300" y="5962650"/>
          <p14:tracePt t="19634" x="3860800" y="5924550"/>
          <p14:tracePt t="19665" x="3816350" y="5911850"/>
          <p14:tracePt t="19700" x="3759200" y="5880100"/>
          <p14:tracePt t="19733" x="3721100" y="5861050"/>
          <p14:tracePt t="19765" x="3695700" y="5835650"/>
          <p14:tracePt t="19784" x="3670300" y="5810250"/>
          <p14:tracePt t="19809" x="3625850" y="5734050"/>
          <p14:tracePt t="19839" x="3594100" y="5619750"/>
          <p14:tracePt t="19873" x="3587750" y="5543550"/>
          <p14:tracePt t="19901" x="3619500" y="5505450"/>
          <p14:tracePt t="19932" x="3771900" y="5467350"/>
          <p14:tracePt t="19966" x="4146550" y="5435600"/>
          <p14:tracePt t="19999" x="5207000" y="5448300"/>
          <p14:tracePt t="20023" x="5816600" y="5499100"/>
          <p14:tracePt t="20058" x="6616700" y="5613400"/>
          <p14:tracePt t="20087" x="6762750" y="5632450"/>
          <p14:tracePt t="20121" x="6826250" y="5638800"/>
          <p14:tracePt t="20150" x="6800850" y="5645150"/>
          <p14:tracePt t="20182" x="6705600" y="5657850"/>
          <p14:tracePt t="20213" x="6362700" y="5734050"/>
          <p14:tracePt t="20247" x="5600700" y="5835650"/>
          <p14:tracePt t="20273" x="4826000" y="5892800"/>
          <p14:tracePt t="20313" x="4121150" y="5861050"/>
          <p14:tracePt t="20337" x="3752850" y="5822950"/>
          <p14:tracePt t="20370" x="3454400" y="5772150"/>
          <p14:tracePt t="20405" x="3213100" y="5695950"/>
          <p14:tracePt t="20423" x="3187700" y="5683250"/>
          <p14:tracePt t="20451" x="3143250" y="5632450"/>
          <p14:tracePt t="20480" x="3111500" y="5568950"/>
          <p14:tracePt t="20513" x="3086100" y="5499100"/>
          <p14:tracePt t="20546" x="3035300" y="5327650"/>
          <p14:tracePt t="20574" x="2997200" y="5207000"/>
          <p14:tracePt t="20606" x="2901950" y="4927600"/>
          <p14:tracePt t="20633" x="2755900" y="4521200"/>
          <p14:tracePt t="20666" x="2635250" y="4178300"/>
          <p14:tracePt t="20700" x="2540000" y="3924300"/>
          <p14:tracePt t="20713" x="2533650" y="3879850"/>
          <p14:tracePt t="20746" x="2540000" y="3810000"/>
          <p14:tracePt t="20778" x="2698750" y="3695700"/>
          <p14:tracePt t="20811" x="2946400" y="3606800"/>
          <p14:tracePt t="20845" x="3987800" y="3384550"/>
          <p14:tracePt t="20868" x="4616450" y="3352800"/>
          <p14:tracePt t="20901" x="5594350" y="3441700"/>
          <p14:tracePt t="20935" x="5880100" y="3511550"/>
          <p14:tracePt t="20963" x="5956300" y="3562350"/>
          <p14:tracePt t="20994" x="6000750" y="3670300"/>
          <p14:tracePt t="21027" x="5873750" y="4038600"/>
          <p14:tracePt t="21061" x="5403850" y="4375150"/>
          <p14:tracePt t="21094" x="4933950" y="4508500"/>
          <p14:tracePt t="21117" x="4629150" y="4495800"/>
          <p14:tracePt t="21152" x="4165600" y="4343400"/>
          <p14:tracePt t="21186" x="3892550" y="4133850"/>
          <p14:tracePt t="21212" x="3765550" y="3994150"/>
          <p14:tracePt t="21244" x="3663950" y="3733800"/>
          <p14:tracePt t="21277" x="3695700" y="3524250"/>
          <p14:tracePt t="21309" x="3917950" y="3282950"/>
          <p14:tracePt t="21343" x="4775200" y="2997200"/>
          <p14:tracePt t="21392" x="5613400" y="2882900"/>
          <p14:tracePt t="21418" x="5759450" y="2882900"/>
          <p14:tracePt t="21453" x="5899150" y="2933700"/>
          <p14:tracePt t="21479" x="5956300" y="3022600"/>
          <p14:tracePt t="21514" x="5969000" y="3206750"/>
          <p14:tracePt t="21543" x="5816600" y="3498850"/>
          <p14:tracePt t="21575" x="5232400" y="3892550"/>
          <p14:tracePt t="21608" x="4591050" y="4064000"/>
          <p14:tracePt t="21634" x="4241800" y="4089400"/>
          <p14:tracePt t="21667" x="3657600" y="4025900"/>
          <p14:tracePt t="21701" x="3295650" y="3930650"/>
          <p14:tracePt t="21728" x="3016250" y="3810000"/>
          <p14:tracePt t="21763" x="2832100" y="3683000"/>
          <p14:tracePt t="21795" x="2806700" y="3632200"/>
          <p14:tracePt t="21829" x="2794000" y="3594100"/>
          <p14:tracePt t="21857" x="2813050" y="3581400"/>
          <p14:tracePt t="21891" x="2844800" y="3568700"/>
          <p14:tracePt t="21914" x="2844800" y="3543300"/>
          <p14:tracePt t="22461" x="2844800" y="3441700"/>
          <p14:tracePt t="22496" x="2781300" y="3232150"/>
          <p14:tracePt t="22524" x="2736850" y="2971800"/>
          <p14:tracePt t="22556" x="2679700" y="2768600"/>
          <p14:tracePt t="22574" x="2679700" y="2743200"/>
          <p14:tracePt t="22605" x="2673350" y="2724150"/>
          <p14:tracePt t="22672" x="2667000" y="2743200"/>
          <p14:tracePt t="22696" x="2667000" y="2762250"/>
          <p14:tracePt t="22729" x="2660650" y="2851150"/>
          <p14:tracePt t="22762" x="2667000" y="2959100"/>
          <p14:tracePt t="22790" x="2724150" y="3136900"/>
          <p14:tracePt t="22821" x="2813050" y="3359150"/>
          <p14:tracePt t="22854" x="2895600" y="3530600"/>
          <p14:tracePt t="22888" x="2959100" y="3651250"/>
          <p14:tracePt t="22921" x="2978150" y="3670300"/>
          <p14:tracePt t="22939" x="2984500" y="3670300"/>
          <p14:tracePt t="22987" x="3009900" y="3670300"/>
          <p14:tracePt t="23011" x="3054350" y="3663950"/>
          <p14:tracePt t="23045" x="3187700" y="3651250"/>
          <p14:tracePt t="23072" x="3467100" y="3644900"/>
          <p14:tracePt t="23104" x="3733800" y="3657600"/>
          <p14:tracePt t="23137" x="3905250" y="3638550"/>
          <p14:tracePt t="23170" x="3968750" y="3575050"/>
          <p14:tracePt t="23203" x="3975100" y="3505200"/>
          <p14:tracePt t="23227" x="3949700" y="3409950"/>
          <p14:tracePt t="23245" x="3924300" y="3352800"/>
          <p14:tracePt t="23277" x="3702050" y="3105150"/>
          <p14:tracePt t="23304" x="3321050" y="2794000"/>
          <p14:tracePt t="23336" x="2959100" y="2533650"/>
          <p14:tracePt t="23369" x="2755900" y="2355850"/>
          <p14:tracePt t="23402" x="2508250" y="2032000"/>
          <p14:tracePt t="23435" x="2311400" y="1784350"/>
          <p14:tracePt t="23469" x="2159000" y="1555750"/>
          <p14:tracePt t="23487" x="2139950" y="1536700"/>
          <p14:tracePt t="23509" x="2120900" y="1492250"/>
          <p14:tracePt t="23543" x="2070100" y="1428750"/>
          <p14:tracePt t="23570" x="2025650" y="1365250"/>
          <p14:tracePt t="23602" x="2000250" y="1320800"/>
          <p14:tracePt t="23635" x="1962150" y="1263650"/>
          <p14:tracePt t="23668" x="1962150" y="1257300"/>
          <p14:tracePt t="23718" x="1962150" y="1244600"/>
          <p14:tracePt t="23751" x="1955800" y="1231900"/>
          <p14:tracePt t="23770" x="1949450" y="1225550"/>
          <p14:tracePt t="23794" x="1930400" y="1193800"/>
          <p14:tracePt t="23825" x="1905000" y="1155700"/>
          <p14:tracePt t="23853" x="1860550" y="1104900"/>
          <p14:tracePt t="23884" x="1822450" y="1060450"/>
          <p14:tracePt t="23917" x="1803400" y="1035050"/>
          <p14:tracePt t="23984" x="1816100" y="1028700"/>
          <p14:tracePt t="24034" x="1841500" y="1016000"/>
          <p14:tracePt t="24356" x="1847850" y="958850"/>
          <p14:tracePt t="24384" x="1847850" y="939800"/>
          <p14:tracePt t="24416" x="1765300" y="914400"/>
          <p14:tracePt t="24449" x="1606550" y="876300"/>
          <p14:tracePt t="24482" x="1416050" y="831850"/>
          <p14:tracePt t="24515" x="1250950" y="793750"/>
          <p14:tracePt t="24549" x="1193800" y="787400"/>
          <p14:tracePt t="24587" x="1181100" y="793750"/>
          <p14:tracePt t="24681" x="1187450" y="800100"/>
          <p14:tracePt t="24715" x="1225550" y="800100"/>
          <p14:tracePt t="24748" x="1435100" y="800100"/>
          <p14:tracePt t="24781" x="1752600" y="812800"/>
          <p14:tracePt t="24800" x="1968500" y="838200"/>
          <p14:tracePt t="24838" x="2266950" y="863600"/>
          <p14:tracePt t="24871" x="2368550" y="876300"/>
          <p14:tracePt t="24900" x="2406650" y="882650"/>
          <p14:tracePt t="24930" x="2413000" y="882650"/>
          <p14:tracePt t="24997" x="2413000" y="889000"/>
          <p14:tracePt t="25047" x="2425700" y="889000"/>
          <p14:tracePt t="25065" x="2451100" y="889000"/>
          <p14:tracePt t="25087" x="2482850" y="895350"/>
          <p14:tracePt t="25121" x="2679700" y="927100"/>
          <p14:tracePt t="25149" x="2889250" y="965200"/>
          <p14:tracePt t="25180" x="3035300" y="977900"/>
          <p14:tracePt t="25213" x="3079750" y="984250"/>
          <p14:tracePt t="25246" x="3086100" y="984250"/>
          <p14:tracePt t="25296" x="3079750" y="984250"/>
          <p14:tracePt t="25811" x="3054350" y="1136650"/>
          <p14:tracePt t="25846" x="3054350" y="1327150"/>
          <p14:tracePt t="25871" x="3079750" y="1631950"/>
          <p14:tracePt t="25903" x="3117850" y="1860550"/>
          <p14:tracePt t="25936" x="3232150" y="2254250"/>
          <p14:tracePt t="25962" x="3340100" y="2482850"/>
          <p14:tracePt t="25994" x="3403600" y="2603500"/>
          <p14:tracePt t="27920" x="3321050" y="2482850"/>
          <p14:tracePt t="27946" x="3105150" y="2266950"/>
          <p14:tracePt t="27979" x="2870200" y="1993900"/>
          <p14:tracePt t="28012" x="2609850" y="1739900"/>
          <p14:tracePt t="28046" x="2393950" y="1536700"/>
          <p14:tracePt t="28072" x="2159000" y="1333500"/>
          <p14:tracePt t="28104" x="1993900" y="1168400"/>
          <p14:tracePt t="28136" x="1892300" y="1016000"/>
          <p14:tracePt t="28170" x="1860550" y="958850"/>
          <p14:tracePt t="28188" x="1860550" y="952500"/>
          <p14:tracePt t="28213" x="1860550" y="946150"/>
          <p14:tracePt t="28244" x="1860550" y="939800"/>
          <p14:tracePt t="28277" x="1860550" y="914400"/>
          <p14:tracePt t="28311" x="1841500" y="857250"/>
          <p14:tracePt t="28328" x="1828800" y="838200"/>
          <p14:tracePt t="28355" x="1790700" y="768350"/>
          <p14:tracePt t="28387" x="1746250" y="692150"/>
          <p14:tracePt t="28419" x="1714500" y="654050"/>
          <p14:tracePt t="28452" x="1714500" y="641350"/>
          <p14:tracePt t="28477" x="1714500" y="635000"/>
          <p14:tracePt t="28525" x="1714500" y="628650"/>
          <p14:tracePt t="28667" x="1720850" y="628650"/>
          <p14:tracePt t="28701" x="1720850" y="635000"/>
          <p14:tracePt t="29322" x="1727200" y="635000"/>
          <p14:tracePt t="29404" x="1733550" y="628650"/>
          <p14:tracePt t="29498" x="1739900" y="622300"/>
          <p14:tracePt t="29854" x="1739900" y="628650"/>
          <p14:tracePt t="29885" x="1733550" y="641350"/>
          <p14:tracePt t="29917" x="1733550" y="647700"/>
          <p14:tracePt t="29950" x="1733550" y="692150"/>
          <p14:tracePt t="29982" x="1765300" y="774700"/>
          <p14:tracePt t="30014" x="1822450" y="908050"/>
          <p14:tracePt t="30047" x="1879600" y="1035050"/>
          <p14:tracePt t="31309" x="1727200" y="946150"/>
          <p14:tracePt t="31328" x="1593850" y="863600"/>
          <p14:tracePt t="31352" x="1524000" y="812800"/>
          <p14:tracePt t="31384" x="1492250" y="787400"/>
          <p14:tracePt t="31417" x="1460500" y="768350"/>
          <p14:tracePt t="31450" x="1416050" y="742950"/>
          <p14:tracePt t="31477" x="1384300" y="730250"/>
          <p14:tracePt t="31510" x="1320800" y="698500"/>
          <p14:tracePt t="31542" x="1212850" y="635000"/>
          <p14:tracePt t="31575" x="1155700" y="615950"/>
          <p14:tracePt t="31608" x="1123950" y="596900"/>
          <p14:tracePt t="31633" x="1104900" y="590550"/>
          <p14:tracePt t="31666" x="1085850" y="584200"/>
          <p14:tracePt t="31699" x="1073150" y="584200"/>
          <p14:tracePt t="31732" x="1022350" y="584200"/>
          <p14:tracePt t="31760" x="990600" y="584200"/>
          <p14:tracePt t="31791" x="927100" y="584200"/>
          <p14:tracePt t="31824" x="869950" y="584200"/>
          <p14:tracePt t="31876" x="857250" y="584200"/>
          <p14:tracePt t="32073" x="863600" y="590550"/>
          <p14:tracePt t="32123" x="882650" y="590550"/>
          <p14:tracePt t="32156" x="939800" y="590550"/>
          <p14:tracePt t="32182" x="1009650" y="603250"/>
          <p14:tracePt t="32214" x="1193800" y="641350"/>
          <p14:tracePt t="32248" x="1473200" y="698500"/>
          <p14:tracePt t="32275" x="1587500" y="723900"/>
          <p14:tracePt t="33508" x="1536700" y="723900"/>
          <p14:tracePt t="33542" x="1485900" y="742950"/>
          <p14:tracePt t="33576" x="1435100" y="781050"/>
          <p14:tracePt t="33603" x="1397000" y="838200"/>
          <p14:tracePt t="33635" x="1365250" y="939800"/>
          <p14:tracePt t="33667" x="1358900" y="1009650"/>
          <p14:tracePt t="33700" x="1358900" y="1028700"/>
          <p14:tracePt t="33750" x="1358900" y="1035050"/>
          <p14:tracePt t="33823" x="1358900" y="1041400"/>
          <p14:tracePt t="33842" x="1358900" y="1047750"/>
          <p14:tracePt t="33884" x="1358900" y="1054100"/>
          <p14:tracePt t="33982" x="1358900" y="1041400"/>
          <p14:tracePt t="34009" x="1352550" y="1028700"/>
          <p14:tracePt t="34045" x="1346200" y="990600"/>
          <p14:tracePt t="34071" x="1327150" y="952500"/>
          <p14:tracePt t="34103" x="1308100" y="901700"/>
          <p14:tracePt t="34135" x="1238250" y="787400"/>
          <p14:tracePt t="34166" x="1136650" y="704850"/>
          <p14:tracePt t="34199" x="971550" y="596900"/>
          <p14:tracePt t="34232" x="800100" y="520700"/>
          <p14:tracePt t="34265" x="730250" y="508000"/>
          <p14:tracePt t="34290" x="692150" y="508000"/>
          <p14:tracePt t="34324" x="679450" y="520700"/>
          <p14:tracePt t="34357" x="673100" y="527050"/>
          <p14:tracePt t="34383" x="673100" y="533400"/>
          <p14:tracePt t="34464" x="685800" y="533400"/>
          <p14:tracePt t="34498" x="698500" y="539750"/>
          <p14:tracePt t="34531" x="736600" y="539750"/>
          <p14:tracePt t="34556" x="857250" y="546100"/>
          <p14:tracePt t="34589" x="1085850" y="546100"/>
          <p14:tracePt t="34623" x="1308100" y="533400"/>
          <p14:tracePt t="34649" x="1466850" y="514350"/>
          <p14:tracePt t="34681" x="1511300" y="501650"/>
          <p14:tracePt t="34713" x="1517650" y="495300"/>
          <p14:tracePt t="34747" x="1511300" y="482600"/>
          <p14:tracePt t="34780" x="1485900" y="482600"/>
          <p14:tracePt t="34805" x="1435100" y="488950"/>
          <p14:tracePt t="34838" x="1257300" y="514350"/>
          <p14:tracePt t="34872" x="1123950" y="533400"/>
          <p14:tracePt t="34898" x="1035050" y="552450"/>
          <p14:tracePt t="34937" x="958850" y="577850"/>
          <p14:tracePt t="34979" x="933450" y="590550"/>
          <p14:tracePt t="35012" x="927100" y="590550"/>
          <p14:tracePt t="35202" x="939800" y="596900"/>
          <p14:tracePt t="35245" x="952500" y="596900"/>
          <p14:tracePt t="35295" x="965200" y="603250"/>
          <p14:tracePt t="35320" x="984250" y="609600"/>
          <p14:tracePt t="35337" x="1009650" y="622300"/>
          <p14:tracePt t="35371" x="1073150" y="641350"/>
          <p14:tracePt t="35403" x="1143000" y="660400"/>
          <p14:tracePt t="35437" x="1187450" y="660400"/>
          <p14:tracePt t="35463" x="1200150" y="660400"/>
          <p14:tracePt t="38234" x="1212850" y="793750"/>
          <p14:tracePt t="38258" x="1244600" y="952500"/>
          <p14:tracePt t="38291" x="1282700" y="1162050"/>
          <p14:tracePt t="38325" x="1371600" y="1435100"/>
          <p14:tracePt t="38342" x="1384300" y="1530350"/>
          <p14:tracePt t="38369" x="1454150" y="1752600"/>
          <p14:tracePt t="38401" x="1530350" y="1949450"/>
          <p14:tracePt t="38434" x="1593850" y="2019300"/>
          <p14:tracePt t="38467" x="1631950" y="2063750"/>
          <p14:tracePt t="38500" x="1651000" y="2070100"/>
          <p14:tracePt t="38572" x="1663700" y="2108200"/>
          <p14:tracePt t="38602" x="1682750" y="2139950"/>
          <p14:tracePt t="38619" x="1695450" y="2152650"/>
          <p14:tracePt t="39265" x="1803400" y="2209800"/>
          <p14:tracePt t="39298" x="1936750" y="2292350"/>
          <p14:tracePt t="39321" x="2000250" y="2330450"/>
          <p14:tracePt t="39355" x="2152650" y="2419350"/>
          <p14:tracePt t="39383" x="2222500" y="2444750"/>
          <p14:tracePt t="39414" x="2266950" y="2463800"/>
          <p14:tracePt t="39447" x="2317750" y="2476500"/>
          <p14:tracePt t="39481" x="2368550" y="2482850"/>
          <p14:tracePt t="39514" x="2393950" y="2476500"/>
          <p14:tracePt t="39547" x="2400300" y="2457450"/>
          <p14:tracePt t="39571" x="2400300" y="2438400"/>
          <p14:tracePt t="39603" x="2387600" y="2400300"/>
          <p14:tracePt t="39637" x="2381250" y="2387600"/>
          <p14:tracePt t="40012" x="2578100" y="2476500"/>
          <p14:tracePt t="40045" x="2794000" y="2597150"/>
          <p14:tracePt t="40079" x="3244850" y="2933700"/>
          <p14:tracePt t="40103" x="3613150" y="3270250"/>
          <p14:tracePt t="40135" x="3994150" y="3632200"/>
          <p14:tracePt t="40168" x="4089400" y="3708400"/>
          <p14:tracePt t="40197" x="4152900" y="3784600"/>
          <p14:tracePt t="40214" x="4159250" y="3810000"/>
          <p14:tracePt t="40245" x="4171950" y="3829050"/>
          <p14:tracePt t="40278" x="4171950" y="3835400"/>
          <p14:tracePt t="40416" x="4210050" y="3816350"/>
          <p14:tracePt t="40446" x="4292600" y="3790950"/>
          <p14:tracePt t="40477" x="4438650" y="3727450"/>
          <p14:tracePt t="40510" x="4597400" y="3581400"/>
          <p14:tracePt t="40544" x="4635500" y="3479800"/>
          <p14:tracePt t="40577" x="4635500" y="3422650"/>
          <p14:tracePt t="40610" x="4533900" y="3365500"/>
          <p14:tracePt t="40634" x="4400550" y="3333750"/>
          <p14:tracePt t="40667" x="4152900" y="3321050"/>
          <p14:tracePt t="40700" x="3771900" y="3517900"/>
          <p14:tracePt t="40728" x="3644900" y="3708400"/>
          <p14:tracePt t="40760" x="3524250" y="4000500"/>
          <p14:tracePt t="40793" x="3517900" y="4057650"/>
          <p14:tracePt t="40826" x="3517900" y="4064000"/>
          <p14:tracePt t="40859" x="3562350" y="4083050"/>
          <p14:tracePt t="40883" x="3638550" y="4114800"/>
          <p14:tracePt t="40916" x="3816350" y="4178300"/>
          <p14:tracePt t="40949" x="4102100" y="4210050"/>
          <p14:tracePt t="40977" x="4343400" y="4178300"/>
          <p14:tracePt t="41009" x="4527550" y="4133850"/>
          <p14:tracePt t="41042" x="5124450" y="4019550"/>
          <p14:tracePt t="41075" x="5645150" y="3930650"/>
          <p14:tracePt t="41108" x="6007100" y="3848100"/>
          <p14:tracePt t="41141" x="6350000" y="3765550"/>
          <p14:tracePt t="41165" x="6483350" y="3746500"/>
          <p14:tracePt t="41198" x="6565900" y="3727450"/>
          <p14:tracePt t="41231" x="6604000" y="3721100"/>
          <p14:tracePt t="41291" x="6604000" y="3708400"/>
          <p14:tracePt t="41324" x="6591300" y="3695700"/>
          <p14:tracePt t="41357" x="6578600" y="3695700"/>
          <p14:tracePt t="41391" x="6534150" y="3695700"/>
          <p14:tracePt t="41415" x="6426200" y="3689350"/>
          <p14:tracePt t="41447" x="6261100" y="3683000"/>
          <p14:tracePt t="41480" x="5975350" y="3695700"/>
          <p14:tracePt t="41508" x="5708650" y="3721100"/>
          <p14:tracePt t="41540" x="5600700" y="3752850"/>
          <p14:tracePt t="41573" x="5594350" y="3759200"/>
          <p14:tracePt t="41606" x="5632450" y="3759200"/>
          <p14:tracePt t="41640" x="5797550" y="3746500"/>
          <p14:tracePt t="41673" x="6203950" y="3702050"/>
          <p14:tracePt t="41697" x="6426200" y="3683000"/>
          <p14:tracePt t="41730" x="6750050" y="3600450"/>
          <p14:tracePt t="41763" x="6870700" y="3587750"/>
          <p14:tracePt t="41791" x="6953250" y="3568700"/>
          <p14:tracePt t="41822" x="7016750" y="3549650"/>
          <p14:tracePt t="41856" x="7035800" y="3543300"/>
          <p14:tracePt t="42088" x="7061200" y="3543300"/>
          <p14:tracePt t="42121" x="7080250" y="3549650"/>
          <p14:tracePt t="42171" x="7099300" y="3556000"/>
          <p14:tracePt t="42204" x="7131050" y="3562350"/>
          <p14:tracePt t="42228" x="7175500" y="3568700"/>
          <p14:tracePt t="42261" x="7219950" y="3587750"/>
          <p14:tracePt t="42295" x="7251700" y="3587750"/>
          <p14:tracePt t="42420" x="7245350" y="3594100"/>
          <p14:tracePt t="42752" x="6921500" y="3594100"/>
          <p14:tracePt t="42776" x="6508750" y="3549650"/>
          <p14:tracePt t="42809" x="5499100" y="3435350"/>
          <p14:tracePt t="42837" x="4749800" y="3378200"/>
          <p14:tracePt t="42854" x="4318000" y="3333750"/>
          <p14:tracePt t="42887" x="4000500" y="3333750"/>
          <p14:tracePt t="42918" x="3511550" y="3333750"/>
          <p14:tracePt t="42951" x="3257550" y="3352800"/>
          <p14:tracePt t="42985" x="3041650" y="3397250"/>
          <p14:tracePt t="43010" x="2927350" y="3429000"/>
          <p14:tracePt t="43042" x="2870200" y="3441700"/>
          <p14:tracePt t="43075" x="2851150" y="3460750"/>
          <p14:tracePt t="43103" x="2838450" y="3473450"/>
          <p14:tracePt t="43134" x="2838450" y="3486150"/>
          <p14:tracePt t="43184" x="2952750" y="3498850"/>
          <p14:tracePt t="43202" x="3016250" y="3505200"/>
          <p14:tracePt t="43234" x="3302000" y="3556000"/>
          <p14:tracePt t="43258" x="3778250" y="3587750"/>
          <p14:tracePt t="43291" x="4133850" y="3587750"/>
          <p14:tracePt t="43324" x="4292600" y="3549650"/>
          <p14:tracePt t="43352" x="4337050" y="3536950"/>
          <p14:tracePt t="43369" x="4337050" y="3530600"/>
          <p14:tracePt t="43417" x="4324350" y="3517900"/>
          <p14:tracePt t="43466" x="4305300" y="3511550"/>
          <p14:tracePt t="43533" x="4298950" y="3511550"/>
          <p14:tracePt t="43557" x="4292600" y="3511550"/>
          <p14:tracePt t="43666" x="4286250" y="3511550"/>
          <p14:tracePt t="43732" x="4279900" y="3511550"/>
          <p14:tracePt t="43799" x="4273550" y="3505200"/>
          <p14:tracePt t="43838" x="4267200" y="3498850"/>
          <p14:tracePt t="43872" x="4260850" y="3498850"/>
        </p14:tracePtLst>
      </p14:laserTraceLst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9|8.4|8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3|20.7|4.6|27|66.8|21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9.4|6.7|0.8|11.8|1.5|4.7|1|8.3|1.3|13.1|1.2|1.8|15.2|1.9|38.4|1.6|4|9.8|8.1|1.8|8.8|22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5.9|12.1|4.5|7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4.6|23.1|29.8|29.7|11.4|61.5|16.3|123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8|4.6|71.7|111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8|4.6|71.7|111.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|3.5|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|21.2|5.7|15.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8|3.1|3.2|15.2|1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2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3|3.6"/>
</p:tagLst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lec-template.potx</Template>
  <TotalTime>17399</TotalTime>
  <Words>6476</Words>
  <Application>Microsoft Office PowerPoint</Application>
  <PresentationFormat>如螢幕大小 (4:3)</PresentationFormat>
  <Paragraphs>834</Paragraphs>
  <Slides>41</Slides>
  <Notes>0</Notes>
  <HiddenSlides>0</HiddenSlides>
  <MMClips>14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41</vt:i4>
      </vt:variant>
    </vt:vector>
  </HeadingPairs>
  <TitlesOfParts>
    <vt:vector size="50" baseType="lpstr">
      <vt:lpstr>Arial Unicode MS</vt:lpstr>
      <vt:lpstr>Arial</vt:lpstr>
      <vt:lpstr>Elephant</vt:lpstr>
      <vt:lpstr>Lucida Console</vt:lpstr>
      <vt:lpstr>Lucida Fax</vt:lpstr>
      <vt:lpstr>Lucida Sans Unicode</vt:lpstr>
      <vt:lpstr>Times New Roman</vt:lpstr>
      <vt:lpstr>Wingdings</vt:lpstr>
      <vt:lpstr>Default Design</vt:lpstr>
      <vt:lpstr>Decorating classes</vt:lpstr>
      <vt:lpstr>PowerPoint 簡報</vt:lpstr>
      <vt:lpstr>PowerPoint 簡報</vt:lpstr>
      <vt:lpstr>Functions as passed-around objects</vt:lpstr>
      <vt:lpstr>Functions as passed-around objects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Function Annotations</vt:lpstr>
      <vt:lpstr>PowerPoint 簡報</vt:lpstr>
      <vt:lpstr>The Dataclasses Module (Python 3.7)</vt:lpstr>
      <vt:lpstr>A Dataclasses Example</vt:lpstr>
      <vt:lpstr>A Dataclasses Example</vt:lpstr>
      <vt:lpstr>A Dataclasses Example</vt:lpstr>
      <vt:lpstr>Dataclasses without type annotations</vt:lpstr>
      <vt:lpstr>Dataclasses without type annotations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</dc:title>
  <dc:creator>user</dc:creator>
  <cp:lastModifiedBy>黃啟桓</cp:lastModifiedBy>
  <cp:revision>938</cp:revision>
  <dcterms:created xsi:type="dcterms:W3CDTF">2009-03-01T03:18:16Z</dcterms:created>
  <dcterms:modified xsi:type="dcterms:W3CDTF">2021-06-08T07:15:07Z</dcterms:modified>
</cp:coreProperties>
</file>